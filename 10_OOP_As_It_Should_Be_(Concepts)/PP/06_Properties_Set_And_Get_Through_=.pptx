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5" r:id="rId5"/>
    <p:sldId id="325" r:id="rId6"/>
    <p:sldId id="326" r:id="rId7"/>
    <p:sldId id="327" r:id="rId8"/>
    <p:sldId id="334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 Properties Set and Get through "="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Properties Set 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and Get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through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"="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demonstrates using __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declspec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(property) in C++ (MSVC) to create a property-like syntax, allowing access to getter and setter functions as if they were a variable.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53B414-470A-6CB2-2CAE-C804EE99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B64EA91-4C64-DCC7-4F77-BB3683F25F1B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This approach is compiler-specific (Microsoft Visual C++)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It provides a cleaner and more readable syntax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Internally, it still uses getter and setter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It simulates properties similar to those in C#</a:t>
            </a:r>
          </a:p>
        </p:txBody>
      </p:sp>
    </p:spTree>
    <p:extLst>
      <p:ext uri="{BB962C8B-B14F-4D97-AF65-F5344CB8AC3E}">
        <p14:creationId xmlns:p14="http://schemas.microsoft.com/office/powerpoint/2010/main" val="9533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Structure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Private Data Member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_FirstName : stores the first name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Setter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FirstName)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Assigns a value to _FirstName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3️⃣ Getter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GetFirstName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Returns the value of _FirstName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4️⃣ Property Declaration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__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declspec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(property(get =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GetFirstName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, put =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))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string FirstName;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Links FirstName directly to getter and setter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Enables property-style access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60037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🔹 Traditional method (functions):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Person1;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</a:rPr>
              <a:t>Sara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GetFirstName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();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2400" b="1" spc="-17" dirty="0">
                <a:solidFill>
                  <a:schemeClr val="tx1"/>
                </a:solidFill>
                <a:latin typeface="Comic Sans MS"/>
              </a:rPr>
              <a:t>🔹 </a:t>
            </a:r>
            <a:r>
              <a:rPr lang="sv-SE" sz="2400" b="1" spc="-17" dirty="0">
                <a:solidFill>
                  <a:schemeClr val="tx1"/>
                </a:solidFill>
                <a:latin typeface="Comic Sans MS"/>
              </a:rPr>
              <a:t>Property-style </a:t>
            </a:r>
            <a:r>
              <a:rPr lang="sv-SE" sz="2400" b="1" spc="-17" dirty="0" err="1">
                <a:solidFill>
                  <a:schemeClr val="tx1"/>
                </a:solidFill>
                <a:latin typeface="Comic Sans MS"/>
              </a:rPr>
              <a:t>method</a:t>
            </a:r>
            <a:r>
              <a:rPr lang="sv-SE" sz="2400" b="1" spc="-17" dirty="0">
                <a:solidFill>
                  <a:schemeClr val="tx1"/>
                </a:solidFill>
                <a:latin typeface="Comic Sans MS"/>
              </a:rPr>
              <a:t>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 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=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</a:rPr>
              <a:t> Sara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Person1.FirstName;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object Person1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Set name using setter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Print name using getter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Set name using property syntax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Print name using property syntax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77C397-9937-A28A-6DE4-4EB324FD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2F9E85F-698A-9ECC-6945-2BEAB2C1B630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Sara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Sara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95378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property does not store data itself.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It only redirects read/write operations to getter and setter functions.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With __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declspec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(property)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Cleaner syntax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Easier to read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Looks like a normal variable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🚫 Without property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More function calls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❌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Less readable code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__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declspec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(property) works only in MSVC and is not standard C++.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Avoid it in cross-platform projects.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Uses getter and setter internally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Allows variable-like access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Improves readability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MSVC-specific feature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</TotalTime>
  <Words>381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64</cp:revision>
  <dcterms:created xsi:type="dcterms:W3CDTF">2025-12-09T17:44:59Z</dcterms:created>
  <dcterms:modified xsi:type="dcterms:W3CDTF">2026-01-02T12:14:14Z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