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23" r:id="rId4"/>
    <p:sldId id="313" r:id="rId5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90" y="5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396262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60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Inheritance Types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Inheritance Types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D1D073B-762F-2D30-C188-3FCE78279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3">
            <a:extLst>
              <a:ext uri="{FF2B5EF4-FFF2-40B4-BE49-F238E27FC236}">
                <a16:creationId xmlns:a16="http://schemas.microsoft.com/office/drawing/2014/main" id="{0834A798-26BF-E46D-77D6-B62AAD99F23B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7" dirty="0" err="1">
                <a:solidFill>
                  <a:schemeClr val="tx1"/>
                </a:solidFill>
                <a:latin typeface="Comic Sans MS"/>
              </a:rPr>
              <a:t>Inheritance</a:t>
            </a:r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chemeClr val="tx1"/>
                </a:solidFill>
                <a:latin typeface="Comic Sans MS"/>
              </a:rPr>
              <a:t>Types</a:t>
            </a:r>
            <a:endParaRPr lang="sv-SE" sz="4000" b="1" spc="-17" dirty="0">
              <a:solidFill>
                <a:schemeClr val="tx1"/>
              </a:solidFill>
              <a:latin typeface="Comic Sans M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6C7B93B-FD1D-B9F3-8E19-ABAE14D89635}"/>
              </a:ext>
            </a:extLst>
          </p:cNvPr>
          <p:cNvGrpSpPr/>
          <p:nvPr/>
        </p:nvGrpSpPr>
        <p:grpSpPr>
          <a:xfrm>
            <a:off x="775460" y="1524000"/>
            <a:ext cx="12254740" cy="6553200"/>
            <a:chOff x="775460" y="1524000"/>
            <a:chExt cx="12254740" cy="65532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714CDE2-BC7F-408B-5261-0DDED9C4B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624"/>
            <a:stretch>
              <a:fillRect/>
            </a:stretch>
          </p:blipFill>
          <p:spPr>
            <a:xfrm>
              <a:off x="775460" y="1942669"/>
              <a:ext cx="11860280" cy="6134531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89709C3-9229-CBEA-1252-AAEF6B5D5F13}"/>
                </a:ext>
              </a:extLst>
            </p:cNvPr>
            <p:cNvSpPr/>
            <p:nvPr/>
          </p:nvSpPr>
          <p:spPr>
            <a:xfrm>
              <a:off x="12039600" y="1524000"/>
              <a:ext cx="990600" cy="1219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37366BE-B0D1-26D0-C961-F353FE678CEB}"/>
                </a:ext>
              </a:extLst>
            </p:cNvPr>
            <p:cNvSpPr/>
            <p:nvPr/>
          </p:nvSpPr>
          <p:spPr>
            <a:xfrm>
              <a:off x="1828800" y="3352800"/>
              <a:ext cx="990600" cy="685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</p:grpSp>
    </p:spTree>
    <p:extLst>
      <p:ext uri="{BB962C8B-B14F-4D97-AF65-F5344CB8AC3E}">
        <p14:creationId xmlns:p14="http://schemas.microsoft.com/office/powerpoint/2010/main" val="979495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1717</TotalTime>
  <Words>25</Words>
  <Application>Microsoft Office PowerPoint</Application>
  <PresentationFormat>Custom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94</cp:revision>
  <dcterms:created xsi:type="dcterms:W3CDTF">2025-12-09T17:44:59Z</dcterms:created>
  <dcterms:modified xsi:type="dcterms:W3CDTF">2025-12-23T13:41:58Z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