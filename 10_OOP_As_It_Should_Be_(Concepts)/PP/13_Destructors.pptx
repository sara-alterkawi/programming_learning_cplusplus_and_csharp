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6" r:id="rId5"/>
    <p:sldId id="325" r:id="rId6"/>
    <p:sldId id="334" r:id="rId7"/>
    <p:sldId id="327" r:id="rId8"/>
    <p:sldId id="335" r:id="rId9"/>
    <p:sldId id="328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Destructors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Destructors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17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This example demonstrates how destructors work in C++ and when they are called.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0F2FE1-D82E-F42A-BA2F-8F6B1A1A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3B9F9BC-7026-686F-7172-6780D42C0B24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 constructor runs when an object is created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 destructor runs when an object goes out of scope or is deleted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They are useful for initialization and cleanup</a:t>
            </a:r>
          </a:p>
        </p:txBody>
      </p:sp>
    </p:spTree>
    <p:extLst>
      <p:ext uri="{BB962C8B-B14F-4D97-AF65-F5344CB8AC3E}">
        <p14:creationId xmlns:p14="http://schemas.microsoft.com/office/powerpoint/2010/main" val="1056059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809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Key Components in the Code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1️⃣ Constructor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 err="1">
                <a:solidFill>
                  <a:srgbClr val="FFC000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{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FullName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=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Sara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Alterkawi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&lt;&lt;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\</a:t>
            </a:r>
            <a:r>
              <a:rPr lang="en-GB" sz="2400" spc="-17" dirty="0" err="1">
                <a:solidFill>
                  <a:srgbClr val="00B050"/>
                </a:solidFill>
                <a:latin typeface="Comic Sans MS"/>
                <a:cs typeface="Comic Sans MS"/>
              </a:rPr>
              <a:t>nHi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, 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I'm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Constructor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}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Automatically runs when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is created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2️⃣ Destructor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~</a:t>
            </a:r>
            <a:r>
              <a:rPr lang="en-GB" sz="2400" spc="-17" dirty="0" err="1">
                <a:solidFill>
                  <a:srgbClr val="FFC000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{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&lt;&lt;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\</a:t>
            </a:r>
            <a:r>
              <a:rPr lang="en-GB" sz="2400" spc="-17" dirty="0" err="1">
                <a:solidFill>
                  <a:srgbClr val="00B050"/>
                </a:solidFill>
                <a:latin typeface="Comic Sans MS"/>
                <a:cs typeface="Comic Sans MS"/>
              </a:rPr>
              <a:t>nHi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, I'm Destructor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}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Runs when object is destroyed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835EF9-D271-26DA-725E-F502B0CD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E38B1A-7152-BA37-981D-CD15AA80F1BA}"/>
              </a:ext>
            </a:extLst>
          </p:cNvPr>
          <p:cNvSpPr txBox="1"/>
          <p:nvPr/>
        </p:nvSpPr>
        <p:spPr>
          <a:xfrm>
            <a:off x="381000" y="888075"/>
            <a:ext cx="12352767" cy="36646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</a:rPr>
              <a:t>3️⃣ Fun1() – Local object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Person1;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🟩 Destructor called automatically when function ends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4️⃣ Fun2() – Dynamic object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* Person2 = new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delete Person2;</a:t>
            </a:r>
          </a:p>
          <a:p>
            <a:pPr marL="21912">
              <a:spcBef>
                <a:spcPts val="1216"/>
              </a:spcBef>
            </a:pPr>
            <a:r>
              <a:rPr lang="en-GB" sz="2400" spc="-17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Must manually delete object to trigger destructor</a:t>
            </a:r>
          </a:p>
        </p:txBody>
      </p:sp>
    </p:spTree>
    <p:extLst>
      <p:ext uri="{BB962C8B-B14F-4D97-AF65-F5344CB8AC3E}">
        <p14:creationId xmlns:p14="http://schemas.microsoft.com/office/powerpoint/2010/main" val="2270250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Program execution enters main()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Calls Fun1()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Creates object → constructor runs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Function ends → destructor runs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Calls Fun2()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Creates object dynamically → constructor runs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delete Person2 → destructor runs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8E000A-C8B3-F694-90BA-ADBC399B2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BEDEB37-4B9F-1315-7DE6-22F3E2AFD3D5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Hi, I'm Constructor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Hi, I'm Destructor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Hi, I'm Constructor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Hi, I'm Destructor</a:t>
            </a:r>
          </a:p>
        </p:txBody>
      </p:sp>
    </p:spTree>
    <p:extLst>
      <p:ext uri="{BB962C8B-B14F-4D97-AF65-F5344CB8AC3E}">
        <p14:creationId xmlns:p14="http://schemas.microsoft.com/office/powerpoint/2010/main" val="3770539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Objects created with new stay in memory until manually deleted.</a:t>
            </a:r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Stack allocation (Fun1)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Destructor automatic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🟥 Heap allocation (Fun2)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❌ Must use delete manually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Forgetting to delete dynamically allocated objects results in memory leaks.</a:t>
            </a: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Constructor runs at object creation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Destructor runs when object is destroyed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Stack objects clean up automatically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🚫 Dynamic objects require delete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1616</TotalTime>
  <Words>331</Words>
  <Application>Microsoft Office PowerPoint</Application>
  <PresentationFormat>Custom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78</cp:revision>
  <dcterms:created xsi:type="dcterms:W3CDTF">2025-12-09T17:44:59Z</dcterms:created>
  <dcterms:modified xsi:type="dcterms:W3CDTF">2026-01-02T12:16:51Z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