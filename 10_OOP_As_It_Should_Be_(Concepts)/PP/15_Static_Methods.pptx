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5" r:id="rId5"/>
    <p:sldId id="325" r:id="rId6"/>
    <p:sldId id="326" r:id="rId7"/>
    <p:sldId id="327" r:id="rId8"/>
    <p:sldId id="334" r:id="rId9"/>
    <p:sldId id="328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Static Methods (Functions)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Static Methods (Functions)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Static methods (functions) in C++ belong to the class itself rather than to any specific object. They can be called without creating an object of that class.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AF5082-140E-D242-2221-FA5C3209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F35BB70-A0FA-D29A-2C38-0AE857EA5DCB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Static methods can be called using the class 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They can also be called by objects, but that’s optional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Static methods cannot access non-static members directly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Normal (non-static) methods belong to objects</a:t>
            </a:r>
          </a:p>
        </p:txBody>
      </p:sp>
    </p:spTree>
    <p:extLst>
      <p:ext uri="{BB962C8B-B14F-4D97-AF65-F5344CB8AC3E}">
        <p14:creationId xmlns:p14="http://schemas.microsoft.com/office/powerpoint/2010/main" val="97566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54805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Structure</a:t>
            </a: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Static method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static int Function1()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➡️ Returns a constant value 10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➡️ Belongs to class itself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Non-static method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🟩 int Function2()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➡️ Returns 20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➡️ Belongs to individual object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CC8EE3-C84A-7326-D194-775D2FB9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CBBD50-FE4C-1817-9DF0-7B15E547F733}"/>
              </a:ext>
            </a:extLst>
          </p:cNvPr>
          <p:cNvSpPr txBox="1"/>
          <p:nvPr/>
        </p:nvSpPr>
        <p:spPr>
          <a:xfrm>
            <a:off x="381000" y="888075"/>
            <a:ext cx="12352767" cy="54805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📌 Static function called via class name: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::Function1()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📌 Static and non-static functions called via object: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A1, A2;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A1.Function1()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A1.Function2()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A2.Function1()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2193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Call static method by class name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Create two objects A1 and A2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Call static method via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Call non-static method via object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53761A-B16E-3A1E-B2FD-B284617E2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6404E4B-FEC0-78EA-7E1C-51B2CF157064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394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Static methods do not require an object instance to run.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Static Method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Belongs to the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Can be called without an object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Cannot access non-static members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⬜ Non-Static Method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Belongs to an object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Requires an instantiated object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Inside a static method, you cannot use this pointer or non-static variables directly.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Static methods belong to the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Can be called with class name or object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Non-static methods require an object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1570</TotalTime>
  <Words>349</Words>
  <Application>Microsoft Office PowerPoint</Application>
  <PresentationFormat>Custom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67</cp:revision>
  <dcterms:created xsi:type="dcterms:W3CDTF">2025-12-09T17:44:59Z</dcterms:created>
  <dcterms:modified xsi:type="dcterms:W3CDTF">2026-01-02T12:18:15Z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