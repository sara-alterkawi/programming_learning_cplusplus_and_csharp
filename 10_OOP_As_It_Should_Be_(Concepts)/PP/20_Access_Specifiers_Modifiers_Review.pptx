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7" r:id="rId4"/>
    <p:sldId id="333" r:id="rId5"/>
    <p:sldId id="342" r:id="rId6"/>
    <p:sldId id="338" r:id="rId7"/>
    <p:sldId id="339" r:id="rId8"/>
    <p:sldId id="340" r:id="rId9"/>
    <p:sldId id="341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580928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Access Specifiers/Modifiers Review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Access Specifiers/Modifiers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 Inheritance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71EDAB-F95B-E120-1EE7-FA0D256C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55F3C2C-66ED-4A17-A3DE-D7DD6BA975AB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Access Specifiers/Modifiers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FF8841-7849-6510-0897-BC5A39737092}"/>
              </a:ext>
            </a:extLst>
          </p:cNvPr>
          <p:cNvGrpSpPr/>
          <p:nvPr/>
        </p:nvGrpSpPr>
        <p:grpSpPr>
          <a:xfrm>
            <a:off x="808802" y="2057400"/>
            <a:ext cx="11793596" cy="6954220"/>
            <a:chOff x="808802" y="2057400"/>
            <a:chExt cx="11793596" cy="69542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A6DE1A1-3C7E-17AB-82BB-48260AC1D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802" y="2057400"/>
              <a:ext cx="11793596" cy="695422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2D56F8-BB03-1B13-8A30-426FA21472D1}"/>
                </a:ext>
              </a:extLst>
            </p:cNvPr>
            <p:cNvSpPr/>
            <p:nvPr/>
          </p:nvSpPr>
          <p:spPr>
            <a:xfrm>
              <a:off x="10134600" y="2057400"/>
              <a:ext cx="2438400" cy="1828800"/>
            </a:xfrm>
            <a:prstGeom prst="rect">
              <a:avLst/>
            </a:prstGeom>
            <a:solidFill>
              <a:srgbClr val="262626"/>
            </a:solidFill>
            <a:ln>
              <a:solidFill>
                <a:srgbClr val="262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413FE4-AA08-40A6-7778-F1DFB17C1A08}"/>
                </a:ext>
              </a:extLst>
            </p:cNvPr>
            <p:cNvSpPr/>
            <p:nvPr/>
          </p:nvSpPr>
          <p:spPr>
            <a:xfrm>
              <a:off x="808802" y="2133600"/>
              <a:ext cx="5287198" cy="1752600"/>
            </a:xfrm>
            <a:prstGeom prst="rect">
              <a:avLst/>
            </a:prstGeom>
            <a:solidFill>
              <a:srgbClr val="262626"/>
            </a:solidFill>
            <a:ln>
              <a:solidFill>
                <a:srgbClr val="262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412960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Access Specifiers (Modifiers) are keywords in C++ that control where class members (variables and functions) can be accessed from.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BBB9D5-C9F8-A9AC-5B24-A88071D8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6B76B56-D3AD-26F1-C4BF-57F468B718C8}"/>
              </a:ext>
            </a:extLst>
          </p:cNvPr>
          <p:cNvSpPr txBox="1"/>
          <p:nvPr/>
        </p:nvSpPr>
        <p:spPr>
          <a:xfrm>
            <a:off x="381000" y="888075"/>
            <a:ext cx="12352767" cy="27105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Purpose of Access Specifiers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They enforce encapsulation, protect internal data, and define clear interaction boundaries between classes.</a:t>
            </a:r>
          </a:p>
        </p:txBody>
      </p:sp>
    </p:spTree>
    <p:extLst>
      <p:ext uri="{BB962C8B-B14F-4D97-AF65-F5344CB8AC3E}">
        <p14:creationId xmlns:p14="http://schemas.microsoft.com/office/powerpoint/2010/main" val="4212328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7BA8E2-F21D-4C11-CE5E-C2A0C5A7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8C5489-7C4E-24B9-1C5C-57D988F6C1D8}"/>
              </a:ext>
            </a:extLst>
          </p:cNvPr>
          <p:cNvSpPr txBox="1"/>
          <p:nvPr/>
        </p:nvSpPr>
        <p:spPr>
          <a:xfrm>
            <a:off x="381000" y="888075"/>
            <a:ext cx="12352767" cy="855830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Private Members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🔎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Definition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Members accessible only inside the same class.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Not accessible from: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Outside the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Derived (child)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classe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💡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	private</a:t>
            </a:r>
            <a:r>
              <a:rPr lang="nb-NO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int</a:t>
            </a:r>
            <a:r>
              <a:rPr lang="nb-NO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_Var1;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void</a:t>
            </a:r>
            <a:r>
              <a:rPr lang="nb-NO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_</a:t>
            </a:r>
            <a:r>
              <a:rPr lang="nb-NO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Fun1</a:t>
            </a:r>
            <a:r>
              <a:rPr lang="nb-NO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();</a:t>
            </a: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📌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Note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Private members are used to hide implementation details.</a:t>
            </a:r>
            <a:endParaRPr lang="nb-NO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69027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E2778B-7A3D-5C71-DD1F-600ACC2B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679D0A4-F0E7-9E12-AB0E-4614439DAA14}"/>
              </a:ext>
            </a:extLst>
          </p:cNvPr>
          <p:cNvSpPr txBox="1"/>
          <p:nvPr/>
        </p:nvSpPr>
        <p:spPr>
          <a:xfrm>
            <a:off x="381000" y="888075"/>
            <a:ext cx="12352767" cy="83120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Protected Members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🔎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Definition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Members accessible inside the class and its derived classes, but not from outside.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Accessible from: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The base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Derived classes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Not accessible from: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Objects created outside the class hierarchy</a:t>
            </a: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💡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	protected: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		</a:t>
            </a: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int 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Var2;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		void </a:t>
            </a:r>
            <a:r>
              <a:rPr lang="nb-NO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Fun2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16689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7B239D-F53B-178F-F28A-D6B97FD8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8C7E2D4-36E3-D8AC-E5AA-C8B6886E9C8B}"/>
              </a:ext>
            </a:extLst>
          </p:cNvPr>
          <p:cNvSpPr txBox="1"/>
          <p:nvPr/>
        </p:nvSpPr>
        <p:spPr>
          <a:xfrm>
            <a:off x="381000" y="888075"/>
            <a:ext cx="12352767" cy="83120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3️⃣ Public Members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🔎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Definition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Members accessible from anywhere.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Characteristics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Accessible from: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The same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Derived classes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Objects outside the class</a:t>
            </a: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💡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	public: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	</a:t>
            </a: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int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 Var3;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		void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lang="nb-NO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Fun3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();</a:t>
            </a:r>
          </a:p>
          <a:p>
            <a:pPr marL="21912">
              <a:spcBef>
                <a:spcPts val="1216"/>
              </a:spcBef>
            </a:pPr>
            <a:endParaRPr lang="nb-NO" sz="2400" spc="-17" dirty="0">
              <a:solidFill>
                <a:srgbClr val="262626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30373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39286F-8178-CA92-9F03-D15FAF0D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DA41DD5-4BCB-E761-CC32-757B44318AFD}"/>
              </a:ext>
            </a:extLst>
          </p:cNvPr>
          <p:cNvSpPr txBox="1"/>
          <p:nvPr/>
        </p:nvSpPr>
        <p:spPr>
          <a:xfrm>
            <a:off x="381000" y="888075"/>
            <a:ext cx="12352767" cy="83120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4️⃣ Inheritance Access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🔎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Definition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 derived class can access protected and public members of its base class.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💡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	class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lang="nb-NO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clsB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 : </a:t>
            </a: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public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 clsA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{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7030A0"/>
                </a:solidFill>
                <a:latin typeface="Comic Sans MS"/>
                <a:cs typeface="Comic Sans MS"/>
              </a:rPr>
              <a:t>	public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: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	</a:t>
            </a:r>
            <a:r>
              <a:rPr lang="nb-NO" sz="2400" spc="-17" dirty="0">
                <a:solidFill>
                  <a:schemeClr val="bg2">
                    <a:lumMod val="75000"/>
                  </a:schemeClr>
                </a:solidFill>
                <a:latin typeface="Comic Sans MS"/>
                <a:cs typeface="Comic Sans MS"/>
              </a:rPr>
              <a:t>void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lang="nb-NO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Func1</a:t>
            </a: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	{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		cout &lt;&lt; clsA::Var2;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	}</a:t>
            </a:r>
          </a:p>
          <a:p>
            <a:pPr marL="21912">
              <a:spcBef>
                <a:spcPts val="1216"/>
              </a:spcBef>
            </a:pPr>
            <a:r>
              <a:rPr lang="nb-NO" sz="2400" spc="-17" dirty="0">
                <a:solidFill>
                  <a:srgbClr val="262626"/>
                </a:solidFill>
                <a:latin typeface="Comic Sans MS"/>
                <a:cs typeface="Comic Sans MS"/>
              </a:rPr>
              <a:t>	};</a:t>
            </a:r>
          </a:p>
        </p:txBody>
      </p:sp>
    </p:spTree>
    <p:extLst>
      <p:ext uri="{BB962C8B-B14F-4D97-AF65-F5344CB8AC3E}">
        <p14:creationId xmlns:p14="http://schemas.microsoft.com/office/powerpoint/2010/main" val="121533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Employee class (derived)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Extends the Person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Adds job-related fields (Title / Department / Salary)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Uses constructor chaining to initialize both parts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⬜ Person class (base)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Holds personal identity and contact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Provides messaging utilities (email / SMS)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Print shows only personal data (unless overridden)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❌ Private members cannot be accessed in derived classes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❌ Protected members cannot be accessed through objects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private → Only inside the same class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protected → Class + derived classes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public → Everywhere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➡️ Correct use improves security, maintainability, and clarity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7433</TotalTime>
  <Words>439</Words>
  <Application>Microsoft Office PowerPoint</Application>
  <PresentationFormat>Custom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108</cp:revision>
  <dcterms:created xsi:type="dcterms:W3CDTF">2025-12-09T17:44:59Z</dcterms:created>
  <dcterms:modified xsi:type="dcterms:W3CDTF">2026-01-02T12:22:55Z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