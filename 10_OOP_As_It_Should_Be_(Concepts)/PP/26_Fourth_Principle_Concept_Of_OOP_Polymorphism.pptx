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13" r:id="rId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Fourth Principle/Concept of OOP: Polymorphism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Fourth Principle/Concept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of OOP: Polymorphism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Fourth Principle/Concept of OOP: Polymorphism</a:t>
            </a:r>
          </a:p>
          <a:p>
            <a:br>
              <a:rPr lang="sv-SE" sz="4000" b="1" spc="-17" dirty="0">
                <a:solidFill>
                  <a:schemeClr val="tx1"/>
                </a:solidFill>
                <a:latin typeface="Comic Sans MS"/>
              </a:rPr>
            </a:b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Means </a:t>
            </a:r>
            <a:r>
              <a:rPr lang="en-GB" sz="2400" spc="-17" dirty="0">
                <a:solidFill>
                  <a:srgbClr val="FF0000"/>
                </a:solidFill>
                <a:latin typeface="Comic Sans MS"/>
                <a:cs typeface="Comic Sans MS"/>
              </a:rPr>
              <a:t>many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17" dirty="0">
                <a:solidFill>
                  <a:srgbClr val="FF0000"/>
                </a:solidFill>
                <a:latin typeface="Comic Sans MS"/>
                <a:cs typeface="Comic Sans MS"/>
              </a:rPr>
              <a:t>forms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Polymorphism allows us to create consistent code.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Polymorphism can be done through: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023760-89D2-BC34-6658-0D7109EF8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1" t="7910" r="3409" b="5906"/>
          <a:stretch>
            <a:fillRect/>
          </a:stretch>
        </p:blipFill>
        <p:spPr>
          <a:xfrm>
            <a:off x="270883" y="5074785"/>
            <a:ext cx="125730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2042</TotalTime>
  <Words>66</Words>
  <Application>Microsoft Office PowerPoint</Application>
  <PresentationFormat>Custom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149</cp:revision>
  <dcterms:created xsi:type="dcterms:W3CDTF">2025-12-09T17:44:59Z</dcterms:created>
  <dcterms:modified xsi:type="dcterms:W3CDTF">2026-01-02T12:29:58Z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