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36" r:id="rId5"/>
    <p:sldId id="325" r:id="rId6"/>
    <p:sldId id="334" r:id="rId7"/>
    <p:sldId id="327" r:id="rId8"/>
    <p:sldId id="335" r:id="rId9"/>
    <p:sldId id="328" r:id="rId10"/>
    <p:sldId id="329" r:id="rId11"/>
    <p:sldId id="330" r:id="rId12"/>
    <p:sldId id="332" r:id="rId13"/>
    <p:sldId id="313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1020" y="45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Parameterized Constructor of the Base Class</a:t>
            </a:r>
            <a:endParaRPr lang="sv-SE" sz="6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39552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Parameterized Constructor of the Base Class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A derived class that represents an employee. It inherits personal information from a Person class and adds job-related fields such as title, department, and salary.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32CB172-4B1C-7D0B-A5FB-56F3C7610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C9CF26D-C958-5585-61AD-1FEDD8D57CF4}"/>
              </a:ext>
            </a:extLst>
          </p:cNvPr>
          <p:cNvSpPr txBox="1"/>
          <p:nvPr/>
        </p:nvSpPr>
        <p:spPr>
          <a:xfrm>
            <a:off x="381000" y="888075"/>
            <a:ext cx="12352767" cy="53266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Objects of this class contain both personal information and employment 	information.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The design demonstrates: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Constructor chaining using inheritance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Encapsulation via getters/setters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Code reuse through inheritance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Simulated email/SMS messages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Separate responsibilities between Person vs Employee</a:t>
            </a:r>
          </a:p>
        </p:txBody>
      </p:sp>
    </p:spTree>
    <p:extLst>
      <p:ext uri="{BB962C8B-B14F-4D97-AF65-F5344CB8AC3E}">
        <p14:creationId xmlns:p14="http://schemas.microsoft.com/office/powerpoint/2010/main" val="3559600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51666-2BEA-8492-55C5-6B7685B7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E41D81-6EA7-1326-B30A-F0FAE1F5E2F7}"/>
              </a:ext>
            </a:extLst>
          </p:cNvPr>
          <p:cNvSpPr txBox="1"/>
          <p:nvPr/>
        </p:nvSpPr>
        <p:spPr>
          <a:xfrm>
            <a:off x="381000" y="888075"/>
            <a:ext cx="12352767" cy="80966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Base Class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clsPerson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Structure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Holds personal attributes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Private members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_ID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_FirstName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_LastName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_Email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_Phone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Public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behavior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Accessors (get/set)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FullName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 → concatenates first + last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Print() → prints formatted personal info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SendEmail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SendSMS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87727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625673-FF5A-85E3-D195-BF186148D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BAD71C-2CB2-712F-7598-73CA6C15F77A}"/>
              </a:ext>
            </a:extLst>
          </p:cNvPr>
          <p:cNvSpPr txBox="1"/>
          <p:nvPr/>
        </p:nvSpPr>
        <p:spPr>
          <a:xfrm>
            <a:off x="381000" y="888075"/>
            <a:ext cx="12352767" cy="80966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Derived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Class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clsEmployee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Structure</a:t>
            </a:r>
          </a:p>
          <a:p>
            <a:pPr marL="21912">
              <a:spcBef>
                <a:spcPts val="1216"/>
              </a:spcBef>
            </a:pP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Extends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clsPerson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Additional private members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_Title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_Department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_Salary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Constructor responsibilities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Pass personal fields to parent class constructor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Initialize additional employee fields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Public methods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setter + getter pairs for: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Title()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Department()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Salary()</a:t>
            </a:r>
          </a:p>
        </p:txBody>
      </p:sp>
    </p:spTree>
    <p:extLst>
      <p:ext uri="{BB962C8B-B14F-4D97-AF65-F5344CB8AC3E}">
        <p14:creationId xmlns:p14="http://schemas.microsoft.com/office/powerpoint/2010/main" val="2372496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16C899-C0D7-7D2B-418E-53117E1BB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E16194E-9095-D151-5629-3C631EE7D6E9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Steps in main()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Create an object of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clsEmployee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and pass values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Print employee info inherited from base class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Send email through inherited method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Print again to verify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behavior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Print job-related values individually</a:t>
            </a:r>
          </a:p>
        </p:txBody>
      </p:sp>
    </p:spTree>
    <p:extLst>
      <p:ext uri="{BB962C8B-B14F-4D97-AF65-F5344CB8AC3E}">
        <p14:creationId xmlns:p14="http://schemas.microsoft.com/office/powerpoint/2010/main" val="706711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DB6C49-EACC-9FE4-C633-CACDEA6B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E9409D-8454-F144-09AA-0F831C297726}"/>
              </a:ext>
            </a:extLst>
          </p:cNvPr>
          <p:cNvSpPr txBox="1"/>
          <p:nvPr/>
        </p:nvSpPr>
        <p:spPr>
          <a:xfrm>
            <a:off x="381000" y="888075"/>
            <a:ext cx="12352767" cy="741952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➡️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Expected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Output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Info: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------------------------------------------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ID : 10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FirstName: Sara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LastName : Alterkawi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Full Name: Sara Alterkawi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Email : sara.omar.alterkawi@gmail.com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Phone : 0706357155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------------------------------------------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The following message sent successfully to email : sara.omar.alterkawi@gmail.com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Subject :Hi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Body :How are you ?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Software Engineer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IT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6500$</a:t>
            </a:r>
          </a:p>
        </p:txBody>
      </p:sp>
    </p:spTree>
    <p:extLst>
      <p:ext uri="{BB962C8B-B14F-4D97-AF65-F5344CB8AC3E}">
        <p14:creationId xmlns:p14="http://schemas.microsoft.com/office/powerpoint/2010/main" val="228334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890F28-9D96-D2B6-A9A6-3E01DFAB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D6BA6E-9226-A9F6-6B88-476F33F7768F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Print() in the derived class doesn't include salary/title, because it’s not overridden yet.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224923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52035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🟩 Employee class (derived)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Extends the Person class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Adds job-related fields (Title/Department/Salary)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Uses constructor chaining to initialize both parts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⬜ Person class (base)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Holds personal identity and contact info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Provides messaging utilities (email/SMS)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Print shows only personal data (unless overridden)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Changing inheritance constructors incorrectly may break the program if parameters are not forwarded properly.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Employee object contains both personal + work info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Constructor chaining ensures fields are initialized cleanly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Getters/setters protect private data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Unified personal messaging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behavior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via inheritance.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1635</TotalTime>
  <Words>527</Words>
  <Application>Microsoft Office PowerPoint</Application>
  <PresentationFormat>Custom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78</cp:revision>
  <dcterms:created xsi:type="dcterms:W3CDTF">2025-12-09T17:44:59Z</dcterms:created>
  <dcterms:modified xsi:type="dcterms:W3CDTF">2026-01-02T12:20:00Z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