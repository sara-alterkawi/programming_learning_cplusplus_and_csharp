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22" r:id="rId5"/>
    <p:sldId id="313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176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6455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54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Classes and Objects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B5E168-3214-E5DF-7FE8-34698109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5AE4AD8-8FF6-1268-C30D-B293B215D92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711DDF5-FF37-F782-CD37-E36AA7EECF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3371956-F67F-09EC-9373-2090C60E521E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7C421D4-0040-5073-31C1-CEAFD6DE703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5108ACB-E76F-7BC8-008F-B6C9E810CF3E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Access Specifiers/Modifiers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013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560616-DE62-4EC0-E763-9BAFEE2A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55F3C2C-66ED-4A17-A3DE-D7DD6BA975A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Access Specifiers/Modifiers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FF8841-7849-6510-0897-BC5A39737092}"/>
              </a:ext>
            </a:extLst>
          </p:cNvPr>
          <p:cNvGrpSpPr/>
          <p:nvPr/>
        </p:nvGrpSpPr>
        <p:grpSpPr>
          <a:xfrm>
            <a:off x="808802" y="2057400"/>
            <a:ext cx="11793596" cy="6954220"/>
            <a:chOff x="808802" y="2057400"/>
            <a:chExt cx="11793596" cy="69542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6DE1A1-3C7E-17AB-82BB-48260AC1D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802" y="2057400"/>
              <a:ext cx="11793596" cy="695422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2D56F8-BB03-1B13-8A30-426FA21472D1}"/>
                </a:ext>
              </a:extLst>
            </p:cNvPr>
            <p:cNvSpPr/>
            <p:nvPr/>
          </p:nvSpPr>
          <p:spPr>
            <a:xfrm>
              <a:off x="10134600" y="2057400"/>
              <a:ext cx="2438400" cy="1828800"/>
            </a:xfrm>
            <a:prstGeom prst="rect">
              <a:avLst/>
            </a:prstGeom>
            <a:solidFill>
              <a:srgbClr val="262626"/>
            </a:solidFill>
            <a:ln>
              <a:solidFill>
                <a:srgbClr val="262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413FE4-AA08-40A6-7778-F1DFB17C1A08}"/>
                </a:ext>
              </a:extLst>
            </p:cNvPr>
            <p:cNvSpPr/>
            <p:nvPr/>
          </p:nvSpPr>
          <p:spPr>
            <a:xfrm>
              <a:off x="808802" y="2133600"/>
              <a:ext cx="5287198" cy="1752600"/>
            </a:xfrm>
            <a:prstGeom prst="rect">
              <a:avLst/>
            </a:prstGeom>
            <a:solidFill>
              <a:srgbClr val="262626"/>
            </a:solidFill>
            <a:ln>
              <a:solidFill>
                <a:srgbClr val="262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247026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38</Words>
  <Application>Microsoft Office PowerPoint</Application>
  <PresentationFormat>Custom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29</cp:revision>
  <dcterms:created xsi:type="dcterms:W3CDTF">2025-12-09T17:44:59Z</dcterms:created>
  <dcterms:modified xsi:type="dcterms:W3CDTF">2026-01-16T19:50:03Z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