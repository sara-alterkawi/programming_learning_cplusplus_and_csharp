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33" r:id="rId4"/>
    <p:sldId id="313" r:id="rId5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0" d="100"/>
          <a:sy n="40" d="100"/>
        </p:scale>
        <p:origin x="1020" y="63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48859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OOP as it </a:t>
            </a:r>
            <a:r>
              <a:rPr lang="sv-SE" sz="6000" b="1" dirty="0" err="1">
                <a:solidFill>
                  <a:srgbClr val="FFCE53"/>
                </a:solidFill>
                <a:latin typeface="Comic Sans MS"/>
              </a:rPr>
              <a:t>Should</a:t>
            </a: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Second Principle Concept Of OOP Abstraction</a:t>
            </a:r>
            <a:endParaRPr lang="sv-SE" sz="6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239552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OOP as it </a:t>
            </a:r>
            <a:r>
              <a:rPr lang="sv-SE" sz="40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Should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Second Principle Concept Of OOP Abstraction</a:t>
            </a:r>
            <a:endParaRPr lang="sv-SE" sz="4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18732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In object-oriented programming, abstraction is the ability to model objects as abstract actors that perform actions, manage their state, and interact with other objects.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1573</TotalTime>
  <Words>61</Words>
  <Application>Microsoft Office PowerPoint</Application>
  <PresentationFormat>Custom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56</cp:revision>
  <dcterms:created xsi:type="dcterms:W3CDTF">2025-12-09T17:44:59Z</dcterms:created>
  <dcterms:modified xsi:type="dcterms:W3CDTF">2026-01-02T12:12:39Z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