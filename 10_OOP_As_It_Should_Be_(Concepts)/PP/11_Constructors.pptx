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6" r:id="rId4"/>
    <p:sldId id="333" r:id="rId5"/>
    <p:sldId id="325" r:id="rId6"/>
    <p:sldId id="334" r:id="rId7"/>
    <p:sldId id="326" r:id="rId8"/>
    <p:sldId id="327" r:id="rId9"/>
    <p:sldId id="335" r:id="rId10"/>
    <p:sldId id="328" r:id="rId11"/>
    <p:sldId id="329" r:id="rId12"/>
    <p:sldId id="330" r:id="rId13"/>
    <p:sldId id="332" r:id="rId14"/>
    <p:sldId id="313" r:id="rId1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Constructors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Constructors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4AAAD3-D50B-3436-09AD-128C702B0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4966D6D-3988-551F-B246-A54F4345F524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This example demonstrates how a constructor initializes object data members when an object is created in C++.</a:t>
            </a:r>
          </a:p>
        </p:txBody>
      </p:sp>
    </p:spTree>
    <p:extLst>
      <p:ext uri="{BB962C8B-B14F-4D97-AF65-F5344CB8AC3E}">
        <p14:creationId xmlns:p14="http://schemas.microsoft.com/office/powerpoint/2010/main" val="282256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constructor assigns initial values to class attributes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It avoids leaving variables uninitialized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Makes object creation safer and more readable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66193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Components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1️⃣ Private Data Members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🟩 _AddressLine1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_AddressLine2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_POBox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_City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2️⃣ Constructor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(string AddressLine1, string AddressLine2, string POBox, string City)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Automatically assigns values when the object is created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835EF9-D271-26DA-725E-F502B0CD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E38B1A-7152-BA37-981D-CD15AA80F1BA}"/>
              </a:ext>
            </a:extLst>
          </p:cNvPr>
          <p:cNvSpPr txBox="1"/>
          <p:nvPr/>
        </p:nvSpPr>
        <p:spPr>
          <a:xfrm>
            <a:off x="381000" y="888075"/>
            <a:ext cx="12352767" cy="57575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3️⃣ Setters and Getters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Setter examples: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SetAddressLine1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SetPOBox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Getter examples: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AddressLine1()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City()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Provide controlled access to private members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4️⃣ Print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➡️ Displays address details</a:t>
            </a:r>
          </a:p>
        </p:txBody>
      </p:sp>
    </p:spTree>
    <p:extLst>
      <p:ext uri="{BB962C8B-B14F-4D97-AF65-F5344CB8AC3E}">
        <p14:creationId xmlns:p14="http://schemas.microsoft.com/office/powerpoint/2010/main" val="2270250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CC8EE3-C84A-7326-D194-775D2FB9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CBBD50-FE4C-1817-9DF0-7B15E547F733}"/>
              </a:ext>
            </a:extLst>
          </p:cNvPr>
          <p:cNvSpPr txBox="1"/>
          <p:nvPr/>
        </p:nvSpPr>
        <p:spPr>
          <a:xfrm>
            <a:off x="381000" y="888075"/>
            <a:ext cx="12352767" cy="23412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clsAddress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Address1("</a:t>
            </a:r>
            <a:r>
              <a:rPr lang="en-GB" sz="2400" spc="-17" dirty="0" err="1">
                <a:solidFill>
                  <a:srgbClr val="00B050"/>
                </a:solidFill>
                <a:latin typeface="Comic Sans MS"/>
                <a:cs typeface="Comic Sans MS"/>
              </a:rPr>
              <a:t>Kolarevägen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",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5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",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284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34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", "</a:t>
            </a:r>
            <a:r>
              <a:rPr lang="en-GB" sz="2400" spc="-17" dirty="0">
                <a:solidFill>
                  <a:srgbClr val="00B050"/>
                </a:solidFill>
                <a:latin typeface="Comic Sans MS"/>
                <a:cs typeface="Comic Sans MS"/>
              </a:rPr>
              <a:t>Perstorp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");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Address1.</a:t>
            </a:r>
            <a:r>
              <a:rPr lang="en-GB" sz="2400" spc="-17" dirty="0">
                <a:solidFill>
                  <a:srgbClr val="FFC000"/>
                </a:solidFill>
                <a:latin typeface="Comic Sans MS"/>
                <a:cs typeface="Comic Sans MS"/>
              </a:rPr>
              <a:t>Print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();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2193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Declaring object Address1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Passing 4 values to the constructor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Initializing private members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Calling Print() to display details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1D884D-9D18-4269-5D21-D86FBC15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F1133F4-2EB0-951B-F32B-7CC64052E34C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Address Details: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AddressLine1: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Kolarevägen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AddressLine2: 5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POBox : 284 34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City : Perstorp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825671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Constructors eliminate the need for multiple setter calls during 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With Constructor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Cleaner initialization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Easier to track required values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🚫 Without Constructor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❌ Must call multiple setters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❌ Possible uninitialized values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If you don’t define a constructor and forget to set values, private members may contain garbage values.</a:t>
            </a: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Constructor initializes members when object is created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Prevents uninitialized data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Improves reliability and readability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1592</TotalTime>
  <Words>321</Words>
  <Application>Microsoft Office PowerPoint</Application>
  <PresentationFormat>Custom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67</cp:revision>
  <dcterms:created xsi:type="dcterms:W3CDTF">2025-12-09T17:44:59Z</dcterms:created>
  <dcterms:modified xsi:type="dcterms:W3CDTF">2026-01-02T12:13:30Z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