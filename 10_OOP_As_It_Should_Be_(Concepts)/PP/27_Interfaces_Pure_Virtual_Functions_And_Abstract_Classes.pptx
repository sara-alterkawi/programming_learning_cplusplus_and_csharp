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2" r:id="rId4"/>
    <p:sldId id="333" r:id="rId5"/>
    <p:sldId id="325" r:id="rId6"/>
    <p:sldId id="340" r:id="rId7"/>
    <p:sldId id="341" r:id="rId8"/>
    <p:sldId id="339" r:id="rId9"/>
    <p:sldId id="335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700191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Interfaces: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Pure Virtual Functions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And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Abstract Classes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89593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Interfaces: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Pure Virtual Functions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And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Abstract Classes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EF1F71-FFFF-C5A3-65D9-AFBBB7CA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4F57BDC-7F0B-A11E-E2B3-4176E2E96932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An abstract class is a class that contains at least one pure virtual function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 pure virtual function is a virtual function declared with = 0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An abstract class defines an interface (contract) that derived classes must follow</a:t>
            </a:r>
          </a:p>
        </p:txBody>
      </p:sp>
    </p:spTree>
    <p:extLst>
      <p:ext uri="{BB962C8B-B14F-4D97-AF65-F5344CB8AC3E}">
        <p14:creationId xmlns:p14="http://schemas.microsoft.com/office/powerpoint/2010/main" val="3442452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71054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Abstract classes are used to define what a class must do, not how it does it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Any class that inherits from an abstract class must implement all pure virtual functions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88353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Abstract Class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clsMobile</a:t>
            </a: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SE" sz="2400" dirty="0"/>
              <a:t>🔹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Represents an interface / contract for mobile devices</a:t>
            </a:r>
          </a:p>
          <a:p>
            <a:pPr marL="21912" lvl="1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Pure Virtual Functions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Dial(string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PhoneNumber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SendSMS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(string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PhoneNumber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, string Text)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TakePicture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en-SE" sz="2400" dirty="0"/>
              <a:t>🔹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clsMobile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cannot be instantiated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Pure Virtual Functions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 pure virtual function has no implementation in the base class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Forces derived classes to provide their own implementation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💡 Example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>
                <a:solidFill>
                  <a:srgbClr val="7030A0"/>
                </a:solidFill>
                <a:latin typeface="Comic Sans MS"/>
                <a:cs typeface="Comic Sans MS"/>
              </a:rPr>
              <a:t>virtual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17" dirty="0">
                <a:solidFill>
                  <a:schemeClr val="bg2">
                    <a:lumMod val="75000"/>
                  </a:schemeClr>
                </a:solidFill>
                <a:latin typeface="Comic Sans MS"/>
                <a:cs typeface="Comic Sans MS"/>
              </a:rPr>
              <a:t>void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17" dirty="0">
                <a:solidFill>
                  <a:srgbClr val="0070C0"/>
                </a:solidFill>
                <a:latin typeface="Comic Sans MS"/>
                <a:cs typeface="Comic Sans MS"/>
              </a:rPr>
              <a:t>Dial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(string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PhoneNumber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) = 0;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199DAB7-C289-4827-6015-7CE564AD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A39125C-9DF2-7EE3-3DA5-6059CCEA9018}"/>
              </a:ext>
            </a:extLst>
          </p:cNvPr>
          <p:cNvSpPr txBox="1"/>
          <p:nvPr/>
        </p:nvSpPr>
        <p:spPr>
          <a:xfrm>
            <a:off x="381000" y="888075"/>
            <a:ext cx="12352767" cy="677319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Derived Class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clsIphone</a:t>
            </a: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🔹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Inherits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 from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clsMobile</a:t>
            </a:r>
            <a:endParaRPr lang="sv-SE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🔹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Signs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 the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contract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defined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 by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clsMobile</a:t>
            </a:r>
            <a:endParaRPr lang="sv-SE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🟩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Implemented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Functions</a:t>
            </a:r>
            <a:endParaRPr lang="sv-SE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Dial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SendSMS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TakePicture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🟩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Additional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Functionality</a:t>
            </a:r>
            <a:endParaRPr lang="sv-SE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MyOwnMethod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			</a:t>
            </a: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🟩 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Not part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of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 the interface</a:t>
            </a:r>
          </a:p>
          <a:p>
            <a:pPr marL="21912">
              <a:spcBef>
                <a:spcPts val="1216"/>
              </a:spcBef>
            </a:pP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			</a:t>
            </a: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🟩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Specific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 to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clsIPhone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18819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2AB863-19D2-FCAA-E46A-B50337F04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45940E1-D527-5B46-04E1-5790797ACCF3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Derived Class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clsSamsung</a:t>
            </a: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🔹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Inherits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 from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clsMobile</a:t>
            </a:r>
            <a:endParaRPr lang="sv-SE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🔹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Implemented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 same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Functions</a:t>
            </a:r>
            <a:endParaRPr lang="sv-SE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🟩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Implemented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Functions</a:t>
            </a:r>
            <a:endParaRPr lang="sv-SE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Dial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SendSMS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		</a:t>
            </a: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TakePicture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en-SE" sz="2400" spc="-17" dirty="0">
                <a:solidFill>
                  <a:schemeClr val="tx1"/>
                </a:solidFill>
                <a:latin typeface="Comic Sans MS"/>
              </a:rPr>
              <a:t>🔹 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Does not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add</a:t>
            </a:r>
            <a:r>
              <a:rPr lang="sv-SE" sz="2400" spc="-17" dirty="0">
                <a:solidFill>
                  <a:schemeClr val="tx1"/>
                </a:solidFill>
                <a:latin typeface="Comic Sans MS"/>
              </a:rPr>
              <a:t> extra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methods</a:t>
            </a:r>
            <a:endParaRPr lang="sv-SE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597062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an object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clsIPhone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Objects can be created because all pure virtual functions are implemented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clsMobile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cannot be instantiated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clsIPhone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and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clsSamsung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can be instantiated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Both classes follow the same interface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Abstract Class / Interface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Contains pure virtual functions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Cannot create objects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Defines required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behavior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🟥 Concrete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Implements all pure virtual functions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Can create objects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Provides actual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behavior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If a derived class: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Does not implement all pure virtual functions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➡️ It becomes abstract and cannot be instantiated</a:t>
            </a:r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Abstract classes define contracts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Pure virtual functions enforce implementation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Derived classes must implement all interface methods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✅ Interfaces enable flexible and scalable design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2844</TotalTime>
  <Words>438</Words>
  <Application>Microsoft Office PowerPoint</Application>
  <PresentationFormat>Custom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158</cp:revision>
  <dcterms:created xsi:type="dcterms:W3CDTF">2025-12-09T17:44:59Z</dcterms:created>
  <dcterms:modified xsi:type="dcterms:W3CDTF">2026-01-02T12:31:53Z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