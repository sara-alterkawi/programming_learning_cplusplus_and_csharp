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36" r:id="rId5"/>
    <p:sldId id="325" r:id="rId6"/>
    <p:sldId id="334" r:id="rId7"/>
    <p:sldId id="326" r:id="rId8"/>
    <p:sldId id="327" r:id="rId9"/>
    <p:sldId id="335" r:id="rId10"/>
    <p:sldId id="328" r:id="rId11"/>
    <p:sldId id="329" r:id="rId12"/>
    <p:sldId id="330" r:id="rId13"/>
    <p:sldId id="332" r:id="rId14"/>
    <p:sldId id="313" r:id="rId1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Copy Constructors</a:t>
            </a:r>
            <a:endParaRPr lang="sv-SE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Copy Constructors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This example demonstrates a copy constructor in C++, used to create a new object by copying values from an existing object.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5F8C28-473D-8CD7-7BEF-48780EB52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3C89DF9-1F8D-4B22-A67A-AB71F46E4022}"/>
              </a:ext>
            </a:extLst>
          </p:cNvPr>
          <p:cNvSpPr txBox="1"/>
          <p:nvPr/>
        </p:nvSpPr>
        <p:spPr>
          <a:xfrm>
            <a:off x="381000" y="888075"/>
            <a:ext cx="12352767" cy="32337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A copy constructor initializes an object with the values of another object of the same class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Useful when copying should be controlled or customized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Automatically invoked when an object is assigned at creation</a:t>
            </a:r>
          </a:p>
        </p:txBody>
      </p:sp>
    </p:spTree>
    <p:extLst>
      <p:ext uri="{BB962C8B-B14F-4D97-AF65-F5344CB8AC3E}">
        <p14:creationId xmlns:p14="http://schemas.microsoft.com/office/powerpoint/2010/main" val="3268009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609608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Class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clsAddress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 Components</a:t>
            </a:r>
          </a:p>
          <a:p>
            <a:pPr marL="21912">
              <a:spcBef>
                <a:spcPts val="1216"/>
              </a:spcBef>
            </a:pP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1️⃣ Private Data Members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🟩 _AddressLine1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_AddressLine2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_POBox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_City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2️⃣ Regular Constructor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Initializes data using passed parameters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clsAddress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(string AddressLine1, string AddressLine2, string POBox, 			string City)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835EF9-D271-26DA-725E-F502B0CD2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AE38B1A-7152-BA37-981D-CD15AA80F1BA}"/>
              </a:ext>
            </a:extLst>
          </p:cNvPr>
          <p:cNvSpPr txBox="1"/>
          <p:nvPr/>
        </p:nvSpPr>
        <p:spPr>
          <a:xfrm>
            <a:off x="381000" y="888075"/>
            <a:ext cx="12352767" cy="52343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sv-SE" sz="2400" b="1" spc="-17" dirty="0">
                <a:solidFill>
                  <a:schemeClr val="tx1"/>
                </a:solidFill>
                <a:latin typeface="Comic Sans MS"/>
              </a:rPr>
              <a:t>3️⃣ Copy </a:t>
            </a:r>
            <a:r>
              <a:rPr lang="sv-SE" sz="2400" b="1" spc="-17" dirty="0" err="1">
                <a:solidFill>
                  <a:schemeClr val="tx1"/>
                </a:solidFill>
                <a:latin typeface="Comic Sans MS"/>
              </a:rPr>
              <a:t>Constructor</a:t>
            </a:r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clsAddress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clsAddress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&amp;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Old_Address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) 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Assigns new object values based on existing object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Uses getter functions to access values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➡️ Ensures encapsulation rather than accessing private variables directly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4️⃣ Setter and Getter Functions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Provided for each private member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➡️ Allow controlled read/write access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5️⃣ Print() Function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Displays values of the object's members</a:t>
            </a:r>
          </a:p>
        </p:txBody>
      </p:sp>
    </p:spTree>
    <p:extLst>
      <p:ext uri="{BB962C8B-B14F-4D97-AF65-F5344CB8AC3E}">
        <p14:creationId xmlns:p14="http://schemas.microsoft.com/office/powerpoint/2010/main" val="2270250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CC8EE3-C84A-7326-D194-775D2FB9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3CBBD50-FE4C-1817-9DF0-7B15E547F733}"/>
              </a:ext>
            </a:extLst>
          </p:cNvPr>
          <p:cNvSpPr txBox="1"/>
          <p:nvPr/>
        </p:nvSpPr>
        <p:spPr>
          <a:xfrm>
            <a:off x="381000" y="888075"/>
            <a:ext cx="12352767" cy="391087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💡 Example</a:t>
            </a: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clsAddress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Address1("</a:t>
            </a:r>
            <a:r>
              <a:rPr lang="en-GB" sz="2400" spc="-17" dirty="0" err="1">
                <a:solidFill>
                  <a:srgbClr val="00B050"/>
                </a:solidFill>
                <a:latin typeface="Comic Sans MS"/>
                <a:cs typeface="Comic Sans MS"/>
              </a:rPr>
              <a:t>Kolarevägen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", "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  <a:cs typeface="Comic Sans MS"/>
              </a:rPr>
              <a:t>5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", "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  <a:cs typeface="Comic Sans MS"/>
              </a:rPr>
              <a:t>284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  <a:cs typeface="Comic Sans MS"/>
              </a:rPr>
              <a:t>34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", "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  <a:cs typeface="Comic Sans MS"/>
              </a:rPr>
              <a:t>Perstorp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");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clsAddress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Address2 = Address1;</a:t>
            </a:r>
          </a:p>
          <a:p>
            <a:pPr marL="21912">
              <a:spcBef>
                <a:spcPts val="1216"/>
              </a:spcBef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Address2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.</a:t>
            </a:r>
            <a:r>
              <a:rPr lang="en-GB" sz="2400" spc="-17" dirty="0">
                <a:solidFill>
                  <a:srgbClr val="FFC000"/>
                </a:solidFill>
                <a:latin typeface="Comic Sans MS"/>
                <a:cs typeface="Comic Sans MS"/>
              </a:rPr>
              <a:t>Print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Address2 is created using the copy constructor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Copies all values from Address1</a:t>
            </a:r>
          </a:p>
        </p:txBody>
      </p:sp>
    </p:spTree>
    <p:extLst>
      <p:ext uri="{BB962C8B-B14F-4D97-AF65-F5344CB8AC3E}">
        <p14:creationId xmlns:p14="http://schemas.microsoft.com/office/powerpoint/2010/main" val="2321939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16C899-C0D7-7D2B-418E-53117E1B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6194E-9095-D151-5629-3C631EE7D6E9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Create object Address1 using regular constructor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Create object Address2 using copy constructor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Call Print() for Address2</a:t>
            </a:r>
          </a:p>
        </p:txBody>
      </p:sp>
    </p:spTree>
    <p:extLst>
      <p:ext uri="{BB962C8B-B14F-4D97-AF65-F5344CB8AC3E}">
        <p14:creationId xmlns:p14="http://schemas.microsoft.com/office/powerpoint/2010/main" val="70671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6ED63-4543-D3A0-6639-99944D037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88E220B-E471-7457-D282-18D981907388}"/>
              </a:ext>
            </a:extLst>
          </p:cNvPr>
          <p:cNvSpPr txBox="1"/>
          <p:nvPr/>
        </p:nvSpPr>
        <p:spPr>
          <a:xfrm>
            <a:off x="381000" y="888075"/>
            <a:ext cx="12352767" cy="360309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Address Details: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------------------------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AddressLine1: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Kolarevägen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AddressLine2: 5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POBox : 284 34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City : Perstorp</a:t>
            </a:r>
          </a:p>
        </p:txBody>
      </p:sp>
    </p:spTree>
    <p:extLst>
      <p:ext uri="{BB962C8B-B14F-4D97-AF65-F5344CB8AC3E}">
        <p14:creationId xmlns:p14="http://schemas.microsoft.com/office/powerpoint/2010/main" val="3382210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890F28-9D96-D2B6-A9A6-3E01DFAB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D6BA6E-9226-A9F6-6B88-476F33F7768F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If you don’t define a copy constructor, C++ generates a default one, but it performs a shallow copy.</a:t>
            </a:r>
          </a:p>
        </p:txBody>
      </p:sp>
    </p:spTree>
    <p:extLst>
      <p:ext uri="{BB962C8B-B14F-4D97-AF65-F5344CB8AC3E}">
        <p14:creationId xmlns:p14="http://schemas.microsoft.com/office/powerpoint/2010/main" val="2224923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User-defined copy constructor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Custom logic allowed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Provides control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🚫 Compiler-generated copy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	❌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May not be safe for dynamic memory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Be careful when copying objects with pointers or dynamic memory—shallow copying can lead to crashes or double deletions.</a:t>
            </a:r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4951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Copy constructor creates a new object using an existing one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Values are copied safely through getter functions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✅ Useful for controlled copying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1609</TotalTime>
  <Words>400</Words>
  <Application>Microsoft Office PowerPoint</Application>
  <PresentationFormat>Custom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73</cp:revision>
  <dcterms:created xsi:type="dcterms:W3CDTF">2025-12-09T17:44:59Z</dcterms:created>
  <dcterms:modified xsi:type="dcterms:W3CDTF">2026-01-02T12:16:02Z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