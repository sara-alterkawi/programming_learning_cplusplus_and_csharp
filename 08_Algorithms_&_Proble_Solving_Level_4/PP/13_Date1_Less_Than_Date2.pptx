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53" r:id="rId2"/>
    <p:sldId id="257" r:id="rId3"/>
    <p:sldId id="333" r:id="rId4"/>
    <p:sldId id="352" r:id="rId5"/>
    <p:sldId id="339" r:id="rId6"/>
    <p:sldId id="347" r:id="rId7"/>
    <p:sldId id="346" r:id="rId8"/>
    <p:sldId id="332" r:id="rId9"/>
    <p:sldId id="313" r:id="rId10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54" y="53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Algorithms &amp; Problem-Solving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4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Algorithms &amp; Problem Solving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4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Date1 Less Than Date2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18732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goal is a program that checks whether the first date (Date1) precedes the 	second date (Date2) in time.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07DF29C-926B-B349-F7AB-619A974B3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07F8CC2-0D05-3A67-13C5-205C5D0C9370}"/>
              </a:ext>
            </a:extLst>
          </p:cNvPr>
          <p:cNvSpPr txBox="1"/>
          <p:nvPr/>
        </p:nvSpPr>
        <p:spPr>
          <a:xfrm>
            <a:off x="381000" y="888075"/>
            <a:ext cx="12352767" cy="517275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program uses a data structure to store each date as three elements: day, month, and year.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After the user enters the two dates, the years are compared first, then the months, and finally the days to determine which is older.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The comparison method in the IsDate1BeforeDate2 function: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1️⃣ If the year of the first date is younger → the first date is older.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2️⃣ If the two years are the same → the months are compared.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3️⃣ If the months are also the same → the days are compared.</a:t>
            </a:r>
          </a:p>
        </p:txBody>
      </p:sp>
    </p:spTree>
    <p:extLst>
      <p:ext uri="{BB962C8B-B14F-4D97-AF65-F5344CB8AC3E}">
        <p14:creationId xmlns:p14="http://schemas.microsoft.com/office/powerpoint/2010/main" val="3725727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725400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Procedures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Read the first date: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Using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ReadFullDate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() function, which retrieves the day, month, and year.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Read the second date: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Using the same method as above.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Perform the comparison: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Using IsDate1BeforeDate2(date1, date2) to determine which date is earlier.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Display the result: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Print a message indicating whether the first date is earlier than the second.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39F685-28AF-C9C3-8B6F-8BFF452B2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F261E53-E7D3-546B-5B39-33EA8A9A6301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💡 Example: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Day? 12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Month? 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Year? 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Day? 12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Month? 3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Year? 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Yes, Date1 is Less than Date2.</a:t>
            </a:r>
          </a:p>
        </p:txBody>
      </p:sp>
    </p:spTree>
    <p:extLst>
      <p:ext uri="{BB962C8B-B14F-4D97-AF65-F5344CB8AC3E}">
        <p14:creationId xmlns:p14="http://schemas.microsoft.com/office/powerpoint/2010/main" val="3744403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008DE3-7ED9-14E1-EF01-C2462BD0F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2451880-3F00-EDE2-AE7E-D4D30EC29B95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comparison is accurate because it starts with the year and ends with the day.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`IsDate1BeforeDate2` function returns a Boolean value (true/false).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program does not check the date (e.g., February 30th).</a:t>
            </a:r>
          </a:p>
        </p:txBody>
      </p:sp>
    </p:spTree>
    <p:extLst>
      <p:ext uri="{BB962C8B-B14F-4D97-AF65-F5344CB8AC3E}">
        <p14:creationId xmlns:p14="http://schemas.microsoft.com/office/powerpoint/2010/main" val="1049461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The program allows for accurate chronological verification of the order </a:t>
            </a:r>
            <a:r>
              <a:rPr lang="en-GB" sz="2400" spc="-17">
                <a:solidFill>
                  <a:schemeClr val="tx1"/>
                </a:solidFill>
                <a:latin typeface="Comic Sans MS"/>
              </a:rPr>
              <a:t>between 	two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dates.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The method used is simple and logical, and is fundamental to applications such as 	date sorting or calculating time differences.</a:t>
            </a:r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2961</TotalTime>
  <Words>385</Words>
  <Application>Microsoft Office PowerPoint</Application>
  <PresentationFormat>Custom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252</cp:revision>
  <dcterms:created xsi:type="dcterms:W3CDTF">2025-12-09T17:44:59Z</dcterms:created>
  <dcterms:modified xsi:type="dcterms:W3CDTF">2026-01-16T18:30:10Z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