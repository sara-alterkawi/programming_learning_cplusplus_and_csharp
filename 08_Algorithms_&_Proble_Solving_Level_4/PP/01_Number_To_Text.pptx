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39" r:id="rId6"/>
    <p:sldId id="340" r:id="rId7"/>
    <p:sldId id="341" r:id="rId8"/>
    <p:sldId id="331" r:id="rId9"/>
    <p:sldId id="332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Number To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to write a C++ program that reads a number from the user and then 	prints it as text (English words representing the number).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73719D-C27A-8CA3-9DA8-1E912790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6A58F9-D8D5-F831-D229-74A2F91804C9}"/>
              </a:ext>
            </a:extLst>
          </p:cNvPr>
          <p:cNvSpPr txBox="1"/>
          <p:nvPr/>
        </p:nvSpPr>
        <p:spPr>
          <a:xfrm>
            <a:off x="381000" y="888075"/>
            <a:ext cx="12352767" cy="33876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🧐 </a:t>
            </a: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Explanation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: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 The program relies on functions to divide tasks: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ReadNumber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()` to read the number from the user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NumberToText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()` to convert the number to text based on its value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`main()` to call the functions and execute the program</a:t>
            </a:r>
          </a:p>
        </p:txBody>
      </p:sp>
    </p:spTree>
    <p:extLst>
      <p:ext uri="{BB962C8B-B14F-4D97-AF65-F5344CB8AC3E}">
        <p14:creationId xmlns:p14="http://schemas.microsoft.com/office/powerpoint/2010/main" val="275091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Reading the number: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function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asks the user to enter a number and returns it as 		an integer (int):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ReadNumber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{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int number;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"\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nEnter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 Number? ";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cin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&gt;&gt; number;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return number;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}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Converting the number to text: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function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NumberToText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number) contains a series of conditions to 		check the number’s value and convert it into English words.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1C088C-5B79-BE60-0C0C-767421CBC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C7E90CC-3331-AA1D-972A-D9825489AB81}"/>
              </a:ext>
            </a:extLst>
          </p:cNvPr>
          <p:cNvSpPr txBox="1"/>
          <p:nvPr/>
        </p:nvSpPr>
        <p:spPr>
          <a:xfrm>
            <a:off x="381000" y="888075"/>
            <a:ext cx="12352767" cy="606531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📖 Main cases handled: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Units (0–9): An array units[] is used to convert numbers into words 				such as "Zero", "One", "Two", …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Numbers between (10–19): These are treated as a special group using a 			teens[] array, because their names do not follow the regular 				pattern.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Tens (20–99): A tens[] array is used, and the remaining units are 				appended.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💡 Example: 43 → Forty Three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Hundreds (100–999): First, the hundreds part is extracted, then the 			remainder is handled using the modulus operator %.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💡 Example: 584 → Five Hundred Eighty Four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🟨 Thousands, Millions, Billions: Handled in a similar way by dividing the 			number according to its magnitude (thousand, million, billion) and 				recursively calling the same function.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💡 Example: 5843 → Five Thousand Eight Hundred Forty Three</a:t>
            </a:r>
          </a:p>
        </p:txBody>
      </p:sp>
    </p:spTree>
    <p:extLst>
      <p:ext uri="{BB962C8B-B14F-4D97-AF65-F5344CB8AC3E}">
        <p14:creationId xmlns:p14="http://schemas.microsoft.com/office/powerpoint/2010/main" val="354879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12A75C-7E7D-B1C2-A65F-75DA6F9D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95107DB-18C4-A30C-2DD5-194997DAE444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relies on recursion inside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NumberToText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 to break the 	number into parts (thousands, hundreds, tens, units).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Attention should be paid to correct word forms (for example, “Hundred” instead of 	“Hundreds”) to improve linguistic accuracy.</a:t>
            </a:r>
          </a:p>
        </p:txBody>
      </p:sp>
    </p:spTree>
    <p:extLst>
      <p:ext uri="{BB962C8B-B14F-4D97-AF65-F5344CB8AC3E}">
        <p14:creationId xmlns:p14="http://schemas.microsoft.com/office/powerpoint/2010/main" val="313080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38ADBA-785D-0311-02BD-3C25F13A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4484DC7-4F82-713A-3A12-12B75BBC1B5F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When the user enters 5843, the function processes it as follows: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5843 ÷ 1000 = 5 → "Five Thousand"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Remaining 843 → "Eight Hundred Forty Three"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These parts are then combined to produce the final output.</a:t>
            </a:r>
          </a:p>
        </p:txBody>
      </p:sp>
    </p:spTree>
    <p:extLst>
      <p:ext uri="{BB962C8B-B14F-4D97-AF65-F5344CB8AC3E}">
        <p14:creationId xmlns:p14="http://schemas.microsoft.com/office/powerpoint/2010/main" val="132813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reads an integer from the user and converts it into English text.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uses conditional logic and recursion to handle numbers from 0 up to billions.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A practical example of using recursion and string arrays for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number-to-text 	conversion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2863</TotalTime>
  <Words>568</Words>
  <Application>Microsoft Office PowerPoint</Application>
  <PresentationFormat>Custom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184</cp:revision>
  <dcterms:created xsi:type="dcterms:W3CDTF">2025-12-09T17:44:59Z</dcterms:created>
  <dcterms:modified xsi:type="dcterms:W3CDTF">2026-01-16T18:20:48Z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