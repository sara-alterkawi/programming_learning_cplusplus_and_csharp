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2" r:id="rId2"/>
    <p:sldId id="257" r:id="rId3"/>
    <p:sldId id="333" r:id="rId4"/>
    <p:sldId id="339" r:id="rId5"/>
    <p:sldId id="351" r:id="rId6"/>
    <p:sldId id="347" r:id="rId7"/>
    <p:sldId id="346" r:id="rId8"/>
    <p:sldId id="350" r:id="rId9"/>
    <p:sldId id="332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53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Year Calendar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the same logic as the monthly calendar (in Problem #08), but 	here the function for printing each month is called within a loop that goes 	through all 12 months of the year.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asks the user to enter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Determines if a year is a leap year: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 year is a leap year if: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(year % 4 == 0 &amp;&amp; year % 100 != 0) || (year % 400 == 0)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number of days in each month (adjusting February if it's a leap 		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number of days in each month (adjusting February if it's a leap 		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DayOfWeekOrder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day, int month, 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Calculating the day of the week order using Zeller's Congruence: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(day + y + (y/4) - (y/100) + (y/400) + ((31 * m) / 12)) % 7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result is 0 to 6 (0 = Sun, 1 = Mon, …, 6 = Sat)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DayShortName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abbreviation of the day name, such as: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"Sun", "Mon", "Tue", "Wed", "Thu", "Fri", "Sat“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MonthShortName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monthNumber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 function returns the abbreviated name of 	the month, such as: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"Jan", "Feb", "Mar", ..., "Dec"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71BE7B-5D1B-9BEF-70E7-51FFBEE5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44E0743-07C3-4BD4-F00B-BE231AC85DFA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PrintMonthCalendar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 function: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Prints the days of the month in the correct format according to the first day 		of the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Specify the first day of the week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Print headings (Sun, Mon, Tue, …)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Leave spaces before the start of the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Print the days in their order within the weeks.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PrintYearCalendar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Prints all months of the year in order by calling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PrintMonthCalendar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in a loop: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for (int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= 1;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&lt;= 12;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++)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PrintMonthCalendar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year);</a:t>
            </a:r>
          </a:p>
        </p:txBody>
      </p:sp>
    </p:spTree>
    <p:extLst>
      <p:ext uri="{BB962C8B-B14F-4D97-AF65-F5344CB8AC3E}">
        <p14:creationId xmlns:p14="http://schemas.microsoft.com/office/powerpoint/2010/main" val="2981739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 to check? 1981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Calendar - 1981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______________________________________</a:t>
            </a: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_________________Jan__________________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Sun	Mon	Tue	Wed	Thu	Fri	Sat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	2	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	5	6	7	8	9	10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11	12	13	14	15	16	17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18	19	20	21	22	23	24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25	26	27	28	29	30	31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______________________________________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______________________________________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_________________Feb__________________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Sun	Mon	Tue	Wed	Thu	Fri	Sat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	2	3	4	5	6	7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	9	10	11	12	13	14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15	16	17	18	19	20	21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22	23	24	25	26	27	28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______________________________________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A leap year only affects the number of days in February (29 instead of 28)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week begins on Sunday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There is no invalid year entry check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F8250B-BF9B-9B86-69F8-E430AA0C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86381DA-EA9C-A26D-0AEE-8B8B55C2436E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Explanation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uses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DayOfWeekOrder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 to accurately calculate the 	beginning of each month using mathematical operations instead of pre-made time 	libraries.</a:t>
            </a:r>
          </a:p>
        </p:txBody>
      </p:sp>
    </p:spTree>
    <p:extLst>
      <p:ext uri="{BB962C8B-B14F-4D97-AF65-F5344CB8AC3E}">
        <p14:creationId xmlns:p14="http://schemas.microsoft.com/office/powerpoint/2010/main" val="283569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uses: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Looping for printing months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Modular functions for task division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Neat output formatting using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printf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2949</TotalTime>
  <Words>741</Words>
  <Application>Microsoft Office PowerPoint</Application>
  <PresentationFormat>Custom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230</cp:revision>
  <dcterms:created xsi:type="dcterms:W3CDTF">2025-12-09T17:44:59Z</dcterms:created>
  <dcterms:modified xsi:type="dcterms:W3CDTF">2026-01-16T18:27:19Z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