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4" r:id="rId2"/>
    <p:sldId id="257" r:id="rId3"/>
    <p:sldId id="333" r:id="rId4"/>
    <p:sldId id="352" r:id="rId5"/>
    <p:sldId id="339" r:id="rId6"/>
    <p:sldId id="347" r:id="rId7"/>
    <p:sldId id="353" r:id="rId8"/>
    <p:sldId id="346" r:id="rId9"/>
    <p:sldId id="332" r:id="rId10"/>
    <p:sldId id="313" r:id="rId11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2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Date1 Equals to Date2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goal is a program that reads two dates from the user (day, month, year) and 	then checks if the first date is exactly the same as the second date.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7DF29C-926B-B349-F7AB-619A974B3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07F8CC2-0D05-3A67-13C5-205C5D0C9370}"/>
              </a:ext>
            </a:extLst>
          </p:cNvPr>
          <p:cNvSpPr txBox="1"/>
          <p:nvPr/>
        </p:nvSpPr>
        <p:spPr>
          <a:xfrm>
            <a:off x="381000" y="888075"/>
            <a:ext cx="12352767" cy="569597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program uses a struct to group the date components (day, month, year) into a 	single structure.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day, month, and year are each entered via separate functions.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After the two dates are entered, the program checks if the three values ​​for each 	are equal: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Year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Month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Day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If the three values ​​are the same, the two dates are considered equal.</a:t>
            </a:r>
          </a:p>
        </p:txBody>
      </p:sp>
    </p:spTree>
    <p:extLst>
      <p:ext uri="{BB962C8B-B14F-4D97-AF65-F5344CB8AC3E}">
        <p14:creationId xmlns:p14="http://schemas.microsoft.com/office/powerpoint/2010/main" val="3725727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Define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structure containing Year, Month, and Day.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Create functions to read each of the Day, Month, and Year.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Create a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ReadFullDate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function to read the full date.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Create an IsDate1EqualDate2() function to compare the two dates.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In the main() function: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Read date1 and date2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Call the comparison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Print the appropriate result.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Month? 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Year? 2000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Month? 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Year? 2000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Yes, Date1 is Equal to Date2.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295676-0878-EA89-CD52-60D92ABF5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B94DB5A-378F-6E6F-AD41-A2CBA4A87038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rtl="0"/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🧐 Explanation:</a:t>
            </a:r>
          </a:p>
          <a:p>
            <a:pPr rtl="0"/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comparison is done sequentially: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If the year is the same, we move on to comparing the month.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If the month is also the same, we check the day.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If all are the same → the two dates are the same.</a:t>
            </a:r>
          </a:p>
        </p:txBody>
      </p:sp>
    </p:spTree>
    <p:extLst>
      <p:ext uri="{BB962C8B-B14F-4D97-AF65-F5344CB8AC3E}">
        <p14:creationId xmlns:p14="http://schemas.microsoft.com/office/powerpoint/2010/main" val="2005463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008DE3-7ED9-14E1-EF01-C2462BD0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451880-3F00-EDE2-AE7E-D4D30EC29B95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comparison function can be simplified using the following logical expression: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return(date1.Year == date2.Year &amp;&amp;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date1.Month == date2.Month &amp;&amp;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date1.Day == date2.Day);</a:t>
            </a:r>
          </a:p>
        </p:txBody>
      </p:sp>
    </p:spTree>
    <p:extLst>
      <p:ext uri="{BB962C8B-B14F-4D97-AF65-F5344CB8AC3E}">
        <p14:creationId xmlns:p14="http://schemas.microsoft.com/office/powerpoint/2010/main" val="1049461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12577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checks if two dates are equal in terms of day, month, and </a:t>
            </a:r>
            <a:r>
              <a:rPr lang="en-GB" sz="2400" spc="-17">
                <a:solidFill>
                  <a:schemeClr val="tx1"/>
                </a:solidFill>
                <a:latin typeface="Comic Sans MS"/>
              </a:rPr>
              <a:t>year.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It uses structs and structured functions to increase code clarity.</a:t>
            </a: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2964</TotalTime>
  <Words>410</Words>
  <Application>Microsoft Office PowerPoint</Application>
  <PresentationFormat>Custom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259</cp:revision>
  <dcterms:created xsi:type="dcterms:W3CDTF">2025-12-09T17:44:59Z</dcterms:created>
  <dcterms:modified xsi:type="dcterms:W3CDTF">2026-01-16T18:30:54Z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