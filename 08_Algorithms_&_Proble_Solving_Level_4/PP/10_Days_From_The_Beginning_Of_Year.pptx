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3" r:id="rId2"/>
    <p:sldId id="257" r:id="rId3"/>
    <p:sldId id="333" r:id="rId4"/>
    <p:sldId id="352" r:id="rId5"/>
    <p:sldId id="339" r:id="rId6"/>
    <p:sldId id="347" r:id="rId7"/>
    <p:sldId id="346" r:id="rId8"/>
    <p:sldId id="33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Days from the Beginning of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to calculate the number of days from the beginning of the 	year until a specific date entered by the user (day, month, year)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B5E2BD-CD67-3088-20C9-062D0BAE7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6DEE8F-C7B6-FD4D-E34B-307082ADC412}"/>
              </a:ext>
            </a:extLst>
          </p:cNvPr>
          <p:cNvSpPr txBox="1"/>
          <p:nvPr/>
        </p:nvSpPr>
        <p:spPr>
          <a:xfrm>
            <a:off x="381000" y="888075"/>
            <a:ext cx="12352767" cy="3603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relies on knowing the number of days in each month.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It adds up the number of days in all months preceding the desired month, then adds 	the number of days in the current month.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It takes into account leap years to adjust the number of days in February to 29 	instead of 28.</a:t>
            </a:r>
          </a:p>
        </p:txBody>
      </p:sp>
    </p:spTree>
    <p:extLst>
      <p:ext uri="{BB962C8B-B14F-4D97-AF65-F5344CB8AC3E}">
        <p14:creationId xmlns:p14="http://schemas.microsoft.com/office/powerpoint/2010/main" val="188881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values ​​from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Enter the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Checking for Leap Years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`bool` function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year)`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Checks if a year is a leap year using the condition: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(year % 4 == 0 &amp;&amp; year % 100 != 0) || (year % 400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Calculating the number of days in a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29 for February if it's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Calculate the number of days since the beginning of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By adding the days of the previous months to the current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`int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NumberOfDaysFromTheBeginingOfTheYear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day, int month, int year)`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20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5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Days from the beginning of the year is 140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calculation assumes that the previous months have correct values.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a month outside the range (1–12) is entered, the function returns zero.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adds up the days of previous months to show how many days have 	passed since the beginning of the year until the specified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accurately takes leap years into account.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2955</TotalTime>
  <Words>389</Words>
  <Application>Microsoft Office PowerPoint</Application>
  <PresentationFormat>Custom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238</cp:revision>
  <dcterms:created xsi:type="dcterms:W3CDTF">2025-12-09T17:44:59Z</dcterms:created>
  <dcterms:modified xsi:type="dcterms:W3CDTF">2026-01-16T18:28:10Z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