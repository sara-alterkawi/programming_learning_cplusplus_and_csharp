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33" r:id="rId4"/>
    <p:sldId id="342" r:id="rId5"/>
    <p:sldId id="339" r:id="rId6"/>
    <p:sldId id="343" r:id="rId7"/>
    <p:sldId id="344" r:id="rId8"/>
    <p:sldId id="341" r:id="rId9"/>
    <p:sldId id="345" r:id="rId10"/>
    <p:sldId id="346" r:id="rId11"/>
    <p:sldId id="331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Leap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71054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task is to write a program in C++ that checks whether a given year is a leap year 	or not.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A leap year is one that has 366 days instead of 365, and February has 29 days.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7737A9-AB32-4756-AD77-A751F49B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AED49-D0E4-C08B-5871-46A936F8C83D}"/>
              </a:ext>
            </a:extLst>
          </p:cNvPr>
          <p:cNvSpPr txBox="1"/>
          <p:nvPr/>
        </p:nvSpPr>
        <p:spPr>
          <a:xfrm>
            <a:off x="381000" y="888075"/>
            <a:ext cx="12352767" cy="56959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uses the following mathematical rule to determine a leap year: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 year is a leap year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if:It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is divisible exactly by 4, i.e., year % 4 == 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Except for years ending in "00" (centennial)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These are only considered leap years if they are divisible exactly by 			400, i.e., year % 400 == 0That is: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2000 is a leap year because it is divisible by 400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1900 is not a leap year because it is not divisible by 400, although it is 			divisible by 100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1996 is a leap year because it is divisible only by 4</a:t>
            </a:r>
          </a:p>
        </p:txBody>
      </p:sp>
    </p:spTree>
    <p:extLst>
      <p:ext uri="{BB962C8B-B14F-4D97-AF65-F5344CB8AC3E}">
        <p14:creationId xmlns:p14="http://schemas.microsoft.com/office/powerpoint/2010/main" val="19603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the year from the user: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This is done using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function, which requests the year and 			returns it as an integer.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{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year;cout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"Please enter a year to check?";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cin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&gt;&gt;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year;return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year;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1CDCB6-2B53-91AB-F670-2988B55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47EB51-9A50-A7FB-A1BB-2DA2319FDDB1}"/>
              </a:ext>
            </a:extLst>
          </p:cNvPr>
          <p:cNvSpPr txBox="1"/>
          <p:nvPr/>
        </p:nvSpPr>
        <p:spPr>
          <a:xfrm>
            <a:off x="381000" y="888075"/>
            <a:ext cx="12352767" cy="828130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Checking if a year is a leap year: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This is done using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year)` function, which applies the 			previous rules in order: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If the year is divisible by 400, it is a leap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Otherwise, if it is divisible by 100, it is not a leap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Otherwise, if it is divisible by 4, it is a leap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Otherwise, it is not a leap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bool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{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if (year % 400 == 0)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	return true;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else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{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	if (year % 100 == 0)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		return false;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	else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		if (year % 4 == 0)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			return true;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		else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			return false;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}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7835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51C6F0-D4D9-D9D6-F6B3-2B5BD5D4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DB006E-D38E-9205-6005-2F9881F60ED4}"/>
              </a:ext>
            </a:extLst>
          </p:cNvPr>
          <p:cNvSpPr txBox="1"/>
          <p:nvPr/>
        </p:nvSpPr>
        <p:spPr>
          <a:xfrm>
            <a:off x="381000" y="888075"/>
            <a:ext cx="12352767" cy="311065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Displaying the result to the user: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In the `main()` function, the two previous functions are called, and then the 		appropriate result is printed: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if 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year &lt;&lt; " is a leap year.";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else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year &lt;&lt; " is not a leap year.";</a:t>
            </a:r>
          </a:p>
        </p:txBody>
      </p:sp>
    </p:spTree>
    <p:extLst>
      <p:ext uri="{BB962C8B-B14F-4D97-AF65-F5344CB8AC3E}">
        <p14:creationId xmlns:p14="http://schemas.microsoft.com/office/powerpoint/2010/main" val="360120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12A75C-7E7D-B1C2-A65F-75DA6F9D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95107DB-18C4-A30C-2DD5-194997DAE444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relies on recursion inside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NumberToText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 to break the number into parts (thousands, hundreds, tens, units).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Attention should be paid to correct word forms (for example, “Hundred” instead of “Hundreds”) to improve linguistic accuracy.</a:t>
            </a:r>
          </a:p>
        </p:txBody>
      </p:sp>
    </p:spTree>
    <p:extLst>
      <p:ext uri="{BB962C8B-B14F-4D97-AF65-F5344CB8AC3E}">
        <p14:creationId xmlns:p14="http://schemas.microsoft.com/office/powerpoint/2010/main" val="3130803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651DC9-DE1E-7FA6-72FC-75F79E84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8C8182-1E72-9AD9-CD77-483D235B35E3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648873-01A7-059F-B3DA-BFB5CDE1A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242310"/>
              </p:ext>
            </p:extLst>
          </p:nvPr>
        </p:nvGraphicFramePr>
        <p:xfrm>
          <a:off x="2235200" y="2057400"/>
          <a:ext cx="894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0400">
                  <a:extLst>
                    <a:ext uri="{9D8B030D-6E8A-4147-A177-3AD203B41FA5}">
                      <a16:colId xmlns:a16="http://schemas.microsoft.com/office/drawing/2014/main" val="732484079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764560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0" cap="none" spc="-1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0" cap="none" spc="-1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1996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Leap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43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1900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Not Leap Year</a:t>
                      </a:r>
                      <a:endParaRPr lang="en-S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693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2000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Leap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55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2004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Leap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60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2010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Not Leap Year</a:t>
                      </a:r>
                      <a:endParaRPr lang="en-S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406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86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division is checked using the remainder operator %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order of the conditions in the function is very important because the rule for 	400 must be checked first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38ADBA-785D-0311-02BD-3C25F13A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4484DC7-4F82-713A-3A12-12B75BBC1B5F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A year divisible by 100 is not always a leap year because the Gregorian calendar 	adds a day only every 4 years. However, to correct a slight discrepancy in the 	calculation, centuries not divisible by 400 are excluded from being leap years..</a:t>
            </a:r>
          </a:p>
        </p:txBody>
      </p:sp>
    </p:spTree>
    <p:extLst>
      <p:ext uri="{BB962C8B-B14F-4D97-AF65-F5344CB8AC3E}">
        <p14:creationId xmlns:p14="http://schemas.microsoft.com/office/powerpoint/2010/main" val="1328135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36030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A year is a leap year if it is divisible by 4 but not by 100, or if it is divisible by 400. ✅ The program reads the year from the user and prints the result directly.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Some common examples: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2000 is a leap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1900 is not a leap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2024 is a leap year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2904</TotalTime>
  <Words>784</Words>
  <Application>Microsoft Office PowerPoint</Application>
  <PresentationFormat>Custom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188</cp:revision>
  <dcterms:created xsi:type="dcterms:W3CDTF">2025-12-09T17:44:59Z</dcterms:created>
  <dcterms:modified xsi:type="dcterms:W3CDTF">2026-01-16T18:21:45Z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