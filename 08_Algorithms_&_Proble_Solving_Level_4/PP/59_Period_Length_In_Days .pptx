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63" r:id="rId2"/>
    <p:sldId id="257" r:id="rId3"/>
    <p:sldId id="333" r:id="rId4"/>
    <p:sldId id="362" r:id="rId5"/>
    <p:sldId id="339" r:id="rId6"/>
    <p:sldId id="347" r:id="rId7"/>
    <p:sldId id="360" r:id="rId8"/>
    <p:sldId id="361" r:id="rId9"/>
    <p:sldId id="354" r:id="rId10"/>
    <p:sldId id="313" r:id="rId11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7" d="100"/>
          <a:sy n="37" d="100"/>
        </p:scale>
        <p:origin x="12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rgbClr val="FFCE53"/>
                </a:solidFill>
                <a:latin typeface="Comic Sans MS"/>
              </a:rPr>
              <a:t>Algorithms &amp; Problem-Solving</a:t>
            </a: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4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Algorithms &amp; Problem Solving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4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Period Length In 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38765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sDate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Struct: Represents a single date containing the day, month, and year.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sPeriod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Struct: Represents a time period between two dates: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StartDate – Start date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EndDate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– End date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7639BF-5B04-2CDB-F954-0E7B331A7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F03F9DF-291D-632D-CC20-FEEF616AD17D}"/>
              </a:ext>
            </a:extLst>
          </p:cNvPr>
          <p:cNvSpPr txBox="1"/>
          <p:nvPr/>
        </p:nvSpPr>
        <p:spPr>
          <a:xfrm>
            <a:off x="381000" y="888075"/>
            <a:ext cx="12352767" cy="754263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📖 Explanation: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This program reads a time period (start date and end date) and then calculates the 	number of days between them, with the option to include the end day within the 	period or exclude it.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IsLeapYear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(year)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Checks if a year is a leap year (i.e., has 29 days in February)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NumberOfDaysInAMonth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(month, year)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Returns the number of days in a given 	month, taking leap years into account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IncreaseDateByOneDay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(date)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Increments the date by one day, moving to the next 	month or year if needed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GetDifferenceInDays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(date1, date2,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includeEndDay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)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Calculates the number of days 	between two dates by repeatedly incrementing the date until the second date is 	reached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If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includeEndDay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= true, the end date is also calculated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PeriodLengthInDays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(period,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includeEndDate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)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Calculates the length of a period 	based on the start and end dates</a:t>
            </a:r>
          </a:p>
        </p:txBody>
      </p:sp>
    </p:spTree>
    <p:extLst>
      <p:ext uri="{BB962C8B-B14F-4D97-AF65-F5344CB8AC3E}">
        <p14:creationId xmlns:p14="http://schemas.microsoft.com/office/powerpoint/2010/main" val="1090011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F0CD4-0319-9496-8478-267F285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F894D4-F401-E6A7-0F75-B717EFD319F6}"/>
              </a:ext>
            </a:extLst>
          </p:cNvPr>
          <p:cNvSpPr txBox="1"/>
          <p:nvPr/>
        </p:nvSpPr>
        <p:spPr>
          <a:xfrm>
            <a:off x="381000" y="888075"/>
            <a:ext cx="12725400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Procedures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Read the start date of the period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Read the end date of the period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Calculate the difference between the two dates using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PeriodLengthInDays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4️⃣ Print the period twice: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Once without including the end date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Once with including the end date</a:t>
            </a:r>
          </a:p>
        </p:txBody>
      </p:sp>
    </p:spTree>
    <p:extLst>
      <p:ext uri="{BB962C8B-B14F-4D97-AF65-F5344CB8AC3E}">
        <p14:creationId xmlns:p14="http://schemas.microsoft.com/office/powerpoint/2010/main" val="2604268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39F685-28AF-C9C3-8B6F-8BFF452B2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F261E53-E7D3-546B-5B39-33EA8A9A6301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💡 Example:</a:t>
            </a:r>
          </a:p>
          <a:p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Start Date: 1/1/2022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End Date: 5/1/2022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Period Length is: 4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Period Length (Including End Date) is: 5</a:t>
            </a:r>
          </a:p>
        </p:txBody>
      </p:sp>
    </p:spTree>
    <p:extLst>
      <p:ext uri="{BB962C8B-B14F-4D97-AF65-F5344CB8AC3E}">
        <p14:creationId xmlns:p14="http://schemas.microsoft.com/office/powerpoint/2010/main" val="3744403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7D2DA5C-3FA1-B573-C71C-4EB0D1A2A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E30B4A0-FCAB-B2B1-6497-A129BB23A104}"/>
              </a:ext>
            </a:extLst>
          </p:cNvPr>
          <p:cNvSpPr txBox="1"/>
          <p:nvPr/>
        </p:nvSpPr>
        <p:spPr>
          <a:xfrm>
            <a:off x="381000" y="888075"/>
            <a:ext cx="12352767" cy="22488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🧐 Explanation:</a:t>
            </a:r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pPr rtl="0"/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 difference between day 1 and day 5 is calculated as follows: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1→2, 2→3, 3→4, 4→5 = 4 days excluding the final day. However, if we include 	the final day, it becomes 5 days.</a:t>
            </a:r>
          </a:p>
        </p:txBody>
      </p:sp>
    </p:spTree>
    <p:extLst>
      <p:ext uri="{BB962C8B-B14F-4D97-AF65-F5344CB8AC3E}">
        <p14:creationId xmlns:p14="http://schemas.microsoft.com/office/powerpoint/2010/main" val="3652601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FC4C884-4771-86CB-E73E-1C23CC6D3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13F1C83-3858-57B9-3003-D255623CC2E7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📌 Note: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 rtl="0"/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 program does not verify the correct date order, so the start date must be 	manually placed before the end date.</a:t>
            </a:r>
          </a:p>
        </p:txBody>
      </p:sp>
    </p:spTree>
    <p:extLst>
      <p:ext uri="{BB962C8B-B14F-4D97-AF65-F5344CB8AC3E}">
        <p14:creationId xmlns:p14="http://schemas.microsoft.com/office/powerpoint/2010/main" val="726810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08BD117-85F9-F581-6BCF-D291225FB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87D2CE-F3F4-6D4A-D490-25BCA2A32825}"/>
              </a:ext>
            </a:extLst>
          </p:cNvPr>
          <p:cNvSpPr txBox="1"/>
          <p:nvPr/>
        </p:nvSpPr>
        <p:spPr>
          <a:xfrm>
            <a:off x="381000" y="888075"/>
            <a:ext cx="12352767" cy="286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The program accurately calculates the length of the time period, even </a:t>
            </a:r>
            <a:r>
              <a:rPr lang="en-GB" sz="2400" spc="-17">
                <a:solidFill>
                  <a:schemeClr val="tx1"/>
                </a:solidFill>
                <a:latin typeface="Comic Sans MS"/>
              </a:rPr>
              <a:t>across 	months 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and years.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It supports the option to calculate the duration with or without an end date.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Useful for time management, vacation, or billing applications.</a:t>
            </a:r>
          </a:p>
        </p:txBody>
      </p:sp>
    </p:spTree>
    <p:extLst>
      <p:ext uri="{BB962C8B-B14F-4D97-AF65-F5344CB8AC3E}">
        <p14:creationId xmlns:p14="http://schemas.microsoft.com/office/powerpoint/2010/main" val="1510551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3027</TotalTime>
  <Words>455</Words>
  <Application>Microsoft Office PowerPoint</Application>
  <PresentationFormat>Custom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345</cp:revision>
  <dcterms:created xsi:type="dcterms:W3CDTF">2025-12-09T17:44:59Z</dcterms:created>
  <dcterms:modified xsi:type="dcterms:W3CDTF">2026-01-16T18:39:41Z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