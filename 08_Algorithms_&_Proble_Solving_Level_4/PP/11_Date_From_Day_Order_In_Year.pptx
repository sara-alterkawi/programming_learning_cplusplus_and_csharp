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3" r:id="rId2"/>
    <p:sldId id="257" r:id="rId3"/>
    <p:sldId id="333" r:id="rId4"/>
    <p:sldId id="352" r:id="rId5"/>
    <p:sldId id="339" r:id="rId6"/>
    <p:sldId id="347" r:id="rId7"/>
    <p:sldId id="346" r:id="rId8"/>
    <p:sldId id="332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Date From Day Order In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calculates the number of days since the beginning of the 	year to a specific date, then reconverts this number to the same date 	(day/month/year).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DF29C-926B-B349-F7AB-619A974B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7F8CC2-0D05-3A67-13C5-205C5D0C9370}"/>
              </a:ext>
            </a:extLst>
          </p:cNvPr>
          <p:cNvSpPr txBox="1"/>
          <p:nvPr/>
        </p:nvSpPr>
        <p:spPr>
          <a:xfrm>
            <a:off x="381000" y="888075"/>
            <a:ext cx="12352767" cy="48034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performs two main steps: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Step 1: Calculates the number of days since the beginning of the year using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NumberOfDaysFromTheBeginingOfTheYear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Step 2: Converts this number back to an actual date using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GetDateFromDayOrderInYear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leap years to accurately determine the number of days in 	February.</a:t>
            </a:r>
          </a:p>
        </p:txBody>
      </p:sp>
    </p:spTree>
    <p:extLst>
      <p:ext uri="{BB962C8B-B14F-4D97-AF65-F5344CB8AC3E}">
        <p14:creationId xmlns:p14="http://schemas.microsoft.com/office/powerpoint/2010/main" val="37257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values ​​from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Enter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Enter the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Enter the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Checking for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bool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Calculate the number of days since the beginning of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NumberOfDaysFromTheBeginningOfTheYear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day, int month, int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Converting a Number to a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 and the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GetDateFromDayOrderInYear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dateOrderInYear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int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function subtracts the days of each month from the number until the 			correct month is reached, then determines the day.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20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5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1981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Days from the beginning of the year is 140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 for [140] is: 20/5/1981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is accurate whether the year is a leap year or not.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 is used to store the resulting date (day, month, year).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1257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The program links the day of the year to the actual date and is suitable for 	accurately calculating and converting any date within the year.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2954</TotalTime>
  <Words>370</Words>
  <Application>Microsoft Office PowerPoint</Application>
  <PresentationFormat>Custom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239</cp:revision>
  <dcterms:created xsi:type="dcterms:W3CDTF">2025-12-09T17:44:59Z</dcterms:created>
  <dcterms:modified xsi:type="dcterms:W3CDTF">2026-01-16T18:28:44Z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