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60" r:id="rId2"/>
    <p:sldId id="257" r:id="rId3"/>
    <p:sldId id="333" r:id="rId4"/>
    <p:sldId id="339" r:id="rId5"/>
    <p:sldId id="357" r:id="rId6"/>
    <p:sldId id="347" r:id="rId7"/>
    <p:sldId id="358" r:id="rId8"/>
    <p:sldId id="359" r:id="rId9"/>
    <p:sldId id="354" r:id="rId10"/>
    <p:sldId id="313" r:id="rId11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7" d="100"/>
          <a:sy n="37" d="100"/>
        </p:scale>
        <p:origin x="12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rgbClr val="FFCE53"/>
                </a:solidFill>
                <a:latin typeface="Comic Sans MS"/>
              </a:rPr>
              <a:t>Algorithms &amp; Problem-Solving</a:t>
            </a: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4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Algorithms &amp; Problem Solving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4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Decrease Date Problems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92599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 program's objective is to read a date from the user and then subtract from it 	a specified amount of days, weeks, months, years, decades, centuries, or 	millennia, while maintaining the correct logic for transitioning between months 	and years.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BF0CD4-0319-9496-8478-267F2859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F894D4-F401-E6A7-0F75-B717EFD319F6}"/>
              </a:ext>
            </a:extLst>
          </p:cNvPr>
          <p:cNvSpPr txBox="1"/>
          <p:nvPr/>
        </p:nvSpPr>
        <p:spPr>
          <a:xfrm>
            <a:off x="381000" y="888075"/>
            <a:ext cx="12725400" cy="778885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Procedures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Defining the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sDate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structure: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It contains three elements: `Day`, `Month`, and `Year` to represent the date.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Reading input from the user: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ReadDay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 – Reads the day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ReadMonth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 – Reads the month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 – Reads the year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All are combined into the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ReadFullDate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 function to return the full date.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Checking for leap years: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The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IsLeapYear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(year) function checks if the year is a leap year (i.e., February 		has 29 days).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4️⃣ Number of days in each month: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NumberOfDaysInAMonth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(month, year) returns the correct number of days in 		the month, taking into account leap years.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5️⃣ Decrease by one day: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DecreaseDateByOneDay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(date) decreases the date by one and automatically 		adjusts. Return to the previous month or year when you reach the beginning 		of the month or year.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Example: From `1/1/2023` → `31/12/2022`</a:t>
            </a:r>
          </a:p>
        </p:txBody>
      </p:sp>
    </p:spTree>
    <p:extLst>
      <p:ext uri="{BB962C8B-B14F-4D97-AF65-F5344CB8AC3E}">
        <p14:creationId xmlns:p14="http://schemas.microsoft.com/office/powerpoint/2010/main" val="2604268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F0FAFFC-508F-C9D5-07BC-999C572CD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A4828C9-26DA-2480-6DA1-C266CE026AF0}"/>
              </a:ext>
            </a:extLst>
          </p:cNvPr>
          <p:cNvSpPr txBox="1"/>
          <p:nvPr/>
        </p:nvSpPr>
        <p:spPr>
          <a:xfrm>
            <a:off x="381000" y="888075"/>
            <a:ext cx="12725400" cy="86506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6️⃣ Decrease a specific number of days or weeks: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DecreaseDateByXDays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(days, date)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Repeat decrementing by one day the number 		of days required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DecreaseDateByOneWeek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(date)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Decrease by 7 days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DecreaseDateByXWeeks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(weeks, date)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Repeat the process the number of weeks 	required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7️⃣ Decrease a month or several months: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DecreaseDateByOneMonth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(date)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Decrease by one month, adjusting the day if 		it doesn't exist (e.g., going from March 31st to February 28th)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DecreaseDateByXMonths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(months, date)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Repeat the process for several months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8️⃣ Decrease a year or more: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DecreaseDateByOneYear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(date)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Decrease by one year and treat February 29th 		in non-years Leap Days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DecreaseDateByXYears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(years, date)` repeats the process year after year.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DecreaseDateByXYearsFaster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(years, date)` reduces the number of years 			directly in one step.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9️⃣ Decades, Centuries, and Millennia: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DecreaseDateByOneDecade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()` reduces the number of years by 10.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DecreaseDateByXDecades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()` reduces the number of years by 10 (decade x 10) 		repeatedly.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DecreaseDateByXDecadesFaster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()` reduces the number of years by 10.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DecreaseDateByOneCentury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()` reduces the number of years by 100.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DecreaseDateByOneMillennium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()` reduces the number of years by 1000.</a:t>
            </a:r>
          </a:p>
        </p:txBody>
      </p:sp>
    </p:spTree>
    <p:extLst>
      <p:ext uri="{BB962C8B-B14F-4D97-AF65-F5344CB8AC3E}">
        <p14:creationId xmlns:p14="http://schemas.microsoft.com/office/powerpoint/2010/main" val="669611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39F685-28AF-C9C3-8B6F-8BFF452B2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F261E53-E7D3-546B-5B39-33EA8A9A6301}"/>
              </a:ext>
            </a:extLst>
          </p:cNvPr>
          <p:cNvSpPr txBox="1"/>
          <p:nvPr/>
        </p:nvSpPr>
        <p:spPr>
          <a:xfrm>
            <a:off x="381000" y="888075"/>
            <a:ext cx="12352767" cy="778885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💡 Example:</a:t>
            </a:r>
          </a:p>
          <a:p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Day? 31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Month? 12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Year? 2022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Date After: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01: Subtracting one day			is: 30/12/2022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02: Subtracting 10 days			is: 20/12/2022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03: Subtracting one week			is: 13/12/2022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04: Subtracting 10 weeks			is: 04/10/2022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05: Subtracting one month		is: 04/09/2022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06: Subtracting 5 months			is: 04/04/2022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07: Subtracting one year			is: 04/04/2021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08: Subtracting 10 years			is: 04/04/2011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09: Subtracting 10 years (faster)	is: 04/04/2001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10: Subtracting one Decade		is: 04/04/1991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11: Subtracting 10 Decades		is: 04/04/1891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12: Subtracting 10 Decades (faster)	is: 04/04/1791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13: Subtracting one Century		is: 04/04/1691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14: Subtracting one Millennium		is: 04/04/0691</a:t>
            </a:r>
          </a:p>
        </p:txBody>
      </p:sp>
    </p:spTree>
    <p:extLst>
      <p:ext uri="{BB962C8B-B14F-4D97-AF65-F5344CB8AC3E}">
        <p14:creationId xmlns:p14="http://schemas.microsoft.com/office/powerpoint/2010/main" val="3744403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C46FBA0-CA86-0C90-83F0-8596B0197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C14B516-A462-99B8-CACA-D39B6D510B70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📌 Note:</a:t>
            </a:r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pPr rtl="0"/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The "Faster" functions perform calculations directly on the year, saving time and 	eliminating repetition.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The program maintains the accuracy of the day even when switching to a month with 	fewer days.</a:t>
            </a:r>
          </a:p>
        </p:txBody>
      </p:sp>
    </p:spTree>
    <p:extLst>
      <p:ext uri="{BB962C8B-B14F-4D97-AF65-F5344CB8AC3E}">
        <p14:creationId xmlns:p14="http://schemas.microsoft.com/office/powerpoint/2010/main" val="3153464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01638EC-485F-5CA4-F376-2527F3B40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0B68BCC-2752-02FC-881E-A6061A2D3477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⚖️ Comparison: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b="1" spc="-17" dirty="0">
                <a:solidFill>
                  <a:schemeClr val="tx1"/>
                </a:solidFill>
                <a:latin typeface="Comic Sans MS"/>
              </a:rPr>
              <a:t>Type			Method					Performance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Slow (loop)		Repeats the process multiple times	Accurate but slower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Fast (direct)		Reduces years directly			Faster but requires 										additional verification from 									February 29th</a:t>
            </a:r>
          </a:p>
        </p:txBody>
      </p:sp>
    </p:spTree>
    <p:extLst>
      <p:ext uri="{BB962C8B-B14F-4D97-AF65-F5344CB8AC3E}">
        <p14:creationId xmlns:p14="http://schemas.microsoft.com/office/powerpoint/2010/main" val="312674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08BD117-85F9-F581-6BCF-D291225FB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287D2CE-F3F4-6D4A-D490-25BCA2A32825}"/>
              </a:ext>
            </a:extLst>
          </p:cNvPr>
          <p:cNvSpPr txBox="1"/>
          <p:nvPr/>
        </p:nvSpPr>
        <p:spPr>
          <a:xfrm>
            <a:off x="381000" y="888075"/>
            <a:ext cx="12352767" cy="249510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The program demonstrates a comprehensive application of date handling concepts.</a:t>
            </a:r>
          </a:p>
          <a:p>
            <a:r>
              <a:rPr lang="en-GB" sz="2400" spc="-17">
                <a:solidFill>
                  <a:schemeClr val="tx1"/>
                </a:solidFill>
                <a:latin typeface="Comic Sans MS"/>
              </a:rPr>
              <a:t>✅ 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It covers all possible time units for deduction.</a:t>
            </a:r>
          </a:p>
          <a:p>
            <a:r>
              <a:rPr lang="en-GB" sz="2400" spc="-17">
                <a:solidFill>
                  <a:schemeClr val="tx1"/>
                </a:solidFill>
                <a:latin typeface="Comic Sans MS"/>
              </a:rPr>
              <a:t>✅ 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It maintains accurate date logic when switching between months and years.</a:t>
            </a:r>
          </a:p>
        </p:txBody>
      </p:sp>
    </p:spTree>
    <p:extLst>
      <p:ext uri="{BB962C8B-B14F-4D97-AF65-F5344CB8AC3E}">
        <p14:creationId xmlns:p14="http://schemas.microsoft.com/office/powerpoint/2010/main" val="1510551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2999</TotalTime>
  <Words>852</Words>
  <Application>Microsoft Office PowerPoint</Application>
  <PresentationFormat>Custom</PresentationFormat>
  <Paragraphs>78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300</cp:revision>
  <dcterms:created xsi:type="dcterms:W3CDTF">2025-12-09T17:44:59Z</dcterms:created>
  <dcterms:modified xsi:type="dcterms:W3CDTF">2026-01-16T18:35:33Z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