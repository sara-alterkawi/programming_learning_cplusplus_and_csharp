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33" r:id="rId4"/>
    <p:sldId id="342" r:id="rId5"/>
    <p:sldId id="339" r:id="rId6"/>
    <p:sldId id="343" r:id="rId7"/>
    <p:sldId id="345" r:id="rId8"/>
    <p:sldId id="346" r:id="rId9"/>
    <p:sldId id="331" r:id="rId10"/>
    <p:sldId id="332" r:id="rId11"/>
    <p:sldId id="31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 Leap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0798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of this program is to check whether an input year is a leap year or not, 	using only one line of code within the check function.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This is achieved by using logical operators instead of multiple if/else conditional 	statements.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7737A9-AB32-4756-AD77-A751F49B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AED49-D0E4-C08B-5871-46A936F8C83D}"/>
              </a:ext>
            </a:extLst>
          </p:cNvPr>
          <p:cNvSpPr txBox="1"/>
          <p:nvPr/>
        </p:nvSpPr>
        <p:spPr>
          <a:xfrm>
            <a:off x="381000" y="888075"/>
            <a:ext cx="12352767" cy="51727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basic rule for determining a leap year is the same as in the previous problem: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 year is a leap year if it: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is divisible by 4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is not divisible by 100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is divisible by 400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The difference in this exercise is that all the previous rules are 				condensed into a single logical condition using the AND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and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OR 				operators.</a:t>
            </a:r>
          </a:p>
        </p:txBody>
      </p:sp>
    </p:spTree>
    <p:extLst>
      <p:ext uri="{BB962C8B-B14F-4D97-AF65-F5344CB8AC3E}">
        <p14:creationId xmlns:p14="http://schemas.microsoft.com/office/powerpoint/2010/main" val="19603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year from the user: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function, which prompts the user to enter the year 		and returns it as an integer: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int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{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int year;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"Please enter a year to check? ";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cin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&gt;&gt; year;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return year;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}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Checking if a year is a leap year (in just one line):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In the `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function, only one logical expression is used:				return(year % 4 == 0 &amp;&amp; year % 100 != 0) || (year % 400 == 0);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Condition explanation: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(year % 4 == 0 &amp;&amp; year % 100 != 0)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The year is divisible by 4 but not by 100.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(year % 400 == 0) Or the year is divisible by 400 (exception for 				centuries). The final result is true if either condition is met.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1CDCB6-2B53-91AB-F670-2988B55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47EB51-9A50-A7FB-A1BB-2DA2319FDDB1}"/>
              </a:ext>
            </a:extLst>
          </p:cNvPr>
          <p:cNvSpPr txBox="1"/>
          <p:nvPr/>
        </p:nvSpPr>
        <p:spPr>
          <a:xfrm>
            <a:off x="381000" y="888075"/>
            <a:ext cx="12352767" cy="274132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Displaying the result: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In main()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the function is called and the result is printed: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if 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(year))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"\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nYes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Year [" &lt;&lt; year &lt;&lt; "] is a leap year.\n";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else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"\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nNo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Year [" &lt;&lt; year &lt;&lt; "] is NOT a leap year.\n";</a:t>
            </a:r>
            <a:br>
              <a:rPr lang="en-GB" sz="2400" dirty="0"/>
            </a:b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7835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651DC9-DE1E-7FA6-72FC-75F79E84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8C8182-1E72-9AD9-CD77-483D235B35E3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648873-01A7-059F-B3DA-BFB5CDE1A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42310"/>
              </p:ext>
            </p:extLst>
          </p:nvPr>
        </p:nvGraphicFramePr>
        <p:xfrm>
          <a:off x="2235200" y="2057400"/>
          <a:ext cx="894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0400">
                  <a:extLst>
                    <a:ext uri="{9D8B030D-6E8A-4147-A177-3AD203B41FA5}">
                      <a16:colId xmlns:a16="http://schemas.microsoft.com/office/drawing/2014/main" val="732484079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764560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0" cap="none" spc="-1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400" b="0" i="0" u="none" strike="noStrike" kern="0" cap="none" spc="-17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1996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Leap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437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1900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Not Leap Year</a:t>
                      </a:r>
                      <a:endParaRPr lang="en-S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693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2000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Leap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55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2004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Leap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609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sz="2400" dirty="0"/>
                        <a:t>2010</a:t>
                      </a:r>
                      <a:endParaRPr lang="en-S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spc="-17" dirty="0">
                          <a:solidFill>
                            <a:schemeClr val="tx1"/>
                          </a:solidFill>
                          <a:latin typeface="Comic Sans MS"/>
                        </a:rPr>
                        <a:t>Not Leap Year</a:t>
                      </a:r>
                      <a:endParaRPr lang="en-SE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406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866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following logical operators were used: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&amp;&amp; (AND) to join two conditions that must both be true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|| (OR) to join two conditions where only one condition is true for the result 		to be true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38ADBA-785D-0311-02BD-3C25F13A9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4484DC7-4F82-713A-3A12-12B75BBC1B5F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This solution is more concise and efficient because the compiler will evaluate the l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ogical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condition in a single line without the need for multiple consecutive if 	statements.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Despite its brevity, it achieves the same logic as the previous problem with complete 	accuracy.</a:t>
            </a:r>
          </a:p>
        </p:txBody>
      </p:sp>
    </p:spTree>
    <p:extLst>
      <p:ext uri="{BB962C8B-B14F-4D97-AF65-F5344CB8AC3E}">
        <p14:creationId xmlns:p14="http://schemas.microsoft.com/office/powerpoint/2010/main" val="1328135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logic of a leap year has been simplified to a single logical condition using &amp;&amp; and 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condition is only true when: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	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year is divisible by 4 but not by 100, or by 400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</TotalTime>
  <Words>612</Words>
  <Application>Microsoft Office PowerPoint</Application>
  <PresentationFormat>Custom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196</cp:revision>
  <dcterms:created xsi:type="dcterms:W3CDTF">2025-12-09T17:44:59Z</dcterms:created>
  <dcterms:modified xsi:type="dcterms:W3CDTF">2026-01-16T18:22:30Z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