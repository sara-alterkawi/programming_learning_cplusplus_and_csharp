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61" r:id="rId2"/>
    <p:sldId id="257" r:id="rId3"/>
    <p:sldId id="333" r:id="rId4"/>
    <p:sldId id="360" r:id="rId5"/>
    <p:sldId id="339" r:id="rId6"/>
    <p:sldId id="357" r:id="rId7"/>
    <p:sldId id="347" r:id="rId8"/>
    <p:sldId id="358" r:id="rId9"/>
    <p:sldId id="354" r:id="rId10"/>
    <p:sldId id="313" r:id="rId11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2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More Date Problems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75698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goal is to create a C++ program that reads a date (day, month, year) and 	calculates a set of date-related information such as: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Day of the week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Is it a weekend or a workday?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And the number of days remaining until the end of the week, month, and year.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A072060-B654-2BA8-CAFF-47BF1B547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408CE58-51A5-8299-1E0B-2ED6A923CC38}"/>
              </a:ext>
            </a:extLst>
          </p:cNvPr>
          <p:cNvSpPr txBox="1"/>
          <p:nvPr/>
        </p:nvSpPr>
        <p:spPr>
          <a:xfrm>
            <a:off x="381000" y="888075"/>
            <a:ext cx="12352767" cy="495731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Explanation: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🟨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The goal is a program that uses a structure to store dates: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struct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sDate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{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short Year;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short Month;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short Day;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552144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725400" cy="88968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Reading the date from the user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Contains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(),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(),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(), and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ReadFullDate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These functions read the day, month, and year and return an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object.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Checking for a leap 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(year)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Returns true if the year is a leap year (divisible by 4, not 100 unless it’s 			divisible by 400).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Number of days in a month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NumberOfDaysInAMonth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(month, year)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Used to check the end of the month.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Calculating the day of the week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DayOfWeekOrder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(day, month, year)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Returns the day of the week number (0=Sunday, 6=Saturday).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DayShortName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Returns the abbreviated name (e.g., Sun, Mon, …).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Checking Day Type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IsEndOfWeek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(date) Is it Saturday?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IsWeekEnd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(date) Is today Friday or Saturday?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IsBusinessDay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(date) → Is today Sunday to Thursday?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6️⃣ Increase the date by one day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IncreaseDateByOneDay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Used to calculate the difference between two dates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F0FAFFC-508F-C9D5-07BC-999C572C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A4828C9-26DA-2480-6DA1-C266CE026AF0}"/>
              </a:ext>
            </a:extLst>
          </p:cNvPr>
          <p:cNvSpPr txBox="1"/>
          <p:nvPr/>
        </p:nvSpPr>
        <p:spPr>
          <a:xfrm>
            <a:off x="381000" y="888075"/>
            <a:ext cx="12725400" cy="274132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7️⃣ Calculating Time Differences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GetDifferenceInDays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(date1, date2)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Returns the number of days between two dates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8️⃣ Days Until the End of the Week/Month/Year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DaysUntilTheEndOfWeek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DaysUntilTheEndOfMonth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DaysUntilTheEndOfYear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(date)</a:t>
            </a:r>
          </a:p>
        </p:txBody>
      </p:sp>
    </p:spTree>
    <p:extLst>
      <p:ext uri="{BB962C8B-B14F-4D97-AF65-F5344CB8AC3E}">
        <p14:creationId xmlns:p14="http://schemas.microsoft.com/office/powerpoint/2010/main" val="669611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483420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Today is Fri, 23/9/2022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Is it End of Week?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No Not end of week.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Is it Weekend?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Yes it is a week end.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Is it Business Day?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No it is NOT a business day.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Days until end of week : 1 Day(s).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Days until end of month : 8 Day(s).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Days until end of year : 100 Day(s).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C46FBA0-CA86-0C90-83F0-8596B0197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C14B516-A462-99B8-CACA-D39B6D510B70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program can automatically use the current system date or manually read the 	date from the user.</a:t>
            </a:r>
          </a:p>
        </p:txBody>
      </p:sp>
    </p:spTree>
    <p:extLst>
      <p:ext uri="{BB962C8B-B14F-4D97-AF65-F5344CB8AC3E}">
        <p14:creationId xmlns:p14="http://schemas.microsoft.com/office/powerpoint/2010/main" val="3153464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8BD117-85F9-F581-6BCF-D291225F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87D2CE-F3F4-6D4A-D490-25BCA2A32825}"/>
              </a:ext>
            </a:extLst>
          </p:cNvPr>
          <p:cNvSpPr txBox="1"/>
          <p:nvPr/>
        </p:nvSpPr>
        <p:spPr>
          <a:xfrm>
            <a:off x="381000" y="888075"/>
            <a:ext cx="12352767" cy="323376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applies practical concepts in date management such as: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Date validity verification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Date calculations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Day type determination (work/holiday)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Using multiple functions for logical segmentation</a:t>
            </a:r>
          </a:p>
        </p:txBody>
      </p:sp>
    </p:spTree>
    <p:extLst>
      <p:ext uri="{BB962C8B-B14F-4D97-AF65-F5344CB8AC3E}">
        <p14:creationId xmlns:p14="http://schemas.microsoft.com/office/powerpoint/2010/main" val="1510551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3004</TotalTime>
  <Words>537</Words>
  <Application>Microsoft Office PowerPoint</Application>
  <PresentationFormat>Custom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306</cp:revision>
  <dcterms:created xsi:type="dcterms:W3CDTF">2025-12-09T17:44:59Z</dcterms:created>
  <dcterms:modified xsi:type="dcterms:W3CDTF">2026-01-16T18:36:08Z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