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8" r:id="rId2"/>
    <p:sldId id="257" r:id="rId3"/>
    <p:sldId id="333" r:id="rId4"/>
    <p:sldId id="339" r:id="rId5"/>
    <p:sldId id="357" r:id="rId6"/>
    <p:sldId id="347" r:id="rId7"/>
    <p:sldId id="354" r:id="rId8"/>
    <p:sldId id="31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Increase Date Problems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program's objective is to read a date from the user and then increment it by a 	specified number of days, weeks, months, years, decades, centuries, or millennia 	using separate functions for each type of increment.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815819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Defining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structure: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It contains three values: `Year`, `Month`, `Day`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Reading inputs: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Via functions: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and combining them into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Checking for leap years: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(year)` function determines whether February has 29 days.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Number of days in each month: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(month, year)` returns the correct number based on 		the month and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Increasing by one day: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(date)` increments the date by one day, taking into 		account the transition to the new month or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Increment by a specific number of days: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IncreaseDateByXDays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(days, date)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Calls the previous function the required 		number of times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FAFFC-508F-C9D5-07BC-999C572C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4828C9-26DA-2480-6DA1-C266CE026AF0}"/>
              </a:ext>
            </a:extLst>
          </p:cNvPr>
          <p:cNvSpPr txBox="1"/>
          <p:nvPr/>
        </p:nvSpPr>
        <p:spPr>
          <a:xfrm>
            <a:off x="381000" y="888075"/>
            <a:ext cx="12725400" cy="8650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Increment by a week or several weeks: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IncreaseDateByOneWeek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Increments by 7 days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IncreaseDateByXWeeks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(weeks, date) Should increase by 7 x weeks (but the 		current code only increases by one day per week ❗)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📌 Note: There is a minor logic error: The number of weeks should be multiplied by 		7 inside the loop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8️⃣ Increasing a month or multiple months: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adds one month, ensuring the day doesn't exceed 		the maximum limit for the new month.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IncreaseDateByXMonths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(months, date) calls the previous one multiple times.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9️⃣ Increasing a year or more: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adds a year, adjusting February 29th to the 28th if 		needed.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IncreaseDateByXYears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repeats the process.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IncreaseDateByXYearsFaster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adds years directly in one step.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Decades: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IncreaseDateByOneDecade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adds 10 years.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IncreaseDateByXDecades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adds (decade x 10) years slowly. (Gradually)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IncreaseDateByXDecadesFaster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adds it directly in one step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Century: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IncreaseDateByOneCentury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adds 100 years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Millennium: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IncreaseDateByOneMillennium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adds 1000 years</a:t>
            </a:r>
          </a:p>
        </p:txBody>
      </p:sp>
    </p:spTree>
    <p:extLst>
      <p:ext uri="{BB962C8B-B14F-4D97-AF65-F5344CB8AC3E}">
        <p14:creationId xmlns:p14="http://schemas.microsoft.com/office/powerpoint/2010/main" val="66961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31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 After: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01-Adding one day			is: 1/1/2023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02-Adding 10 days			is: 11/1/2023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03-Adding one week		is: 18/1/2023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04-Adding 10 weeks		is: 29/3/2023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05-Adding one month		is: 29/4/2023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06-Adding 5 months		is: 29/9/2023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07-Adding one year		is: 29/9/2024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08-Adding 10 Years		is: 29/9/2034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09-Adding 10 Years (faster)	is: 29/9/2044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10-Adding one Decade 		is: 29/9/2054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11-Adding 10 Decades 		is: 29/9/2154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12-Adding 10 Decade (faster)	is: 29/9/2254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13-Adding One Century		is: 29/9/2354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14-Adding One Millennium		is: 29/9/3354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1257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demonstrates the power of structured programming using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functions.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can be easily expanded to calculate other time periods or different calendars.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2992</TotalTime>
  <Words>637</Words>
  <Application>Microsoft Office PowerPoint</Application>
  <PresentationFormat>Custom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291</cp:revision>
  <dcterms:created xsi:type="dcterms:W3CDTF">2025-12-09T17:44:59Z</dcterms:created>
  <dcterms:modified xsi:type="dcterms:W3CDTF">2026-01-16T18:35:01Z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