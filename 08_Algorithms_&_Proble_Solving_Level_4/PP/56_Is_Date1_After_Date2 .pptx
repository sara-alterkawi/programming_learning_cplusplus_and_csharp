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9" r:id="rId2"/>
    <p:sldId id="257" r:id="rId3"/>
    <p:sldId id="333" r:id="rId4"/>
    <p:sldId id="339" r:id="rId5"/>
    <p:sldId id="347" r:id="rId6"/>
    <p:sldId id="358" r:id="rId7"/>
    <p:sldId id="354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Date1 After Date2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280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Structure: A structure containing three values: year, month, and day.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Basic Functions: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IsDate1BeforeDate2 checks if the first date is before the second.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IsDate1EqualDate2 checks if the two dates are equal.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IsDate1AfterDate2 checks if the first date is after the second (i.e., neither 		before nor equal to it).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Requests day, month, and year for the first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Requests day, month, and year for the second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Performs a precise comparison in the following order: year, month,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Prints the appropriate result on the screen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Date1: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Date2: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Day?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Month? 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a Year? 2000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Date1 is After Date2.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46FBA0-CA86-0C90-83F0-8596B019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14B516-A462-99B8-CACA-D39B6D510B70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comparison begins with the year first because it is the highest in chronological 	order.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does not rely on pre-existing date libraries but on simple mathematical 	logic.</a:t>
            </a:r>
          </a:p>
        </p:txBody>
      </p:sp>
    </p:spTree>
    <p:extLst>
      <p:ext uri="{BB962C8B-B14F-4D97-AF65-F5344CB8AC3E}">
        <p14:creationId xmlns:p14="http://schemas.microsoft.com/office/powerpoint/2010/main" val="315346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determines if Date1 &gt; Date2 using three structured functions.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It relies on comparing values ​​in a logical sequence (year → month → day).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does not use predefined functions or libraries like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ctime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3015</TotalTime>
  <Words>277</Words>
  <Application>Microsoft Office PowerPoint</Application>
  <PresentationFormat>Custom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322</cp:revision>
  <dcterms:created xsi:type="dcterms:W3CDTF">2025-12-09T17:44:59Z</dcterms:created>
  <dcterms:modified xsi:type="dcterms:W3CDTF">2026-01-16T18:38:04Z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