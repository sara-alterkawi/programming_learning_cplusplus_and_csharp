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9" r:id="rId2"/>
    <p:sldId id="257" r:id="rId3"/>
    <p:sldId id="333" r:id="rId4"/>
    <p:sldId id="342" r:id="rId5"/>
    <p:sldId id="339" r:id="rId6"/>
    <p:sldId id="348" r:id="rId7"/>
    <p:sldId id="347" r:id="rId8"/>
    <p:sldId id="346" r:id="rId9"/>
    <p:sldId id="332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Day 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that reads the date (day, month, year) from the user and then 	displays: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The day's position in the week (from 0 to 6)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The day's name (e.g., Sun, Mon, Tue...)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7737A9-AB32-4756-AD77-A751F49B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AED49-D0E4-C08B-5871-46A936F8C83D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relies on calculating the day's position within the week using a 	mathematical equation based on the Gregorian calendar, then converting this 	position into the day's name.</a:t>
            </a:r>
          </a:p>
        </p:txBody>
      </p:sp>
    </p:spTree>
    <p:extLst>
      <p:ext uri="{BB962C8B-B14F-4D97-AF65-F5344CB8AC3E}">
        <p14:creationId xmlns:p14="http://schemas.microsoft.com/office/powerpoint/2010/main" val="19603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70501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Requires the user to enter the year and returns it.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Reads the month number from the user.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Reads the day number from the user.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Checks if the year is a leap year: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Leap year if: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(year % 4 == 0 &amp;&amp; year % 100 != 0) || (year % 400 == 0)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month, 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the number of days in the month according to the year (29 in 			February if it's a leap year)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DayOfWeekOrder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day, int month, int year)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Formula for calculating the day's position in the week: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(day + y + (y / 4) - (y / 100) + (y / 400) + ((31 * m) / 12)) % 7;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A4628A-E323-DDFD-19C9-11FE24A0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5AC8DD4-51F6-A3D7-B67B-F4AFFF8F54C8}"/>
              </a:ext>
            </a:extLst>
          </p:cNvPr>
          <p:cNvSpPr txBox="1"/>
          <p:nvPr/>
        </p:nvSpPr>
        <p:spPr>
          <a:xfrm>
            <a:off x="381000" y="888075"/>
            <a:ext cx="12352767" cy="42186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Where: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a = (14 - month) / 12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y = year - 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m = month + (12 * a) - 2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➡️ The result is the day number: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0 = Sun, 1 = Mon, 2 = Tue, ...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DayShortName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dayOrder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the day name using an array: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string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arrDayNames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[] = {"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Sun","Mon","Tue","Wed","Thu","Fri","Sat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"};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8️⃣ The main()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Reads the values, calculates the order, and then prints the date and day name</a:t>
            </a:r>
          </a:p>
        </p:txBody>
      </p:sp>
    </p:spTree>
    <p:extLst>
      <p:ext uri="{BB962C8B-B14F-4D97-AF65-F5344CB8AC3E}">
        <p14:creationId xmlns:p14="http://schemas.microsoft.com/office/powerpoint/2010/main" val="5080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 to check?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 to check? 9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20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Date: 20/9/2022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Day Order : 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Day Name: Tue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If the month or day is entered incorrectly, the result may be inaccurate because 	the program does not verify the date.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uses: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Calculations to determine the day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Calendar equations (Gregorian formula) 🟩 Matrices to store day names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2933</TotalTime>
  <Words>526</Words>
  <Application>Microsoft Office PowerPoint</Application>
  <PresentationFormat>Custom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211</cp:revision>
  <dcterms:created xsi:type="dcterms:W3CDTF">2025-12-09T17:44:59Z</dcterms:created>
  <dcterms:modified xsi:type="dcterms:W3CDTF">2026-01-16T18:25:53Z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