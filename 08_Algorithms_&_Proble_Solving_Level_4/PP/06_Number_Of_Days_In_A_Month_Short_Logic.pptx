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8" r:id="rId2"/>
    <p:sldId id="257" r:id="rId3"/>
    <p:sldId id="333" r:id="rId4"/>
    <p:sldId id="342" r:id="rId5"/>
    <p:sldId id="339" r:id="rId6"/>
    <p:sldId id="347" r:id="rId7"/>
    <p:sldId id="346" r:id="rId8"/>
    <p:sldId id="332" r:id="rId9"/>
    <p:sldId id="313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53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1906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Number Of 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Days–Hours–Minutes–Seconds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In a 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a program to calculate the number of days in a specific month of a given 	year, using concise logic (one line to determine the number of days).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7737A9-AB32-4756-AD77-A751F49BE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AED49-D0E4-C08B-5871-46A936F8C83D}"/>
              </a:ext>
            </a:extLst>
          </p:cNvPr>
          <p:cNvSpPr txBox="1"/>
          <p:nvPr/>
        </p:nvSpPr>
        <p:spPr>
          <a:xfrm>
            <a:off x="381000" y="888075"/>
            <a:ext cx="12352767" cy="29259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relies on simple and direct logic. Instead of using multiple conditions, 	the number of days for each month is stored in an array, and a three-part 	condition is used to determine if the month is February (2) and to determine if 	the year is a leap year.</a:t>
            </a:r>
          </a:p>
        </p:txBody>
      </p:sp>
    </p:spTree>
    <p:extLst>
      <p:ext uri="{BB962C8B-B14F-4D97-AF65-F5344CB8AC3E}">
        <p14:creationId xmlns:p14="http://schemas.microsoft.com/office/powerpoint/2010/main" val="19603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66808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Requires the user to enter the year and returns it.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Requires the user to enter the month number and returns it.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year)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Checks if the year is a leap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A leap year is one that: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(divisible by 4 but not by 100) or (divisible by 400).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month, int year)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Uses an array: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[12] = {31, 28, 31, 30, 31, 30, 31, 30, 31, 30, 31};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Then returns the value based on the triple condition: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return(month == 2) ? (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(year) ? 29 : 28) :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[month - 1];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The main()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Reads the year and month and displays the number of days directly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 to check? 2000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 to check? 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Number of Days	in Month [2] is 29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If the month number is less than 1 or greater than 12, the value 0 is returned.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relies on: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Arrays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Term Operators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2928</TotalTime>
  <Words>384</Words>
  <Application>Microsoft Office PowerPoint</Application>
  <PresentationFormat>Custom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208</cp:revision>
  <dcterms:created xsi:type="dcterms:W3CDTF">2025-12-09T17:44:59Z</dcterms:created>
  <dcterms:modified xsi:type="dcterms:W3CDTF">2026-01-16T18:25:16Z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