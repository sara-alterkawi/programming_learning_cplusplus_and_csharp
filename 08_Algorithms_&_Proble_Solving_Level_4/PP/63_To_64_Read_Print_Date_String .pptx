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64" r:id="rId2"/>
    <p:sldId id="257" r:id="rId3"/>
    <p:sldId id="333" r:id="rId4"/>
    <p:sldId id="362" r:id="rId5"/>
    <p:sldId id="339" r:id="rId6"/>
    <p:sldId id="363" r:id="rId7"/>
    <p:sldId id="347" r:id="rId8"/>
    <p:sldId id="354" r:id="rId9"/>
    <p:sldId id="313" r:id="rId10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12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rgbClr val="FFCE53"/>
                </a:solidFill>
                <a:latin typeface="Comic Sans MS"/>
              </a:rPr>
              <a:t>Algorithms &amp; Problem-Solving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4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Algorithms &amp; Problem Solving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4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Read/Print Date String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55665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A program to read a date in string format, such as 31/3/2022, convert it to a data 	structure (Struct) containing the day, month, and year, then print it separately, 	and then convert the structure back to text again.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7639BF-5B04-2CDB-F954-0E7B331A7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F03F9DF-291D-632D-CC20-FEEF616AD17D}"/>
              </a:ext>
            </a:extLst>
          </p:cNvPr>
          <p:cNvSpPr txBox="1"/>
          <p:nvPr/>
        </p:nvSpPr>
        <p:spPr>
          <a:xfrm>
            <a:off x="381000" y="888075"/>
            <a:ext cx="12352767" cy="307987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  <a:cs typeface="Comic Sans MS"/>
              </a:rPr>
              <a:t>📖 Explanation:</a:t>
            </a: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en-GB" sz="2400" spc="-17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program's objective is to handle dates in a dual manner (as text and as a data 	structure).</a:t>
            </a:r>
          </a:p>
          <a:p>
            <a:pPr marL="21912">
              <a:spcBef>
                <a:spcPts val="1216"/>
              </a:spcBef>
            </a:pPr>
            <a:r>
              <a:rPr lang="en-GB" sz="2400" spc="-17" dirty="0">
                <a:solidFill>
                  <a:schemeClr val="tx1"/>
                </a:solidFill>
                <a:latin typeface="Comic Sans MS"/>
                <a:cs typeface="Comic Sans MS"/>
              </a:rPr>
              <a:t>🟨 The program uses several functions to split the text, convert between text and 	structure, and print.</a:t>
            </a:r>
          </a:p>
        </p:txBody>
      </p:sp>
    </p:spTree>
    <p:extLst>
      <p:ext uri="{BB962C8B-B14F-4D97-AF65-F5344CB8AC3E}">
        <p14:creationId xmlns:p14="http://schemas.microsoft.com/office/powerpoint/2010/main" val="1090011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2BF0CD4-0319-9496-8478-267F2859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2F894D4-F401-E6A7-0F75-B717EFD319F6}"/>
              </a:ext>
            </a:extLst>
          </p:cNvPr>
          <p:cNvSpPr txBox="1"/>
          <p:nvPr/>
        </p:nvSpPr>
        <p:spPr>
          <a:xfrm>
            <a:off x="381000" y="888075"/>
            <a:ext cx="12725400" cy="889685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🟦 Procedures</a:t>
            </a:r>
          </a:p>
          <a:p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1️⃣ Define a struct named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sDate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It contains three values: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short Day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short Month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	🟨 short Year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2️⃣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SplitString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Definition: Splits a string into parts based on a delimiter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Used here to separate the day, month, and year when a / is present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📌 Note: The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SplitString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function returns a vector (vector&lt;string&gt;) containing the 		separated parts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3️⃣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StringToDate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Definition: Converts a string to a variable of type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sDate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Relies on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SplitString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to extract the parts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Uses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stoi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to convert the strings to numbers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💡 Example: "31/3/2022" → Day=31, Month=3, Year=2022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4️⃣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DateToString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Definition: Returns the date structure to string separated by a marker /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💡 Example: (31, 3, 2022) → "31/3/2022"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5️⃣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ReadStringDate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Function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Definition: To read text from the user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Uses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getline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(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cin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&gt;&gt;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ws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,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dateString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) to avoid problems caused by spaces</a:t>
            </a:r>
          </a:p>
        </p:txBody>
      </p:sp>
    </p:spTree>
    <p:extLst>
      <p:ext uri="{BB962C8B-B14F-4D97-AF65-F5344CB8AC3E}">
        <p14:creationId xmlns:p14="http://schemas.microsoft.com/office/powerpoint/2010/main" val="260426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A72F979-469B-0E1E-639D-F2931D510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BB48667-EF01-5ADA-F30D-B89BE6A85816}"/>
              </a:ext>
            </a:extLst>
          </p:cNvPr>
          <p:cNvSpPr txBox="1"/>
          <p:nvPr/>
        </p:nvSpPr>
        <p:spPr>
          <a:xfrm>
            <a:off x="381000" y="888075"/>
            <a:ext cx="12725400" cy="20026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6️⃣ Main Function (main())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Reads the date text from the user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Converts the text to a date using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StringToDate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Prints the day, month, and year separately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	🟩 Then prints the reconverted text using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DateToString</a:t>
            </a:r>
            <a:endParaRPr lang="en-GB" sz="2400" spc="-17" dirty="0">
              <a:solidFill>
                <a:schemeClr val="tx1"/>
              </a:solidFill>
              <a:latin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998260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39F685-28AF-C9C3-8B6F-8BFF452B2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4F261E53-E7D3-546B-5B39-33EA8A9A6301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💡 Example:</a:t>
            </a:r>
          </a:p>
          <a:p>
            <a:endParaRPr lang="en-GB" sz="2400" b="1" spc="-17" dirty="0">
              <a:solidFill>
                <a:schemeClr val="tx1"/>
              </a:solidFill>
              <a:latin typeface="Comic Sans MS"/>
            </a:endParaRP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Please Enter Date dd/mm/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yyyy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? 31/3/2022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Day: 31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Month: 3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Year: 2022</a:t>
            </a:r>
          </a:p>
          <a:p>
            <a:pPr rtl="0"/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You Entered: 31/3/2022.</a:t>
            </a:r>
          </a:p>
        </p:txBody>
      </p:sp>
    </p:spTree>
    <p:extLst>
      <p:ext uri="{BB962C8B-B14F-4D97-AF65-F5344CB8AC3E}">
        <p14:creationId xmlns:p14="http://schemas.microsoft.com/office/powerpoint/2010/main" val="3744403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08BD117-85F9-F581-6BCF-D291225F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287D2CE-F3F4-6D4A-D490-25BCA2A32825}"/>
              </a:ext>
            </a:extLst>
          </p:cNvPr>
          <p:cNvSpPr txBox="1"/>
          <p:nvPr/>
        </p:nvSpPr>
        <p:spPr>
          <a:xfrm>
            <a:off x="381000" y="888075"/>
            <a:ext cx="12352767" cy="249510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/>
              </a:rPr>
              <a:t>✨ Summary</a:t>
            </a:r>
          </a:p>
          <a:p>
            <a:endParaRPr lang="en-GB" sz="4000" spc="-17" dirty="0">
              <a:solidFill>
                <a:schemeClr val="tx1"/>
              </a:solidFill>
              <a:latin typeface="Comic Sans MS"/>
            </a:endParaRP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The program explains how to handle dates between strings and structures.</a:t>
            </a:r>
          </a:p>
          <a:p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✅ It relies on string splitting (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SplitString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) and transformation (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stoi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 and </a:t>
            </a:r>
            <a:r>
              <a:rPr lang="en-GB" sz="2400" spc="-17" dirty="0" err="1">
                <a:solidFill>
                  <a:schemeClr val="tx1"/>
                </a:solidFill>
                <a:latin typeface="Comic Sans MS"/>
              </a:rPr>
              <a:t>to_string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). </a:t>
            </a:r>
            <a:r>
              <a:rPr lang="en-GB" sz="2400" spc="-17">
                <a:solidFill>
                  <a:schemeClr val="tx1"/>
                </a:solidFill>
                <a:latin typeface="Comic Sans MS"/>
              </a:rPr>
              <a:t>✅ ✅ This </a:t>
            </a:r>
            <a:r>
              <a:rPr lang="en-GB" sz="2400" spc="-17" dirty="0">
                <a:solidFill>
                  <a:schemeClr val="tx1"/>
                </a:solidFill>
                <a:latin typeface="Comic Sans MS"/>
              </a:rPr>
              <a:t>facilitates later date comparison or performing time operations on them.</a:t>
            </a:r>
          </a:p>
        </p:txBody>
      </p:sp>
    </p:spTree>
    <p:extLst>
      <p:ext uri="{BB962C8B-B14F-4D97-AF65-F5344CB8AC3E}">
        <p14:creationId xmlns:p14="http://schemas.microsoft.com/office/powerpoint/2010/main" val="1510551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3041</TotalTime>
  <Words>440</Words>
  <Application>Microsoft Office PowerPoint</Application>
  <PresentationFormat>Custom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373</cp:revision>
  <dcterms:created xsi:type="dcterms:W3CDTF">2025-12-09T17:44:59Z</dcterms:created>
  <dcterms:modified xsi:type="dcterms:W3CDTF">2026-01-16T18:42:03Z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