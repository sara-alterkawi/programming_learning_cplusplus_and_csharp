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7" r:id="rId2"/>
    <p:sldId id="257" r:id="rId3"/>
    <p:sldId id="333" r:id="rId4"/>
    <p:sldId id="352" r:id="rId5"/>
    <p:sldId id="339" r:id="rId6"/>
    <p:sldId id="356" r:id="rId7"/>
    <p:sldId id="347" r:id="rId8"/>
    <p:sldId id="346" r:id="rId9"/>
    <p:sldId id="353" r:id="rId10"/>
    <p:sldId id="332" r:id="rId11"/>
    <p:sldId id="354" r:id="rId12"/>
    <p:sldId id="313" r:id="rId13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Difference in Days Between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Two 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reads two dates (Date1 and Date2) from the user, then 	calculates the difference between them in days, with the option to include or 	exclude the last day.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7DF29C-926B-B349-F7AB-619A974B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7F8CC2-0D05-3A67-13C5-205C5D0C9370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aims to accurately determine the number of days between two specific 	dates, including transitions between months and years, while also taking leap 	years into account.</a:t>
            </a:r>
          </a:p>
        </p:txBody>
      </p:sp>
    </p:spTree>
    <p:extLst>
      <p:ext uri="{BB962C8B-B14F-4D97-AF65-F5344CB8AC3E}">
        <p14:creationId xmlns:p14="http://schemas.microsoft.com/office/powerpoint/2010/main" val="372572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Defining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Contains: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Year —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Month —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Day —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Functions to read user input: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— Combines all three into a variable of type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Leap year check: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true if the year is divisible by 4 but not by 100, or divisible by 400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Comparing two dates: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🟩IsDate1BeforeDate2()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true if Date1 is earlier than Date2 (i.e., earlier in time)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Determining the number of days in a month: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Determines the number of days according to the month and year, with the 		correct handling of February in a leap year.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64B9FD-A89D-2BEC-B829-C1376186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6C04FFF-B5C6-6744-B938-A6840C95DD73}"/>
              </a:ext>
            </a:extLst>
          </p:cNvPr>
          <p:cNvSpPr txBox="1"/>
          <p:nvPr/>
        </p:nvSpPr>
        <p:spPr>
          <a:xfrm>
            <a:off x="381000" y="888075"/>
            <a:ext cx="12725400" cy="45879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Incrementing the date by one day: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the last day is in the last month of the year → rolls to January 1st of the 		following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it's only the last day of the month → rolls to the first day of the following 		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Otherwise → increments the day only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Calculating the difference in days between two dates: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GetDifferenceInDays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(date1, date2,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includeEndDay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Uses a while loop to increment date1 by one day at a time until it reaches date2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Each increment represents one day, which is added to the days counter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When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includeEndDay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= true, an additional day is added to the result</a:t>
            </a:r>
          </a:p>
        </p:txBody>
      </p:sp>
    </p:spTree>
    <p:extLst>
      <p:ext uri="{BB962C8B-B14F-4D97-AF65-F5344CB8AC3E}">
        <p14:creationId xmlns:p14="http://schemas.microsoft.com/office/powerpoint/2010/main" val="207261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8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6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1980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20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5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1981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Difference is: 346 Day(s).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Difference (Including End Day) is: 347 Day(s).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first date (Date1) must be earlier than the second (Date2), otherwise the 	program will return zero.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is based on daily repetition, so it may be slightly slower when 	calculating very long time periods, but it is more accurate and simpler.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295676-0878-EA89-CD52-60D92ABF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B94DB5A-378F-6E6F-AD41-A2CBA4A87038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rtl="0"/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simulates the actual passage of days from one date to another, instead 	of direct mathematical calculation, ensuring accuracy even when switching 	between leap months and years.</a:t>
            </a:r>
          </a:p>
        </p:txBody>
      </p:sp>
    </p:spTree>
    <p:extLst>
      <p:ext uri="{BB962C8B-B14F-4D97-AF65-F5344CB8AC3E}">
        <p14:creationId xmlns:p14="http://schemas.microsoft.com/office/powerpoint/2010/main" val="200546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Warning: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an incorrect date is entered (such as month 13 or day 32), the program will not 	verify the input and may give an illogical result.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1257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calculates the difference between two dates with high accuracy.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takes into account leap years and month changes.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2983</TotalTime>
  <Words>615</Words>
  <Application>Microsoft Office PowerPoint</Application>
  <PresentationFormat>Custom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283</cp:revision>
  <dcterms:created xsi:type="dcterms:W3CDTF">2025-12-09T17:44:59Z</dcterms:created>
  <dcterms:modified xsi:type="dcterms:W3CDTF">2026-01-16T18:32:58Z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