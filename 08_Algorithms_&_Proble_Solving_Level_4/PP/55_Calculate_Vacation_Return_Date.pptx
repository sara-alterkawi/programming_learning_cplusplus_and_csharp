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63" r:id="rId2"/>
    <p:sldId id="257" r:id="rId3"/>
    <p:sldId id="333" r:id="rId4"/>
    <p:sldId id="360" r:id="rId5"/>
    <p:sldId id="339" r:id="rId6"/>
    <p:sldId id="357" r:id="rId7"/>
    <p:sldId id="347" r:id="rId8"/>
    <p:sldId id="362" r:id="rId9"/>
    <p:sldId id="358" r:id="rId10"/>
    <p:sldId id="354" r:id="rId11"/>
    <p:sldId id="313" r:id="rId12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37" d="100"/>
          <a:sy n="37" d="100"/>
        </p:scale>
        <p:origin x="12" y="12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F0FF3176-3F91-64FC-E68E-9BEFB7D9E6B1}"/>
              </a:ext>
            </a:extLst>
          </p:cNvPr>
          <p:cNvSpPr txBox="1"/>
          <p:nvPr/>
        </p:nvSpPr>
        <p:spPr>
          <a:xfrm>
            <a:off x="0" y="3338091"/>
            <a:ext cx="13411198" cy="160300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rgbClr val="FFCE53"/>
                </a:solidFill>
                <a:latin typeface="Comic Sans MS"/>
              </a:rPr>
              <a:t>Algorithms &amp; Problem-Solving</a:t>
            </a:r>
          </a:p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chemeClr val="bg1"/>
                </a:solidFill>
                <a:latin typeface="Comic Sans MS"/>
                <a:cs typeface="Comic Sans MS"/>
              </a:rPr>
              <a:t>Level 4</a:t>
            </a:r>
          </a:p>
        </p:txBody>
      </p:sp>
    </p:spTree>
    <p:extLst>
      <p:ext uri="{BB962C8B-B14F-4D97-AF65-F5344CB8AC3E}">
        <p14:creationId xmlns:p14="http://schemas.microsoft.com/office/powerpoint/2010/main" val="127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Algorithms &amp; Problem Solving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4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Calculate Vacation Return Date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360309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The goal is to create a C++ program that calculates the return date from vacation 	based on: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the vacation start date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and the number of vacation days, excluding weekends (Friday and Saturday) 		from the calculation.</a:t>
            </a:r>
          </a:p>
        </p:txBody>
      </p:sp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A072060-B654-2BA8-CAFF-47BF1B547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1408CE58-51A5-8299-1E0B-2ED6A923CC38}"/>
              </a:ext>
            </a:extLst>
          </p:cNvPr>
          <p:cNvSpPr txBox="1"/>
          <p:nvPr/>
        </p:nvSpPr>
        <p:spPr>
          <a:xfrm>
            <a:off x="381000" y="888075"/>
            <a:ext cx="12352767" cy="218732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📖 Explanation:</a:t>
            </a: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The program relies on the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sDate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 struct to represent the date (day, month, year), 	and uses a set of helper functions to accurately process dates.</a:t>
            </a:r>
          </a:p>
        </p:txBody>
      </p:sp>
    </p:spTree>
    <p:extLst>
      <p:ext uri="{BB962C8B-B14F-4D97-AF65-F5344CB8AC3E}">
        <p14:creationId xmlns:p14="http://schemas.microsoft.com/office/powerpoint/2010/main" val="1552144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2BF0CD4-0319-9496-8478-267F28598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2F894D4-F401-E6A7-0F75-B717EFD319F6}"/>
              </a:ext>
            </a:extLst>
          </p:cNvPr>
          <p:cNvSpPr txBox="1"/>
          <p:nvPr/>
        </p:nvSpPr>
        <p:spPr>
          <a:xfrm>
            <a:off x="381000" y="888075"/>
            <a:ext cx="12725400" cy="705019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🟦 Procedures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1️⃣ Read vacation data from the user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ReadFullDate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To read the start date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ReadVacationDays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To read the number of vacation days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2️⃣ Check the validity of dates and years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IsLeapYear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(year)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Checks if it's a leap year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NumberOfDaysInAMonth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(month, year)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Displays the number of days in the 		month (taking leap years into account)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3️⃣ Advance the date day by day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IncreaseDateByOneDay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(date)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</a:t>
            </a:r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If we reach the end of the month, it advances to the next month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If we reach the end of the year, it advances to the next year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4️⃣ Determine the day of the week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DayOfWeekOrder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(day, month, year)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Reorders the day of the week (0 for 			Sunday, 6 for Saturday)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IsWeekEnd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(date)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Checks if it's Friday Or Saturday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IsBusinessDay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(date)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Checks if today is a workday (Sunday to Thursday)</a:t>
            </a:r>
          </a:p>
        </p:txBody>
      </p:sp>
    </p:spTree>
    <p:extLst>
      <p:ext uri="{BB962C8B-B14F-4D97-AF65-F5344CB8AC3E}">
        <p14:creationId xmlns:p14="http://schemas.microsoft.com/office/powerpoint/2010/main" val="2604268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F0FAFFC-508F-C9D5-07BC-999C572CD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CA4828C9-26DA-2480-6DA1-C266CE026AF0}"/>
              </a:ext>
            </a:extLst>
          </p:cNvPr>
          <p:cNvSpPr txBox="1"/>
          <p:nvPr/>
        </p:nvSpPr>
        <p:spPr>
          <a:xfrm>
            <a:off x="381000" y="888075"/>
            <a:ext cx="12725400" cy="347998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5️⃣ Calculating the Return Date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CalculateVacationReturnDate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dateFrom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,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vacationDays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)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</a:t>
            </a:r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Logical Steps: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🟨 If the start date is a weekend → Ignores it and starts from the first 			workday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🟨 Adds the number of vacation days, skipping holidays (Friday and 				Saturday)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🟨 After the count is complete, if the return date falls on a weekend → 			Moves forward to the next workday</a:t>
            </a:r>
          </a:p>
        </p:txBody>
      </p:sp>
    </p:spTree>
    <p:extLst>
      <p:ext uri="{BB962C8B-B14F-4D97-AF65-F5344CB8AC3E}">
        <p14:creationId xmlns:p14="http://schemas.microsoft.com/office/powerpoint/2010/main" val="669611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D39F685-28AF-C9C3-8B6F-8BFF452B2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F261E53-E7D3-546B-5B39-33EA8A9A6301}"/>
              </a:ext>
            </a:extLst>
          </p:cNvPr>
          <p:cNvSpPr txBox="1"/>
          <p:nvPr/>
        </p:nvSpPr>
        <p:spPr>
          <a:xfrm>
            <a:off x="381000" y="888075"/>
            <a:ext cx="12352767" cy="335687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💡 Example:</a:t>
            </a:r>
          </a:p>
          <a:p>
            <a:endParaRPr lang="en-GB" sz="2400" b="1" spc="-17" dirty="0">
              <a:solidFill>
                <a:schemeClr val="tx1"/>
              </a:solidFill>
              <a:latin typeface="Comic Sans MS"/>
            </a:endParaRP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Vacation Starts: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a Day? 1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a Month? 1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a Year? 2022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vacation days? 23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Return Date: Wed , 2/2/2022</a:t>
            </a:r>
          </a:p>
        </p:txBody>
      </p:sp>
    </p:spTree>
    <p:extLst>
      <p:ext uri="{BB962C8B-B14F-4D97-AF65-F5344CB8AC3E}">
        <p14:creationId xmlns:p14="http://schemas.microsoft.com/office/powerpoint/2010/main" val="3744403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0B784C4-11B7-47F4-FE8F-4AA51C1D7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022525DE-9DA4-91BF-2202-DA341EB6B81A}"/>
              </a:ext>
            </a:extLst>
          </p:cNvPr>
          <p:cNvSpPr txBox="1"/>
          <p:nvPr/>
        </p:nvSpPr>
        <p:spPr>
          <a:xfrm>
            <a:off x="381000" y="888075"/>
            <a:ext cx="12352767" cy="26182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🧐 Explanation:</a:t>
            </a:r>
          </a:p>
          <a:p>
            <a:pPr rtl="0"/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The holiday begins on Saturday, January 1, 2022 (exempt holiday)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It actually begins on Sunday, January 2, 2022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After calculating 23 working days (excluding Fridays and Saturdays), the return 	date is Wednesday, February 2, 2022</a:t>
            </a:r>
          </a:p>
        </p:txBody>
      </p:sp>
    </p:spTree>
    <p:extLst>
      <p:ext uri="{BB962C8B-B14F-4D97-AF65-F5344CB8AC3E}">
        <p14:creationId xmlns:p14="http://schemas.microsoft.com/office/powerpoint/2010/main" val="1767703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C46FBA0-CA86-0C90-83F0-8596B0197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C14B516-A462-99B8-CACA-D39B6D510B70}"/>
              </a:ext>
            </a:extLst>
          </p:cNvPr>
          <p:cNvSpPr txBox="1"/>
          <p:nvPr/>
        </p:nvSpPr>
        <p:spPr>
          <a:xfrm>
            <a:off x="381000" y="888075"/>
            <a:ext cx="12352767" cy="26182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📌 Note:</a:t>
            </a:r>
            <a:endParaRPr lang="en-GB" sz="2400" b="1" spc="-17" dirty="0">
              <a:solidFill>
                <a:schemeClr val="tx1"/>
              </a:solidFill>
              <a:latin typeface="Comic Sans MS"/>
            </a:endParaRPr>
          </a:p>
          <a:p>
            <a:pPr rtl="0"/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The program ignores all weekends before and during the holiday.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The timer only includes actual working days.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The holiday actually begins on the first working day after the start date if it falls 	on a holiday.</a:t>
            </a:r>
          </a:p>
        </p:txBody>
      </p:sp>
    </p:spTree>
    <p:extLst>
      <p:ext uri="{BB962C8B-B14F-4D97-AF65-F5344CB8AC3E}">
        <p14:creationId xmlns:p14="http://schemas.microsoft.com/office/powerpoint/2010/main" val="3153464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08BD117-85F9-F581-6BCF-D291225FB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287D2CE-F3F4-6D4A-D490-25BCA2A32825}"/>
              </a:ext>
            </a:extLst>
          </p:cNvPr>
          <p:cNvSpPr txBox="1"/>
          <p:nvPr/>
        </p:nvSpPr>
        <p:spPr>
          <a:xfrm>
            <a:off x="381000" y="888075"/>
            <a:ext cx="12352767" cy="28644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✨ Summary</a:t>
            </a:r>
          </a:p>
          <a:p>
            <a:endParaRPr lang="en-GB" sz="40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The program uses: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🟨 Loops and conditional functions for accurate date handling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🟨 Real-world date logic with support for switching between months and years</a:t>
            </a:r>
          </a:p>
          <a:p>
            <a:r>
              <a:rPr lang="en-GB" sz="2400" spc="-17">
                <a:solidFill>
                  <a:schemeClr val="tx1"/>
                </a:solidFill>
                <a:latin typeface="Comic Sans MS"/>
              </a:rPr>
              <a:t>	🟨 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Multiple functions for code reuse and organization</a:t>
            </a:r>
          </a:p>
        </p:txBody>
      </p:sp>
    </p:spTree>
    <p:extLst>
      <p:ext uri="{BB962C8B-B14F-4D97-AF65-F5344CB8AC3E}">
        <p14:creationId xmlns:p14="http://schemas.microsoft.com/office/powerpoint/2010/main" val="1510551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3013</TotalTime>
  <Words>561</Words>
  <Application>Microsoft Office PowerPoint</Application>
  <PresentationFormat>Custom</PresentationFormat>
  <Paragraphs>62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319</cp:revision>
  <dcterms:created xsi:type="dcterms:W3CDTF">2025-12-09T17:44:59Z</dcterms:created>
  <dcterms:modified xsi:type="dcterms:W3CDTF">2026-01-16T18:37:17Z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