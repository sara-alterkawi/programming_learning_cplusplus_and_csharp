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61" r:id="rId2"/>
    <p:sldId id="257" r:id="rId3"/>
    <p:sldId id="333" r:id="rId4"/>
    <p:sldId id="359" r:id="rId5"/>
    <p:sldId id="339" r:id="rId6"/>
    <p:sldId id="360" r:id="rId7"/>
    <p:sldId id="347" r:id="rId8"/>
    <p:sldId id="354" r:id="rId9"/>
    <p:sldId id="313" r:id="rId10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12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Compare Date Function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75698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A program that reads two dates from the user and then compares them to 	determine if: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Date 1 comes before Date 2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Dates are equal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Date 1 comes after Date 2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17150BE-6327-24EB-A65A-1C6B8C2F8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771F4C4-0D10-F5AF-091A-2F65092FC920}"/>
              </a:ext>
            </a:extLst>
          </p:cNvPr>
          <p:cNvSpPr txBox="1"/>
          <p:nvPr/>
        </p:nvSpPr>
        <p:spPr>
          <a:xfrm>
            <a:off x="381000" y="888075"/>
            <a:ext cx="12352767" cy="323376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Explanation: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comparison is based on chronological order (year, month, day).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Logical functions (IsDate1BeforeDate2, IsDate1EqualDate2, IsDate1AfterDate2) 	are used to determine the relationship between the two dates.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basic function,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CompareDates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, returns an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enum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value representing the result.</a:t>
            </a:r>
          </a:p>
        </p:txBody>
      </p:sp>
    </p:spTree>
    <p:extLst>
      <p:ext uri="{BB962C8B-B14F-4D97-AF65-F5344CB8AC3E}">
        <p14:creationId xmlns:p14="http://schemas.microsoft.com/office/powerpoint/2010/main" val="1415657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725400" cy="852752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Defining the `struct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`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Contains: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Year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Month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Day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Defining the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enum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enDateCompare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`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Definition: To determine the result of comparing two dates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Before = -1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Equal = 0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After = 1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Helper functions for reading data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ReadDay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– Inputs the day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– Inputs the month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– Inputs the year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ReadFullDate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– Combines the previous values ​​into a single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` structure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The `IsDate1BeforeDate2`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Definition: Checks if the first date precedes the second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The comparison is performed first by year, then month, then day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IsDate1EqualDate2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Definition: Checks if two dates are exactly the same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2D0AC0B-75EE-9C91-CD90-6B01E260E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F3D8955-C0B1-71F9-D258-14528203748C}"/>
              </a:ext>
            </a:extLst>
          </p:cNvPr>
          <p:cNvSpPr txBox="1"/>
          <p:nvPr/>
        </p:nvSpPr>
        <p:spPr>
          <a:xfrm>
            <a:off x="381000" y="888075"/>
            <a:ext cx="12725400" cy="458798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6️⃣ IsDate1AfterDate2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Definition: Checks if the first date is after the second, provided it is not 	before or equal to it.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7️⃣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CompareDates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Definition: Returns the value corresponding to the relationship between the two 		dates: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-1 The first date is before the second.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0 The dates are equal.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1 The first date is after the second.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8️⃣ Main()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Requires the user to enter two dates.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Calls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CompareDates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and prints the result.</a:t>
            </a:r>
          </a:p>
        </p:txBody>
      </p:sp>
    </p:spTree>
    <p:extLst>
      <p:ext uri="{BB962C8B-B14F-4D97-AF65-F5344CB8AC3E}">
        <p14:creationId xmlns:p14="http://schemas.microsoft.com/office/powerpoint/2010/main" val="3834860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39F685-28AF-C9C3-8B6F-8BFF452B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261E53-E7D3-546B-5B39-33EA8A9A6301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Enter Date1: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Day? 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Month? 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Year? 2000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Enter Date2: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Day? 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Month? 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Year? 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Compare Result = -1</a:t>
            </a:r>
          </a:p>
        </p:txBody>
      </p:sp>
    </p:spTree>
    <p:extLst>
      <p:ext uri="{BB962C8B-B14F-4D97-AF65-F5344CB8AC3E}">
        <p14:creationId xmlns:p14="http://schemas.microsoft.com/office/powerpoint/2010/main" val="3744403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8BD117-85F9-F581-6BCF-D291225F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87D2CE-F3F4-6D4A-D490-25BCA2A32825}"/>
              </a:ext>
            </a:extLst>
          </p:cNvPr>
          <p:cNvSpPr txBox="1"/>
          <p:nvPr/>
        </p:nvSpPr>
        <p:spPr>
          <a:xfrm>
            <a:off x="381000" y="888075"/>
            <a:ext cx="12352767" cy="249510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program compares two dates and returns an accurate time relationship.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It uses a hierarchical order (year, month, </a:t>
            </a:r>
            <a:r>
              <a:rPr lang="en-GB" sz="2400" spc="-17">
                <a:solidFill>
                  <a:schemeClr val="tx1"/>
                </a:solidFill>
                <a:latin typeface="Comic Sans MS"/>
              </a:rPr>
              <a:t>day).</a:t>
            </a:r>
          </a:p>
          <a:p>
            <a:r>
              <a:rPr lang="en-GB" sz="2400" spc="-17">
                <a:solidFill>
                  <a:schemeClr val="tx1"/>
                </a:solidFill>
                <a:latin typeface="Comic Sans MS"/>
              </a:rPr>
              <a:t>✅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It uses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enum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to make the code clearer and more organized.</a:t>
            </a:r>
          </a:p>
        </p:txBody>
      </p:sp>
    </p:spTree>
    <p:extLst>
      <p:ext uri="{BB962C8B-B14F-4D97-AF65-F5344CB8AC3E}">
        <p14:creationId xmlns:p14="http://schemas.microsoft.com/office/powerpoint/2010/main" val="1510551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3019</TotalTime>
  <Words>471</Words>
  <Application>Microsoft Office PowerPoint</Application>
  <PresentationFormat>Custom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329</cp:revision>
  <dcterms:created xsi:type="dcterms:W3CDTF">2025-12-09T17:44:59Z</dcterms:created>
  <dcterms:modified xsi:type="dcterms:W3CDTF">2026-01-16T18:38:37Z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