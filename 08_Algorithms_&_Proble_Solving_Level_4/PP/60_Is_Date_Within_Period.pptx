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3" r:id="rId2"/>
    <p:sldId id="257" r:id="rId3"/>
    <p:sldId id="333" r:id="rId4"/>
    <p:sldId id="362" r:id="rId5"/>
    <p:sldId id="339" r:id="rId6"/>
    <p:sldId id="347" r:id="rId7"/>
    <p:sldId id="360" r:id="rId8"/>
    <p:sldId id="361" r:id="rId9"/>
    <p:sldId id="354" r:id="rId10"/>
    <p:sldId id="313" r:id="rId11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Is Date Within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4805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Struct: Represents a single date containing the day, month, and year.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sPeriod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Struct: Represents a specific time period with a start and end date: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StartDate: Start date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EndDate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: End date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enDateCompare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Enum: To determine the relationship between two dates: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Before = -1 (Date before date)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Equal = 0 (Dates are equal)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After = 1 (Date after date)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7639BF-5B04-2CDB-F954-0E7B331A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03F9DF-291D-632D-CC20-FEEF616AD17D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This program reads a time period (start and end dates) and then reads another 	date, and checks whether this date falls within the period or not (including the 	start and end days).</a:t>
            </a:r>
          </a:p>
        </p:txBody>
      </p:sp>
    </p:spTree>
    <p:extLst>
      <p:ext uri="{BB962C8B-B14F-4D97-AF65-F5344CB8AC3E}">
        <p14:creationId xmlns:p14="http://schemas.microsoft.com/office/powerpoint/2010/main" val="109001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Read the period start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Read the period end date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Read a date to verify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Compare the entered date with the period start and end dates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Determine if it falls within the period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Print the result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Enter Period: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Start Date: 1/1/2022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End Date: 10/1/2022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Date to check: 5/1/2022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Yes, Date is within period.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D2DA5C-3FA1-B573-C71C-4EB0D1A2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E30B4A0-FCAB-B2B1-6497-A129BB23A104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🧐 Explanation:</a:t>
            </a:r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program compares the entered date with the start and end dates of the period: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If it is neither before nor after them, then it is within the period.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That is, the logical relationship used is: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NOT (before the start OR after the end)</a:t>
            </a:r>
          </a:p>
        </p:txBody>
      </p:sp>
    </p:spTree>
    <p:extLst>
      <p:ext uri="{BB962C8B-B14F-4D97-AF65-F5344CB8AC3E}">
        <p14:creationId xmlns:p14="http://schemas.microsoft.com/office/powerpoint/2010/main" val="3652601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FC4C884-4771-86CB-E73E-1C23CC6D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13F1C83-3858-57B9-3003-D255623CC2E7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Note: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The start and end dates must be in the correct chronological order (i.e., the start 	cannot be after the end).</a:t>
            </a:r>
          </a:p>
        </p:txBody>
      </p:sp>
    </p:spTree>
    <p:extLst>
      <p:ext uri="{BB962C8B-B14F-4D97-AF65-F5344CB8AC3E}">
        <p14:creationId xmlns:p14="http://schemas.microsoft.com/office/powerpoint/2010/main" val="72681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accurately checks whether a given date falls within a specific time 	period.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can be used in applications such as vacation management, bookings, or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verifying 	the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validity of specific dates.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3030</TotalTime>
  <Words>355</Words>
  <Application>Microsoft Office PowerPoint</Application>
  <PresentationFormat>Custom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352</cp:revision>
  <dcterms:created xsi:type="dcterms:W3CDTF">2025-12-09T17:44:59Z</dcterms:created>
  <dcterms:modified xsi:type="dcterms:W3CDTF">2026-01-16T18:40:14Z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