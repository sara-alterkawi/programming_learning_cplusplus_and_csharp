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5" r:id="rId2"/>
    <p:sldId id="257" r:id="rId3"/>
    <p:sldId id="333" r:id="rId4"/>
    <p:sldId id="352" r:id="rId5"/>
    <p:sldId id="339" r:id="rId6"/>
    <p:sldId id="347" r:id="rId7"/>
    <p:sldId id="353" r:id="rId8"/>
    <p:sldId id="346" r:id="rId9"/>
    <p:sldId id="332" r:id="rId10"/>
    <p:sldId id="354" r:id="rId11"/>
    <p:sldId id="31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Last Day, Last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that reads a date (day, month, year) and then checks: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Is today the last day of the month?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Is this month the last month of the year?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7DF29C-926B-B349-F7AB-619A974B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7F8CC2-0D05-3A67-13C5-205C5D0C9370}"/>
              </a:ext>
            </a:extLst>
          </p:cNvPr>
          <p:cNvSpPr txBox="1"/>
          <p:nvPr/>
        </p:nvSpPr>
        <p:spPr>
          <a:xfrm>
            <a:off x="381000" y="888075"/>
            <a:ext cx="12352767" cy="51727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uses a struct to store the date (day, month, year).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It then reads the values ​​from the user using separate functions for the day, month, 	and year.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Next, it checks: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If the year is a leap year.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The number of days in the month.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Finally, it compares the day and month to determine if they are at the end of the 	month or the year.</a:t>
            </a:r>
          </a:p>
        </p:txBody>
      </p:sp>
    </p:spTree>
    <p:extLst>
      <p:ext uri="{BB962C8B-B14F-4D97-AF65-F5344CB8AC3E}">
        <p14:creationId xmlns:p14="http://schemas.microsoft.com/office/powerpoint/2010/main" val="372572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59422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Define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structure containing Year, Month, and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Create functions to input the day, month, and year 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Create an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 to check if the year is a leap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Create an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 to determine the number of days in 	each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Create an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IsLastDayInMonth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 to check if today is the last day of the 	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Create an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IsLastMonthInYear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 to check if the month is December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In `main()`: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Read the date 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Check if it is the last day of the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Check if it is the last month of the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Print the appropriate results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31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Yes, Day is Last Day in Month.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Yes, Month is Last Month in Year.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295676-0878-EA89-CD52-60D92ABF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B94DB5A-378F-6E6F-AD41-A2CBA4A87038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rtl="0"/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is based on clear logic: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last day of the month is when the total number of days in that month 	equals 12.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last month of the year is when the total number of days equals 12.</a:t>
            </a:r>
          </a:p>
        </p:txBody>
      </p:sp>
    </p:spTree>
    <p:extLst>
      <p:ext uri="{BB962C8B-B14F-4D97-AF65-F5344CB8AC3E}">
        <p14:creationId xmlns:p14="http://schemas.microsoft.com/office/powerpoint/2010/main" val="2005463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February has 29 days in a leap year and 28 in a regular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 automatically determines this.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 handles leap years correctly, so 	February will have 29 days instead of 28.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These functions can be reused in other date-related programs, such as calculating 	the next day or the number of days between two dates.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Warning: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If an incorrect month is entered (less than 1 or greater than 12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), the 	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 returns the value 0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checks the last day of the month and the last month of the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relies on simple logic and helper functions.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combines time logic with conditional checking.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Using discrete functions makes the code organized and easy to read.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Useful for understanding complex condition checking in C++ programming.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2968</TotalTime>
  <Words>559</Words>
  <Application>Microsoft Office PowerPoint</Application>
  <PresentationFormat>Custom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267</cp:revision>
  <dcterms:created xsi:type="dcterms:W3CDTF">2025-12-09T17:44:59Z</dcterms:created>
  <dcterms:modified xsi:type="dcterms:W3CDTF">2026-01-16T18:31:33Z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