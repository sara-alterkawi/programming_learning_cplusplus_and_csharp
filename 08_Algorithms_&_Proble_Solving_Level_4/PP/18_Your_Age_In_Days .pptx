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58" r:id="rId2"/>
    <p:sldId id="257" r:id="rId3"/>
    <p:sldId id="333" r:id="rId4"/>
    <p:sldId id="339" r:id="rId5"/>
    <p:sldId id="357" r:id="rId6"/>
    <p:sldId id="347" r:id="rId7"/>
    <p:sldId id="354" r:id="rId8"/>
    <p:sldId id="313" r:id="rId9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Your Age in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goal is a program that calculates the user's age in days based on their birth 	date and the current date.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725400" cy="852752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Defining the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` structure: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It contains three values: `Year`, `Month`, and `Day` to represent the date.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Reading the date from the user: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Three functions to read the day, month, and year (`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`,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`, 		and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`).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These are then used inside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ReadFullDate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` to generate a full date.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Checking for leap years: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Using the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IsLeapYear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(year)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` function, which returns `true` if the year is a 		leap year.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Determining the number of days in a month: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Using the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NumberOfDaysInAMonth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(month, year)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` function, which takes 		February into account (28 or 29 days).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Checking the last day or last month: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IsLastDayInMonth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(date)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` and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IsLastMonthInYear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(month)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` help with 			correct transitions between months and years.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6️⃣ Increasing a date by one day: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The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IncreaseDateByOneDay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(date)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` function handles different cases (end of 		month or end of year).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7️⃣ Comparing two dates: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`IsDate1BeforeDate2(date1, date2)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` to find out which date is earlier.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F0FAFFC-508F-C9D5-07BC-999C572C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A4828C9-26DA-2480-6DA1-C266CE026AF0}"/>
              </a:ext>
            </a:extLst>
          </p:cNvPr>
          <p:cNvSpPr txBox="1"/>
          <p:nvPr/>
        </p:nvSpPr>
        <p:spPr>
          <a:xfrm>
            <a:off x="381000" y="888075"/>
            <a:ext cx="12725400" cy="347998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8️⃣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Calculating the difference between two dates: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GetDifferenceInDays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(date1, date2,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includeEndDay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` calculates the number of 	days between two dates. Birthdate and Today's Date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9️⃣ Get the Current System Date: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Use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GetSystemDate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` to fetch the date from the system clock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10️⃣ Main Program: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Reads the birthdate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Fetches the current date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Displays the result in days</a:t>
            </a:r>
          </a:p>
        </p:txBody>
      </p:sp>
    </p:spTree>
    <p:extLst>
      <p:ext uri="{BB962C8B-B14F-4D97-AF65-F5344CB8AC3E}">
        <p14:creationId xmlns:p14="http://schemas.microsoft.com/office/powerpoint/2010/main" val="669611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Your Date of Birth: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Day? 20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Month? 5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Year? 1981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Your Age is : 16233 Day(s).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8BD117-85F9-F581-6BCF-D291225F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87D2CE-F3F4-6D4A-D490-25BCA2A32825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calculates the daily difference between two dates.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It uses the concept of daily addition and leap dates to ensure high accuracy.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Useful for time-related applications such as age calculations or calculating </a:t>
            </a:r>
            <a:r>
              <a:rPr lang="en-GB" sz="2400" spc="-17">
                <a:solidFill>
                  <a:schemeClr val="tx1"/>
                </a:solidFill>
                <a:latin typeface="Comic Sans MS"/>
              </a:rPr>
              <a:t>work 	periods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0551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2987</TotalTime>
  <Words>455</Words>
  <Application>Microsoft Office PowerPoint</Application>
  <PresentationFormat>Custom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287</cp:revision>
  <dcterms:created xsi:type="dcterms:W3CDTF">2025-12-09T17:44:59Z</dcterms:created>
  <dcterms:modified xsi:type="dcterms:W3CDTF">2026-01-16T18:33:39Z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