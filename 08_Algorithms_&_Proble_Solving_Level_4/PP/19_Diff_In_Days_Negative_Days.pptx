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57" r:id="rId2"/>
    <p:sldId id="257" r:id="rId3"/>
    <p:sldId id="333" r:id="rId4"/>
    <p:sldId id="352" r:id="rId5"/>
    <p:sldId id="339" r:id="rId6"/>
    <p:sldId id="356" r:id="rId7"/>
    <p:sldId id="347" r:id="rId8"/>
    <p:sldId id="346" r:id="rId9"/>
    <p:sldId id="354" r:id="rId10"/>
    <p:sldId id="313" r:id="rId11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53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Algorithms &amp; Problem-Solving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Algorithms &amp; Problem Solving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4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Diff In Days (Negative Days)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55665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goal is a program to calculate the difference between two dates (in days), 	taking into account the possibility that the difference will be negative if the 	second date is earlier than the first.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07DF29C-926B-B349-F7AB-619A974B3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07F8CC2-0D05-3A67-13C5-205C5D0C9370}"/>
              </a:ext>
            </a:extLst>
          </p:cNvPr>
          <p:cNvSpPr txBox="1"/>
          <p:nvPr/>
        </p:nvSpPr>
        <p:spPr>
          <a:xfrm>
            <a:off x="381000" y="888075"/>
            <a:ext cx="12352767" cy="323376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goal is a program that reads two dates from the user (day, month, year) and 	calculates the difference between them in days.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If the second date is older, the result is printed as negative.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difference can also be calculated with or without including the last day.</a:t>
            </a:r>
          </a:p>
        </p:txBody>
      </p:sp>
    </p:spTree>
    <p:extLst>
      <p:ext uri="{BB962C8B-B14F-4D97-AF65-F5344CB8AC3E}">
        <p14:creationId xmlns:p14="http://schemas.microsoft.com/office/powerpoint/2010/main" val="3725727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725400" cy="852752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Procedures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Defining the structure: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structure contains: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Day, Month, Year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Data input: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Functions to read the day, month, and year and group them into a variable of 		type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sDate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Leap year checking: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IsLeapYear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checks if the year is a leap year to adjust the number of days in 		February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Comparing dates: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IsDate1BeforeDate2() determine which is older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5️⃣ Number of days in a month: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NumberOfDaysInAMonth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returns the number of days, taking into account 		February and leap years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6️⃣ Increasing the day: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IncreaseDateByOneDay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increments the date by one day, jumping to the next 		month or year if needed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7️⃣ Swapping dates: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SwapDates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if the first date is newer, swaps it so that the first date is the 		newer one Oldest.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64B9FD-A89D-2BEC-B829-C13761866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6C04FFF-B5C6-6744-B938-A6840C95DD73}"/>
              </a:ext>
            </a:extLst>
          </p:cNvPr>
          <p:cNvSpPr txBox="1"/>
          <p:nvPr/>
        </p:nvSpPr>
        <p:spPr>
          <a:xfrm>
            <a:off x="381000" y="888075"/>
            <a:ext cx="12725400" cy="163332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8️⃣ Calculating the difference: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GetDifferenceInDays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()` calculates the number of days between the two dates.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If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includeEndDay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` is true, the end day is added to the difference.</a:t>
            </a:r>
          </a:p>
        </p:txBody>
      </p:sp>
    </p:spTree>
    <p:extLst>
      <p:ext uri="{BB962C8B-B14F-4D97-AF65-F5344CB8AC3E}">
        <p14:creationId xmlns:p14="http://schemas.microsoft.com/office/powerpoint/2010/main" val="2072611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39F685-28AF-C9C3-8B6F-8BFF452B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261E53-E7D3-546B-5B39-33EA8A9A6301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Date1 = 1/1/2000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Date2 = 1/1/2022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Difference is: 8036 Day(s)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Difference (Including End Day): 8037 Day(s)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Date1 = 1/1/2022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Date2 = 1/1/2000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Difference is: -8036 Day(s)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Difference (Including End Day): -8037 Day(s)</a:t>
            </a:r>
          </a:p>
        </p:txBody>
      </p:sp>
    </p:spTree>
    <p:extLst>
      <p:ext uri="{BB962C8B-B14F-4D97-AF65-F5344CB8AC3E}">
        <p14:creationId xmlns:p14="http://schemas.microsoft.com/office/powerpoint/2010/main" val="3744403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008DE3-7ED9-14E1-EF01-C2462BD0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2451880-3F00-EDE2-AE7E-D4D30EC29B95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program automatically returns the negative difference when reversing dates 	thanks to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SwapDates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function.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calculation is done by repeatedly incrementing the date until the second date is 	reached.</a:t>
            </a:r>
          </a:p>
        </p:txBody>
      </p:sp>
    </p:spTree>
    <p:extLst>
      <p:ext uri="{BB962C8B-B14F-4D97-AF65-F5344CB8AC3E}">
        <p14:creationId xmlns:p14="http://schemas.microsoft.com/office/powerpoint/2010/main" val="1049461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8BD117-85F9-F581-6BCF-D291225F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87D2CE-F3F4-6D4A-D490-25BCA2A32825}"/>
              </a:ext>
            </a:extLst>
          </p:cNvPr>
          <p:cNvSpPr txBox="1"/>
          <p:nvPr/>
        </p:nvSpPr>
        <p:spPr>
          <a:xfrm>
            <a:off x="381000" y="888075"/>
            <a:ext cx="12352767" cy="249510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program links time calculations with logical date </a:t>
            </a:r>
            <a:r>
              <a:rPr lang="en-GB" sz="2400" spc="-17">
                <a:solidFill>
                  <a:schemeClr val="tx1"/>
                </a:solidFill>
                <a:latin typeface="Comic Sans MS"/>
              </a:rPr>
              <a:t>comparisons.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It explains the concept of iteration by manually adding days.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It supports negative difference and flexible inclusion of the end date.</a:t>
            </a:r>
          </a:p>
        </p:txBody>
      </p:sp>
    </p:spTree>
    <p:extLst>
      <p:ext uri="{BB962C8B-B14F-4D97-AF65-F5344CB8AC3E}">
        <p14:creationId xmlns:p14="http://schemas.microsoft.com/office/powerpoint/2010/main" val="1510551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2996</TotalTime>
  <Words>470</Words>
  <Application>Microsoft Office PowerPoint</Application>
  <PresentationFormat>Custom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288</cp:revision>
  <dcterms:created xsi:type="dcterms:W3CDTF">2025-12-09T17:44:59Z</dcterms:created>
  <dcterms:modified xsi:type="dcterms:W3CDTF">2026-01-16T18:34:30Z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