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8" r:id="rId2"/>
    <p:sldId id="257" r:id="rId3"/>
    <p:sldId id="333" r:id="rId4"/>
    <p:sldId id="342" r:id="rId5"/>
    <p:sldId id="339" r:id="rId6"/>
    <p:sldId id="347" r:id="rId7"/>
    <p:sldId id="346" r:id="rId8"/>
    <p:sldId id="33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Number Of 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Days–Hours–Minutes–Seconds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 a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to create a program to calculate the number of days, hours, minutes, and 	seconds in a specific month of a specific year, as defined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7737A9-AB32-4756-AD77-A751F49B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AED49-D0E4-C08B-5871-46A936F8C83D}"/>
              </a:ext>
            </a:extLst>
          </p:cNvPr>
          <p:cNvSpPr txBox="1"/>
          <p:nvPr/>
        </p:nvSpPr>
        <p:spPr>
          <a:xfrm>
            <a:off x="381000" y="888075"/>
            <a:ext cx="12352767" cy="5326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asks the user to: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1️⃣ Enter the year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2️⃣ Enter the month number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Then it calculates the number of days in that month (taking into account whether it 	is a leap year or not), and then calculates: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Number of hours = Days × 24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Number of minutes = Hours × 60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Number of seconds = Minutes × 60</a:t>
            </a:r>
          </a:p>
        </p:txBody>
      </p:sp>
    </p:spTree>
    <p:extLst>
      <p:ext uri="{BB962C8B-B14F-4D97-AF65-F5344CB8AC3E}">
        <p14:creationId xmlns:p14="http://schemas.microsoft.com/office/powerpoint/2010/main" val="1960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74195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the year and returns it as a value.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Checks if the year is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📌 A leap year is divisible by 4 but not by 100, unless it is divisible by 400.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the month number.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getDaysInMonth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Specifies the number of days in a given month.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Months 1, 3, 5, 7, 8, 10, 12 → 31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Months 4, 6, 9, 11 → 30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 2 → 28 or 29 days depending on whether it's a leap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printMonthDetails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function calculates and displays the days, hours, minutes, and seconds to 		the user.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The main()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executes all the previous steps sequentially.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 to check?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 to check? 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Days in Month [2] is 29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Hours in Month [2] is 696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Minutes in Month [2] is 41760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Number of Seconds in Month [2] is 2505600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the user enters an invalid month number (greater than 12 or less than 1), the function will return the value 0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applies the concepts of: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Functions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Conditions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Arithmetic operations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switch-case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2924</TotalTime>
  <Words>456</Words>
  <Application>Microsoft Office PowerPoint</Application>
  <PresentationFormat>Custom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203</cp:revision>
  <dcterms:created xsi:type="dcterms:W3CDTF">2025-12-09T17:44:59Z</dcterms:created>
  <dcterms:modified xsi:type="dcterms:W3CDTF">2026-01-16T18:24:18Z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