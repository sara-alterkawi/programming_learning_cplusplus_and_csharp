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4" r:id="rId2"/>
    <p:sldId id="257" r:id="rId3"/>
    <p:sldId id="333" r:id="rId4"/>
    <p:sldId id="362" r:id="rId5"/>
    <p:sldId id="339" r:id="rId6"/>
    <p:sldId id="347" r:id="rId7"/>
    <p:sldId id="360" r:id="rId8"/>
    <p:sldId id="363" r:id="rId9"/>
    <p:sldId id="361" r:id="rId10"/>
    <p:sldId id="354" r:id="rId11"/>
    <p:sldId id="31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Count Overlap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60037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Struct: Represents a single date containing the day, month, and year.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sPeriod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Struct: Represents a time period containing: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StartDate: Start date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EndDate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: End date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enDateCompare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Enum: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To determine the relationship between two dates: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Before = -1 (Date before date)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Equal = 0 (Dates are equal)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After = 1 (Date after date)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7639BF-5B04-2CDB-F954-0E7B331A7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F03F9DF-291D-632D-CC20-FEEF616AD17D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Explanation: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This program reads two time periods (each period has a start date and an end date) 	and then calculates the number of days shared between the two periods 	(overlapping days).</a:t>
            </a:r>
          </a:p>
        </p:txBody>
      </p:sp>
    </p:spTree>
    <p:extLst>
      <p:ext uri="{BB962C8B-B14F-4D97-AF65-F5344CB8AC3E}">
        <p14:creationId xmlns:p14="http://schemas.microsoft.com/office/powerpoint/2010/main" val="109001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Read the first period (beginning and end)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Read the second period (beginning and end)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Check if there is any overlap between the two periods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If there is an overlap, calculate the number of days that overlap between them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Print the number of overlapping days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Enter Period 1: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Start Date: 1/1/2022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End Date: 10/1/2022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Enter Period 2: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Start Date: 5/1/2022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End Date: 30/12/2050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Overlap Days Count Is: 5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D2DA5C-3FA1-B573-C71C-4EB0D1A2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E30B4A0-FCAB-B2B1-6497-A129BB23A104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🧐 Explanation:</a:t>
            </a:r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is reviewed for each day within the shorter period, and is verified if 	that day falls within the second period.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Each overlapping day increases the number of shared days.</a:t>
            </a:r>
          </a:p>
        </p:txBody>
      </p:sp>
    </p:spTree>
    <p:extLst>
      <p:ext uri="{BB962C8B-B14F-4D97-AF65-F5344CB8AC3E}">
        <p14:creationId xmlns:p14="http://schemas.microsoft.com/office/powerpoint/2010/main" val="3652601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1E4B36C-0B8B-348A-29E9-BAAB3A29F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C4DBB08-6C32-5EEE-D64C-F03BF808F845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Comparison:</a:t>
            </a: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b="1" spc="-17" dirty="0">
                <a:solidFill>
                  <a:schemeClr val="tx1"/>
                </a:solidFill>
                <a:latin typeface="Comic Sans MS"/>
              </a:rPr>
              <a:t>Status						Result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No overlap						0 days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Partial overlap					Only overlapping days are counted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One period is within another			The entire smaller period is counted</a:t>
            </a:r>
          </a:p>
        </p:txBody>
      </p:sp>
    </p:spTree>
    <p:extLst>
      <p:ext uri="{BB962C8B-B14F-4D97-AF65-F5344CB8AC3E}">
        <p14:creationId xmlns:p14="http://schemas.microsoft.com/office/powerpoint/2010/main" val="329078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C4C884-4771-86CB-E73E-1C23CC6D3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13F1C83-3858-57B9-3003-D255623CC2E7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If the periods are reversed (start date after end date), the results will be 	incorrect. Make sure the dates are in the correct order first.</a:t>
            </a:r>
          </a:p>
        </p:txBody>
      </p:sp>
    </p:spTree>
    <p:extLst>
      <p:ext uri="{BB962C8B-B14F-4D97-AF65-F5344CB8AC3E}">
        <p14:creationId xmlns:p14="http://schemas.microsoft.com/office/powerpoint/2010/main" val="726810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accurately calculates the number of days overlapping between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two 	time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periods through a structured daily comparison.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is used in applications related to vacations, bookings, or time period analysis.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3035</TotalTime>
  <Words>392</Words>
  <Application>Microsoft Office PowerPoint</Application>
  <PresentationFormat>Custom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361</cp:revision>
  <dcterms:created xsi:type="dcterms:W3CDTF">2025-12-09T17:44:59Z</dcterms:created>
  <dcterms:modified xsi:type="dcterms:W3CDTF">2026-01-16T18:40:43Z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