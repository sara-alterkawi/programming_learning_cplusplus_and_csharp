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2" r:id="rId2"/>
    <p:sldId id="257" r:id="rId3"/>
    <p:sldId id="333" r:id="rId4"/>
    <p:sldId id="359" r:id="rId5"/>
    <p:sldId id="339" r:id="rId6"/>
    <p:sldId id="347" r:id="rId7"/>
    <p:sldId id="360" r:id="rId8"/>
    <p:sldId id="361" r:id="rId9"/>
    <p:sldId id="354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Overlap Periods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1727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A structure containing the day, month, and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sPeriod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A structure containing two dates: **StartDate** and **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** 	to represent a time period.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enDateCompare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Enum: An enumeration type that determines the result of 	comparing two dates: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Before = -1 (date before date)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Equal = 0 (dates equal)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After = 1 (date after date)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7150BE-6327-24EB-A65A-1C6B8C2F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771F4C4-0D10-F5AF-091A-2F65092FC920}"/>
              </a:ext>
            </a:extLst>
          </p:cNvPr>
          <p:cNvSpPr txBox="1"/>
          <p:nvPr/>
        </p:nvSpPr>
        <p:spPr>
          <a:xfrm>
            <a:off x="381000" y="888075"/>
            <a:ext cx="12352767" cy="6280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This program reads two time periods (Period1 and Period2) and checks if the two 	periods overlap (i.e., if they share a common time interval).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CompareDates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(date1, date2): Returns if the first date is before, after, or equal to 	the second.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IsOverlapPeriods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(period1, period2)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 Checks for overlap between the two periods 	according to the following logic: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CompareDates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 If the end of the second period is before the start of the 		first, there is no overlap.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CompareDates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 If the start of the second period is after the end of the 			first, there is no overlap.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Otherwise, there is an overlap.</a:t>
            </a:r>
          </a:p>
        </p:txBody>
      </p:sp>
    </p:spTree>
    <p:extLst>
      <p:ext uri="{BB962C8B-B14F-4D97-AF65-F5344CB8AC3E}">
        <p14:creationId xmlns:p14="http://schemas.microsoft.com/office/powerpoint/2010/main" val="141565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start and end dates of the first period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 the start and end dates of the second period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Call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IsOverlapPeriods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 to check for overlap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Print the appropriate result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Period 1: 1/2/2022	10/2/2022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Period 2: 5/2/2022	15/2/2022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Periods Overlap.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D2DA5C-3FA1-B573-C71C-4EB0D1A2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30B4A0-FCAB-B2B1-6497-A129BB23A104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Because the second period begins within the scope of the first period (between 	February 1st and 10th), there is a clear overlap.</a:t>
            </a:r>
          </a:p>
        </p:txBody>
      </p:sp>
    </p:spTree>
    <p:extLst>
      <p:ext uri="{BB962C8B-B14F-4D97-AF65-F5344CB8AC3E}">
        <p14:creationId xmlns:p14="http://schemas.microsoft.com/office/powerpoint/2010/main" val="3652601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C4C884-4771-86CB-E73E-1C23CC6D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3F1C83-3858-57B9-3003-D255623CC2E7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one period ends exactly before the other begins, the result will be "No Overlap"</a:t>
            </a:r>
          </a:p>
        </p:txBody>
      </p:sp>
    </p:spTree>
    <p:extLst>
      <p:ext uri="{BB962C8B-B14F-4D97-AF65-F5344CB8AC3E}">
        <p14:creationId xmlns:p14="http://schemas.microsoft.com/office/powerpoint/2010/main" val="72681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determines if there is a time overlap between two periods using logical 	date comparison.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relies on comparing the start and end dates of each period. ✅ It does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not 	depend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on pre-built libraries but on logical time calculations based on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manually 	entered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values.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3023</TotalTime>
  <Words>418</Words>
  <Application>Microsoft Office PowerPoint</Application>
  <PresentationFormat>Custom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336</cp:revision>
  <dcterms:created xsi:type="dcterms:W3CDTF">2025-12-09T17:44:59Z</dcterms:created>
  <dcterms:modified xsi:type="dcterms:W3CDTF">2026-01-16T18:39:10Z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