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64" r:id="rId2"/>
    <p:sldId id="257" r:id="rId3"/>
    <p:sldId id="333" r:id="rId4"/>
    <p:sldId id="362" r:id="rId5"/>
    <p:sldId id="339" r:id="rId6"/>
    <p:sldId id="363" r:id="rId7"/>
    <p:sldId id="347" r:id="rId8"/>
    <p:sldId id="354" r:id="rId9"/>
    <p:sldId id="313" r:id="rId10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1131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FormatDate</a:t>
            </a:r>
            <a:endParaRPr lang="en-GB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64953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A program that reads a date from the user in text format, such as 31/12/2022, and 	then displays it in several different formats depending on the required format, 	such as: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31/12/2022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2022/31/12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12-31-2022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Day: 31, Month: 12, Year: 2022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7639BF-5B04-2CDB-F954-0E7B331A7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F03F9DF-291D-632D-CC20-FEEF616AD17D}"/>
              </a:ext>
            </a:extLst>
          </p:cNvPr>
          <p:cNvSpPr txBox="1"/>
          <p:nvPr/>
        </p:nvSpPr>
        <p:spPr>
          <a:xfrm>
            <a:off x="381000" y="888075"/>
            <a:ext cx="12352767" cy="255665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Explanation: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program's objective is to customize the date display using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FormateDate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	function, which relies on replacing symbols within the text (dd, mm,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yyyy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) with 	the day, month, and year values ​​from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structure.</a:t>
            </a:r>
          </a:p>
        </p:txBody>
      </p:sp>
    </p:spTree>
    <p:extLst>
      <p:ext uri="{BB962C8B-B14F-4D97-AF65-F5344CB8AC3E}">
        <p14:creationId xmlns:p14="http://schemas.microsoft.com/office/powerpoint/2010/main" val="1090011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725400" cy="778885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struct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Definition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Contains three elements: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Day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Month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Year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SplitString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Definition: Splits string into parts based on a specific parameter (such as "/")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💡 Used to extract the day, month, and year from the input string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StringToDate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Definition: Converts the string dd/mm/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yyyy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to a variable of type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sDate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Depends on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SplitString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function and then uses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stoi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to convert the string to 		integers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DateToString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Definition: Converts the date structure to text in the format "dd/mm/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yyyy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"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ReplaceWordInString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Definition: Replaces each occurrence of a word within a string with another 		word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💡 Used here to replace dd, mm, and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yyyy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with the actual values For Dates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A72F979-469B-0E1E-639D-F2931D510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BB48667-EF01-5ADA-F30D-B89BE6A85816}"/>
              </a:ext>
            </a:extLst>
          </p:cNvPr>
          <p:cNvSpPr txBox="1"/>
          <p:nvPr/>
        </p:nvSpPr>
        <p:spPr>
          <a:xfrm>
            <a:off x="381000" y="888075"/>
            <a:ext cx="12725400" cy="421865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6️⃣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FormateDate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Definition: Creates a date in a user-defined format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Takes two parameters: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date (the date itself)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string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dateFormat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(the desired format, such as "mm-dd-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yyyy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")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📌 Note: If the user does not specify a format, "dd/mm/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yyyy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" is used as the 	default format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7️⃣ The Main()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Requires the user to enter a date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Converts it to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sDate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Prints multiple date formats using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FormateDate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998260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39F685-28AF-C9C3-8B6F-8BFF452B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261E53-E7D3-546B-5B39-33EA8A9A6301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Date dd/mm/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yyyy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? 31/12/2022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31/12/2022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2022/31/12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12/31/2022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12-31-2022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31-12-2022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Day:31, Month:12, Year:2022</a:t>
            </a:r>
          </a:p>
        </p:txBody>
      </p:sp>
    </p:spTree>
    <p:extLst>
      <p:ext uri="{BB962C8B-B14F-4D97-AF65-F5344CB8AC3E}">
        <p14:creationId xmlns:p14="http://schemas.microsoft.com/office/powerpoint/2010/main" val="3744403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8BD117-85F9-F581-6BCF-D291225F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87D2CE-F3F4-6D4A-D490-25BCA2A32825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program explains the concept of output formatting.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It relies on converting between text and structure.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It can be used to display dates in different formats according to system or </a:t>
            </a:r>
            <a:r>
              <a:rPr lang="en-GB" sz="2400" spc="-17">
                <a:solidFill>
                  <a:schemeClr val="tx1"/>
                </a:solidFill>
                <a:latin typeface="Comic Sans MS"/>
              </a:rPr>
              <a:t>user 	requirements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0551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3044</TotalTime>
  <Words>457</Words>
  <Application>Microsoft Office PowerPoint</Application>
  <PresentationFormat>Custom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378</cp:revision>
  <dcterms:created xsi:type="dcterms:W3CDTF">2025-12-09T17:44:59Z</dcterms:created>
  <dcterms:modified xsi:type="dcterms:W3CDTF">2026-01-16T18:42:40Z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