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2" r:id="rId2"/>
    <p:sldId id="257" r:id="rId3"/>
    <p:sldId id="333" r:id="rId4"/>
    <p:sldId id="360" r:id="rId5"/>
    <p:sldId id="339" r:id="rId6"/>
    <p:sldId id="357" r:id="rId7"/>
    <p:sldId id="347" r:id="rId8"/>
    <p:sldId id="358" r:id="rId9"/>
    <p:sldId id="361" r:id="rId10"/>
    <p:sldId id="354" r:id="rId11"/>
    <p:sldId id="31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Calculate Vacation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to create a C++ program that calculates the actual number of vacation 	days between two dates (from – to), excluding weekends (Friday and Saturday) 	from the calculation.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072060-B654-2BA8-CAFF-47BF1B54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408CE58-51A5-8299-1E0B-2ED6A923CC38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uses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 data structure to represent the date, and 	includes several helper functions to perform time operations.</a:t>
            </a:r>
          </a:p>
        </p:txBody>
      </p:sp>
    </p:spTree>
    <p:extLst>
      <p:ext uri="{BB962C8B-B14F-4D97-AF65-F5344CB8AC3E}">
        <p14:creationId xmlns:p14="http://schemas.microsoft.com/office/powerpoint/2010/main" val="155214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852752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the dates from the user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ReadFullDate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Reads the day, month, and year and returns an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object for 		both the start and end dates.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Check for leap years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Used to calculate the number of days in February (29 instead of 28 in a leap 		year).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Determine the number of days in a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(month, year)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Used to determine the end of the month in subsequent functions.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Increment a date by one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IncreaseDateByOneDay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Used to increment a day during a holiday.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Determine the day of the week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DayOfWeekOrder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(day, month, year)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Returns the day order (0 for Sunday, 6 for Saturday).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DayShortName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Returns Abbreviated day name (e.g., Sun, Mon...)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Day type check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IsWeekEnd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 checks if it's Friday or Saturday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IsBusinessDay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 checks if it's a workday (Sunday to Thursday)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0FAFFC-508F-C9D5-07BC-999C572C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A4828C9-26DA-2480-6DA1-C266CE026AF0}"/>
              </a:ext>
            </a:extLst>
          </p:cNvPr>
          <p:cNvSpPr txBox="1"/>
          <p:nvPr/>
        </p:nvSpPr>
        <p:spPr>
          <a:xfrm>
            <a:off x="381000" y="888075"/>
            <a:ext cx="12725400" cy="237199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Actual vacation days calculation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CalculateVacationDays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dateFrom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dateTo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Starts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dateFrom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to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dateTo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For each day, the following is checked: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If it's a workday, it's added to the counter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Then it moves to the next day</a:t>
            </a:r>
          </a:p>
        </p:txBody>
      </p:sp>
    </p:spTree>
    <p:extLst>
      <p:ext uri="{BB962C8B-B14F-4D97-AF65-F5344CB8AC3E}">
        <p14:creationId xmlns:p14="http://schemas.microsoft.com/office/powerpoint/2010/main" val="669611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Vacation Starts: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9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Vacation Ends: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5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9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2022</a:t>
            </a:r>
          </a:p>
          <a:p>
            <a:pPr rtl="0"/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Vaction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From: Thu, 1/9/2022</a:t>
            </a:r>
          </a:p>
          <a:p>
            <a:pPr rtl="0"/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Vaction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To: Mon, 5/9/2022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Actual Vacation Days is: 2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46FBA0-CA86-0C90-83F0-8596B019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C14B516-A462-99B8-CACA-D39B6D510B70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count excludes weekends.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calculates the days between the two dates, excluding the last day if it 	is not a workday.</a:t>
            </a:r>
          </a:p>
        </p:txBody>
      </p:sp>
    </p:spTree>
    <p:extLst>
      <p:ext uri="{BB962C8B-B14F-4D97-AF65-F5344CB8AC3E}">
        <p14:creationId xmlns:p14="http://schemas.microsoft.com/office/powerpoint/2010/main" val="3153464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B4D022-BCBD-BEF6-9F4B-66DE9A1D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9C8F2C2-F23D-1771-0364-A7D40F0D1CB1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Explanation:</a:t>
            </a:r>
          </a:p>
          <a:p>
            <a:pPr rtl="0"/>
            <a:endParaRPr lang="en-GB" sz="40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Thursday (1/9) = Working day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Friday and Saturday are holidays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Sunday and Monday are working days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Total = 2 working days</a:t>
            </a:r>
          </a:p>
        </p:txBody>
      </p:sp>
    </p:spTree>
    <p:extLst>
      <p:ext uri="{BB962C8B-B14F-4D97-AF65-F5344CB8AC3E}">
        <p14:creationId xmlns:p14="http://schemas.microsoft.com/office/powerpoint/2010/main" val="3340641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32337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applies the following concepts: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Working with date structures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Checking the day type (work/holiday)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loops and helper functions to calculate time differences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Practical application of conditional logic skills in programming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3008</TotalTime>
  <Words>527</Words>
  <Application>Microsoft Office PowerPoint</Application>
  <PresentationFormat>Custom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311</cp:revision>
  <dcterms:created xsi:type="dcterms:W3CDTF">2025-12-09T17:44:59Z</dcterms:created>
  <dcterms:modified xsi:type="dcterms:W3CDTF">2026-01-16T18:36:40Z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