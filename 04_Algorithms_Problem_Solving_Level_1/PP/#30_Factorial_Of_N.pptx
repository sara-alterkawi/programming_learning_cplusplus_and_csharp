
<file path=[Content_Types].xml><?xml version="1.0" encoding="utf-8"?>
<Types xmlns="http://schemas.openxmlformats.org/package/2006/content-types">
  <Default Extension="jpg" ContentType="image/jpe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png" ContentType="image/png"/>
  <Default Extension="wmf" ContentType="image/x-wmf"/>
  <Override PartName="/ppt/presentation.xml" ContentType="application/vnd.openxmlformats-officedocument.presentationml.presentation.main+xml"/>
  <Override PartName="/ppt/slideLayouts/slideLayout5.xml" ContentType="application/vnd.openxmlformats-officedocument.presentationml.slideLayout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docProps/app.xml" ContentType="application/vnd.openxmlformats-officedocument.extended-properties+xml"/>
  <Override PartName="/ppt/viewProps.xml" ContentType="application/vnd.openxmlformats-officedocument.presentationml.viewProps+xml"/>
  <Override PartName="/docProps/custom.xml" ContentType="application/vnd.openxmlformats-officedocument.custom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slides/slide1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11.xml" ContentType="application/vnd.openxmlformats-officedocument.presentationml.notesSlide+xml"/>
  <Override PartName="/ppt/notesSlides/notesSlide8.xml" ContentType="application/vnd.openxmlformats-officedocument.presentationml.notesSlide+xml"/>
  <Override PartName="/ppt/slides/slide11.xml" ContentType="application/vnd.openxmlformats-officedocument.presentationml.slide+xml"/>
  <Override PartName="/ppt/slides/slide8.xml" ContentType="application/vnd.openxmlformats-officedocument.presentationml.slide+xml"/>
  <Override PartName="/ppt/notesSlides/notesSlide10.xml" ContentType="application/vnd.openxmlformats-officedocument.presentationml.notes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slides/slide9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3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sldMasterIdLst>
    <p:sldMasterId id="2147483648" r:id="rId1"/>
  </p:sldMasterIdLst>
  <p:notesMasterIdLst>
    <p:notesMasterId r:id="rId15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3411200" cy="10058400"/>
  <p:notesSz cx="7772400" cy="10058400"/>
  <p:defaultTextStyle>
    <a:defPPr>
      <a:defRPr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41" d="100"/>
          <a:sy n="41" d="100"/>
        </p:scale>
        <p:origin x="54" y="771"/>
      </p:cViewPr>
      <p:guideLst>
        <p:guide pos="2880" orient="horz"/>
        <p:guide pos="3727"/>
      </p:guideLst>
    </p:cSldViewPr>
  </p:slide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theme" Target="theme/theme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 /><Relationship Id="rId17" Type="http://schemas.openxmlformats.org/officeDocument/2006/relationships/tableStyles" Target="tableStyles.xml" /><Relationship Id="rId18" Type="http://schemas.openxmlformats.org/officeDocument/2006/relationships/viewProps" Target="viewProps.xml" /></Relationships>
</file>

<file path=ppt/notesMasters/_rels/notesMaster1.xml.rels><?xml version="1.0" encoding="UTF-8" standalone="yes"?>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 name=""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82913827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364070006" name="Date Placeholder 2"/>
          <p:cNvSpPr>
            <a:spLocks noGrp="1"/>
          </p:cNvSpPr>
          <p:nvPr>
            <p:ph type="dt" idx="2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244280148" name="Date Placeholder 2"/>
          <p:cNvSpPr>
            <a:spLocks noGrp="1"/>
          </p:cNvSpPr>
          <p:nvPr>
            <p:ph type="dt" idx="3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184297759" name="Notes Placeholder 4"/>
          <p:cNvSpPr>
            <a:spLocks noGrp="1"/>
          </p:cNvSpPr>
          <p:nvPr>
            <p:ph type="body" sz="quarter" idx="1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/>
          </a:p>
        </p:txBody>
      </p:sp>
      <p:sp>
        <p:nvSpPr>
          <p:cNvPr id="1539538355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/>
          </a:p>
        </p:txBody>
      </p:sp>
      <p:sp>
        <p:nvSpPr>
          <p:cNvPr id="757486617" name="Slide Number Placeholder 6"/>
          <p:cNvSpPr>
            <a:spLocks noGrp="1"/>
          </p:cNvSpPr>
          <p:nvPr>
            <p:ph type="sldNum" sz="quarter" idx="10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 ?>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 ?>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 ?>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 ?>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 ?>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 ?>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 ?>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 ?>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 ?>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5858006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742260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46822030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AB30386-858D-E7F8-9EC1-96526C89403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48913790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848515886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6408074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9650235-5017-31DA-ADE7-2E5720A08C55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4033026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101152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83434738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D930BF87-D410-C3C8-7416-04E7AB6F2790}" type="slidenum">
              <a:rPr/>
              <a:t>3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6918243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95106272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5149359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9126086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7364391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7975734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EEEE434-A53A-77D6-A1A1-76816A380033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6223812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48682858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41264152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AED4B15E-DC1D-871B-195A-409A7609C31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8970816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140189272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8998228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6FB780D0-01FC-1E82-7F28-775DCD58CC27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84984557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016185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96837030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38F9459-2AB7-7A11-3614-6196561F7B41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47358741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2349449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28475567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8C46612F-4D71-E8FE-73F2-51D32A4C3E49}" type="slidenum">
              <a:rPr/>
              <a:t>10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45350253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991086338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48223441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D3E466E-FDE0-677F-9612-EA45582FD9CD}" type="slidenum">
              <a:rPr/>
              <a:t>11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3384819" name="Slide Image Placeholder 1"/>
          <p:cNvSpPr>
            <a:spLocks noChangeAspect="1" noGrp="1" noRot="1"/>
          </p:cNvSpPr>
          <p:nvPr>
            <p:ph type="sldImg"/>
          </p:nvPr>
        </p:nvSpPr>
        <p:spPr bwMode="auto"/>
      </p:sp>
      <p:sp>
        <p:nvSpPr>
          <p:cNvPr id="875698420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692104734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59DFAF6-37CE-40E2-747A-C584C149C0F7}" type="slidenum">
              <a:rPr/>
              <a:t>12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5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itle Slide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60096342" name="Holder 2"/>
          <p:cNvSpPr>
            <a:spLocks noGrp="1"/>
          </p:cNvSpPr>
          <p:nvPr>
            <p:ph type="ctrTitle"/>
          </p:nvPr>
        </p:nvSpPr>
        <p:spPr bwMode="auto">
          <a:xfrm>
            <a:off x="1005840" y="3118104"/>
            <a:ext cx="11399520" cy="9028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41463625" name="Holder 3"/>
          <p:cNvSpPr>
            <a:spLocks noGrp="1"/>
          </p:cNvSpPr>
          <p:nvPr>
            <p:ph type="subTitle" idx="4"/>
          </p:nvPr>
        </p:nvSpPr>
        <p:spPr bwMode="auto">
          <a:xfrm>
            <a:off x="2011680" y="5632706"/>
            <a:ext cx="9387840" cy="47795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039369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83784414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599532181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and Content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99745539" name="bg object 16"/>
          <p:cNvSpPr/>
          <p:nvPr/>
        </p:nvSpPr>
        <p:spPr bwMode="auto">
          <a:xfrm>
            <a:off x="331334" y="2514600"/>
            <a:ext cx="12753788" cy="4142104"/>
          </a:xfrm>
          <a:custGeom>
            <a:avLst/>
            <a:gdLst/>
            <a:ahLst/>
            <a:cxnLst/>
            <a:rect l="l" t="t" r="r" b="b"/>
            <a:pathLst>
              <a:path w="7391400" h="4142104" fill="norm" stroke="1" extrusionOk="0">
                <a:moveTo>
                  <a:pt x="0" y="4141597"/>
                </a:moveTo>
                <a:lnTo>
                  <a:pt x="7391146" y="4141597"/>
                </a:lnTo>
                <a:lnTo>
                  <a:pt x="7391146" y="0"/>
                </a:lnTo>
                <a:lnTo>
                  <a:pt x="0" y="0"/>
                </a:lnTo>
                <a:lnTo>
                  <a:pt x="0" y="4141597"/>
                </a:lnTo>
                <a:close/>
              </a:path>
            </a:pathLst>
          </a:custGeom>
          <a:ln w="12192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519527833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630119223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5"/>
            <a:ext cx="7643506" cy="477951"/>
          </a:xfrm>
        </p:spPr>
        <p:txBody>
          <a:bodyPr lIns="0" tIns="0" rIns="0" bIns="0"/>
          <a:lstStyle>
            <a:lvl1pPr>
              <a:defRPr sz="31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17668758" name="Holder 4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79535311" name="Holder 5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898985235" name="Holder 6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Two Content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98518659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331423303" name="Holder 3"/>
          <p:cNvSpPr>
            <a:spLocks noGrp="1"/>
          </p:cNvSpPr>
          <p:nvPr>
            <p:ph sz="half" idx="2"/>
          </p:nvPr>
        </p:nvSpPr>
        <p:spPr bwMode="auto">
          <a:xfrm>
            <a:off x="670560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07280221" name="Holder 4"/>
          <p:cNvSpPr>
            <a:spLocks noGrp="1"/>
          </p:cNvSpPr>
          <p:nvPr>
            <p:ph sz="half" idx="3"/>
          </p:nvPr>
        </p:nvSpPr>
        <p:spPr bwMode="auto">
          <a:xfrm>
            <a:off x="6906768" y="2313434"/>
            <a:ext cx="5833872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>
              <a:defRPr/>
            </a:pPr>
            <a:endParaRPr/>
          </a:p>
        </p:txBody>
      </p:sp>
      <p:sp>
        <p:nvSpPr>
          <p:cNvPr id="1786775944" name="Holder 5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754706102" name="Holder 6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268533418" name="Holder 7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0" type="obj" userDrawn="1">
  <p:cSld name="Title Only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1445098795" name="bg object 16"/>
          <p:cNvPicPr/>
          <p:nvPr/>
        </p:nvPicPr>
        <p:blipFill rotWithShape="1">
          <a:blip r:embed="rId2"/>
          <a:stretch/>
        </p:blipFill>
        <p:spPr bwMode="auto">
          <a:xfrm>
            <a:off x="3" y="2209800"/>
            <a:ext cx="13411198" cy="5081016"/>
          </a:xfrm>
          <a:prstGeom prst="rect">
            <a:avLst/>
          </a:prstGeom>
        </p:spPr>
      </p:pic>
      <p:sp>
        <p:nvSpPr>
          <p:cNvPr id="2067983258" name="bg object 17"/>
          <p:cNvSpPr/>
          <p:nvPr/>
        </p:nvSpPr>
        <p:spPr bwMode="auto">
          <a:xfrm>
            <a:off x="105186" y="3901439"/>
            <a:ext cx="13306014" cy="789940"/>
          </a:xfrm>
          <a:custGeom>
            <a:avLst/>
            <a:gdLst/>
            <a:ahLst/>
            <a:cxnLst/>
            <a:rect l="l" t="t" r="r" b="b"/>
            <a:pathLst>
              <a:path w="7711440" h="789939" fill="norm" stroke="1" extrusionOk="0">
                <a:moveTo>
                  <a:pt x="0" y="789431"/>
                </a:moveTo>
                <a:lnTo>
                  <a:pt x="7711440" y="789431"/>
                </a:lnTo>
                <a:lnTo>
                  <a:pt x="7711440" y="0"/>
                </a:lnTo>
                <a:lnTo>
                  <a:pt x="0" y="0"/>
                </a:lnTo>
                <a:lnTo>
                  <a:pt x="0" y="789431"/>
                </a:lnTo>
                <a:close/>
              </a:path>
            </a:pathLst>
          </a:custGeom>
          <a:ln w="12191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pPr>
              <a:defRPr/>
            </a:pPr>
            <a:endParaRPr/>
          </a:p>
        </p:txBody>
      </p:sp>
      <p:sp>
        <p:nvSpPr>
          <p:cNvPr id="1401030984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902876"/>
          </a:xfrm>
        </p:spPr>
        <p:txBody>
          <a:bodyPr lIns="0" tIns="0" rIns="0" bIns="0"/>
          <a:lstStyle>
            <a:lvl1pPr>
              <a:defRPr sz="585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077215953" name="Holder 3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07154020" name="Holder 4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864345905" name="Holder 5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matchingName="" preserve="1" showMasterPhAnim="0" showMasterSp="1" type="obj" userDrawn="1">
  <p:cSld name="Blank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77821796" name="Holder 2"/>
          <p:cNvSpPr>
            <a:spLocks noGrp="1"/>
          </p:cNvSpPr>
          <p:nvPr>
            <p:ph type="ftr" sz="quarter" idx="5"/>
          </p:nvPr>
        </p:nvSpPr>
        <p:spPr bwMode="auto"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133527043" name="Holder 3"/>
          <p:cNvSpPr>
            <a:spLocks noGrp="1"/>
          </p:cNvSpPr>
          <p:nvPr>
            <p:ph type="dt" sz="half" idx="6"/>
          </p:nvPr>
        </p:nvSpPr>
        <p:spPr bwMode="auto"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942040937" name="Holder 4"/>
          <p:cNvSpPr>
            <a:spLocks noGrp="1"/>
          </p:cNvSpPr>
          <p:nvPr>
            <p:ph type="sldNum" sz="quarter" idx="7"/>
          </p:nvPr>
        </p:nvSpPr>
        <p:spPr bwMode="auto"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preserve="0">
  <p:cSld name="">
    <p:bg>
      <p:bgPr shadeToTitle="0">
        <a:solidFill>
          <a:schemeClr val="bg1"/>
        </a:solidFill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45426797" name="Holder 2"/>
          <p:cNvSpPr>
            <a:spLocks noGrp="1"/>
          </p:cNvSpPr>
          <p:nvPr>
            <p:ph type="title"/>
          </p:nvPr>
        </p:nvSpPr>
        <p:spPr bwMode="auto">
          <a:xfrm>
            <a:off x="4117587" y="3823463"/>
            <a:ext cx="7712317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4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460700564" name="Holder 3"/>
          <p:cNvSpPr>
            <a:spLocks noGrp="1"/>
          </p:cNvSpPr>
          <p:nvPr>
            <p:ph type="body" idx="1"/>
          </p:nvPr>
        </p:nvSpPr>
        <p:spPr bwMode="auto">
          <a:xfrm>
            <a:off x="617089" y="3228213"/>
            <a:ext cx="764350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551370970" name="Holder 4"/>
          <p:cNvSpPr>
            <a:spLocks noGrp="1"/>
          </p:cNvSpPr>
          <p:nvPr>
            <p:ph type="ftr" sz="quarter" idx="5"/>
          </p:nvPr>
        </p:nvSpPr>
        <p:spPr bwMode="auto">
          <a:xfrm>
            <a:off x="4559808" y="9354314"/>
            <a:ext cx="4291584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/>
          </a:p>
        </p:txBody>
      </p:sp>
      <p:sp>
        <p:nvSpPr>
          <p:cNvPr id="1860142534" name="Holder 5"/>
          <p:cNvSpPr>
            <a:spLocks noGrp="1"/>
          </p:cNvSpPr>
          <p:nvPr>
            <p:ph type="dt" sz="half" idx="6"/>
          </p:nvPr>
        </p:nvSpPr>
        <p:spPr bwMode="auto">
          <a:xfrm>
            <a:off x="670560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1D8BD707-D9CF-40AE-B4C6-C98DA3205C09}" type="datetimeFigureOut">
              <a:rPr lang="en-US"/>
              <a:t>9/15/2026</a:t>
            </a:fld>
            <a:endParaRPr lang="en-US"/>
          </a:p>
        </p:txBody>
      </p:sp>
      <p:sp>
        <p:nvSpPr>
          <p:cNvPr id="1073754209" name="Holder 6"/>
          <p:cNvSpPr>
            <a:spLocks noGrp="1"/>
          </p:cNvSpPr>
          <p:nvPr>
            <p:ph type="sldNum" sz="quarter" idx="7"/>
          </p:nvPr>
        </p:nvSpPr>
        <p:spPr bwMode="auto">
          <a:xfrm>
            <a:off x="9656064" y="9354314"/>
            <a:ext cx="3084576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fld id="{B6F15528-21DE-4FAA-801E-634DDDAF4B2B}" type="slidenum">
              <a:rPr/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788842">
        <a:defRPr>
          <a:latin typeface="+mn-lt"/>
          <a:ea typeface="+mn-ea"/>
          <a:cs typeface="+mn-cs"/>
        </a:defRPr>
      </a:lvl2pPr>
      <a:lvl3pPr marL="1577682">
        <a:defRPr>
          <a:latin typeface="+mn-lt"/>
          <a:ea typeface="+mn-ea"/>
          <a:cs typeface="+mn-cs"/>
        </a:defRPr>
      </a:lvl3pPr>
      <a:lvl4pPr marL="2366523">
        <a:defRPr>
          <a:latin typeface="+mn-lt"/>
          <a:ea typeface="+mn-ea"/>
          <a:cs typeface="+mn-cs"/>
        </a:defRPr>
      </a:lvl4pPr>
      <a:lvl5pPr marL="3155365">
        <a:defRPr>
          <a:latin typeface="+mn-lt"/>
          <a:ea typeface="+mn-ea"/>
          <a:cs typeface="+mn-cs"/>
        </a:defRPr>
      </a:lvl5pPr>
      <a:lvl6pPr marL="3944206">
        <a:defRPr>
          <a:latin typeface="+mn-lt"/>
          <a:ea typeface="+mn-ea"/>
          <a:cs typeface="+mn-cs"/>
        </a:defRPr>
      </a:lvl6pPr>
      <a:lvl7pPr marL="4733048">
        <a:defRPr>
          <a:latin typeface="+mn-lt"/>
          <a:ea typeface="+mn-ea"/>
          <a:cs typeface="+mn-cs"/>
        </a:defRPr>
      </a:lvl7pPr>
      <a:lvl8pPr marL="5521888">
        <a:defRPr>
          <a:latin typeface="+mn-lt"/>
          <a:ea typeface="+mn-ea"/>
          <a:cs typeface="+mn-cs"/>
        </a:defRPr>
      </a:lvl8pPr>
      <a:lvl9pPr marL="631073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3349075" name="object 46"/>
          <p:cNvSpPr txBox="1">
            <a:spLocks noGrp="1"/>
          </p:cNvSpPr>
          <p:nvPr>
            <p:ph type="sldNum" sz="quarter" idx="7"/>
          </p:nvPr>
        </p:nvSpPr>
        <p:spPr bwMode="auto">
          <a:xfrm>
            <a:off x="22501110" y="12821186"/>
            <a:ext cx="518023" cy="2949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65742">
              <a:lnSpc>
                <a:spcPts val="2260"/>
              </a:lnSpc>
              <a:defRPr/>
            </a:pPr>
            <a:fld id="{81D60167-4931-47E6-BA6A-407CBD079E47}" type="slidenum">
              <a:rPr spc="-86"/>
              <a:t>1</a:t>
            </a:fld>
            <a:endParaRPr spc="-86"/>
          </a:p>
        </p:txBody>
      </p:sp>
      <p:pic>
        <p:nvPicPr>
          <p:cNvPr id="1510062084" name="object 25"/>
          <p:cNvPicPr/>
          <p:nvPr/>
        </p:nvPicPr>
        <p:blipFill rotWithShape="1">
          <a:blip r:embed="rId3"/>
          <a:srcRect l="0" t="17" r="0" b="16"/>
          <a:stretch/>
        </p:blipFill>
        <p:spPr bwMode="auto">
          <a:xfrm>
            <a:off x="1" y="457200"/>
            <a:ext cx="13411199" cy="9021482"/>
          </a:xfrm>
          <a:prstGeom prst="rect">
            <a:avLst/>
          </a:prstGeom>
        </p:spPr>
      </p:pic>
      <p:sp>
        <p:nvSpPr>
          <p:cNvPr id="1710849248" name="object 30"/>
          <p:cNvSpPr txBox="1"/>
          <p:nvPr/>
        </p:nvSpPr>
        <p:spPr bwMode="auto">
          <a:xfrm>
            <a:off x="0" y="1143000"/>
            <a:ext cx="12835533" cy="3151737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sv-SE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en-GB" sz="6000" b="1">
                <a:solidFill>
                  <a:schemeClr val="bg1"/>
                </a:solidFill>
                <a:latin typeface="Comic Sans MS"/>
                <a:cs typeface="Comic Sans MS"/>
              </a:rPr>
              <a:t>Level 1</a:t>
            </a:r>
            <a:endParaRPr lang="sv-SE" sz="6000" b="1">
              <a:solidFill>
                <a:schemeClr val="bg1"/>
              </a:solidFill>
              <a:latin typeface="Comic Sans MS"/>
              <a:cs typeface="Comic Sans MS"/>
            </a:endParaRPr>
          </a:p>
          <a:p>
            <a:pPr marL="2786346" algn="ctr">
              <a:spcBef>
                <a:spcPts val="670"/>
              </a:spcBef>
              <a:defRPr/>
            </a:pPr>
            <a:endParaRPr lang="sv-SE"/>
          </a:p>
          <a:p>
            <a:pPr marL="2786346" algn="ctr">
              <a:spcBef>
                <a:spcPts val="671"/>
              </a:spcBef>
              <a:defRPr/>
            </a:pP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Factorial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6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6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grpSp>
        <p:nvGrpSpPr>
          <p:cNvPr id="453686444" name="object 2"/>
          <p:cNvGrpSpPr/>
          <p:nvPr/>
        </p:nvGrpSpPr>
        <p:grpSpPr bwMode="auto">
          <a:xfrm>
            <a:off x="-10957" y="645359"/>
            <a:ext cx="13422157" cy="8767682"/>
            <a:chOff x="0" y="2209800"/>
            <a:chExt cx="7778750" cy="5081270"/>
          </a:xfrm>
        </p:grpSpPr>
        <p:pic>
          <p:nvPicPr>
            <p:cNvPr id="3" name="object 3"/>
            <p:cNvPicPr/>
            <p:nvPr/>
          </p:nvPicPr>
          <p:blipFill rotWithShape="1">
            <a:blip r:embed="rId3"/>
            <a:stretch/>
          </p:blipFill>
          <p:spPr bwMode="auto">
            <a:xfrm>
              <a:off x="0" y="2209800"/>
              <a:ext cx="7772399" cy="5081016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 bwMode="auto">
            <a:xfrm>
              <a:off x="60960" y="3901439"/>
              <a:ext cx="7711440" cy="1264919"/>
            </a:xfrm>
            <a:custGeom>
              <a:avLst/>
              <a:gdLst/>
              <a:ahLst/>
              <a:cxnLst/>
              <a:rect l="l" t="t" r="r" b="b"/>
              <a:pathLst>
                <a:path w="7711440" h="1264920" fill="norm" stroke="1" extrusionOk="0">
                  <a:moveTo>
                    <a:pt x="0" y="1264919"/>
                  </a:moveTo>
                  <a:lnTo>
                    <a:pt x="7711440" y="1264919"/>
                  </a:lnTo>
                  <a:lnTo>
                    <a:pt x="7711440" y="0"/>
                  </a:lnTo>
                  <a:lnTo>
                    <a:pt x="0" y="0"/>
                  </a:lnTo>
                  <a:lnTo>
                    <a:pt x="0" y="1264919"/>
                  </a:lnTo>
                  <a:close/>
                </a:path>
              </a:pathLst>
            </a:custGeom>
            <a:grpFill/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pPr>
                <a:defRPr/>
              </a:pPr>
              <a:endParaRPr/>
            </a:p>
          </p:txBody>
        </p:sp>
      </p:grpSp>
      <p:sp>
        <p:nvSpPr>
          <p:cNvPr id="476435506" name="object 8"/>
          <p:cNvSpPr txBox="1"/>
          <p:nvPr/>
        </p:nvSpPr>
        <p:spPr bwMode="auto">
          <a:xfrm>
            <a:off x="13091697" y="12746337"/>
            <a:ext cx="182980" cy="352972"/>
          </a:xfrm>
          <a:prstGeom prst="rect">
            <a:avLst/>
          </a:prstGeom>
        </p:spPr>
        <p:txBody>
          <a:bodyPr vert="horz" wrap="square" lIns="0" tIns="20818" rIns="0" bIns="0" rtlCol="0">
            <a:spAutoFit/>
          </a:bodyPr>
          <a:lstStyle/>
          <a:p>
            <a:pPr marL="21914">
              <a:spcBef>
                <a:spcPts val="163"/>
              </a:spcBef>
              <a:defRPr/>
            </a:pPr>
            <a:r>
              <a:rPr sz="2150" spc="-86">
                <a:latin typeface="Calibri"/>
                <a:cs typeface="Calibri"/>
              </a:rPr>
              <a:t>2</a:t>
            </a:r>
            <a:endParaRPr sz="2150">
              <a:latin typeface="Calibri"/>
              <a:cs typeface="Calibri"/>
            </a:endParaRPr>
          </a:p>
        </p:txBody>
      </p:sp>
      <p:sp>
        <p:nvSpPr>
          <p:cNvPr id="1607820637" name="object 30"/>
          <p:cNvSpPr txBox="1"/>
          <p:nvPr/>
        </p:nvSpPr>
        <p:spPr bwMode="auto">
          <a:xfrm>
            <a:off x="106425" y="3084210"/>
            <a:ext cx="13418139" cy="1756008"/>
          </a:xfrm>
          <a:prstGeom prst="rect">
            <a:avLst/>
          </a:prstGeom>
          <a:ln w="12953">
            <a:noFill/>
          </a:ln>
        </p:spPr>
        <p:txBody>
          <a:bodyPr vert="horz" wrap="square" lIns="0" tIns="0" rIns="0" bIns="0" rtlCol="0">
            <a:spAutoFit/>
          </a:bodyPr>
          <a:lstStyle/>
          <a:p>
            <a:pPr marL="2786346" algn="ctr">
              <a:spcBef>
                <a:spcPts val="673"/>
              </a:spcBef>
              <a:defRPr/>
            </a:pP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Algorithms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Problem</a:t>
            </a:r>
            <a:r>
              <a:rPr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0" i="0" u="none" strike="noStrike" cap="none" spc="-16">
                <a:solidFill>
                  <a:srgbClr val="FFFFFF"/>
                </a:solidFill>
                <a:latin typeface="Comic Sans MS"/>
                <a:ea typeface="Comic Sans MS"/>
                <a:cs typeface="Comic Sans MS"/>
              </a:rPr>
              <a:t>Solving</a:t>
            </a:r>
            <a:endParaRPr/>
          </a:p>
          <a:p>
            <a:pPr marL="2786346" algn="ctr">
              <a:spcBef>
                <a:spcPts val="673"/>
              </a:spcBef>
              <a:defRPr/>
            </a:pPr>
            <a:r>
              <a:rPr lang="sv-SE" sz="2400" spc="-17">
                <a:solidFill>
                  <a:srgbClr val="FFFFFF"/>
                </a:solidFill>
                <a:latin typeface="Comic Sans MS"/>
                <a:cs typeface="Comic Sans MS"/>
              </a:rPr>
              <a:t>Level 1</a:t>
            </a:r>
            <a:endParaRPr/>
          </a:p>
          <a:p>
            <a:pPr marL="2786346" algn="ctr">
              <a:spcBef>
                <a:spcPts val="671"/>
              </a:spcBef>
              <a:defRPr/>
            </a:pP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Factorial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Of</a:t>
            </a:r>
            <a:r>
              <a:rPr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 </a:t>
            </a:r>
            <a:r>
              <a:rPr lang="en-US" sz="4000" b="1" i="0" u="none" strike="noStrike" cap="none" spc="0">
                <a:solidFill>
                  <a:srgbClr val="FFCE53"/>
                </a:solidFill>
                <a:latin typeface="Comic Sans MS"/>
                <a:ea typeface="Comic Sans MS"/>
                <a:cs typeface="Comic Sans MS"/>
              </a:rPr>
              <a:t>N</a:t>
            </a:r>
            <a:endParaRPr lang="en-US" sz="4000" b="1" i="0" u="none" strike="noStrike" cap="none" spc="0">
              <a:solidFill>
                <a:srgbClr val="FFCE53"/>
              </a:solidFill>
              <a:latin typeface="Comic Sans MS"/>
              <a:ea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574316523" name="object 3"/>
          <p:cNvSpPr txBox="1"/>
          <p:nvPr/>
        </p:nvSpPr>
        <p:spPr bwMode="auto">
          <a:xfrm>
            <a:off x="380997" y="888075"/>
            <a:ext cx="12365714" cy="2635714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🔎 Definition</a:t>
            </a:r>
            <a:endParaRPr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program reads a non-negative number N and calculates its factorial.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factorial of N is the product of all positive integers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 `do-while` loop to make sure the user enters a non-negative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It uses a `for` loop to calculate the factorial.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19456838" name="object 3"/>
          <p:cNvSpPr txBox="1"/>
          <p:nvPr/>
        </p:nvSpPr>
        <p:spPr bwMode="auto">
          <a:xfrm>
            <a:off x="380997" y="888075"/>
            <a:ext cx="12375076" cy="5372818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21912">
              <a:spcBef>
                <a:spcPts val="1215"/>
              </a:spcBef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  <a:cs typeface="Comic Sans MS"/>
              </a:rPr>
              <a:t>📖 Explanation</a:t>
            </a:r>
            <a:endParaRPr/>
          </a:p>
          <a:p>
            <a:pPr marL="21912">
              <a:spcBef>
                <a:spcPts val="1215"/>
              </a:spcBef>
              <a:defRPr/>
            </a:pPr>
            <a:endParaRPr lang="en-GB" sz="2400" spc="-17">
              <a:solidFill>
                <a:schemeClr val="tx1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`ReadPositivNum()` repeatedly asks the user for a number until a non-negative value is entered.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number is negative, an error message is displayed and the user must try again.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`Factorial()` starts `factorial` at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`for` loop starts at 2 and multiplies `factorial` by each number up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multiplication operator `*=` is shorthand for: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`factorial = factorial * i`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`printResult()` receives N and its factorial and prints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`printResult(N, Factorial(N))` calculates the factorial first, then passes the returned value to `printResult()`.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23788772" name="object 3"/>
          <p:cNvSpPr txBox="1"/>
          <p:nvPr/>
        </p:nvSpPr>
        <p:spPr bwMode="auto">
          <a:xfrm>
            <a:off x="380997" y="888075"/>
            <a:ext cx="12382635" cy="450198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 marL="0" marR="0" lvl="0" indent="0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en-GB" sz="4000" b="1" spc="-17">
                <a:solidFill>
                  <a:prstClr val="black"/>
                </a:solidFill>
                <a:latin typeface="Comic Sans MS"/>
              </a:rPr>
              <a:t>🟦 Steps in main()</a:t>
            </a:r>
            <a:endParaRPr lang="en-GB" sz="4000"/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1️⃣ Read a number from the user.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2️⃣ Check if the number is negative.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3️⃣ If negative, ask the user to enter another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4️⃣ Set `factorial` to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5️⃣ Start the loop from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6️⃣ Multiply `factorial` by the current number.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7️⃣ Continue until reaching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8️⃣ Return the factorial.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9️⃣ Print the result.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50680329" name="object 3"/>
          <p:cNvSpPr txBox="1"/>
          <p:nvPr/>
        </p:nvSpPr>
        <p:spPr bwMode="auto">
          <a:xfrm>
            <a:off x="380997" y="888075"/>
            <a:ext cx="12370761" cy="387790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 b="1">
                <a:latin typeface="Comic Sans MS"/>
              </a:rPr>
              <a:t>💡 </a:t>
            </a:r>
            <a:r>
              <a:rPr lang="sv-SE" sz="4000" b="1">
                <a:latin typeface="Comic Sans MS"/>
              </a:rPr>
              <a:t>Example</a:t>
            </a:r>
            <a:endParaRPr lang="en-GB" sz="4000" b="1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If the user enters: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N = 5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calculation is: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1 × 2 × 3 × 4 × 5 = 120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➡️ Result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 marL="0" marR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Factorial of 5 is 120</a:t>
            </a:r>
            <a:endParaRPr lang="en-US" sz="2400" b="0" i="0" u="none" strike="noStrike" cap="none" spc="0">
              <a:solidFill>
                <a:srgbClr val="000000"/>
              </a:solidFill>
              <a:latin typeface="Calibri"/>
              <a:cs typeface="Calibri"/>
            </a:endParaRPr>
          </a:p>
          <a:p>
            <a:pPr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3654326" name="object 3"/>
          <p:cNvSpPr txBox="1"/>
          <p:nvPr/>
        </p:nvSpPr>
        <p:spPr bwMode="auto">
          <a:xfrm>
            <a:off x="380997" y="888075"/>
            <a:ext cx="12361041" cy="44570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sz="4000"/>
              <a:t>📌</a:t>
            </a: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 Note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factorial of 0 is 1: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`0! =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This is why `factorial` starts at 1 and the loop starts at 2.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example: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`1! = 1`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`2! = 2`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`3! = 6`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`4! = 24`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`5! = 120`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091872128" name="object 3"/>
          <p:cNvSpPr txBox="1"/>
          <p:nvPr/>
        </p:nvSpPr>
        <p:spPr bwMode="auto">
          <a:xfrm>
            <a:off x="380997" y="888075"/>
            <a:ext cx="12363199" cy="262072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🚫 Warning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The function returns `int`, so large factorials can exceed the range of the `int` data type.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🔹 For example, `13!` is already larger than the maximum value normally supported by a 32-bit signed `int`.</a:t>
            </a:r>
            <a:endParaRPr lang="en-GB" sz="2400">
              <a:latin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43689231" name="object 3"/>
          <p:cNvSpPr txBox="1"/>
          <p:nvPr/>
        </p:nvSpPr>
        <p:spPr bwMode="auto">
          <a:xfrm>
            <a:off x="380997" y="888075"/>
            <a:ext cx="12368241" cy="4494487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⚖️ Comparison</a:t>
            </a:r>
            <a:endParaRPr/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🟩 Factorial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multiplication.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`5! = 1 × 2 × 3 × 4 × 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`0! = 1`.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🟥 Sum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Uses addition.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`1 + 2 + 3 + 4 + 5 = 15`.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	✔️ Does not represent factorial.</a:t>
            </a:r>
            <a:endParaRPr/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0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11291030" name="object 3"/>
          <p:cNvSpPr txBox="1"/>
          <p:nvPr/>
        </p:nvSpPr>
        <p:spPr bwMode="auto">
          <a:xfrm>
            <a:off x="380997" y="888075"/>
            <a:ext cx="12382276" cy="3382220"/>
          </a:xfrm>
          <a:prstGeom prst="rect">
            <a:avLst/>
          </a:prstGeom>
        </p:spPr>
        <p:txBody>
          <a:bodyPr vert="horz" wrap="square" lIns="0" tIns="154492" rIns="0" bIns="0" rtlCol="0">
            <a:spAutoFit/>
          </a:bodyPr>
          <a:lstStyle/>
          <a:p>
            <a:pPr>
              <a:defRPr/>
            </a:pPr>
            <a:r>
              <a:rPr lang="en-GB" sz="4000" b="1" spc="-17">
                <a:solidFill>
                  <a:schemeClr val="tx1"/>
                </a:solidFill>
                <a:latin typeface="Comic Sans MS"/>
              </a:rPr>
              <a:t>✨ Summary</a:t>
            </a:r>
            <a:endParaRPr lang="en-GB" sz="40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endParaRPr lang="en-GB" sz="2400" spc="-17">
              <a:solidFill>
                <a:schemeClr val="tx1"/>
              </a:solidFill>
              <a:latin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Factorial is the product of all positive integers from 1 to N.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`0!` and `1!` are both 1.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`do-while` loop prevents negative input.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The `for` loop calculates the factorial.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`*=` multiplies the current factorial by the loop counter.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  <a:p>
            <a:pPr>
              <a:defRPr/>
            </a:pPr>
            <a:r>
              <a:rPr lang="en-GB" sz="2400" b="0" i="0" u="none" strike="noStrike" cap="none" spc="0">
                <a:solidFill>
                  <a:srgbClr val="000000"/>
                </a:solidFill>
                <a:latin typeface="Comic Sans MS"/>
                <a:ea typeface="Comic Sans MS"/>
                <a:cs typeface="Comic Sans MS"/>
              </a:rPr>
              <a:t>✅ `int` can overflow when calculating sufficiently large factorials.</a:t>
            </a:r>
            <a:endParaRPr lang="en-GB" sz="2400" b="0" i="0" u="none" strike="noStrike" cap="none" spc="0">
              <a:solidFill>
                <a:srgbClr val="000000"/>
              </a:solidFill>
              <a:latin typeface="Comic Sans MS"/>
              <a:cs typeface="Comic Sans M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w="http://schemas.openxmlformats.org/wordprocessingml/2006/main" xmlns:mc="http://schemas.openxmlformats.org/markup-compatibility/2006" showMasterPhAnim="0" showMasterSp="1" show="1">
  <p:cSld name="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64378387" name="object 4"/>
          <p:cNvSpPr txBox="1"/>
          <p:nvPr/>
        </p:nvSpPr>
        <p:spPr bwMode="auto">
          <a:xfrm>
            <a:off x="0" y="4712874"/>
            <a:ext cx="13411200" cy="632652"/>
          </a:xfrm>
          <a:prstGeom prst="rect">
            <a:avLst/>
          </a:prstGeom>
        </p:spPr>
        <p:txBody>
          <a:bodyPr vert="horz" wrap="square" lIns="0" tIns="16934" rIns="0" bIns="0" rtlCol="0">
            <a:spAutoFit/>
          </a:bodyPr>
          <a:lstStyle>
            <a:defPPr>
              <a:defRPr/>
            </a:defPPr>
            <a:lvl1pPr>
              <a:defRPr>
                <a:latin typeface="+mj-lt"/>
                <a:ea typeface="+mj-ea"/>
                <a:cs typeface="+mj-cs"/>
              </a:defRPr>
            </a:lvl1pPr>
          </a:lstStyle>
          <a:p>
            <a:pPr marL="16932" algn="ctr">
              <a:spcBef>
                <a:spcPts val="133"/>
              </a:spcBef>
              <a:defRPr/>
            </a:pPr>
            <a:r>
              <a:rPr lang="sv-SE" sz="4000" b="1" spc="-17">
                <a:solidFill>
                  <a:srgbClr val="FF0000"/>
                </a:solidFill>
                <a:latin typeface="Comic Sans MS"/>
              </a:rPr>
              <a:t>Thank you</a:t>
            </a:r>
            <a:r>
              <a:rPr lang="sv-SE" sz="4000" spc="-21">
                <a:solidFill>
                  <a:srgbClr val="FF0000"/>
                </a:solidFill>
              </a:rPr>
              <a:t> </a:t>
            </a:r>
            <a:r>
              <a:rPr lang="sv-SE" sz="4000" spc="-67">
                <a:solidFill>
                  <a:srgbClr val="FF0000"/>
                </a:solidFill>
                <a:latin typeface="Wingdings"/>
                <a:cs typeface="Wingdings"/>
              </a:rPr>
              <a:t></a:t>
            </a:r>
            <a:endParaRPr lang="sv-SE" sz="4000">
              <a:solidFill>
                <a:srgbClr val="FF0000"/>
              </a:solidFill>
              <a:latin typeface="Wingdings"/>
              <a:cs typeface="Wingding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59="http://schemas.microsoft.com/office/powerpoint/2015/09/main" xmlns:p14="http://schemas.microsoft.com/office/powerpoint/2010/main" Requires="p159">
      <p:transition p14:dur="500" advClick="1"/>
    </mc:Choice>
    <mc:Fallback>
      <p:transition advClick="1"/>
    </mc:Fallback>
  </mc:AlternateContent>
</p:sld>
</file>

<file path=ppt/theme/_rels/theme1.xml.rels><?xml version="1.0" encoding="UTF-8" standalone="yes"?><Relationships xmlns="http://schemas.openxmlformats.org/package/2006/relationships"></Relationships>
</file>

<file path=ppt/theme/_rels/theme2.xml.rels><?xml version="1.0" encoding="UTF-8" standalone="yes"?><Relationships xmlns="http://schemas.openxmlformats.org/package/2006/relationships"></Relationships>
</file>

<file path=ppt/theme/theme1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ppt/theme/theme2.xml><?xml version="1.0" encoding="utf-8"?>
<a:theme xmlns:a="http://schemas.openxmlformats.org/drawingml/2006/main" xmlns:r="http://schemas.openxmlformats.org/officeDocument/2006/relationship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">
      <a:majorFont>
        <a:latin typeface="Calibri"/>
        <a:ea typeface="Arial"/>
        <a:cs typeface="Arial"/>
      </a:majorFont>
      <a:minorFont>
        <a:latin typeface="Calibri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/>
        </a:gradFill>
        <a:gradFill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/>
        </a:gradFill>
      </a:bgFillStyleLst>
    </a:fmtScheme>
  </a:themeElements>
  <a:objectDefaults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0</Words>
  <Application>ONLYOFFICE/9.4.0.129</Application>
  <PresentationFormat>On-screen Show (4:3)</PresentationFormat>
  <Paragraphs>0</Paragraphs>
  <Slides>11</Slides>
  <Notes>11</Notes>
  <HiddenSlides>0</HiddenSlides>
  <MMClips>2</MMClips>
  <ScaleCrop>0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Theme 1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0</LinksUpToDate>
  <SharedDoc>0</SharedDoc>
  <HyperlinksChanged>0</HyperlinksChanged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/>
  <cp:revision>271</cp:revision>
  <dcterms:created xsi:type="dcterms:W3CDTF">2025-12-09T17:44:59Z</dcterms:created>
  <dcterms:modified xsi:type="dcterms:W3CDTF">2026-09-16T14:44:59Z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2025-12-09T00:00:00Z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2025-12-09T00:00:00Z</vt:filetime>
  </property>
  <property fmtid="{D5CDD505-2E9C-101B-9397-08002B2CF9AE}" pid="5" name="Producer">
    <vt:lpwstr>www.ilovepdf.com</vt:lpwstr>
  </property>
</Properties>
</file>