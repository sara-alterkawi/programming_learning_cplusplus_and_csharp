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861968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7900876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991271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3807705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88772940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3769801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9365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4185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2547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723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5126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383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835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97693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70768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5193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69712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9858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33926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7974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592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6392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120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69218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8430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01535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1733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5811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36849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01880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76971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11305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54660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2479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9893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7649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596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95984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3455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677626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4263653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130177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731618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4303763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987452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0205035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2528479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785483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021753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4633774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12403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7995972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044245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78722642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8168720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8716780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898736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172966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752277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8180175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05387942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283636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92420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93320368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59077326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334874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325824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236087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7376748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3469518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0793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2869391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45479559" name="object 30"/>
          <p:cNvSpPr txBox="1"/>
          <p:nvPr/>
        </p:nvSpPr>
        <p:spPr bwMode="auto">
          <a:xfrm>
            <a:off x="0" y="1143000"/>
            <a:ext cx="12762829" cy="391411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endParaRPr lang="en-GB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1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Hire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Driver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Case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2</a:t>
            </a:r>
            <a:endParaRPr lang="sv-S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7390550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478532711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32699805" name="object 30"/>
          <p:cNvSpPr txBox="1"/>
          <p:nvPr/>
        </p:nvSpPr>
        <p:spPr bwMode="auto">
          <a:xfrm>
            <a:off x="106425" y="3084210"/>
            <a:ext cx="13339675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 Problem 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Hire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Driver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Case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4298835" name="object 3"/>
          <p:cNvSpPr txBox="1"/>
          <p:nvPr/>
        </p:nvSpPr>
        <p:spPr bwMode="auto">
          <a:xfrm>
            <a:off x="380997" y="888075"/>
            <a:ext cx="12363917" cy="351404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person's age, driving license status, and whether they have a recommendation, then determines whether they should be hired.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uses a structure, functions, Boolean values, and conditional statements.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 person can be hired either by meeting the normal hiring conditions or by having a recommendation.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2603416" name="object 3"/>
          <p:cNvSpPr txBox="1"/>
          <p:nvPr/>
        </p:nvSpPr>
        <p:spPr bwMode="auto">
          <a:xfrm>
            <a:off x="380997" y="888075"/>
            <a:ext cx="12375440" cy="610433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struct stInfo groups the user's related information: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age stores the person's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hasDrivingLicense stores whether the person has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hasRecommendation stores whether the person has a recommendation.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readInfo() reads the user's information and returns an stInfo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isValidInput() checks the hiring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hasRecommendation is true, the function immediately returns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there is no recommendation, the function checks whether the person is older than 21 and has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printResult() calls isValidInput() and prints Hired if the result is true; otherwise, it prints Rejected.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main(), the functions are combined: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printResult(readInfo());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3570029" name="object 3"/>
          <p:cNvSpPr txBox="1"/>
          <p:nvPr/>
        </p:nvSpPr>
        <p:spPr bwMode="auto">
          <a:xfrm>
            <a:off x="380997" y="888075"/>
            <a:ext cx="12381558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the stInfo structure.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user's age.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Read whether the user has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Read whether the user has a recommendation.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Return the collected information.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Check if the user has a recommendation.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If there is a recommendation, return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Otherwise, check if age &gt; 21 and hasDrivingLicense is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Hired if the result is true; otherwise print Rejected.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9533034" name="object 3"/>
          <p:cNvSpPr txBox="1"/>
          <p:nvPr/>
        </p:nvSpPr>
        <p:spPr bwMode="auto">
          <a:xfrm>
            <a:off x="380997" y="888075"/>
            <a:ext cx="12376160" cy="9258125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Driving license: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Recommendation: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recommendation condition is true.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Driving license: 1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Recommendation: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age and driving license conditions are true.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Hired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🔹 If the user enters: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Age: 25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Driving license: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Recommendation: 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The recommendation is false and the driving license condition is false.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➡️ Result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	Rejected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910577" name="object 3"/>
          <p:cNvSpPr txBox="1"/>
          <p:nvPr/>
        </p:nvSpPr>
        <p:spPr bwMode="auto">
          <a:xfrm>
            <a:off x="380997" y="888075"/>
            <a:ext cx="12359961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hasRecommendation is checked first. If it is true, the function returns true without checking the other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code uses age &gt; 21, not age &gt;= 21, so a person who is exactly 21 does not satisfy the normal hiring condition.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8995083" name="object 3"/>
          <p:cNvSpPr txBox="1"/>
          <p:nvPr/>
        </p:nvSpPr>
        <p:spPr bwMode="auto">
          <a:xfrm>
            <a:off x="380997" y="888075"/>
            <a:ext cx="12362121" cy="18817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Pay attention to the difference between &gt; and &gt;=. In this program, age must be greater than 21 for the normal hiring condition.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6809982" name="object 3"/>
          <p:cNvSpPr txBox="1"/>
          <p:nvPr/>
        </p:nvSpPr>
        <p:spPr bwMode="auto">
          <a:xfrm>
            <a:off x="380997" y="888075"/>
            <a:ext cx="1236716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Hired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Has a recommendation.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OR age is greater than 21 and has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Only one of these paths needs to be true.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Rejected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No recommendation.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AND the normal hiring conditions are not satisfied.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The person is not hired.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441401" name="object 3"/>
          <p:cNvSpPr txBox="1"/>
          <p:nvPr/>
        </p:nvSpPr>
        <p:spPr bwMode="auto">
          <a:xfrm>
            <a:off x="380997" y="888075"/>
            <a:ext cx="12381199" cy="3359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 recommendation can allow the person to be hired without meeting the normal conditions.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Without a recommendation, the person must be older than 21 and have a driving license.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program uses a structure and separate functions to organize the input, validation, and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148755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255</cp:revision>
  <dcterms:created xsi:type="dcterms:W3CDTF">2025-12-09T17:44:59Z</dcterms:created>
  <dcterms:modified xsi:type="dcterms:W3CDTF">2026-09-15T14:03:18Z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