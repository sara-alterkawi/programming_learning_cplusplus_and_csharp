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3070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679842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083522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49149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147968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414843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021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428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56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695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040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309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924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142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614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82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119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815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313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47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484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414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8120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120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728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287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835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89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03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90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493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919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637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203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91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084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881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040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25689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21064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35545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80844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71134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0257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965703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0470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26358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36821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50367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7907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532779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35327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99941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20468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23101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78734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4132815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36908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172199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58102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81807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555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2331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749688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3919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47033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319348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463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020244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71435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485276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12665583" name="object 30"/>
          <p:cNvSpPr txBox="1"/>
          <p:nvPr/>
        </p:nvSpPr>
        <p:spPr bwMode="auto">
          <a:xfrm>
            <a:off x="0" y="1143000"/>
            <a:ext cx="12807098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Described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Around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Arbitary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046402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409228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51265662" name="object 30"/>
          <p:cNvSpPr txBox="1"/>
          <p:nvPr/>
        </p:nvSpPr>
        <p:spPr bwMode="auto">
          <a:xfrm>
            <a:off x="106425" y="3084210"/>
            <a:ext cx="13381424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Described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Around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Arbitary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72909" name="object 3"/>
          <p:cNvSpPr txBox="1"/>
          <p:nvPr/>
        </p:nvSpPr>
        <p:spPr bwMode="auto">
          <a:xfrm>
            <a:off x="380997" y="888075"/>
            <a:ext cx="12364276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area of a circle circumscribed around an arbitrary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triangle is defined by its three side lengths: A, B, and 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first calculates the triangle's circumradius, then uses it to calculate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74639" name="object 3"/>
          <p:cNvSpPr txBox="1"/>
          <p:nvPr/>
        </p:nvSpPr>
        <p:spPr bwMode="auto">
          <a:xfrm>
            <a:off x="380997" y="888075"/>
            <a:ext cx="12374359" cy="46412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`readTriangleData()` reads the three triangle sides and stores them in A, B, and C using reference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 = (A + B + C) / 2` calculates the semi-perimeter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`T` represents the circumradius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circumradius is calculated using the three side lengths and the semi-perimeter.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`M_PI * pow(T, 2)` calculates the area of the circle using the radius 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displays the calculated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`printResult(CircleAreaByArbitaryTriangle(A, B, C))` passes the returned circle area directly to the print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72382" name="object 3"/>
          <p:cNvSpPr txBox="1"/>
          <p:nvPr/>
        </p:nvSpPr>
        <p:spPr bwMode="auto">
          <a:xfrm>
            <a:off x="380997" y="888075"/>
            <a:ext cx="12381917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three triangle sides A, B, and 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the semi-perimeter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circumradius 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circle area using π × T².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287400" name="object 3"/>
          <p:cNvSpPr txBox="1"/>
          <p:nvPr/>
        </p:nvSpPr>
        <p:spPr bwMode="auto">
          <a:xfrm>
            <a:off x="380997" y="888075"/>
            <a:ext cx="12370041" cy="4609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 =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 =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calculates the circumradius and then the area of the circumscribed circle.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Circle Area = 40.088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35790" name="object 3"/>
          <p:cNvSpPr txBox="1"/>
          <p:nvPr/>
        </p:nvSpPr>
        <p:spPr bwMode="auto">
          <a:xfrm>
            <a:off x="380997" y="888075"/>
            <a:ext cx="123603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 described around a triangle is called the circumscribed circle, or circumcircle.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triangle's three vertices lie on the circumference of this circle.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`sqrt()` calculates the square root, while `pow(T, 2)` calculates T².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04284" name="object 3"/>
          <p:cNvSpPr txBox="1"/>
          <p:nvPr/>
        </p:nvSpPr>
        <p:spPr bwMode="auto">
          <a:xfrm>
            <a:off x="380997" y="888075"/>
            <a:ext cx="1236248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three side lengths must form a valid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does not validate the triangle inequality before performing the calculation.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900923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Circumscribed Circle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circle surrounds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 three triangle vertices lie on the circle.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triangle sides are used to calculate the circle's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Inscribed Circle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circle is inside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circle touches the three sides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radius is calculated differently.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16806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the area of a circumcircle around an arbitrary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three triangle sides A, B, and C are used as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semi-perimeter is calculated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circumradius is then used to calculate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three sides must form a valid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738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266</cp:revision>
  <dcterms:created xsi:type="dcterms:W3CDTF">2025-12-09T17:44:59Z</dcterms:created>
  <dcterms:modified xsi:type="dcterms:W3CDTF">2026-09-16T14:12:08Z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