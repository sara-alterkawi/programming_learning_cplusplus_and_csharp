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9774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641927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056836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934037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753442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6150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27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972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625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988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9132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14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542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9656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132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7554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50201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416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961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263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95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1542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241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518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59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353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91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883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0567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529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46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624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9971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126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354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12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376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85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345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14151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01216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14707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30850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79489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274635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75273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035449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31836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58178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4930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519404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3477028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4049816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876306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236094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89146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8476007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119513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216020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542359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545071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38243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663471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455584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3202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46389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625450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952575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681392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78427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6714065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67122145" name="object 30"/>
          <p:cNvSpPr txBox="1"/>
          <p:nvPr/>
        </p:nvSpPr>
        <p:spPr bwMode="auto">
          <a:xfrm>
            <a:off x="0" y="1143000"/>
            <a:ext cx="12824016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0890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0958370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67116396" name="object 30"/>
          <p:cNvSpPr txBox="1"/>
          <p:nvPr/>
        </p:nvSpPr>
        <p:spPr bwMode="auto">
          <a:xfrm>
            <a:off x="106425" y="3084210"/>
            <a:ext cx="1340590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823100" name="object 3"/>
          <p:cNvSpPr txBox="1"/>
          <p:nvPr/>
        </p:nvSpPr>
        <p:spPr bwMode="auto">
          <a:xfrm>
            <a:off x="380997" y="888075"/>
            <a:ext cx="12364276" cy="24167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user's age and checks whether it is between 18 and 45.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age is within this range, the program prints "Eligible for job".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prints "Not eligible for job".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964235" name="object 3"/>
          <p:cNvSpPr txBox="1"/>
          <p:nvPr/>
        </p:nvSpPr>
        <p:spPr bwMode="auto">
          <a:xfrm>
            <a:off x="380997" y="888075"/>
            <a:ext cx="12375438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`readNumb()` asks the user to enter a number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`printRangeFrom1ToN()` receives N and prints the numbers from 1 through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`for` loop starts with `counter =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 &lt;= N` means the loop continues as long as the counter is less than or equal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`counter++` increases the counter by 1 after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`printRangeFrom1ToN(readNumb())` first reads the number, then passes it directly to the printing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56540" name="object 3"/>
          <p:cNvSpPr txBox="1"/>
          <p:nvPr/>
        </p:nvSpPr>
        <p:spPr bwMode="auto">
          <a:xfrm>
            <a:off x="380997" y="888075"/>
            <a:ext cx="12382276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N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`counter` to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whether `counter &lt;= 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current value of `counter`.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Increase `counter`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until `counter` becomes greater than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614743" name="object 3"/>
          <p:cNvSpPr txBox="1"/>
          <p:nvPr/>
        </p:nvSpPr>
        <p:spPr bwMode="auto">
          <a:xfrm>
            <a:off x="380997" y="888075"/>
            <a:ext cx="12370401" cy="53409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 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starts at 1 and continues until 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Range: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034167" name="object 3"/>
          <p:cNvSpPr txBox="1"/>
          <p:nvPr/>
        </p:nvSpPr>
        <p:spPr bwMode="auto">
          <a:xfrm>
            <a:off x="380997" y="888075"/>
            <a:ext cx="1236068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`counter &lt;= N` includes N itself in the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condition were `counter &lt; N`, the program would stop at N - 1.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941241" name="object 3"/>
          <p:cNvSpPr txBox="1"/>
          <p:nvPr/>
        </p:nvSpPr>
        <p:spPr bwMode="auto">
          <a:xfrm>
            <a:off x="380997" y="888075"/>
            <a:ext cx="12362840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a negative number, the loop will not execute because `counter` starts at 1 and `1 &lt;= N` will already be false.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487859" name="object 3"/>
          <p:cNvSpPr txBox="1"/>
          <p:nvPr/>
        </p:nvSpPr>
        <p:spPr bwMode="auto">
          <a:xfrm>
            <a:off x="380997" y="888075"/>
            <a:ext cx="1236788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`counter &lt;= N`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numbers from 1 through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N = 5 → 1, 2, 3, 4, 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`counter &lt; N`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before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include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N = 5 → 1, 2, 3, 4.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32824" name="object 3"/>
          <p:cNvSpPr txBox="1"/>
          <p:nvPr/>
        </p:nvSpPr>
        <p:spPr bwMode="auto">
          <a:xfrm>
            <a:off x="380997" y="888075"/>
            <a:ext cx="12381917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prints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`for` loop controls the repetition.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`counter` starts at 1 and increases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`counter &lt;= N` ensures that N is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`readNumb()` and `printRangeFrom1ToN()` separate input from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28816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268</cp:revision>
  <dcterms:created xsi:type="dcterms:W3CDTF">2025-12-09T17:44:59Z</dcterms:created>
  <dcterms:modified xsi:type="dcterms:W3CDTF">2026-09-16T14:27:17Z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