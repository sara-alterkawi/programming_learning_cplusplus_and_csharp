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4927307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21751536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45079616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81217725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48800827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22240564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81705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949005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16243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01735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231025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94009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35503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141788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10783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28853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489218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76933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690860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378398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96009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86490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79608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67257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52768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488839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78856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63658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562683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83999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9693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04045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64159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09125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658207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2413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02439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382296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81799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7782067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92436805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7744538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73749219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101088993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8789285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24345144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7464634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29246307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68716525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57751455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173615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2563222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359192866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058014350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45861342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252490145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60636456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060131089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207579682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97052843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33503228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833472675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6947933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92966907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043298414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721065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02320104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63830049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29774254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997416506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7532549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416970210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2124866256" name="object 30"/>
          <p:cNvSpPr txBox="1"/>
          <p:nvPr/>
        </p:nvSpPr>
        <p:spPr bwMode="auto">
          <a:xfrm>
            <a:off x="0" y="1143000"/>
            <a:ext cx="12886279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Month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Of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Week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10113094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636030425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572276609" name="object 30"/>
          <p:cNvSpPr txBox="1"/>
          <p:nvPr/>
        </p:nvSpPr>
        <p:spPr bwMode="auto">
          <a:xfrm>
            <a:off x="106425" y="3084210"/>
            <a:ext cx="13469605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Month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Of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Week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9303453" name="object 3"/>
          <p:cNvSpPr txBox="1"/>
          <p:nvPr/>
        </p:nvSpPr>
        <p:spPr bwMode="auto">
          <a:xfrm>
            <a:off x="380997" y="888075"/>
            <a:ext cx="12365714" cy="335974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program asks the user to enter a month number from 1 to 12 and prints the corresponding month name.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program uses an enum to represent the months and a `switch` statement to select the correct month.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the user enters a number outside 1–12, the program prints an invalid month message.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0639903" name="object 3"/>
          <p:cNvSpPr txBox="1"/>
          <p:nvPr/>
        </p:nvSpPr>
        <p:spPr bwMode="auto">
          <a:xfrm>
            <a:off x="380997" y="888075"/>
            <a:ext cx="12380476" cy="777883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`enMonth` is an enum representing the twelve months: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1 = January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</a:t>
            </a:r>
            <a:r>
              <a:rPr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: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</a:t>
            </a:r>
            <a:r>
              <a:rPr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: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</a:t>
            </a:r>
            <a:r>
              <a:rPr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: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</a:t>
            </a:r>
            <a:r>
              <a:rPr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12 = December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Since `January = 1` is explicitly assigned, the following months automatically receive the next values.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`ShowMonthsMenu()` displays all months and asks the user to enter a month number.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`ReadMonth()` reads the user's number and converts it to the `enMonth` enum type.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`GetMonthName()` uses a `switch` statement to match the selected month with its name.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`default` case handles numbers that are not valid month numbers.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In `main()`, the returned month from `ReadMonth()` is passed directly to `GetMonthName()`.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1973047" name="object 3"/>
          <p:cNvSpPr txBox="1"/>
          <p:nvPr/>
        </p:nvSpPr>
        <p:spPr bwMode="auto">
          <a:xfrm>
            <a:off x="380997" y="888075"/>
            <a:ext cx="12383355" cy="412872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Steps in main()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Define the `enMonth` enum.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Assign numbers 1–12 to the months.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Display the months menu.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Read the user's month number.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Convert the number to `enMonth`.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Use `switch` to identify the month.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7️⃣ Return the month name.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8️⃣ Print the selected month.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7121313" name="object 3"/>
          <p:cNvSpPr txBox="1"/>
          <p:nvPr/>
        </p:nvSpPr>
        <p:spPr bwMode="auto">
          <a:xfrm>
            <a:off x="380997" y="888075"/>
            <a:ext cx="12370761" cy="387790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the user enters: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8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program matches `8` with: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`August`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Selected month is: August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7091561" name="object 3"/>
          <p:cNvSpPr txBox="1"/>
          <p:nvPr/>
        </p:nvSpPr>
        <p:spPr bwMode="auto">
          <a:xfrm>
            <a:off x="380997" y="888075"/>
            <a:ext cx="12361041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An enum gives meaningful names to numeric values.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Because `January = 1`, the months automatically continue from 2 to 12.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`default` case handles invalid values such as 0 or 13.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9658599" name="object 3"/>
          <p:cNvSpPr txBox="1"/>
          <p:nvPr/>
        </p:nvSpPr>
        <p:spPr bwMode="auto">
          <a:xfrm>
            <a:off x="380997" y="888075"/>
            <a:ext cx="12363199" cy="224747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`ReadMonth()` converts any entered integer directly to the enum, so it does not validate the input first. Invalid values are handled later by the `default` case in `GetMonthName()`.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7601802" name="object 3"/>
          <p:cNvSpPr txBox="1"/>
          <p:nvPr/>
        </p:nvSpPr>
        <p:spPr bwMode="auto">
          <a:xfrm>
            <a:off x="380997" y="888075"/>
            <a:ext cx="12368241" cy="44944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Valid Month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The entered number is between 1 and 12.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It matches one of the enum values.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The corresponding month name is returned.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Invalid Month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The entered number is outside 1–12.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No `case` matches the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The `default` case returns `Invalid month number!`.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5646150" name="object 3"/>
          <p:cNvSpPr txBox="1"/>
          <p:nvPr/>
        </p:nvSpPr>
        <p:spPr bwMode="auto">
          <a:xfrm>
            <a:off x="380997" y="888075"/>
            <a:ext cx="12382276" cy="26357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An enum can represent the months using meaningful names.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`switch` can map each month number to its corresponding name.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`default` case handles invalid month numbers.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Enum values can automatically increase when the first value is explicitly assigned.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0371017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285</cp:revision>
  <dcterms:created xsi:type="dcterms:W3CDTF">2025-12-09T17:44:59Z</dcterms:created>
  <dcterms:modified xsi:type="dcterms:W3CDTF">2026-09-17T09:47:46Z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