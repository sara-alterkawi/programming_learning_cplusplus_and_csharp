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4878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5416460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7277635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28789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8644424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980816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7099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1186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136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037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32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39904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709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77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0058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797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1700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023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091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116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870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653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551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609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2856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225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4591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5126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255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3460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9350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358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26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5839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5501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71724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7236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999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3877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48738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167808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01977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243140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61060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38822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44432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068360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761767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69194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740451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14873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752855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900243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3295605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07339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594785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6123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7404974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26939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774855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69738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490483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3571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0553661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415322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50567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30072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4910064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222308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2816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58410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80083780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48240378" name="object 30"/>
          <p:cNvSpPr txBox="1"/>
          <p:nvPr/>
        </p:nvSpPr>
        <p:spPr bwMode="auto">
          <a:xfrm>
            <a:off x="0" y="1143000"/>
            <a:ext cx="12806378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Inscribed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Isosocles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436817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3864711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11105416" name="object 30"/>
          <p:cNvSpPr txBox="1"/>
          <p:nvPr/>
        </p:nvSpPr>
        <p:spPr bwMode="auto">
          <a:xfrm>
            <a:off x="106425" y="3084210"/>
            <a:ext cx="13379984" cy="236560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Circle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Area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Inscribed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Isosocles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Triangle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574956" name="object 3"/>
          <p:cNvSpPr txBox="1"/>
          <p:nvPr/>
        </p:nvSpPr>
        <p:spPr bwMode="auto">
          <a:xfrm>
            <a:off x="380997" y="888075"/>
            <a:ext cx="12364276" cy="352153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calculates the area of a circle inscribed in an isosceles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triangle has two equal sides A and a base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mathematical formula involving the triangle's equal sides and base, along with π and pow().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 is the incircle of the isosceles triangle, meaning it touches all three sides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4977510" name="object 3"/>
          <p:cNvSpPr txBox="1"/>
          <p:nvPr/>
        </p:nvSpPr>
        <p:spPr bwMode="auto">
          <a:xfrm>
            <a:off x="380997" y="888075"/>
            <a:ext cx="12374359" cy="538031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readTriangleData() function is intended to read the two equal sides A and the base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CircleAreaByIsoscalesTriangle() function calculates the circle area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Area = (π × B² / 4) × ((2 × A - B) / (2 × A + B))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pow(B, 2) calculates B².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M_PI represents π.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((2 × A - B) / (2 × A + B)) adjusts the result according to the geometry of the isosceles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printResult() function receives the calculated area and displays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program reads the triangle data and passes the values to CircleAreaByIsoscalesTriangle().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273138" name="object 3"/>
          <p:cNvSpPr txBox="1"/>
          <p:nvPr/>
        </p:nvSpPr>
        <p:spPr bwMode="auto">
          <a:xfrm>
            <a:off x="380997" y="888075"/>
            <a:ext cx="12381917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length of the two equal sides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length of the base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Calculate B².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Multiply B² by π and divide by 4.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Calculate the fraction using A and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Multiply the two parts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circle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calculated area.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06633" name="object 3"/>
          <p:cNvSpPr txBox="1"/>
          <p:nvPr/>
        </p:nvSpPr>
        <p:spPr bwMode="auto">
          <a:xfrm>
            <a:off x="380997" y="888075"/>
            <a:ext cx="12370041" cy="461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Equal side A: 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Base B: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calculates: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Area = (π × 10² / 4) × ((2 × 20 - 10) / (2 × 20 + 10))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result is approximately 47.1239.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Circle Area = 47.1239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285286" name="object 3"/>
          <p:cNvSpPr txBox="1"/>
          <p:nvPr/>
        </p:nvSpPr>
        <p:spPr bwMode="auto">
          <a:xfrm>
            <a:off x="380997" y="888075"/>
            <a:ext cx="1236032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an isosceles triangle, the two equal sides must be long enough to form a valid triangle with the 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formula calculates the area of the inscribed circle directly without separately calculating the triangle's height, perimeter, or inradius.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665696" name="object 3"/>
          <p:cNvSpPr txBox="1"/>
          <p:nvPr/>
        </p:nvSpPr>
        <p:spPr bwMode="auto">
          <a:xfrm>
            <a:off x="380997" y="888075"/>
            <a:ext cx="12362481" cy="81445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 variable-shadowing problem in readTriangleData().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parameters are float&amp; A and float&amp; B, but the function declares new local variables: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 A, B;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These local variables hide the reference parameters, so the values read from the user are stored in the local int variables instead of the variables in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Because of this, the current program does not correctly pass the entered values back to main().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should be written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void readTriangleData(float&amp; A, float&amp; B)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cout &lt;&lt; "Please enter the length of the equal sides A"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cin &gt;&gt; A;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cout &lt;&lt; "Please enter the length of the base"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cin &gt;&gt; B;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Also, CircleAreaByIsoscalesTriangle() uses int parameters while main() uses float variables. Using float parameters would preserve decimal input.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702649" name="object 3"/>
          <p:cNvSpPr txBox="1"/>
          <p:nvPr/>
        </p:nvSpPr>
        <p:spPr bwMode="auto">
          <a:xfrm>
            <a:off x="380997" y="888075"/>
            <a:ext cx="1236752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Equal Sides 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two sides of the isosceles triangle have the same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is used in both parts of the formula.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 affects the size of the inscribed circle.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Base 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 is the third side of the triangle.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B² is part of the formula.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 also affects the ratio used in the calculation.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991910" name="object 3"/>
          <p:cNvSpPr txBox="1"/>
          <p:nvPr/>
        </p:nvSpPr>
        <p:spPr bwMode="auto">
          <a:xfrm>
            <a:off x="380997" y="888075"/>
            <a:ext cx="12381558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An isosceles triangle has two equal sides and one 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calculates the area of its inscribed circle directly.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pow(B, 2) calculates the square of the base.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formula uses both the equal side A and base B.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Reference parameters must not be hidden by local variables with the same names.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Matching float parameter types helps preserve decimal input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410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266</cp:revision>
  <dcterms:created xsi:type="dcterms:W3CDTF">2025-12-09T17:44:59Z</dcterms:created>
  <dcterms:modified xsi:type="dcterms:W3CDTF">2026-09-16T14:05:49Z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