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11250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40720656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2878258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66614620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3104495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4167191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56650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68503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96686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8969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91926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7096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05093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07883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91308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44584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17206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1984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74684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91619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31123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29586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6406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01003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2973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5543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72935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0211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83199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71864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79876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47569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62561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62880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95448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64959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9545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77663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00019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5611997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47416247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8309156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1625790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9221581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9329229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7217682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0415490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646790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9473823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9754622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112333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7427133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85108668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20890506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1528693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9282756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87253036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38136273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2142275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29890263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36662799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76315947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960989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19806984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3632000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562433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5768529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7434950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72827486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708246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062414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641926268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72182360" name="object 30"/>
          <p:cNvSpPr txBox="1"/>
          <p:nvPr/>
        </p:nvSpPr>
        <p:spPr bwMode="auto">
          <a:xfrm>
            <a:off x="0" y="1143000"/>
            <a:ext cx="12802419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Rectangle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Area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Through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Diagonal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Side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Area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30349981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26210126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41724093" name="object 30"/>
          <p:cNvSpPr txBox="1"/>
          <p:nvPr/>
        </p:nvSpPr>
        <p:spPr bwMode="auto">
          <a:xfrm>
            <a:off x="106425" y="3084210"/>
            <a:ext cx="13377105" cy="245082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Rectangle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Are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Through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Diagonal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Side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Area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525229" name="object 3"/>
          <p:cNvSpPr txBox="1"/>
          <p:nvPr/>
        </p:nvSpPr>
        <p:spPr bwMode="auto">
          <a:xfrm>
            <a:off x="380997" y="888075"/>
            <a:ext cx="12364276" cy="35140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calculates the area of a rectangle when one side and the diagonal are given.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uses the Pythagorean theorem, sqrt(), pow(), multiplication, functions, and float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area is calculated by finding the missing side first, then multiplying it by the given side.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469830" name="object 3"/>
          <p:cNvSpPr txBox="1"/>
          <p:nvPr/>
        </p:nvSpPr>
        <p:spPr bwMode="auto">
          <a:xfrm>
            <a:off x="380997" y="888075"/>
            <a:ext cx="12374359" cy="576105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readNumbers() function reads the rectangle's side A and diagonal 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RectangleArea() function calculates the missing side using the Pythagorean theorem: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Missing side = √(D² - A²)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rectangle area is then: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Area = A × √(D² - A²)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pow(D, 2) calculates D².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pow(A, 2) calculates A².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sqrt() calculates the square root.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returns the area as a float because the result can contain decimal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printRectangleArea() function calls RectangleArea() and prints the result.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555569" name="object 3"/>
          <p:cNvSpPr txBox="1"/>
          <p:nvPr/>
        </p:nvSpPr>
        <p:spPr bwMode="auto">
          <a:xfrm>
            <a:off x="380997" y="888075"/>
            <a:ext cx="12381917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the rectangle side 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Read the rectangle diagonal 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Calculate D² - A².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Calculate the square root of the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Multiply the missing side by 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Return the calculated area.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Print the rectangle area.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5818916" name="object 3"/>
          <p:cNvSpPr txBox="1"/>
          <p:nvPr/>
        </p:nvSpPr>
        <p:spPr bwMode="auto">
          <a:xfrm>
            <a:off x="380997" y="888075"/>
            <a:ext cx="12370041" cy="53559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Side: 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Diagonal: 40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First, calculate the missing side: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Missing side = √(40² - 5²)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Then calculate the area: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Area = 5 × √(1600 - 25)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result is approximately 198.431.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Rectangle Area = 198.431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373984" name="object 3"/>
          <p:cNvSpPr txBox="1"/>
          <p:nvPr/>
        </p:nvSpPr>
        <p:spPr bwMode="auto">
          <a:xfrm>
            <a:off x="380997" y="888075"/>
            <a:ext cx="12360321" cy="2620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Pythagorean theorem is used because the diagonal and the two sides form a right triangle.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diagonal must be greater than the given side for the square root calculation to produce a valid real number.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906846" name="object 3"/>
          <p:cNvSpPr txBox="1"/>
          <p:nvPr/>
        </p:nvSpPr>
        <p:spPr bwMode="auto">
          <a:xfrm>
            <a:off x="380997" y="888075"/>
            <a:ext cx="12362481" cy="18817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D is less than or equal to A, the expression D² - A² will not produce a positive value required for a valid rectangle with these dimensions.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82290" name="object 3"/>
          <p:cNvSpPr txBox="1"/>
          <p:nvPr/>
        </p:nvSpPr>
        <p:spPr bwMode="auto">
          <a:xfrm>
            <a:off x="380997" y="888075"/>
            <a:ext cx="1236752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Given Side 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One side of the rectangle is known.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It is multiplied by the calculated missing side.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It is used directly in the area formula.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Diagonal 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diagonal is not multiplied directly to calculate the area.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It is used with A to find the missing side.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Its square is used in the Pythagorean calculation.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376758" name="object 3"/>
          <p:cNvSpPr txBox="1"/>
          <p:nvPr/>
        </p:nvSpPr>
        <p:spPr bwMode="auto">
          <a:xfrm>
            <a:off x="380997" y="888075"/>
            <a:ext cx="12381558" cy="3374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Pythagorean theorem can be used to find the missing side of a rectangle when the diagonal and one side are known.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pow() can calculate a number raised to a power.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sqrt() calculates the square root.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float is used because the calculated area can contain decimal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rectangle area is calculated by multiplying the two sides.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5645363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265</cp:revision>
  <dcterms:created xsi:type="dcterms:W3CDTF">2025-12-09T17:44:59Z</dcterms:created>
  <dcterms:modified xsi:type="dcterms:W3CDTF">2026-09-16T13:39:16Z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