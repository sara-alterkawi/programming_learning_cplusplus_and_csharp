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9205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831857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291056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493830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619404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01297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370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7552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229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753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4949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910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5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8831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848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0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9120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431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809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7524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64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402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77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71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783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0673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35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2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178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346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859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302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095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831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5943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151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665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65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334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31985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442436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177159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61014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959602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65807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304542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18447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94643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52202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77336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6116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35843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396407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1703245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734421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96972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517901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407143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488756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153889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930805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970161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13592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70272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679340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035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95622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473924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889608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024967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3571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6831431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09105678" name="object 30"/>
          <p:cNvSpPr txBox="1"/>
          <p:nvPr/>
        </p:nvSpPr>
        <p:spPr bwMode="auto">
          <a:xfrm>
            <a:off x="0" y="1143000"/>
            <a:ext cx="1282545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581861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2320121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93191401" name="object 30"/>
          <p:cNvSpPr txBox="1"/>
          <p:nvPr/>
        </p:nvSpPr>
        <p:spPr bwMode="auto">
          <a:xfrm>
            <a:off x="106425" y="3084210"/>
            <a:ext cx="1340806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47879" name="object 3"/>
          <p:cNvSpPr txBox="1"/>
          <p:nvPr/>
        </p:nvSpPr>
        <p:spPr bwMode="auto">
          <a:xfrm>
            <a:off x="380997" y="888075"/>
            <a:ext cx="1236535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number N from the user and prints all numbers from N down to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 `for` loop with a decreasing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separates input and output into different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909859" name="object 3"/>
          <p:cNvSpPr txBox="1"/>
          <p:nvPr/>
        </p:nvSpPr>
        <p:spPr bwMode="auto">
          <a:xfrm>
            <a:off x="380997" y="888075"/>
            <a:ext cx="12374717" cy="4268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`readNumb()` asks the user to enter a number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`printRangeFrom1ToN()` receives N and starts the counter at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 &gt;= 1` keeps the loop running while the counter is at least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`counter--` decreases the counter by 1 after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`printRangeFrom1ToN(readNumb())` first reads the number, then passes it directly to the printing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Although the function is named `printRangeFrom1ToN`, it actually prints from N to 1. A clearer name would be `printRangeFromNTo1`.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366039" name="object 3"/>
          <p:cNvSpPr txBox="1"/>
          <p:nvPr/>
        </p:nvSpPr>
        <p:spPr bwMode="auto">
          <a:xfrm>
            <a:off x="380997" y="888075"/>
            <a:ext cx="1238227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N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`counter`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whether `counter &gt;=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current value of `counter`.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Decrease `counter`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`counter` becomes less than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29635" name="object 3"/>
          <p:cNvSpPr txBox="1"/>
          <p:nvPr/>
        </p:nvSpPr>
        <p:spPr bwMode="auto">
          <a:xfrm>
            <a:off x="380997" y="888075"/>
            <a:ext cx="12370401" cy="53409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starts at 5 and decreases by 1 until it reaches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Range: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44521" name="object 3"/>
          <p:cNvSpPr txBox="1"/>
          <p:nvPr/>
        </p:nvSpPr>
        <p:spPr bwMode="auto">
          <a:xfrm>
            <a:off x="380997" y="888075"/>
            <a:ext cx="1236068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`counter--` is equivalent to `counter = counter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`counter &gt;= 1` includes 1 in the output.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919946" name="object 3"/>
          <p:cNvSpPr txBox="1"/>
          <p:nvPr/>
        </p:nvSpPr>
        <p:spPr bwMode="auto">
          <a:xfrm>
            <a:off x="380997" y="888075"/>
            <a:ext cx="12362840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0 or a negative number, the loop will not execute because the initial value does not satisfy `counter &gt;= 1`.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682139" name="object 3"/>
          <p:cNvSpPr txBox="1"/>
          <p:nvPr/>
        </p:nvSpPr>
        <p:spPr bwMode="auto">
          <a:xfrm>
            <a:off x="380997" y="888075"/>
            <a:ext cx="123678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From 1 To 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Counter starts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Counter increases using `counter++`.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Condition is `counter &lt;= 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From N To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Counter starts at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Counter decreases using `counter--`.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Condition is `counter &gt;= 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484419" name="object 3"/>
          <p:cNvSpPr txBox="1"/>
          <p:nvPr/>
        </p:nvSpPr>
        <p:spPr bwMode="auto">
          <a:xfrm>
            <a:off x="380997" y="888075"/>
            <a:ext cx="12381917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prints numbers from N down to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counter starts at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`counter--` decreases the counter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`counter &gt;= 1` keeps the loop running until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function name could be improved to `printRangeFromNTo1`.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89706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269</cp:revision>
  <dcterms:created xsi:type="dcterms:W3CDTF">2025-12-09T17:44:59Z</dcterms:created>
  <dcterms:modified xsi:type="dcterms:W3CDTF">2026-09-16T14:32:19Z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