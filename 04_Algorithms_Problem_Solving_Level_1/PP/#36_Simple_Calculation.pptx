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1064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654142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80105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89555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631407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934648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932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0943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91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925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643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82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315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769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917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98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49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444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001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025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36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268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0491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471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514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801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2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45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1925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36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353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5314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244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737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338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72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620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066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619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0282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31449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970070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11315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53378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2173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09389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6612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30340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13350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02182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4626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829326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152863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6324128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648539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405237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806586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9571340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661545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175282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856425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090166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8346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51229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554956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3826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97967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240024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659893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866923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2612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3676442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32516334" name="object 30"/>
          <p:cNvSpPr txBox="1"/>
          <p:nvPr/>
        </p:nvSpPr>
        <p:spPr bwMode="auto">
          <a:xfrm>
            <a:off x="0" y="1143000"/>
            <a:ext cx="128574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Simple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Calculation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7339022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7422228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69326170" name="object 30"/>
          <p:cNvSpPr txBox="1"/>
          <p:nvPr/>
        </p:nvSpPr>
        <p:spPr bwMode="auto">
          <a:xfrm>
            <a:off x="106425" y="3084210"/>
            <a:ext cx="1343937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Simple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Calculation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261022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two numbers and an operation, then performs the selected arithmetic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supported operations are addition, subtraction, multiplication, and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`enum`, a `struct`, a `switch` statement, and functions to organize the calculator.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675996" name="object 3"/>
          <p:cNvSpPr txBox="1"/>
          <p:nvPr/>
        </p:nvSpPr>
        <p:spPr bwMode="auto">
          <a:xfrm>
            <a:off x="380997" y="888075"/>
            <a:ext cx="12375076" cy="905289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`enOperation` is an enumeration that represents the four supported operations: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`ADD = '+'`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`SUBTRACT = '-'`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`MULTIPLY = '*'`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`DIVIDE = '/'`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`stCalculatorInput` is a structure that groups the calculator inputs: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`Number1` stores the first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`Number2` stores the second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`Operation` stores the selected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`ShowOperationsMenu()` displays the available operation symbols.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number using a message passed as a `string`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`ReadOperation()` reads a character and converts it to `enOperation`.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`ReadCalculatorInput()` collects both numbers and the operation and returns them as one `stCalculatorInput`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`Calculate()` uses a `switch` statement to determine which arithmetic operation should be performed.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division, the program checks `num2 != 0` before dividing to avoid division by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displays the calculated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`main()`, the input structure is created first, then its members are passed to `Calculate()`.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58352" name="object 3"/>
          <p:cNvSpPr txBox="1"/>
          <p:nvPr/>
        </p:nvSpPr>
        <p:spPr bwMode="auto">
          <a:xfrm>
            <a:off x="380997" y="888075"/>
            <a:ext cx="12382635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first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second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the available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the selected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the inputs in `stCalculatorInput`.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Pass the numbers and operation to `Calculate()`.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`switch` to select the correct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650817" name="object 3"/>
          <p:cNvSpPr txBox="1"/>
          <p:nvPr/>
        </p:nvSpPr>
        <p:spPr bwMode="auto">
          <a:xfrm>
            <a:off x="380997" y="888075"/>
            <a:ext cx="12370761" cy="49826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1: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2: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Operation: 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selects the `MULTIPLY`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× 5 =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Result = 50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15432" name="object 3"/>
          <p:cNvSpPr txBox="1"/>
          <p:nvPr/>
        </p:nvSpPr>
        <p:spPr bwMode="auto">
          <a:xfrm>
            <a:off x="380997" y="888075"/>
            <a:ext cx="12361041" cy="4822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 values are assigned directly to the operation symbols: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`ADD = '+'`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`SUBTRACT = '-'`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`MULTIPLY = '*'`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`DIVIDE = '/'`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allows the character entered by the user to be converted into the corresponding enum value: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`enOperation(op)`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`switch` statement can then use `ADD`, `SUBTRACT`, `MULTIPLY`, and `DIVIDE`.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14940" name="object 3"/>
          <p:cNvSpPr txBox="1"/>
          <p:nvPr/>
        </p:nvSpPr>
        <p:spPr bwMode="auto">
          <a:xfrm>
            <a:off x="380997" y="888075"/>
            <a:ext cx="12363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Division by zero is checked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second number is `0`, the program prints an error instead of performing the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Invalid operation symbols are also handled by the `default` case.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527814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`switch`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value of `op`.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`case` represents one supported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when there are several fixed choices.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`if-else`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Could also compare the operation symbol.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conditions involving ranges or more complex expressions.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 this program, `switch` makes the fixed operation choices clear.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887904" name="object 3"/>
          <p:cNvSpPr txBox="1"/>
          <p:nvPr/>
        </p:nvSpPr>
        <p:spPr bwMode="auto">
          <a:xfrm>
            <a:off x="380997" y="888075"/>
            <a:ext cx="1238227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`enum` can represent a fixed set of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`struct` can group different types of calculator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`switch` is useful for selecting between fixed choices.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Division by zero should be checked before performing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separate input, calculation,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 return values can be passed directly into another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0558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277</cp:revision>
  <dcterms:created xsi:type="dcterms:W3CDTF">2025-12-09T17:44:59Z</dcterms:created>
  <dcterms:modified xsi:type="dcterms:W3CDTF">2026-09-17T09:04:44Z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