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84241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59711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26972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100607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924453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62004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7013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3637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579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760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563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332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295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9045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408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977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3063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318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782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2424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00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085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9132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892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67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0012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70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382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0334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550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8663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27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453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494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985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2672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01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376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8885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323230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79948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767813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417559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77470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27837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468890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761665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751783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990789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8901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078611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39947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5557536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41940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1999535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7216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9146239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419273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866720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43367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068619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01298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310041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126309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994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271331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059059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141012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868893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56067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5893160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39151283" name="object 30"/>
          <p:cNvSpPr txBox="1"/>
          <p:nvPr/>
        </p:nvSpPr>
        <p:spPr bwMode="auto">
          <a:xfrm>
            <a:off x="0" y="1143000"/>
            <a:ext cx="12797019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Triangle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0618662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820099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62973713" name="object 30"/>
          <p:cNvSpPr txBox="1"/>
          <p:nvPr/>
        </p:nvSpPr>
        <p:spPr bwMode="auto">
          <a:xfrm>
            <a:off x="106425" y="3084210"/>
            <a:ext cx="1337062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Triangle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844246" name="object 3"/>
          <p:cNvSpPr txBox="1"/>
          <p:nvPr/>
        </p:nvSpPr>
        <p:spPr bwMode="auto">
          <a:xfrm>
            <a:off x="380997" y="888075"/>
            <a:ext cx="12364996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base and height of a triangle and calculates its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functions, reference parameters, multiplication, division, and float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50910" name="object 3"/>
          <p:cNvSpPr txBox="1"/>
          <p:nvPr/>
        </p:nvSpPr>
        <p:spPr bwMode="auto">
          <a:xfrm>
            <a:off x="380997" y="888075"/>
            <a:ext cx="12374359" cy="464879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readNumbers() function reads the base B and height H of the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parameters int&amp; B and int&amp; H are reference parameters, so the function stores the input directly in the variables from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calculateArea() function calculates the triangle area using the base and height.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formula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(B × H) /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returns the calculated area as a float.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printTriangleArea() function displays the base, height, and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calls calculateArea(B, H) to get the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566165" name="object 3"/>
          <p:cNvSpPr txBox="1"/>
          <p:nvPr/>
        </p:nvSpPr>
        <p:spPr bwMode="auto">
          <a:xfrm>
            <a:off x="380997" y="888075"/>
            <a:ext cx="12382637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two integer variables for the base and height.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base and height.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Pass the values to calculateArea().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Multiply the base by the height.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Divide the result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triangle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76836" name="object 3"/>
          <p:cNvSpPr txBox="1"/>
          <p:nvPr/>
        </p:nvSpPr>
        <p:spPr bwMode="auto">
          <a:xfrm>
            <a:off x="380997" y="888075"/>
            <a:ext cx="12370041" cy="4243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Base: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Height: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area is calculated as: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(10 × 6) / 2 =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area of the triangle with base 10 and height 6 is: 30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38382" name="object 3"/>
          <p:cNvSpPr txBox="1"/>
          <p:nvPr/>
        </p:nvSpPr>
        <p:spPr bwMode="auto">
          <a:xfrm>
            <a:off x="380997" y="888075"/>
            <a:ext cx="1236032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formula for the area of a triangle is half the area of a rectangle with the same base and height.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uses float parameters and return type so the calculation can produce decimal values.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101957" name="object 3"/>
          <p:cNvSpPr txBox="1"/>
          <p:nvPr/>
        </p:nvSpPr>
        <p:spPr bwMode="auto">
          <a:xfrm>
            <a:off x="380997" y="888075"/>
            <a:ext cx="1236248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validate the input. Negative or zero values are accepted even though they do not represent a normal triangle's base and height.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558244" name="object 3"/>
          <p:cNvSpPr txBox="1"/>
          <p:nvPr/>
        </p:nvSpPr>
        <p:spPr bwMode="auto">
          <a:xfrm>
            <a:off x="380997" y="888075"/>
            <a:ext cx="12367521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Rectangle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Area = length ×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full product of the two dimensions.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divide the result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Triangle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Area = (base × height) /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same multiplication idea.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Divides the result by 2 because the triangle represents half of a corresponding rectangle.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830269" name="object 3"/>
          <p:cNvSpPr txBox="1"/>
          <p:nvPr/>
        </p:nvSpPr>
        <p:spPr bwMode="auto">
          <a:xfrm>
            <a:off x="380997" y="888075"/>
            <a:ext cx="12381558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area of a triangle is calculated using base × height ÷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parameters allow readNumbers() to modify variables from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function can return a calculated float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Separating input, calculation, and output makes the program easier to understand.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67372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265</cp:revision>
  <dcterms:created xsi:type="dcterms:W3CDTF">2025-12-09T17:44:59Z</dcterms:created>
  <dcterms:modified xsi:type="dcterms:W3CDTF">2026-09-16T13:43:32Z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