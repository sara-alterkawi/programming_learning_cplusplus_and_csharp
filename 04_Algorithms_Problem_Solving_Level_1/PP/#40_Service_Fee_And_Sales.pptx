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5619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3327128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369740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6807731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455250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9232842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7501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8722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5627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531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215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4985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722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950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5592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894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2819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6076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080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57679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826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945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41960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000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3577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49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1886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60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7818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778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27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70663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860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3393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206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369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3606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447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9960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95204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191121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993863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026977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4325414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49920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335304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130775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074921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76451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796056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5119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25836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3086015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341308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215813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2380165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422793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6310185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776945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416837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164767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5235308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6802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509344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0071513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6497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252306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618487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555754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2145187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14469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7226035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05354355" name="object 30"/>
          <p:cNvSpPr txBox="1"/>
          <p:nvPr/>
        </p:nvSpPr>
        <p:spPr bwMode="auto">
          <a:xfrm>
            <a:off x="0" y="1143000"/>
            <a:ext cx="1286720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Service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Fee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Sales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346047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6136007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95927864" name="object 30"/>
          <p:cNvSpPr txBox="1"/>
          <p:nvPr/>
        </p:nvSpPr>
        <p:spPr bwMode="auto">
          <a:xfrm>
            <a:off x="106425" y="3084210"/>
            <a:ext cx="1345053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Service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Fee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And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Sales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19719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positive bill value and adds a 10% service fee followed by a 16% sales tax.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final bill is calculated by applying both percentages to the bill.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an input of 100, the final result is 127.6.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834742" name="object 3"/>
          <p:cNvSpPr txBox="1"/>
          <p:nvPr/>
        </p:nvSpPr>
        <p:spPr bwMode="auto">
          <a:xfrm>
            <a:off x="380997" y="888075"/>
            <a:ext cx="12375076" cy="574607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readPositiveNumb() keeps asking for the bill value until the user enters a number greater than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totalBillWithServiceAndTax() applies the service fee first: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`TotalBill * 1.1`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Multiplying by `1.1` increases the value by 10%.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 it applies the sales tax: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`TotalBill * 1.16`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Multiplying by `1.16` increases the value by 16%.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returns the final bill.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printTotalBill() displays the final amount.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functions are called from inside each other: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`printTotalBill(totalBillWithServiceAndTax(readPositiveNumb()));`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617534" name="object 3"/>
          <p:cNvSpPr txBox="1"/>
          <p:nvPr/>
        </p:nvSpPr>
        <p:spPr bwMode="auto">
          <a:xfrm>
            <a:off x="380997" y="888075"/>
            <a:ext cx="12382635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positive bill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the 10% service fee.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Add the 16% sales tax to the updated amount.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Return the final bill.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total bill.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587720" name="object 3"/>
          <p:cNvSpPr txBox="1"/>
          <p:nvPr/>
        </p:nvSpPr>
        <p:spPr bwMode="auto">
          <a:xfrm>
            <a:off x="380997" y="888075"/>
            <a:ext cx="12370761" cy="461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Bill Value: 100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10% service fee: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100 × 1.10 = 110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16% sales tax: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110 × 1.16 = 127.6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Total Bill = 127.6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615488" name="object 3"/>
          <p:cNvSpPr txBox="1"/>
          <p:nvPr/>
        </p:nvSpPr>
        <p:spPr bwMode="auto">
          <a:xfrm>
            <a:off x="380997" y="888075"/>
            <a:ext cx="12361041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percentages are applied sequentially.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16% tax is calculated on the amount after the 10% service fee, not on the original bill.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`1.10` represents the original 100% plus 10%.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`1.16` represents the original 100% plus 16%.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870932" name="object 3"/>
          <p:cNvSpPr txBox="1"/>
          <p:nvPr/>
        </p:nvSpPr>
        <p:spPr bwMode="auto">
          <a:xfrm>
            <a:off x="380997" y="888075"/>
            <a:ext cx="12363199" cy="2247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name `totalBillWithServiceAndTax()` is clear, but the parameter is named `TotalBill` even though it initially represents the original bill value. A name such as `BillValue` would be clearer.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30106" name="object 3"/>
          <p:cNvSpPr txBox="1"/>
          <p:nvPr/>
        </p:nvSpPr>
        <p:spPr bwMode="auto">
          <a:xfrm>
            <a:off x="380997" y="888075"/>
            <a:ext cx="12368241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Sequential calculation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First add 10% service fee.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Then add 16% tax to the updated amount.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For 100: 100 × 1.10 × 1.16 = 127.6.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Adding both percentages directly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10% + 16% = 26%.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Applying 26% directly to 100 gives 126.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This is different because the 16% tax in the program is applied after the service fee.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423647" name="object 3"/>
          <p:cNvSpPr txBox="1"/>
          <p:nvPr/>
        </p:nvSpPr>
        <p:spPr bwMode="auto">
          <a:xfrm>
            <a:off x="380997" y="888075"/>
            <a:ext cx="12382276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validates that the bill value is positive.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10% service fee is applied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16% sales tax is then applied to the updated amount.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Sequential percentage calculations can produce a different result from simply adding the percentages.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43388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280</cp:revision>
  <dcterms:created xsi:type="dcterms:W3CDTF">2025-12-09T17:44:59Z</dcterms:created>
  <dcterms:modified xsi:type="dcterms:W3CDTF">2026-09-17T09:22:51Z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