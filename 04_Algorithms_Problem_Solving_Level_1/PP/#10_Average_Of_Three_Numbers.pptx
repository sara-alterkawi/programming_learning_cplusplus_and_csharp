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7078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95416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66545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63937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618535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063847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608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839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364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70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837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51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27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943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498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111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337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386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476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43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956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967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5861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154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78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93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145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373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309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569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489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707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812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722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62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79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678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2011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854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47304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295807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00658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161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92261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2075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41477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338387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77419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22635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692039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0419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2708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566339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85501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229286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988241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83816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3413018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59858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309628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51864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413395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6738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612596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25651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7331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4513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07667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96307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92229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072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4433529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17690158" name="object 30"/>
          <p:cNvSpPr txBox="1"/>
          <p:nvPr/>
        </p:nvSpPr>
        <p:spPr bwMode="auto">
          <a:xfrm>
            <a:off x="0" y="1143000"/>
            <a:ext cx="12783704" cy="48285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 Of Three Numbers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12142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0132914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9624135" name="object 30"/>
          <p:cNvSpPr txBox="1"/>
          <p:nvPr/>
        </p:nvSpPr>
        <p:spPr bwMode="auto">
          <a:xfrm>
            <a:off x="106425" y="3084210"/>
            <a:ext cx="1335875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three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549980" name="object 3"/>
          <p:cNvSpPr txBox="1"/>
          <p:nvPr/>
        </p:nvSpPr>
        <p:spPr bwMode="auto">
          <a:xfrm>
            <a:off x="380997" y="888075"/>
            <a:ext cx="12364276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three numbers from the user and calculates their sum and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group the three numbers and separate functions to read, calculate, and print the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average is calculated by dividing the sum of the three numbers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07425" name="object 3"/>
          <p:cNvSpPr txBox="1"/>
          <p:nvPr/>
        </p:nvSpPr>
        <p:spPr bwMode="auto">
          <a:xfrm>
            <a:off x="380997" y="888075"/>
            <a:ext cx="12374719" cy="64700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stNumbers groups three integer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Num1 stores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Num2 stores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Num3 stores the third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ReadNumbers() reads the three numbers from the user and returns an stNumbers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sumNumbers() calculates and returns the sum of the three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avgNumbers() calls sumNumbers() and divides the result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(float)sumNumbers(numbers) converts the sum to float before division so that a decimal average can be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prints both the sum and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structure returned by ReadNumbers() is passed directly to 	PrintResult():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PrintResult(ReadNumbers());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957410" name="object 3"/>
          <p:cNvSpPr txBox="1"/>
          <p:nvPr/>
        </p:nvSpPr>
        <p:spPr bwMode="auto">
          <a:xfrm>
            <a:off x="380997" y="888075"/>
            <a:ext cx="12381917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stNumbers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three numbers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Return the structure containing the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Pass the structure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sumNumbers() to calculate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Call avgNumbers() to calculate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Convert the sum to float before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sum and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138990" name="object 3"/>
          <p:cNvSpPr txBox="1"/>
          <p:nvPr/>
        </p:nvSpPr>
        <p:spPr bwMode="auto">
          <a:xfrm>
            <a:off x="380997" y="888075"/>
            <a:ext cx="12381560" cy="55617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 number: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Second number: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Third number: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sum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+ 20 + 30 =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average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 / 3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sum of the three numbers is: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average of the three numbers is: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857028" name="object 3"/>
          <p:cNvSpPr txBox="1"/>
          <p:nvPr/>
        </p:nvSpPr>
        <p:spPr bwMode="auto">
          <a:xfrm>
            <a:off x="380997" y="888075"/>
            <a:ext cx="123603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avgNumbers() returns float because the average can contain a decimal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(float)sumNumbers(numbers) ensures floating-point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if the sum is 61, the average is 20.3333 instead of 20.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6098" name="object 3"/>
          <p:cNvSpPr txBox="1"/>
          <p:nvPr/>
        </p:nvSpPr>
        <p:spPr bwMode="auto">
          <a:xfrm>
            <a:off x="380997" y="888075"/>
            <a:ext cx="1236248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sum is divided as an integer, the decimal part can be lost.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Converting the sum to float before dividing by 3 preserves the decimal result.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83925" name="object 3"/>
          <p:cNvSpPr txBox="1"/>
          <p:nvPr/>
        </p:nvSpPr>
        <p:spPr bwMode="auto">
          <a:xfrm>
            <a:off x="380997" y="888075"/>
            <a:ext cx="1236752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Integer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operands are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decimal part is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61 / 3 →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Floating-Point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operand is a floating-point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decimal part is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(float)61 / 3 → 20.3333.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228116" name="object 3"/>
          <p:cNvSpPr txBox="1"/>
          <p:nvPr/>
        </p:nvSpPr>
        <p:spPr bwMode="auto">
          <a:xfrm>
            <a:off x="380997" y="888075"/>
            <a:ext cx="1238155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multiple related numbers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average is calculated by dividing the sum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Converting the sum to float preserves decimal values in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2683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260</cp:revision>
  <dcterms:created xsi:type="dcterms:W3CDTF">2025-12-09T17:44:59Z</dcterms:created>
  <dcterms:modified xsi:type="dcterms:W3CDTF">2026-09-15T14:33:40Z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