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4839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856115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959887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02119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840313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518245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029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4083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859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453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9418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911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786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234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045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761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984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852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666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6919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37730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309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631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981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6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742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492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4763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530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033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986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18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220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968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6747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9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55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07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326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7903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286337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04028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6068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576546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84144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064796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55816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78068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115028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94627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9877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626898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189587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4319480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771213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566809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69761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1863620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59431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56181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16834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5244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52290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660000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703299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203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272756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800267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580242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810226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50826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6140135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49423360" name="object 30"/>
          <p:cNvSpPr txBox="1"/>
          <p:nvPr/>
        </p:nvSpPr>
        <p:spPr bwMode="auto">
          <a:xfrm>
            <a:off x="0" y="1143000"/>
            <a:ext cx="1281861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Valid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Age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Between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18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45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383795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641440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91827335" name="object 30"/>
          <p:cNvSpPr txBox="1"/>
          <p:nvPr/>
        </p:nvSpPr>
        <p:spPr bwMode="auto">
          <a:xfrm>
            <a:off x="106425" y="3084210"/>
            <a:ext cx="1340050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Valid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Age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Between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18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45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116136" name="object 3"/>
          <p:cNvSpPr txBox="1"/>
          <p:nvPr/>
        </p:nvSpPr>
        <p:spPr bwMode="auto">
          <a:xfrm>
            <a:off x="380997" y="888075"/>
            <a:ext cx="12364276" cy="24167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user's age and checks whether it is between 18 and 45.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age is within this range, the program prints "Eligible for job".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prints "Not eligible for job".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764506" name="object 3"/>
          <p:cNvSpPr txBox="1"/>
          <p:nvPr/>
        </p:nvSpPr>
        <p:spPr bwMode="auto">
          <a:xfrm>
            <a:off x="380997" y="888075"/>
            <a:ext cx="12374359" cy="50145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`readAge()` asks the user to enter an age and returns it as an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`validateNumberInRange()` checks whether a number is within a specified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 &gt;= From` checks that the number is not below the minimum.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 &lt;= To` checks that the number is not above the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`&amp;&amp;` operator requires both conditions to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`validateNumberInRange(age, 18, 45)` checks whether the age is between 18 and 45, including both limits.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prints the appropriate message based on the Boolean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`printResult(readAge())` first reads the age, then passes the returned value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137091" name="object 3"/>
          <p:cNvSpPr txBox="1"/>
          <p:nvPr/>
        </p:nvSpPr>
        <p:spPr bwMode="auto">
          <a:xfrm>
            <a:off x="380997" y="888075"/>
            <a:ext cx="12381917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user's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the age to `validateNumberInRange()`.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if age &gt;= 18.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if age &lt;= 45.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true if both conditions are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"Eligible for job" if the result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Otherwise, print "Not eligible for job".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05890" name="object 3"/>
          <p:cNvSpPr txBox="1"/>
          <p:nvPr/>
        </p:nvSpPr>
        <p:spPr bwMode="auto">
          <a:xfrm>
            <a:off x="380997" y="888075"/>
            <a:ext cx="12370041" cy="3512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Age: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25 is greater than or equal to 18 and less than or equal to 45.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 is Eligible for job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773878" name="object 3"/>
          <p:cNvSpPr txBox="1"/>
          <p:nvPr/>
        </p:nvSpPr>
        <p:spPr bwMode="auto">
          <a:xfrm>
            <a:off x="380997" y="888075"/>
            <a:ext cx="1236032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boundary values 18 and 45 are included because the conditions use `&gt;=` and `&lt;=`.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`validateNumberInRange()` is reusable because `From` and `To` can be changed to check different ranges.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191320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the age range, but it does not validate whether the user entered a valid numeric value.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888324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Eligible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Age is 18 or greater.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Age is 45 or less.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Both conditions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Not Eligible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Age is below 18,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Age is above 45.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 least one condition is false.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82123" name="object 3"/>
          <p:cNvSpPr txBox="1"/>
          <p:nvPr/>
        </p:nvSpPr>
        <p:spPr bwMode="auto">
          <a:xfrm>
            <a:off x="380997" y="888075"/>
            <a:ext cx="12381558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checks whether an age is between 18 and 45.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`&amp;&amp;` requires both range conditions to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18 and 45 are valid because the limits are inclusive.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Boolean function can return the result of a validation check.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`printResult(readAge())` combines the functions by passing one function's return value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28730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267</cp:revision>
  <dcterms:created xsi:type="dcterms:W3CDTF">2025-12-09T17:44:59Z</dcterms:created>
  <dcterms:modified xsi:type="dcterms:W3CDTF">2026-09-16T14:18:28Z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