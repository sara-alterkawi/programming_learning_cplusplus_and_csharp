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8831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16368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5977273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1160540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76343038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8963627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21854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79830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29437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585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22053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3133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519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2220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6914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1282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16221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4169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32226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55131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5042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9402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40515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4055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4716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8309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228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43457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9228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094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348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69211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4176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0179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16843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876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6305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0387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905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53462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2571735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4224282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7202527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9878927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225058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9457320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0960177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806912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4709681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5874258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21970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68452809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7662245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8914501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4474850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6220131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203610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89149623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0697435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9057556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5188947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6754550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994156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110828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0567096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403588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215872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041106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872494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5781464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18445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13447368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715643755" name="object 30"/>
          <p:cNvSpPr txBox="1"/>
          <p:nvPr/>
        </p:nvSpPr>
        <p:spPr bwMode="auto">
          <a:xfrm>
            <a:off x="0" y="1143000"/>
            <a:ext cx="1289563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Loan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Installment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Months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6594293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31941388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312714188" name="object 30"/>
          <p:cNvSpPr txBox="1"/>
          <p:nvPr/>
        </p:nvSpPr>
        <p:spPr bwMode="auto">
          <a:xfrm>
            <a:off x="106425" y="3084210"/>
            <a:ext cx="13478243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Loan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Installment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Months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216481" name="object 3"/>
          <p:cNvSpPr txBox="1"/>
          <p:nvPr/>
        </p:nvSpPr>
        <p:spPr bwMode="auto">
          <a:xfrm>
            <a:off x="380997" y="888075"/>
            <a:ext cx="12366073" cy="3359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a loan amount and a monthly payment, then calculates how many months are needed to pay off the loan.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calculation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LoanAmount ÷ MonthlyPayment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a structure to group the loan information and functions to handle input, calculation, and output.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915243" name="object 3"/>
          <p:cNvSpPr txBox="1"/>
          <p:nvPr/>
        </p:nvSpPr>
        <p:spPr bwMode="auto">
          <a:xfrm>
            <a:off x="380997" y="888075"/>
            <a:ext cx="12380835" cy="48377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`LoanInfo` is a structure that stores: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LoanAmount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MonthlyPayment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`ReadInputs()` asks the user to enter the loan amount and monthly payment, then returns them as a `LoanInfo`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`CalculateTotalMonths()` divides the loan amount by the monthly installment to calculate the number of months.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`PrintResult()` displays the calculated number of months.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`main()`, the values stored in the structure are passed to the calculation function, and its result is passed to `PrintResult()`.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77669" name="object 3"/>
          <p:cNvSpPr txBox="1"/>
          <p:nvPr/>
        </p:nvSpPr>
        <p:spPr bwMode="auto">
          <a:xfrm>
            <a:off x="380997" y="888075"/>
            <a:ext cx="12383714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the `LoanInfo`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Read the loan amount.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Read the monthly payment.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Return the loan information.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Divide the loan amount by the monthly payment.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Return the number of months.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the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35103" name="object 3"/>
          <p:cNvSpPr txBox="1"/>
          <p:nvPr/>
        </p:nvSpPr>
        <p:spPr bwMode="auto">
          <a:xfrm>
            <a:off x="380997" y="888075"/>
            <a:ext cx="12371121" cy="42436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Loan Amount: 5000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Monthly Payment: 500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calculation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5000 ÷ 500 =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You will need 10 months to pay off the loan.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685016" name="object 3"/>
          <p:cNvSpPr txBox="1"/>
          <p:nvPr/>
        </p:nvSpPr>
        <p:spPr bwMode="auto">
          <a:xfrm>
            <a:off x="380997" y="888075"/>
            <a:ext cx="12361401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assumes that the loan is paid with the same fixed amount every month.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division produces a decimal value, the result can contain a fraction of a month.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485173" name="object 3"/>
          <p:cNvSpPr txBox="1"/>
          <p:nvPr/>
        </p:nvSpPr>
        <p:spPr bwMode="auto">
          <a:xfrm>
            <a:off x="380997" y="888075"/>
            <a:ext cx="12363558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does not validate the monthly payment. If `MonthlyPayment` is `0`, division by zero occurs.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goal is to calculate complete payment months for a real loan, the result would normally need to be rounded up when there is a remaining balance.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633539" name="object 3"/>
          <p:cNvSpPr txBox="1"/>
          <p:nvPr/>
        </p:nvSpPr>
        <p:spPr bwMode="auto">
          <a:xfrm>
            <a:off x="380997" y="888075"/>
            <a:ext cx="12368601" cy="4860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Exact Division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loan amount divides evenly by the monthly payment.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`5000 ÷ 500 = 10`.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result is a whole number of months.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Non-Exact Division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loan amount does not divide evenly.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`5000 ÷ 600 = 8.3333...`.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 real payment schedule would require a final partial payment, so complete months may need to be rounded up.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912253" name="object 3"/>
          <p:cNvSpPr txBox="1"/>
          <p:nvPr/>
        </p:nvSpPr>
        <p:spPr bwMode="auto">
          <a:xfrm>
            <a:off x="380997" y="888075"/>
            <a:ext cx="12382635" cy="3374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structure can group the loan amount and monthly payment.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number of months is calculated by dividing the loan amount by the monthly payment.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`double` allows the result to contain decimal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Monthly payment should not be zero.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For complete payment months, a non-integer result may need to be rounded up.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39910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287</cp:revision>
  <dcterms:created xsi:type="dcterms:W3CDTF">2025-12-09T17:44:59Z</dcterms:created>
  <dcterms:modified xsi:type="dcterms:W3CDTF">2026-09-17T09:55:22Z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