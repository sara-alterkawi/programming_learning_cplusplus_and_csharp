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4688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3510896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941432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839477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789654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7065742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09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4381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422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894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3677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372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3889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3744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904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390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2017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7865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8770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6121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8164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8303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0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66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3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831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720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719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36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28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471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4014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604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963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1540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8636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021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0502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409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24921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967464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386736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061486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2605295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94837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772758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889971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542624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394821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1768870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0267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350799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1608377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2269320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933371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5524431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494362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4716812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8622182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963760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097912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333662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51371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201922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5627442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3208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946145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816181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23800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008389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29515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7117868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1112310" name="object 30"/>
          <p:cNvSpPr txBox="1"/>
          <p:nvPr/>
        </p:nvSpPr>
        <p:spPr bwMode="auto">
          <a:xfrm>
            <a:off x="0" y="1143000"/>
            <a:ext cx="1285820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Until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99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2787758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471407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93248676" name="object 30"/>
          <p:cNvSpPr txBox="1"/>
          <p:nvPr/>
        </p:nvSpPr>
        <p:spPr bwMode="auto">
          <a:xfrm>
            <a:off x="106425" y="3084210"/>
            <a:ext cx="1344153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Unti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99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139018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numbers from the user, adds them together, and stops reading when the user enters 99.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number 99 is a sentinel value, which means it is used to stop the loop and is not added to the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functions, a while loop, an if condition, and the break statement.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528054" name="object 3"/>
          <p:cNvSpPr txBox="1"/>
          <p:nvPr/>
        </p:nvSpPr>
        <p:spPr bwMode="auto">
          <a:xfrm>
            <a:off x="380997" y="888075"/>
            <a:ext cx="12375436" cy="42830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Initialize sum to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a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if the number is 99.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it is 99, stop the loop using break.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Otherwise, add the number to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Repeat until 99 is entered.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the final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result.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06040" name="object 3"/>
          <p:cNvSpPr txBox="1"/>
          <p:nvPr/>
        </p:nvSpPr>
        <p:spPr bwMode="auto">
          <a:xfrm>
            <a:off x="380997" y="888075"/>
            <a:ext cx="12382276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number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`sum` to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Start the counter at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whether the current number is odd.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it is odd, add it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Increase the counter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Repeat until the counter reaches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Return the final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740328" name="object 3"/>
          <p:cNvSpPr txBox="1"/>
          <p:nvPr/>
        </p:nvSpPr>
        <p:spPr bwMode="auto">
          <a:xfrm>
            <a:off x="380997" y="888075"/>
            <a:ext cx="12370761" cy="49751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99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+ 20 + 5 = 35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Result = 35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0727" name="object 3"/>
          <p:cNvSpPr txBox="1"/>
          <p:nvPr/>
        </p:nvSpPr>
        <p:spPr bwMode="auto">
          <a:xfrm>
            <a:off x="380997" y="888075"/>
            <a:ext cx="1236104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99 is only a stopping value. It is not included in the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sentinel value is a special value used to signal that input should stop.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366072" name="object 3"/>
          <p:cNvSpPr txBox="1"/>
          <p:nvPr/>
        </p:nvSpPr>
        <p:spPr bwMode="auto">
          <a:xfrm>
            <a:off x="380997" y="888075"/>
            <a:ext cx="12363199" cy="2247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double for input and calculation, but printResult() receives an int. If the sum contains decimals, the decimal part will be lost when passed to printResult().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252888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Number is not 99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number is added to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loop continues.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Another number is requested.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Number is 99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number is not added to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break stops the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final sum is returned.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28911" name="object 3"/>
          <p:cNvSpPr txBox="1"/>
          <p:nvPr/>
        </p:nvSpPr>
        <p:spPr bwMode="auto">
          <a:xfrm>
            <a:off x="380997" y="888075"/>
            <a:ext cx="12382276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99 is used as a sentinel value to stop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break immediately exits the while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sentinel value is not included in the calculation.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can separate input, calculation, and output responsibilities.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7727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277</cp:revision>
  <dcterms:created xsi:type="dcterms:W3CDTF">2025-12-09T17:44:59Z</dcterms:created>
  <dcterms:modified xsi:type="dcterms:W3CDTF">2026-09-17T09:10:02Z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