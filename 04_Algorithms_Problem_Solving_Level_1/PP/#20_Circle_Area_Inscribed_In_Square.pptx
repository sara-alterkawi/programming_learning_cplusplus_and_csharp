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5"/>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3411200" cy="10058400"/>
  <p:notesSz cx="7772400" cy="10058400"/>
  <p:defaultTextStyle>
    <a:defPPr>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41" d="100"/>
          <a:sy n="41" d="100"/>
        </p:scale>
        <p:origin x="54" y="771"/>
      </p:cViewPr>
      <p:guideLst>
        <p:guide pos="2880" orient="horz"/>
        <p:guide pos="3727"/>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notesMaster" Target="notesMasters/notesMaster1.xml"/><Relationship Id="rId16" Type="http://schemas.openxmlformats.org/officeDocument/2006/relationships/presProps" Target="presProps.xml" /><Relationship Id="rId17" Type="http://schemas.openxmlformats.org/officeDocument/2006/relationships/tableStyles" Target="tableStyles.xml" /><Relationship Id="rId1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9452539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45026769"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056561851"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140375454"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65879305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835154678"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8201120" name="Slide Image Placeholder 1"/>
          <p:cNvSpPr>
            <a:spLocks noChangeAspect="1" noGrp="1" noRot="1"/>
          </p:cNvSpPr>
          <p:nvPr>
            <p:ph type="sldImg"/>
          </p:nvPr>
        </p:nvSpPr>
        <p:spPr bwMode="auto"/>
      </p:sp>
      <p:sp>
        <p:nvSpPr>
          <p:cNvPr id="363852978" name="Notes Placeholder 2"/>
          <p:cNvSpPr>
            <a:spLocks noGrp="1"/>
          </p:cNvSpPr>
          <p:nvPr>
            <p:ph type="body" idx="1"/>
          </p:nvPr>
        </p:nvSpPr>
        <p:spPr bwMode="auto"/>
        <p:txBody>
          <a:bodyPr/>
          <a:lstStyle/>
          <a:p>
            <a:pPr>
              <a:defRPr/>
            </a:pPr>
            <a:endParaRPr/>
          </a:p>
        </p:txBody>
      </p:sp>
      <p:sp>
        <p:nvSpPr>
          <p:cNvPr id="724510716" name="Slide Number Placeholder 3"/>
          <p:cNvSpPr>
            <a:spLocks noGrp="1"/>
          </p:cNvSpPr>
          <p:nvPr>
            <p:ph type="sldNum" sz="quarter" idx="10"/>
          </p:nvPr>
        </p:nvSpPr>
        <p:spPr bwMode="auto"/>
        <p:txBody>
          <a:bodyPr/>
          <a:lstStyle/>
          <a:p>
            <a:pPr>
              <a:defRPr/>
            </a:pPr>
            <a:fld id="{9AB30386-858D-E7F8-9EC1-96526C894032}"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0792898" name="Slide Image Placeholder 1"/>
          <p:cNvSpPr>
            <a:spLocks noChangeAspect="1" noGrp="1" noRot="1"/>
          </p:cNvSpPr>
          <p:nvPr>
            <p:ph type="sldImg"/>
          </p:nvPr>
        </p:nvSpPr>
        <p:spPr bwMode="auto"/>
      </p:sp>
      <p:sp>
        <p:nvSpPr>
          <p:cNvPr id="1741083078" name="Notes Placeholder 2"/>
          <p:cNvSpPr>
            <a:spLocks noGrp="1"/>
          </p:cNvSpPr>
          <p:nvPr>
            <p:ph type="body" idx="1"/>
          </p:nvPr>
        </p:nvSpPr>
        <p:spPr bwMode="auto"/>
        <p:txBody>
          <a:bodyPr/>
          <a:lstStyle/>
          <a:p>
            <a:pPr>
              <a:defRPr/>
            </a:pPr>
            <a:endParaRPr/>
          </a:p>
        </p:txBody>
      </p:sp>
      <p:sp>
        <p:nvSpPr>
          <p:cNvPr id="1029698959" name="Slide Number Placeholder 3"/>
          <p:cNvSpPr>
            <a:spLocks noGrp="1"/>
          </p:cNvSpPr>
          <p:nvPr>
            <p:ph type="sldNum" sz="quarter" idx="10"/>
          </p:nvPr>
        </p:nvSpPr>
        <p:spPr bwMode="auto"/>
        <p:txBody>
          <a:bodyPr/>
          <a:lstStyle/>
          <a:p>
            <a:pPr>
              <a:defRPr/>
            </a:pPr>
            <a:fld id="{29650235-5017-31DA-ADE7-2E5720A08C55}"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0169855" name="Slide Image Placeholder 1"/>
          <p:cNvSpPr>
            <a:spLocks noChangeAspect="1" noGrp="1" noRot="1"/>
          </p:cNvSpPr>
          <p:nvPr>
            <p:ph type="sldImg"/>
          </p:nvPr>
        </p:nvSpPr>
        <p:spPr bwMode="auto"/>
      </p:sp>
      <p:sp>
        <p:nvSpPr>
          <p:cNvPr id="545710392" name="Notes Placeholder 2"/>
          <p:cNvSpPr>
            <a:spLocks noGrp="1"/>
          </p:cNvSpPr>
          <p:nvPr>
            <p:ph type="body" idx="1"/>
          </p:nvPr>
        </p:nvSpPr>
        <p:spPr bwMode="auto"/>
        <p:txBody>
          <a:bodyPr/>
          <a:lstStyle/>
          <a:p>
            <a:pPr>
              <a:defRPr/>
            </a:pPr>
            <a:endParaRPr/>
          </a:p>
        </p:txBody>
      </p:sp>
      <p:sp>
        <p:nvSpPr>
          <p:cNvPr id="1270332055" name="Slide Number Placeholder 3"/>
          <p:cNvSpPr>
            <a:spLocks noGrp="1"/>
          </p:cNvSpPr>
          <p:nvPr>
            <p:ph type="sldNum" sz="quarter" idx="10"/>
          </p:nvPr>
        </p:nvSpPr>
        <p:spPr bwMode="auto"/>
        <p:txBody>
          <a:bodyPr/>
          <a:lstStyle/>
          <a:p>
            <a:pPr>
              <a:defRPr/>
            </a:pPr>
            <a:fld id="{D930BF87-D410-C3C8-7416-04E7AB6F2790}"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7606684" name="Slide Image Placeholder 1"/>
          <p:cNvSpPr>
            <a:spLocks noChangeAspect="1" noGrp="1" noRot="1"/>
          </p:cNvSpPr>
          <p:nvPr>
            <p:ph type="sldImg"/>
          </p:nvPr>
        </p:nvSpPr>
        <p:spPr bwMode="auto"/>
      </p:sp>
      <p:sp>
        <p:nvSpPr>
          <p:cNvPr id="1084596716" name="Notes Placeholder 2"/>
          <p:cNvSpPr>
            <a:spLocks noGrp="1"/>
          </p:cNvSpPr>
          <p:nvPr>
            <p:ph type="body" idx="1"/>
          </p:nvPr>
        </p:nvSpPr>
        <p:spPr bwMode="auto"/>
        <p:txBody>
          <a:bodyPr/>
          <a:lstStyle/>
          <a:p>
            <a:pPr>
              <a:defRPr/>
            </a:pPr>
            <a:endParaRPr/>
          </a:p>
        </p:txBody>
      </p:sp>
      <p:sp>
        <p:nvSpPr>
          <p:cNvPr id="2128185283" name="Slide Number Placeholder 3"/>
          <p:cNvSpPr>
            <a:spLocks noGrp="1"/>
          </p:cNvSpPr>
          <p:nvPr>
            <p:ph type="sldNum" sz="quarter" idx="10"/>
          </p:nvPr>
        </p:nvSpPr>
        <p:spPr bwMode="auto"/>
        <p:txBody>
          <a:bodyPr/>
          <a:lstStyle/>
          <a:p>
            <a:pPr>
              <a:defRPr/>
            </a:pPr>
            <a:fld id="{FEEEE434-A53A-77D6-A1A1-76816A380033}"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047055" name="Slide Image Placeholder 1"/>
          <p:cNvSpPr>
            <a:spLocks noChangeAspect="1" noGrp="1" noRot="1"/>
          </p:cNvSpPr>
          <p:nvPr>
            <p:ph type="sldImg"/>
          </p:nvPr>
        </p:nvSpPr>
        <p:spPr bwMode="auto"/>
      </p:sp>
      <p:sp>
        <p:nvSpPr>
          <p:cNvPr id="91164321" name="Notes Placeholder 2"/>
          <p:cNvSpPr>
            <a:spLocks noGrp="1"/>
          </p:cNvSpPr>
          <p:nvPr>
            <p:ph type="body" idx="1"/>
          </p:nvPr>
        </p:nvSpPr>
        <p:spPr bwMode="auto"/>
        <p:txBody>
          <a:bodyPr/>
          <a:lstStyle/>
          <a:p>
            <a:pPr>
              <a:defRPr/>
            </a:pPr>
            <a:endParaRPr/>
          </a:p>
        </p:txBody>
      </p:sp>
      <p:sp>
        <p:nvSpPr>
          <p:cNvPr id="1517748845" name="Slide Number Placeholder 3"/>
          <p:cNvSpPr>
            <a:spLocks noGrp="1"/>
          </p:cNvSpPr>
          <p:nvPr>
            <p:ph type="sldNum" sz="quarter" idx="10"/>
          </p:nvPr>
        </p:nvSpPr>
        <p:spPr bwMode="auto"/>
        <p:txBody>
          <a:bodyPr/>
          <a:lstStyle/>
          <a:p>
            <a:pPr>
              <a:defRPr/>
            </a:pPr>
            <a:fld id="{FEEEE434-A53A-77D6-A1A1-76816A380033}"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5721926" name="Slide Image Placeholder 1"/>
          <p:cNvSpPr>
            <a:spLocks noChangeAspect="1" noGrp="1" noRot="1"/>
          </p:cNvSpPr>
          <p:nvPr>
            <p:ph type="sldImg"/>
          </p:nvPr>
        </p:nvSpPr>
        <p:spPr bwMode="auto"/>
      </p:sp>
      <p:sp>
        <p:nvSpPr>
          <p:cNvPr id="190299752" name="Notes Placeholder 2"/>
          <p:cNvSpPr>
            <a:spLocks noGrp="1"/>
          </p:cNvSpPr>
          <p:nvPr>
            <p:ph type="body" idx="1"/>
          </p:nvPr>
        </p:nvSpPr>
        <p:spPr bwMode="auto"/>
        <p:txBody>
          <a:bodyPr/>
          <a:lstStyle/>
          <a:p>
            <a:pPr>
              <a:defRPr/>
            </a:pPr>
            <a:endParaRPr/>
          </a:p>
        </p:txBody>
      </p:sp>
      <p:sp>
        <p:nvSpPr>
          <p:cNvPr id="1665725775" name="Slide Number Placeholder 3"/>
          <p:cNvSpPr>
            <a:spLocks noGrp="1"/>
          </p:cNvSpPr>
          <p:nvPr>
            <p:ph type="sldNum" sz="quarter" idx="10"/>
          </p:nvPr>
        </p:nvSpPr>
        <p:spPr bwMode="auto"/>
        <p:txBody>
          <a:bodyPr/>
          <a:lstStyle/>
          <a:p>
            <a:pPr>
              <a:defRPr/>
            </a:pPr>
            <a:fld id="{AED4B15E-DC1D-871B-195A-409A7609C310}"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0156199" name="Slide Image Placeholder 1"/>
          <p:cNvSpPr>
            <a:spLocks noChangeAspect="1" noGrp="1" noRot="1"/>
          </p:cNvSpPr>
          <p:nvPr>
            <p:ph type="sldImg"/>
          </p:nvPr>
        </p:nvSpPr>
        <p:spPr bwMode="auto"/>
      </p:sp>
      <p:sp>
        <p:nvSpPr>
          <p:cNvPr id="414227488" name="Notes Placeholder 2"/>
          <p:cNvSpPr>
            <a:spLocks noGrp="1"/>
          </p:cNvSpPr>
          <p:nvPr>
            <p:ph type="body" idx="1"/>
          </p:nvPr>
        </p:nvSpPr>
        <p:spPr bwMode="auto"/>
        <p:txBody>
          <a:bodyPr/>
          <a:lstStyle/>
          <a:p>
            <a:pPr>
              <a:defRPr/>
            </a:pPr>
            <a:endParaRPr/>
          </a:p>
        </p:txBody>
      </p:sp>
      <p:sp>
        <p:nvSpPr>
          <p:cNvPr id="1522797925" name="Slide Number Placeholder 3"/>
          <p:cNvSpPr>
            <a:spLocks noGrp="1"/>
          </p:cNvSpPr>
          <p:nvPr>
            <p:ph type="sldNum" sz="quarter" idx="10"/>
          </p:nvPr>
        </p:nvSpPr>
        <p:spPr bwMode="auto"/>
        <p:txBody>
          <a:bodyPr/>
          <a:lstStyle/>
          <a:p>
            <a:pPr>
              <a:defRPr/>
            </a:pPr>
            <a:fld id="{6FB780D0-01FC-1E82-7F28-775DCD58CC27}"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8240753" name="Slide Image Placeholder 1"/>
          <p:cNvSpPr>
            <a:spLocks noChangeAspect="1" noGrp="1" noRot="1"/>
          </p:cNvSpPr>
          <p:nvPr>
            <p:ph type="sldImg"/>
          </p:nvPr>
        </p:nvSpPr>
        <p:spPr bwMode="auto"/>
      </p:sp>
      <p:sp>
        <p:nvSpPr>
          <p:cNvPr id="791374917" name="Notes Placeholder 2"/>
          <p:cNvSpPr>
            <a:spLocks noGrp="1"/>
          </p:cNvSpPr>
          <p:nvPr>
            <p:ph type="body" idx="1"/>
          </p:nvPr>
        </p:nvSpPr>
        <p:spPr bwMode="auto"/>
        <p:txBody>
          <a:bodyPr/>
          <a:lstStyle/>
          <a:p>
            <a:pPr>
              <a:defRPr/>
            </a:pPr>
            <a:endParaRPr/>
          </a:p>
        </p:txBody>
      </p:sp>
      <p:sp>
        <p:nvSpPr>
          <p:cNvPr id="1329548731" name="Slide Number Placeholder 3"/>
          <p:cNvSpPr>
            <a:spLocks noGrp="1"/>
          </p:cNvSpPr>
          <p:nvPr>
            <p:ph type="sldNum" sz="quarter" idx="10"/>
          </p:nvPr>
        </p:nvSpPr>
        <p:spPr bwMode="auto"/>
        <p:txBody>
          <a:bodyPr/>
          <a:lstStyle/>
          <a:p>
            <a:pPr>
              <a:defRPr/>
            </a:pPr>
            <a:fld id="{938F9459-2AB7-7A11-3614-6196561F7B41}" type="slidenum">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9195158" name="Slide Image Placeholder 1"/>
          <p:cNvSpPr>
            <a:spLocks noChangeAspect="1" noGrp="1" noRot="1"/>
          </p:cNvSpPr>
          <p:nvPr>
            <p:ph type="sldImg"/>
          </p:nvPr>
        </p:nvSpPr>
        <p:spPr bwMode="auto"/>
      </p:sp>
      <p:sp>
        <p:nvSpPr>
          <p:cNvPr id="2122919939" name="Notes Placeholder 2"/>
          <p:cNvSpPr>
            <a:spLocks noGrp="1"/>
          </p:cNvSpPr>
          <p:nvPr>
            <p:ph type="body" idx="1"/>
          </p:nvPr>
        </p:nvSpPr>
        <p:spPr bwMode="auto"/>
        <p:txBody>
          <a:bodyPr/>
          <a:lstStyle/>
          <a:p>
            <a:pPr>
              <a:defRPr/>
            </a:pPr>
            <a:endParaRPr/>
          </a:p>
        </p:txBody>
      </p:sp>
      <p:sp>
        <p:nvSpPr>
          <p:cNvPr id="934890606" name="Slide Number Placeholder 3"/>
          <p:cNvSpPr>
            <a:spLocks noGrp="1"/>
          </p:cNvSpPr>
          <p:nvPr>
            <p:ph type="sldNum" sz="quarter" idx="10"/>
          </p:nvPr>
        </p:nvSpPr>
        <p:spPr bwMode="auto"/>
        <p:txBody>
          <a:bodyPr/>
          <a:lstStyle/>
          <a:p>
            <a:pPr>
              <a:defRPr/>
            </a:pPr>
            <a:fld id="{8C46612F-4D71-E8FE-73F2-51D32A4C3E49}" type="slidenum">
              <a:rPr/>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2416163" name="Slide Image Placeholder 1"/>
          <p:cNvSpPr>
            <a:spLocks noChangeAspect="1" noGrp="1" noRot="1"/>
          </p:cNvSpPr>
          <p:nvPr>
            <p:ph type="sldImg"/>
          </p:nvPr>
        </p:nvSpPr>
        <p:spPr bwMode="auto"/>
      </p:sp>
      <p:sp>
        <p:nvSpPr>
          <p:cNvPr id="1360711307" name="Notes Placeholder 2"/>
          <p:cNvSpPr>
            <a:spLocks noGrp="1"/>
          </p:cNvSpPr>
          <p:nvPr>
            <p:ph type="body" idx="1"/>
          </p:nvPr>
        </p:nvSpPr>
        <p:spPr bwMode="auto"/>
        <p:txBody>
          <a:bodyPr/>
          <a:lstStyle/>
          <a:p>
            <a:pPr>
              <a:defRPr/>
            </a:pPr>
            <a:endParaRPr/>
          </a:p>
        </p:txBody>
      </p:sp>
      <p:sp>
        <p:nvSpPr>
          <p:cNvPr id="505858863" name="Slide Number Placeholder 3"/>
          <p:cNvSpPr>
            <a:spLocks noGrp="1"/>
          </p:cNvSpPr>
          <p:nvPr>
            <p:ph type="sldNum" sz="quarter" idx="10"/>
          </p:nvPr>
        </p:nvSpPr>
        <p:spPr bwMode="auto"/>
        <p:txBody>
          <a:bodyPr/>
          <a:lstStyle/>
          <a:p>
            <a:pPr>
              <a:defRPr/>
            </a:pPr>
            <a:fld id="{FD3E466E-FDE0-677F-9612-EA45582FD9CD}" type="slidenum">
              <a:rPr/>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4521029" name="Slide Image Placeholder 1"/>
          <p:cNvSpPr>
            <a:spLocks noChangeAspect="1" noGrp="1" noRot="1"/>
          </p:cNvSpPr>
          <p:nvPr>
            <p:ph type="sldImg"/>
          </p:nvPr>
        </p:nvSpPr>
        <p:spPr bwMode="auto"/>
      </p:sp>
      <p:sp>
        <p:nvSpPr>
          <p:cNvPr id="208589266" name="Notes Placeholder 2"/>
          <p:cNvSpPr>
            <a:spLocks noGrp="1"/>
          </p:cNvSpPr>
          <p:nvPr>
            <p:ph type="body" idx="1"/>
          </p:nvPr>
        </p:nvSpPr>
        <p:spPr bwMode="auto"/>
        <p:txBody>
          <a:bodyPr/>
          <a:lstStyle/>
          <a:p>
            <a:pPr>
              <a:defRPr/>
            </a:pPr>
            <a:endParaRPr/>
          </a:p>
        </p:txBody>
      </p:sp>
      <p:sp>
        <p:nvSpPr>
          <p:cNvPr id="1626419654" name="Slide Number Placeholder 3"/>
          <p:cNvSpPr>
            <a:spLocks noGrp="1"/>
          </p:cNvSpPr>
          <p:nvPr>
            <p:ph type="sldNum" sz="quarter" idx="10"/>
          </p:nvPr>
        </p:nvSpPr>
        <p:spPr bwMode="auto"/>
        <p:txBody>
          <a:bodyPr/>
          <a:lstStyle/>
          <a:p>
            <a:pPr>
              <a:defRPr/>
            </a:pPr>
            <a:fld id="{959DFAF6-37CE-40E2-747A-C584C149C0F7}" type="slidenum">
              <a:rPr/>
              <a:t>12</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Slide">
    <p:spTree>
      <p:nvGrpSpPr>
        <p:cNvPr id="1" name=""/>
        <p:cNvGrpSpPr/>
        <p:nvPr/>
      </p:nvGrpSpPr>
      <p:grpSpPr bwMode="auto">
        <a:xfrm>
          <a:off x="0" y="0"/>
          <a:ext cx="0" cy="0"/>
          <a:chOff x="0" y="0"/>
          <a:chExt cx="0" cy="0"/>
        </a:xfrm>
      </p:grpSpPr>
      <p:sp>
        <p:nvSpPr>
          <p:cNvPr id="1762846165" name="Holder 2"/>
          <p:cNvSpPr>
            <a:spLocks noGrp="1"/>
          </p:cNvSpPr>
          <p:nvPr>
            <p:ph type="ctrTitle"/>
          </p:nvPr>
        </p:nvSpPr>
        <p:spPr bwMode="auto">
          <a:xfrm>
            <a:off x="1005840" y="3118104"/>
            <a:ext cx="11399520" cy="902876"/>
          </a:xfrm>
          <a:prstGeom prst="rect">
            <a:avLst/>
          </a:prstGeom>
        </p:spPr>
        <p:txBody>
          <a:bodyPr wrap="square" lIns="0" tIns="0" rIns="0" bIns="0">
            <a:spAutoFit/>
          </a:bodyPr>
          <a:lstStyle>
            <a:lvl1pPr>
              <a:defRPr sz="5850" b="0" i="0">
                <a:solidFill>
                  <a:srgbClr val="FF0000"/>
                </a:solidFill>
                <a:latin typeface="Calibri"/>
                <a:cs typeface="Calibri"/>
              </a:defRPr>
            </a:lvl1pPr>
          </a:lstStyle>
          <a:p>
            <a:pPr>
              <a:defRPr/>
            </a:pPr>
            <a:endParaRPr/>
          </a:p>
        </p:txBody>
      </p:sp>
      <p:sp>
        <p:nvSpPr>
          <p:cNvPr id="1442864891" name="Holder 3"/>
          <p:cNvSpPr>
            <a:spLocks noGrp="1"/>
          </p:cNvSpPr>
          <p:nvPr>
            <p:ph type="subTitle" idx="4"/>
          </p:nvPr>
        </p:nvSpPr>
        <p:spPr bwMode="auto">
          <a:xfrm>
            <a:off x="2011680" y="5632706"/>
            <a:ext cx="9387840" cy="477951"/>
          </a:xfrm>
          <a:prstGeom prst="rect">
            <a:avLst/>
          </a:prstGeom>
        </p:spPr>
        <p:txBody>
          <a:bodyPr wrap="square" lIns="0" tIns="0" rIns="0" bIns="0">
            <a:spAutoFit/>
          </a:bodyPr>
          <a:lstStyle>
            <a:lvl1pPr>
              <a:defRPr sz="3100" b="0" i="0">
                <a:solidFill>
                  <a:schemeClr val="tx1"/>
                </a:solidFill>
                <a:latin typeface="Arial MT"/>
                <a:cs typeface="Arial MT"/>
              </a:defRPr>
            </a:lvl1pPr>
          </a:lstStyle>
          <a:p>
            <a:pPr>
              <a:defRPr/>
            </a:pPr>
            <a:endParaRPr/>
          </a:p>
        </p:txBody>
      </p:sp>
      <p:sp>
        <p:nvSpPr>
          <p:cNvPr id="497868103"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2108179905"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2102770462"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obj" userDrawn="1">
  <p:cSld name="Title and Content">
    <p:bg>
      <p:bgPr shadeToTitle="0">
        <a:solidFill>
          <a:schemeClr val="bg1"/>
        </a:solidFill>
      </p:bgPr>
    </p:bg>
    <p:spTree>
      <p:nvGrpSpPr>
        <p:cNvPr id="1" name=""/>
        <p:cNvGrpSpPr/>
        <p:nvPr/>
      </p:nvGrpSpPr>
      <p:grpSpPr bwMode="auto">
        <a:xfrm>
          <a:off x="0" y="0"/>
          <a:ext cx="0" cy="0"/>
          <a:chOff x="0" y="0"/>
          <a:chExt cx="0" cy="0"/>
        </a:xfrm>
      </p:grpSpPr>
      <p:sp>
        <p:nvSpPr>
          <p:cNvPr id="1861646479" name="bg object 16"/>
          <p:cNvSpPr/>
          <p:nvPr/>
        </p:nvSpPr>
        <p:spPr bwMode="auto">
          <a:xfrm>
            <a:off x="331334" y="2514600"/>
            <a:ext cx="12753788" cy="4142104"/>
          </a:xfrm>
          <a:custGeom>
            <a:avLst/>
            <a:gdLst/>
            <a:ahLst/>
            <a:cxnLst/>
            <a:rect l="l" t="t" r="r" b="b"/>
            <a:pathLst>
              <a:path w="7391400" h="4142104" fill="norm" stroke="1" extrusionOk="0">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pPr>
              <a:defRPr/>
            </a:pPr>
            <a:endParaRPr/>
          </a:p>
        </p:txBody>
      </p:sp>
      <p:sp>
        <p:nvSpPr>
          <p:cNvPr id="1468917029"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78086518" name="Holder 3"/>
          <p:cNvSpPr>
            <a:spLocks noGrp="1"/>
          </p:cNvSpPr>
          <p:nvPr>
            <p:ph type="body" idx="1"/>
          </p:nvPr>
        </p:nvSpPr>
        <p:spPr bwMode="auto">
          <a:xfrm>
            <a:off x="617089" y="3228215"/>
            <a:ext cx="7643506" cy="477951"/>
          </a:xfrm>
        </p:spPr>
        <p:txBody>
          <a:bodyPr lIns="0" tIns="0" rIns="0" bIns="0"/>
          <a:lstStyle>
            <a:lvl1pPr>
              <a:defRPr sz="3100" b="0" i="0">
                <a:solidFill>
                  <a:schemeClr val="tx1"/>
                </a:solidFill>
                <a:latin typeface="Arial MT"/>
                <a:cs typeface="Arial MT"/>
              </a:defRPr>
            </a:lvl1pPr>
          </a:lstStyle>
          <a:p>
            <a:pPr>
              <a:defRPr/>
            </a:pPr>
            <a:endParaRPr/>
          </a:p>
        </p:txBody>
      </p:sp>
      <p:sp>
        <p:nvSpPr>
          <p:cNvPr id="576156873"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871801440"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208042492"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wo Content">
    <p:spTree>
      <p:nvGrpSpPr>
        <p:cNvPr id="1" name=""/>
        <p:cNvGrpSpPr/>
        <p:nvPr/>
      </p:nvGrpSpPr>
      <p:grpSpPr bwMode="auto">
        <a:xfrm>
          <a:off x="0" y="0"/>
          <a:ext cx="0" cy="0"/>
          <a:chOff x="0" y="0"/>
          <a:chExt cx="0" cy="0"/>
        </a:xfrm>
      </p:grpSpPr>
      <p:sp>
        <p:nvSpPr>
          <p:cNvPr id="253512234"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1497043118" name="Holder 3"/>
          <p:cNvSpPr>
            <a:spLocks noGrp="1"/>
          </p:cNvSpPr>
          <p:nvPr>
            <p:ph sz="half" idx="2"/>
          </p:nvPr>
        </p:nvSpPr>
        <p:spPr bwMode="auto">
          <a:xfrm>
            <a:off x="670560" y="2313434"/>
            <a:ext cx="5833872" cy="276999"/>
          </a:xfrm>
          <a:prstGeom prst="rect">
            <a:avLst/>
          </a:prstGeom>
        </p:spPr>
        <p:txBody>
          <a:bodyPr wrap="square" lIns="0" tIns="0" rIns="0" bIns="0">
            <a:spAutoFit/>
          </a:bodyPr>
          <a:lstStyle>
            <a:lvl1pPr>
              <a:defRPr/>
            </a:lvl1pPr>
          </a:lstStyle>
          <a:p>
            <a:pPr>
              <a:defRPr/>
            </a:pPr>
            <a:endParaRPr/>
          </a:p>
        </p:txBody>
      </p:sp>
      <p:sp>
        <p:nvSpPr>
          <p:cNvPr id="1095879725" name="Holder 4"/>
          <p:cNvSpPr>
            <a:spLocks noGrp="1"/>
          </p:cNvSpPr>
          <p:nvPr>
            <p:ph sz="half" idx="3"/>
          </p:nvPr>
        </p:nvSpPr>
        <p:spPr bwMode="auto">
          <a:xfrm>
            <a:off x="6906768" y="2313434"/>
            <a:ext cx="5833872" cy="276999"/>
          </a:xfrm>
          <a:prstGeom prst="rect">
            <a:avLst/>
          </a:prstGeom>
        </p:spPr>
        <p:txBody>
          <a:bodyPr wrap="square" lIns="0" tIns="0" rIns="0" bIns="0">
            <a:spAutoFit/>
          </a:bodyPr>
          <a:lstStyle>
            <a:lvl1pPr>
              <a:defRPr/>
            </a:lvl1pPr>
          </a:lstStyle>
          <a:p>
            <a:pPr>
              <a:defRPr/>
            </a:pPr>
            <a:endParaRPr/>
          </a:p>
        </p:txBody>
      </p:sp>
      <p:sp>
        <p:nvSpPr>
          <p:cNvPr id="351957602"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679672425"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534259861"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obj" userDrawn="1">
  <p:cSld name="Title Only">
    <p:bg>
      <p:bgPr shadeToTitle="0">
        <a:solidFill>
          <a:schemeClr val="bg1"/>
        </a:solidFill>
      </p:bgPr>
    </p:bg>
    <p:spTree>
      <p:nvGrpSpPr>
        <p:cNvPr id="1" name=""/>
        <p:cNvGrpSpPr/>
        <p:nvPr/>
      </p:nvGrpSpPr>
      <p:grpSpPr bwMode="auto">
        <a:xfrm>
          <a:off x="0" y="0"/>
          <a:ext cx="0" cy="0"/>
          <a:chOff x="0" y="0"/>
          <a:chExt cx="0" cy="0"/>
        </a:xfrm>
      </p:grpSpPr>
      <p:pic>
        <p:nvPicPr>
          <p:cNvPr id="364145693" name="bg object 16"/>
          <p:cNvPicPr/>
          <p:nvPr/>
        </p:nvPicPr>
        <p:blipFill rotWithShape="1">
          <a:blip r:embed="rId2"/>
          <a:stretch/>
        </p:blipFill>
        <p:spPr bwMode="auto">
          <a:xfrm>
            <a:off x="3" y="2209800"/>
            <a:ext cx="13411198" cy="5081016"/>
          </a:xfrm>
          <a:prstGeom prst="rect">
            <a:avLst/>
          </a:prstGeom>
        </p:spPr>
      </p:pic>
      <p:sp>
        <p:nvSpPr>
          <p:cNvPr id="1349955262" name="bg object 17"/>
          <p:cNvSpPr/>
          <p:nvPr/>
        </p:nvSpPr>
        <p:spPr bwMode="auto">
          <a:xfrm>
            <a:off x="105186" y="3901439"/>
            <a:ext cx="13306014" cy="789940"/>
          </a:xfrm>
          <a:custGeom>
            <a:avLst/>
            <a:gdLst/>
            <a:ahLst/>
            <a:cxnLst/>
            <a:rect l="l" t="t" r="r" b="b"/>
            <a:pathLst>
              <a:path w="7711440" h="789939" fill="norm" stroke="1" extrusionOk="0">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pPr>
              <a:defRPr/>
            </a:pPr>
            <a:endParaRPr/>
          </a:p>
        </p:txBody>
      </p:sp>
      <p:sp>
        <p:nvSpPr>
          <p:cNvPr id="185143462"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1476780219"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809632142"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205803505"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Blank">
    <p:spTree>
      <p:nvGrpSpPr>
        <p:cNvPr id="1" name=""/>
        <p:cNvGrpSpPr/>
        <p:nvPr/>
      </p:nvGrpSpPr>
      <p:grpSpPr bwMode="auto">
        <a:xfrm>
          <a:off x="0" y="0"/>
          <a:ext cx="0" cy="0"/>
          <a:chOff x="0" y="0"/>
          <a:chExt cx="0" cy="0"/>
        </a:xfrm>
      </p:grpSpPr>
      <p:sp>
        <p:nvSpPr>
          <p:cNvPr id="1863527651"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481163131"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98206946"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1"/>
        </a:solidFill>
      </p:bgPr>
    </p:bg>
    <p:spTree>
      <p:nvGrpSpPr>
        <p:cNvPr id="1" name=""/>
        <p:cNvGrpSpPr/>
        <p:nvPr/>
      </p:nvGrpSpPr>
      <p:grpSpPr bwMode="auto">
        <a:xfrm>
          <a:off x="0" y="0"/>
          <a:ext cx="0" cy="0"/>
          <a:chOff x="0" y="0"/>
          <a:chExt cx="0" cy="0"/>
        </a:xfrm>
      </p:grpSpPr>
      <p:sp>
        <p:nvSpPr>
          <p:cNvPr id="227099924" name="Holder 2"/>
          <p:cNvSpPr>
            <a:spLocks noGrp="1"/>
          </p:cNvSpPr>
          <p:nvPr>
            <p:ph type="title"/>
          </p:nvPr>
        </p:nvSpPr>
        <p:spPr bwMode="auto">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pPr>
              <a:defRPr/>
            </a:pPr>
            <a:endParaRPr/>
          </a:p>
        </p:txBody>
      </p:sp>
      <p:sp>
        <p:nvSpPr>
          <p:cNvPr id="347705913" name="Holder 3"/>
          <p:cNvSpPr>
            <a:spLocks noGrp="1"/>
          </p:cNvSpPr>
          <p:nvPr>
            <p:ph type="body" idx="1"/>
          </p:nvPr>
        </p:nvSpPr>
        <p:spPr bwMode="auto">
          <a:xfrm>
            <a:off x="617089" y="3228213"/>
            <a:ext cx="7643506"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pPr>
              <a:defRPr/>
            </a:pPr>
            <a:endParaRPr/>
          </a:p>
        </p:txBody>
      </p:sp>
      <p:sp>
        <p:nvSpPr>
          <p:cNvPr id="827216907" name="Holder 4"/>
          <p:cNvSpPr>
            <a:spLocks noGrp="1"/>
          </p:cNvSpPr>
          <p:nvPr>
            <p:ph type="ftr" sz="quarter" idx="5"/>
          </p:nvPr>
        </p:nvSpPr>
        <p:spPr bwMode="auto">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1759308709" name="Holder 5"/>
          <p:cNvSpPr>
            <a:spLocks noGrp="1"/>
          </p:cNvSpPr>
          <p:nvPr>
            <p:ph type="dt" sz="half" idx="6"/>
          </p:nvPr>
        </p:nvSpPr>
        <p:spPr bwMode="auto">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846219738" name="Holder 6"/>
          <p:cNvSpPr>
            <a:spLocks noGrp="1"/>
          </p:cNvSpPr>
          <p:nvPr>
            <p:ph type="sldNum" sz="quarter" idx="7"/>
          </p:nvPr>
        </p:nvSpPr>
        <p:spPr bwMode="auto">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6">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6">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6964523" name="object 46"/>
          <p:cNvSpPr txBox="1">
            <a:spLocks noGrp="1"/>
          </p:cNvSpPr>
          <p:nvPr>
            <p:ph type="sldNum" sz="quarter" idx="7"/>
          </p:nvPr>
        </p:nvSpPr>
        <p:spPr bwMode="auto">
          <a:xfrm>
            <a:off x="22501110" y="12821186"/>
            <a:ext cx="518023" cy="294953"/>
          </a:xfrm>
          <a:prstGeom prst="rect">
            <a:avLst/>
          </a:prstGeom>
        </p:spPr>
        <p:txBody>
          <a:bodyPr vert="horz" wrap="square" lIns="0" tIns="0" rIns="0" bIns="0" rtlCol="0">
            <a:spAutoFit/>
          </a:bodyPr>
          <a:lstStyle/>
          <a:p>
            <a:pPr marL="65742">
              <a:lnSpc>
                <a:spcPts val="2260"/>
              </a:lnSpc>
              <a:defRPr/>
            </a:pPr>
            <a:fld id="{81D60167-4931-47E6-BA6A-407CBD079E47}" type="slidenum">
              <a:rPr spc="-86"/>
              <a:t>1</a:t>
            </a:fld>
            <a:endParaRPr spc="-86"/>
          </a:p>
        </p:txBody>
      </p:sp>
      <p:pic>
        <p:nvPicPr>
          <p:cNvPr id="1158365363" name="object 25"/>
          <p:cNvPicPr/>
          <p:nvPr/>
        </p:nvPicPr>
        <p:blipFill rotWithShape="1">
          <a:blip r:embed="rId3"/>
          <a:srcRect l="0" t="17" r="0" b="16"/>
          <a:stretch/>
        </p:blipFill>
        <p:spPr bwMode="auto">
          <a:xfrm>
            <a:off x="1" y="457200"/>
            <a:ext cx="13411199" cy="9021482"/>
          </a:xfrm>
          <a:prstGeom prst="rect">
            <a:avLst/>
          </a:prstGeom>
        </p:spPr>
      </p:pic>
      <p:sp>
        <p:nvSpPr>
          <p:cNvPr id="2023510864" name="object 30"/>
          <p:cNvSpPr txBox="1"/>
          <p:nvPr/>
        </p:nvSpPr>
        <p:spPr bwMode="auto">
          <a:xfrm>
            <a:off x="0" y="1143000"/>
            <a:ext cx="12799179" cy="4066137"/>
          </a:xfrm>
          <a:prstGeom prst="rect">
            <a:avLst/>
          </a:prstGeom>
          <a:ln w="12953">
            <a:noFill/>
          </a:ln>
        </p:spPr>
        <p:txBody>
          <a:bodyPr vert="horz" wrap="square" lIns="0" tIns="0" rIns="0" bIns="0" rtlCol="0">
            <a:spAutoFit/>
          </a:bodyPr>
          <a:lstStyle/>
          <a:p>
            <a:pPr marL="2786346" algn="ctr">
              <a:spcBef>
                <a:spcPts val="673"/>
              </a:spcBef>
              <a:defRPr/>
            </a:pPr>
            <a:r>
              <a:rPr lang="sv-SE" sz="6000" b="1" i="0" u="none" strike="noStrike" cap="none" spc="0">
                <a:solidFill>
                  <a:srgbClr val="FFCE53"/>
                </a:solidFill>
                <a:latin typeface="Comic Sans MS"/>
                <a:ea typeface="Comic Sans MS"/>
                <a:cs typeface="Comic Sans MS"/>
              </a:rPr>
              <a:t>Algorithms</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Problem</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Solving</a:t>
            </a:r>
            <a:endParaRPr/>
          </a:p>
          <a:p>
            <a:pPr marL="2786346" algn="ctr">
              <a:spcBef>
                <a:spcPts val="673"/>
              </a:spcBef>
              <a:defRPr/>
            </a:pPr>
            <a:r>
              <a:rPr lang="en-GB" sz="6000" b="1">
                <a:solidFill>
                  <a:schemeClr val="bg1"/>
                </a:solidFill>
                <a:latin typeface="Comic Sans MS"/>
                <a:cs typeface="Comic Sans MS"/>
              </a:rPr>
              <a:t>Level 1</a:t>
            </a:r>
            <a:endParaRPr lang="sv-SE" sz="6000" b="1">
              <a:solidFill>
                <a:schemeClr val="bg1"/>
              </a:solidFill>
              <a:latin typeface="Comic Sans MS"/>
              <a:cs typeface="Comic Sans MS"/>
            </a:endParaRPr>
          </a:p>
          <a:p>
            <a:pPr marL="2786346" algn="ctr">
              <a:spcBef>
                <a:spcPts val="670"/>
              </a:spcBef>
              <a:defRPr/>
            </a:pPr>
            <a:endParaRPr lang="sv-SE"/>
          </a:p>
          <a:p>
            <a:pPr marL="2786346" algn="ctr">
              <a:spcBef>
                <a:spcPts val="671"/>
              </a:spcBef>
              <a:defRPr/>
            </a:pPr>
            <a:r>
              <a:rPr lang="en-US" sz="6000" b="1" i="0" u="none" strike="noStrike" cap="none" spc="0">
                <a:solidFill>
                  <a:srgbClr val="FFCE53"/>
                </a:solidFill>
                <a:latin typeface="Comic Sans MS"/>
                <a:ea typeface="Comic Sans MS"/>
                <a:cs typeface="Comic Sans MS"/>
              </a:rPr>
              <a:t>Circle</a:t>
            </a:r>
            <a:r>
              <a:rPr sz="6000" b="1" i="0" u="none" strike="noStrike" cap="none" spc="0">
                <a:solidFill>
                  <a:srgbClr val="FFCE53"/>
                </a:solidFill>
                <a:latin typeface="Comic Sans MS"/>
                <a:ea typeface="Comic Sans MS"/>
                <a:cs typeface="Comic Sans MS"/>
              </a:rPr>
              <a:t> </a:t>
            </a:r>
            <a:r>
              <a:rPr lang="en-US" sz="6000" b="1" i="0" u="none" strike="noStrike" cap="none" spc="0">
                <a:solidFill>
                  <a:srgbClr val="FFCE53"/>
                </a:solidFill>
                <a:latin typeface="Comic Sans MS"/>
                <a:ea typeface="Comic Sans MS"/>
                <a:cs typeface="Comic Sans MS"/>
              </a:rPr>
              <a:t>Area</a:t>
            </a:r>
            <a:r>
              <a:rPr sz="6000" b="1" i="0" u="none" strike="noStrike" cap="none" spc="0">
                <a:solidFill>
                  <a:srgbClr val="FFCE53"/>
                </a:solidFill>
                <a:latin typeface="Comic Sans MS"/>
                <a:ea typeface="Comic Sans MS"/>
                <a:cs typeface="Comic Sans MS"/>
              </a:rPr>
              <a:t> </a:t>
            </a:r>
            <a:r>
              <a:rPr sz="6000" b="1" i="0" u="none" strike="noStrike" cap="none" spc="0">
                <a:solidFill>
                  <a:srgbClr val="FFCE53"/>
                </a:solidFill>
                <a:latin typeface="Comic Sans MS"/>
                <a:ea typeface="Comic Sans MS"/>
                <a:cs typeface="Comic Sans MS"/>
              </a:rPr>
              <a:t>Inscribed In Square</a:t>
            </a:r>
            <a:endParaRPr lang="en-US" sz="6000" b="1" i="0" u="none" strike="noStrike" cap="none" spc="0">
              <a:solidFill>
                <a:srgbClr val="FFCE53"/>
              </a:solidFill>
              <a:latin typeface="Comic Sans MS"/>
              <a:ea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2125558801" name="object 2"/>
          <p:cNvGrpSpPr/>
          <p:nvPr/>
        </p:nvGrpSpPr>
        <p:grpSpPr bwMode="auto">
          <a:xfrm>
            <a:off x="-10957" y="645359"/>
            <a:ext cx="13422157" cy="8767682"/>
            <a:chOff x="0" y="2209800"/>
            <a:chExt cx="7778750" cy="5081270"/>
          </a:xfrm>
        </p:grpSpPr>
        <p:pic>
          <p:nvPicPr>
            <p:cNvPr id="3" name="object 3"/>
            <p:cNvPicPr/>
            <p:nvPr/>
          </p:nvPicPr>
          <p:blipFill rotWithShape="1">
            <a:blip r:embed="rId3"/>
            <a:stretch/>
          </p:blipFill>
          <p:spPr bwMode="auto">
            <a:xfrm>
              <a:off x="0" y="2209800"/>
              <a:ext cx="7772399" cy="5081016"/>
            </a:xfrm>
            <a:prstGeom prst="rect">
              <a:avLst/>
            </a:prstGeom>
          </p:spPr>
        </p:pic>
        <p:sp>
          <p:nvSpPr>
            <p:cNvPr id="4" name="object 4"/>
            <p:cNvSpPr/>
            <p:nvPr/>
          </p:nvSpPr>
          <p:spPr bwMode="auto">
            <a:xfrm>
              <a:off x="60960" y="3901439"/>
              <a:ext cx="7711440"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1302585861" name="object 8"/>
          <p:cNvSpPr txBox="1"/>
          <p:nvPr/>
        </p:nvSpPr>
        <p:spPr bwMode="auto">
          <a:xfrm>
            <a:off x="13091697" y="12746337"/>
            <a:ext cx="182980" cy="352972"/>
          </a:xfrm>
          <a:prstGeom prst="rect">
            <a:avLst/>
          </a:prstGeom>
        </p:spPr>
        <p:txBody>
          <a:bodyPr vert="horz" wrap="square" lIns="0" tIns="20818" rIns="0" bIns="0" rtlCol="0">
            <a:spAutoFit/>
          </a:bodyPr>
          <a:lstStyle/>
          <a:p>
            <a:pPr marL="21914">
              <a:spcBef>
                <a:spcPts val="163"/>
              </a:spcBef>
              <a:defRPr/>
            </a:pPr>
            <a:r>
              <a:rPr sz="2150" spc="-86">
                <a:latin typeface="Calibri"/>
                <a:cs typeface="Calibri"/>
              </a:rPr>
              <a:t>2</a:t>
            </a:r>
            <a:endParaRPr sz="2150">
              <a:latin typeface="Calibri"/>
              <a:cs typeface="Calibri"/>
            </a:endParaRPr>
          </a:p>
        </p:txBody>
      </p:sp>
      <p:sp>
        <p:nvSpPr>
          <p:cNvPr id="574371138" name="object 30"/>
          <p:cNvSpPr txBox="1"/>
          <p:nvPr/>
        </p:nvSpPr>
        <p:spPr bwMode="auto">
          <a:xfrm>
            <a:off x="106425" y="3084210"/>
            <a:ext cx="13372785" cy="1756008"/>
          </a:xfrm>
          <a:prstGeom prst="rect">
            <a:avLst/>
          </a:prstGeom>
          <a:ln w="12953">
            <a:noFill/>
          </a:ln>
        </p:spPr>
        <p:txBody>
          <a:bodyPr vert="horz" wrap="square" lIns="0" tIns="0" rIns="0" bIns="0" rtlCol="0">
            <a:spAutoFit/>
          </a:bodyPr>
          <a:lstStyle/>
          <a:p>
            <a:pPr marL="2786346" algn="ctr">
              <a:spcBef>
                <a:spcPts val="673"/>
              </a:spcBef>
              <a:defRPr/>
            </a:pPr>
            <a:r>
              <a:rPr lang="en-US" sz="4000" b="0" i="0" u="none" strike="noStrike" cap="none" spc="-16">
                <a:solidFill>
                  <a:srgbClr val="FFFFFF"/>
                </a:solidFill>
                <a:latin typeface="Comic Sans MS"/>
                <a:ea typeface="Comic Sans MS"/>
                <a:cs typeface="Comic Sans MS"/>
              </a:rPr>
              <a:t>Algorithms</a:t>
            </a:r>
            <a:r>
              <a:rPr sz="4000" b="0" i="0" u="none" strike="noStrike" cap="none" spc="-16">
                <a:solidFill>
                  <a:srgbClr val="FFFFFF"/>
                </a:solidFill>
                <a:latin typeface="Comic Sans MS"/>
                <a:ea typeface="Comic Sans MS"/>
                <a:cs typeface="Comic Sans MS"/>
              </a:rPr>
              <a:t> </a:t>
            </a:r>
            <a:r>
              <a:rPr lang="en-US" sz="4000" b="0" i="0" u="none" strike="noStrike" cap="none" spc="-16">
                <a:solidFill>
                  <a:srgbClr val="FFFFFF"/>
                </a:solidFill>
                <a:latin typeface="Comic Sans MS"/>
                <a:ea typeface="Comic Sans MS"/>
                <a:cs typeface="Comic Sans MS"/>
              </a:rPr>
              <a:t>Problem</a:t>
            </a:r>
            <a:r>
              <a:rPr sz="4000" b="0" i="0" u="none" strike="noStrike" cap="none" spc="-16">
                <a:solidFill>
                  <a:srgbClr val="FFFFFF"/>
                </a:solidFill>
                <a:latin typeface="Comic Sans MS"/>
                <a:ea typeface="Comic Sans MS"/>
                <a:cs typeface="Comic Sans MS"/>
              </a:rPr>
              <a:t> </a:t>
            </a:r>
            <a:r>
              <a:rPr lang="en-US" sz="4000" b="0" i="0" u="none" strike="noStrike" cap="none" spc="-16">
                <a:solidFill>
                  <a:srgbClr val="FFFFFF"/>
                </a:solidFill>
                <a:latin typeface="Comic Sans MS"/>
                <a:ea typeface="Comic Sans MS"/>
                <a:cs typeface="Comic Sans MS"/>
              </a:rPr>
              <a:t>Solving</a:t>
            </a:r>
            <a:endParaRPr/>
          </a:p>
          <a:p>
            <a:pPr marL="2786346" algn="ctr">
              <a:spcBef>
                <a:spcPts val="673"/>
              </a:spcBef>
              <a:defRPr/>
            </a:pPr>
            <a:r>
              <a:rPr lang="sv-SE" sz="2400" spc="-17">
                <a:solidFill>
                  <a:srgbClr val="FFFFFF"/>
                </a:solidFill>
                <a:latin typeface="Comic Sans MS"/>
                <a:cs typeface="Comic Sans MS"/>
              </a:rPr>
              <a:t>Level 1</a:t>
            </a:r>
            <a:endParaRPr/>
          </a:p>
          <a:p>
            <a:pPr marL="2786346" algn="ctr">
              <a:spcBef>
                <a:spcPts val="671"/>
              </a:spcBef>
              <a:defRPr/>
            </a:pPr>
            <a:r>
              <a:rPr lang="en-US" sz="4000" b="1" i="0" u="none" strike="noStrike" cap="none" spc="0">
                <a:solidFill>
                  <a:srgbClr val="FFCE53"/>
                </a:solidFill>
                <a:latin typeface="Comic Sans MS"/>
                <a:ea typeface="Comic Sans MS"/>
                <a:cs typeface="Comic Sans MS"/>
              </a:rPr>
              <a:t>Circle</a:t>
            </a:r>
            <a:r>
              <a:rPr sz="4000" b="1" i="0" u="none" strike="noStrike" cap="none" spc="0">
                <a:solidFill>
                  <a:srgbClr val="FFCE53"/>
                </a:solidFill>
                <a:latin typeface="Comic Sans MS"/>
                <a:ea typeface="Comic Sans MS"/>
                <a:cs typeface="Comic Sans MS"/>
              </a:rPr>
              <a:t> </a:t>
            </a:r>
            <a:r>
              <a:rPr lang="en-US" sz="4000" b="1" i="0" u="none" strike="noStrike" cap="none" spc="0">
                <a:solidFill>
                  <a:srgbClr val="FFCE53"/>
                </a:solidFill>
                <a:latin typeface="Comic Sans MS"/>
                <a:ea typeface="Comic Sans MS"/>
                <a:cs typeface="Comic Sans MS"/>
              </a:rPr>
              <a:t>Area</a:t>
            </a:r>
            <a:r>
              <a:rPr sz="4000" b="1" i="0" u="none" strike="noStrike" cap="none" spc="0">
                <a:solidFill>
                  <a:srgbClr val="FFCE53"/>
                </a:solidFill>
                <a:latin typeface="Comic Sans MS"/>
                <a:ea typeface="Comic Sans MS"/>
                <a:cs typeface="Comic Sans MS"/>
              </a:rPr>
              <a:t> </a:t>
            </a:r>
            <a:r>
              <a:rPr sz="4000" b="1" i="0" u="none" strike="noStrike" cap="none" spc="0">
                <a:solidFill>
                  <a:srgbClr val="FFCE53"/>
                </a:solidFill>
                <a:latin typeface="Comic Sans MS"/>
                <a:ea typeface="Comic Sans MS"/>
                <a:cs typeface="Comic Sans MS"/>
              </a:rPr>
              <a:t>Inscribed In Square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026069876" name="object 3"/>
          <p:cNvSpPr txBox="1"/>
          <p:nvPr/>
        </p:nvSpPr>
        <p:spPr bwMode="auto">
          <a:xfrm>
            <a:off x="380997" y="888075"/>
            <a:ext cx="12364276" cy="2782525"/>
          </a:xfrm>
          <a:prstGeom prst="rect">
            <a:avLst/>
          </a:prstGeom>
        </p:spPr>
        <p:txBody>
          <a:bodyPr vert="horz" wrap="square" lIns="0" tIns="154492" rIns="0" bIns="0" rtlCol="0">
            <a:spAutoFit/>
          </a:bodyPr>
          <a:lstStyle/>
          <a:p>
            <a:pPr>
              <a:defRPr/>
            </a:pPr>
            <a:r>
              <a:rPr lang="en-GB" sz="4000" b="1" spc="-17">
                <a:solidFill>
                  <a:schemeClr val="tx1"/>
                </a:solidFill>
                <a:latin typeface="Comic Sans MS"/>
                <a:cs typeface="Comic Sans MS"/>
              </a:rPr>
              <a:t>🔎 Definition</a:t>
            </a:r>
            <a:endParaRPr/>
          </a:p>
          <a:p>
            <a:pPr marL="21912">
              <a:spcBef>
                <a:spcPts val="1215"/>
              </a:spcBef>
              <a:defRPr/>
            </a:pPr>
            <a:endParaRPr lang="en-GB" sz="2400" spc="-17">
              <a:solidFill>
                <a:schemeClr val="tx1"/>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program calculates the area of a circle inscribed in a square.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When a circle is inscribed in a square, the circle's diameter is equal to the square's side length.</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program uses functions, π, pow(), division, and float values.</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925084604" name="object 3"/>
          <p:cNvSpPr txBox="1"/>
          <p:nvPr/>
        </p:nvSpPr>
        <p:spPr bwMode="auto">
          <a:xfrm>
            <a:off x="380997" y="888075"/>
            <a:ext cx="12374358" cy="6880818"/>
          </a:xfrm>
          <a:prstGeom prst="rect">
            <a:avLst/>
          </a:prstGeom>
        </p:spPr>
        <p:txBody>
          <a:bodyPr vert="horz" wrap="square" lIns="0" tIns="154492" rIns="0" bIns="0" rtlCol="0">
            <a:spAutoFit/>
          </a:bodyPr>
          <a:lstStyle/>
          <a:p>
            <a:pPr marL="21912">
              <a:spcBef>
                <a:spcPts val="1215"/>
              </a:spcBef>
              <a:defRPr/>
            </a:pPr>
            <a:r>
              <a:rPr lang="en-GB" sz="4000" b="1" spc="-17">
                <a:solidFill>
                  <a:schemeClr val="tx1"/>
                </a:solidFill>
                <a:latin typeface="Comic Sans MS"/>
                <a:cs typeface="Comic Sans MS"/>
              </a:rPr>
              <a:t>📖 Explanation</a:t>
            </a:r>
            <a:endParaRPr/>
          </a:p>
          <a:p>
            <a:pPr marL="21912">
              <a:spcBef>
                <a:spcPts val="1215"/>
              </a:spcBef>
              <a:defRPr/>
            </a:pPr>
            <a:endParaRPr lang="en-GB" sz="2400" spc="-17">
              <a:solidFill>
                <a:schemeClr val="tx1"/>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readNumber() function reads the square side length A and returns it as a float.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Because the circle is inscribed in the square, the square side A is equal to the circle's diameter.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circle area formula using diameter is: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Area = π × D² /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Since D = A, the program uses: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Area = π × A² /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pow(A, 2) calculates A².</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M_PI represents π.</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CircleArea() calculates and returns the circle area.</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printArea() receives the returned area and displays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In main(), the functions are combined: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printArea(CircleArea(readNumber()));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readNumber() runs first, its returned value is passed to CircleArea(), and the calculated area is then passed to printArea().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231909457" name="object 3"/>
          <p:cNvSpPr txBox="1"/>
          <p:nvPr/>
        </p:nvSpPr>
        <p:spPr bwMode="auto">
          <a:xfrm>
            <a:off x="380997" y="888075"/>
            <a:ext cx="12381917" cy="3755473"/>
          </a:xfrm>
          <a:prstGeom prst="rect">
            <a:avLst/>
          </a:prstGeom>
        </p:spPr>
        <p:txBody>
          <a:bodyPr vert="horz" wrap="square" lIns="0" tIns="154492" rIns="0" bIns="0" rtlCol="0">
            <a:spAutoFit/>
          </a:bodyPr>
          <a:lstStyle/>
          <a:p>
            <a:pPr marL="0" marR="0" lvl="0" indent="0" defTabSz="914400">
              <a:lnSpc>
                <a:spcPct val="100000"/>
              </a:lnSpc>
              <a:spcBef>
                <a:spcPts val="0"/>
              </a:spcBef>
              <a:spcAft>
                <a:spcPts val="0"/>
              </a:spcAft>
              <a:buClrTx/>
              <a:buSzTx/>
              <a:buFontTx/>
              <a:buNone/>
              <a:defRPr/>
            </a:pPr>
            <a:r>
              <a:rPr lang="en-GB" sz="4000" b="1" spc="-17">
                <a:solidFill>
                  <a:prstClr val="black"/>
                </a:solidFill>
                <a:latin typeface="Comic Sans MS"/>
              </a:rPr>
              <a:t>🟦 Steps in main()</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Read the square side length A.</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Treat A as the circle's diameter.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Calculate A² using pow().</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Multiply A² by π.</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Divide the result by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Return the circle area.</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7️⃣ Print the calculated area.</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73964958" name="object 3"/>
          <p:cNvSpPr txBox="1"/>
          <p:nvPr/>
        </p:nvSpPr>
        <p:spPr bwMode="auto">
          <a:xfrm>
            <a:off x="380997" y="888075"/>
            <a:ext cx="12370041" cy="5721687"/>
          </a:xfrm>
          <a:prstGeom prst="rect">
            <a:avLst/>
          </a:prstGeom>
        </p:spPr>
        <p:txBody>
          <a:bodyPr vert="horz" wrap="square" lIns="0" tIns="154492" rIns="0" bIns="0" rtlCol="0">
            <a:spAutoFit/>
          </a:bodyPr>
          <a:lstStyle/>
          <a:p>
            <a:pPr>
              <a:defRPr/>
            </a:pPr>
            <a:r>
              <a:rPr sz="4000" b="1">
                <a:latin typeface="Comic Sans MS"/>
              </a:rPr>
              <a:t>💡 </a:t>
            </a:r>
            <a:r>
              <a:rPr lang="sv-SE" sz="4000" b="1">
                <a:latin typeface="Comic Sans MS"/>
              </a:rPr>
              <a:t>Example</a:t>
            </a:r>
            <a:endParaRPr lang="en-GB" sz="4000" b="1" spc="-17">
              <a:solidFill>
                <a:schemeClr val="tx1"/>
              </a:solidFill>
              <a:latin typeface="Comic Sans MS"/>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If the user enters: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Square length: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Since the circle is inscribed in the square: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Diameter = 10</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Calculate: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Area = π × 10² /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Area = π × 100 /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Area = π × 25</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result is approximately 78.5398.</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Result</a:t>
            </a:r>
            <a:endParaRPr lang="en-GB" sz="2400" b="0" i="0" u="none" strike="noStrike" cap="none" spc="0">
              <a:solidFill>
                <a:srgbClr val="000000"/>
              </a:solidFill>
              <a:latin typeface="Comic Sans MS"/>
              <a:cs typeface="Comic Sans MS"/>
            </a:endParaRPr>
          </a:p>
          <a:p>
            <a:pPr marL="0" marR="0" indent="0" algn="l">
              <a:lnSpc>
                <a:spcPct val="100000"/>
              </a:lnSpc>
              <a:spcBef>
                <a:spcPts val="0"/>
              </a:spcBef>
              <a:spcAft>
                <a:spcPts val="0"/>
              </a:spcAft>
              <a:defRPr/>
            </a:pPr>
            <a:r>
              <a:rPr lang="en-GB" sz="2400" b="0" i="0" u="none" strike="noStrike" cap="none" spc="0">
                <a:solidFill>
                  <a:srgbClr val="000000"/>
                </a:solidFill>
                <a:latin typeface="Comic Sans MS"/>
                <a:ea typeface="Comic Sans MS"/>
                <a:cs typeface="Comic Sans MS"/>
              </a:rPr>
              <a:t>	Circle Area = 78.5398</a:t>
            </a:r>
            <a:endParaRPr lang="en-US" sz="2400" b="0" i="0" u="none" strike="noStrike" cap="none" spc="0">
              <a:solidFill>
                <a:srgbClr val="000000"/>
              </a:solidFill>
              <a:latin typeface="Calibri"/>
              <a:cs typeface="Calibri"/>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78381314" name="object 3"/>
          <p:cNvSpPr txBox="1"/>
          <p:nvPr/>
        </p:nvSpPr>
        <p:spPr bwMode="auto">
          <a:xfrm>
            <a:off x="380997" y="888075"/>
            <a:ext cx="12360321" cy="2993980"/>
          </a:xfrm>
          <a:prstGeom prst="rect">
            <a:avLst/>
          </a:prstGeom>
        </p:spPr>
        <p:txBody>
          <a:bodyPr vert="horz" wrap="square" lIns="0" tIns="154492" rIns="0" bIns="0" rtlCol="0">
            <a:spAutoFit/>
          </a:bodyPr>
          <a:lstStyle/>
          <a:p>
            <a:pPr>
              <a:defRPr/>
            </a:pPr>
            <a:r>
              <a:rPr sz="4000"/>
              <a:t>📌</a:t>
            </a:r>
            <a:r>
              <a:rPr lang="en-GB" sz="4000" b="1" spc="-17">
                <a:solidFill>
                  <a:schemeClr val="tx1"/>
                </a:solidFill>
                <a:latin typeface="Comic Sans MS"/>
              </a:rPr>
              <a:t> Note</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An inscribed circle touches all four sides of the square.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Therefore, the circle's diameter is equal to the square's side length.</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code uses float in readNumber(), but CircleArea() receives the value as int. This means any decimal part entered for the square side will be converted to an integer when passed to CircleArea().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33529788" name="object 3"/>
          <p:cNvSpPr txBox="1"/>
          <p:nvPr/>
        </p:nvSpPr>
        <p:spPr bwMode="auto">
          <a:xfrm>
            <a:off x="380997" y="888075"/>
            <a:ext cx="12362481" cy="2262460"/>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Warning</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CircleArea() should ideally accept a float parameter instead of int: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float CircleArea(float A)</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prevents losing decimal values if the user enters a square side such as 10.5.</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807426916" name="object 3"/>
          <p:cNvSpPr txBox="1"/>
          <p:nvPr/>
        </p:nvSpPr>
        <p:spPr bwMode="auto">
          <a:xfrm>
            <a:off x="380997" y="888075"/>
            <a:ext cx="12367521" cy="4494487"/>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Comparison</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Circle Inscribed in Square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Circle diameter equals the square side length.</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Formula: Area = π × A² /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square's side is used as the circle's diameter.</a:t>
            </a:r>
            <a:endParaRPr lang="en-GB" sz="2400" b="0" i="0" u="none" strike="noStrike" cap="none" spc="0">
              <a:solidFill>
                <a:srgbClr val="000000"/>
              </a:solidFill>
              <a:latin typeface="Comic Sans MS"/>
              <a:cs typeface="Comic Sans MS"/>
            </a:endParaRPr>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Circle Not Inscribed in Square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circle's diameter is not necessarily equal to the square's side.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same formula cannot be used directly with the square side.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actual circle diameter or radius would be needed.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920635077" name="object 3"/>
          <p:cNvSpPr txBox="1"/>
          <p:nvPr/>
        </p:nvSpPr>
        <p:spPr bwMode="auto">
          <a:xfrm>
            <a:off x="380997" y="888075"/>
            <a:ext cx="12381558" cy="3740487"/>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Summary</a:t>
            </a:r>
            <a:endParaRPr lang="en-GB" sz="4000" spc="-17">
              <a:solidFill>
                <a:schemeClr val="tx1"/>
              </a:solidFill>
              <a:latin typeface="Comic Sans MS"/>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An inscribed circle has a diameter equal to the square's side length.</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circle area can be calculated using π × A² / 4.</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pow() calculates the square of A.</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Functions can be nested so one function's return value becomes another function's argument.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Matching parameter types such as float to float avoids unnecessary loss of decimal values.</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2582302" name="object 4"/>
          <p:cNvSpPr txBox="1"/>
          <p:nvPr/>
        </p:nvSpPr>
        <p:spPr bwMode="auto">
          <a:xfrm>
            <a:off x="0" y="4712874"/>
            <a:ext cx="13411200" cy="632652"/>
          </a:xfrm>
          <a:prstGeom prst="rect">
            <a:avLst/>
          </a:prstGeom>
        </p:spPr>
        <p:txBody>
          <a:bodyPr vert="horz" wrap="square" lIns="0" tIns="16934" rIns="0" bIns="0" rtlCol="0">
            <a:spAutoFit/>
          </a:bodyPr>
          <a:lstStyle>
            <a:defPPr>
              <a:defRPr/>
            </a:defPPr>
            <a:lvl1pPr>
              <a:defRPr>
                <a:latin typeface="+mj-lt"/>
                <a:ea typeface="+mj-ea"/>
                <a:cs typeface="+mj-cs"/>
              </a:defRPr>
            </a:lvl1pPr>
          </a:lstStyle>
          <a:p>
            <a:pPr marL="16932" algn="ctr">
              <a:spcBef>
                <a:spcPts val="133"/>
              </a:spcBef>
              <a:defRPr/>
            </a:pPr>
            <a:r>
              <a:rPr lang="sv-SE" sz="4000" b="1" spc="-17">
                <a:solidFill>
                  <a:srgbClr val="FF0000"/>
                </a:solidFill>
                <a:latin typeface="Comic Sans MS"/>
              </a:rPr>
              <a:t>Thank you</a:t>
            </a:r>
            <a:r>
              <a:rPr lang="sv-SE" sz="4000" spc="-21">
                <a:solidFill>
                  <a:srgbClr val="FF0000"/>
                </a:solidFill>
              </a:rPr>
              <a:t> </a:t>
            </a:r>
            <a:r>
              <a:rPr lang="sv-SE" sz="4000" spc="-67">
                <a:solidFill>
                  <a:srgbClr val="FF0000"/>
                </a:solidFill>
                <a:latin typeface="Wingdings"/>
                <a:cs typeface="Wingdings"/>
              </a:rPr>
              <a:t></a:t>
            </a:r>
            <a:endParaRPr lang="sv-SE" sz="4000">
              <a:solidFill>
                <a:srgbClr val="FF0000"/>
              </a:solidFill>
              <a:latin typeface="Wingdings"/>
              <a:cs typeface="Wingding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11</Slides>
  <Notes>11</Notes>
  <HiddenSlides>0</HiddenSlides>
  <MMClips>2</MMClips>
  <ScaleCrop>0</ScaleCrop>
  <HeadingPairs>
    <vt:vector size="4" baseType="variant">
      <vt:variant>
        <vt:lpstr>Theme</vt:lpstr>
      </vt:variant>
      <vt:variant>
        <vt:i4>1</vt:i4>
      </vt:variant>
      <vt:variant>
        <vt:lpstr>Slide Titles</vt:lpstr>
      </vt:variant>
      <vt:variant>
        <vt:i4>11</vt:i4>
      </vt:variant>
    </vt:vector>
  </HeadingPairs>
  <TitlesOfParts>
    <vt:vector size="1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266</cp:revision>
  <dcterms:created xsi:type="dcterms:W3CDTF">2025-12-09T17:44:59Z</dcterms:created>
  <dcterms:modified xsi:type="dcterms:W3CDTF">2026-09-16T13:57:33Z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