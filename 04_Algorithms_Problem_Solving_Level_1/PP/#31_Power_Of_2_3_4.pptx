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0408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378611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302187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523729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04671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622385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705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677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3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411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7501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210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248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5499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537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079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205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23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79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024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699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65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812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212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681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843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841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530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0448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50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92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613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997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368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747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18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359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166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086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96194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582833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34841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62952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5958839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14098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36434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97314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69830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13822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034485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0855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956499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504589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4498712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338659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535753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939122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2708333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877347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73220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353465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7385671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35092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277489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1746728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5542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87862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845810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227832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4042186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7492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4733006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24416921" name="object 30"/>
          <p:cNvSpPr txBox="1"/>
          <p:nvPr/>
        </p:nvSpPr>
        <p:spPr bwMode="auto">
          <a:xfrm>
            <a:off x="0" y="1143000"/>
            <a:ext cx="1284021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Power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2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4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807720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992969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05146889" name="object 30"/>
          <p:cNvSpPr txBox="1"/>
          <p:nvPr/>
        </p:nvSpPr>
        <p:spPr bwMode="auto">
          <a:xfrm>
            <a:off x="106425" y="3084210"/>
            <a:ext cx="1342281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Power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2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4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32771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number from the user and calculates its powers of 2, 3, and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the `pow()` function from the `&lt;cmath&gt;`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input of 3, the results are 9, 27, and 81.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974252" name="object 3"/>
          <p:cNvSpPr txBox="1"/>
          <p:nvPr/>
        </p:nvSpPr>
        <p:spPr bwMode="auto">
          <a:xfrm>
            <a:off x="380997" y="888075"/>
            <a:ext cx="12375076" cy="5022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`ReadNum()` reads the number from the user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`Power_2()` calculates the number raised to the power of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`Power_3()` calculates the number raised to the power of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`Power_4()` calculates the number raised to the power of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`pow(Num, 2)` means `Num²`.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`pow(Num, 3)` means `Num³`.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`pow(Num, 4)` means `Num⁴`.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calls the three power functions and prints their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`printResult(ReadNum())` first reads the number and then passes it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922684" name="object 3"/>
          <p:cNvSpPr txBox="1"/>
          <p:nvPr/>
        </p:nvSpPr>
        <p:spPr bwMode="auto">
          <a:xfrm>
            <a:off x="380997" y="888075"/>
            <a:ext cx="12382635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Calculate the number to the power of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number to the power of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number to the power of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all three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327318" name="object 3"/>
          <p:cNvSpPr txBox="1"/>
          <p:nvPr/>
        </p:nvSpPr>
        <p:spPr bwMode="auto">
          <a:xfrm>
            <a:off x="380997" y="888075"/>
            <a:ext cx="12370761" cy="53409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3² =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3³ = 27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3⁴ = 81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to the Power 2 =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to the Power 3 = 27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to the Power 4 = 81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395610" name="object 3"/>
          <p:cNvSpPr txBox="1"/>
          <p:nvPr/>
        </p:nvSpPr>
        <p:spPr bwMode="auto">
          <a:xfrm>
            <a:off x="380997" y="888075"/>
            <a:ext cx="12361041" cy="34098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`pow()` is provided by the `&lt;cmath&gt;`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syntax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`pow(base, exponent)`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`pow(5, 2)` →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`pow(2, 4)` → 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402516" name="object 3"/>
          <p:cNvSpPr txBox="1"/>
          <p:nvPr/>
        </p:nvSpPr>
        <p:spPr bwMode="auto">
          <a:xfrm>
            <a:off x="380997" y="888075"/>
            <a:ext cx="12363199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`pow()` returns a floating-point value, while these functions return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the small integer examples used here, the conversion is fine, but very large values can cause precision or integer overflow problems.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902129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Power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`pow(Num, 2)` calculates Num².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`pow(Num, 3)` calculates Num³.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`pow(Num, 4)` calculates Num⁴.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Multiplication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 * Num` calculates Num².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 * Num * Num` calculates Num³.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 * Num * Num * Num` calculates Num⁴.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07834" name="object 3"/>
          <p:cNvSpPr txBox="1"/>
          <p:nvPr/>
        </p:nvSpPr>
        <p:spPr bwMode="auto">
          <a:xfrm>
            <a:off x="380997" y="888075"/>
            <a:ext cx="12382276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`pow()` calculates a number raised to a specified power.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`pow(Num, 2)` means Num².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`pow(Num, 3)` means Num³.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`pow(Num, 4)` means Num⁴.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uses separate functions for each power and a function to print the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90774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272</cp:revision>
  <dcterms:created xsi:type="dcterms:W3CDTF">2025-12-09T17:44:59Z</dcterms:created>
  <dcterms:modified xsi:type="dcterms:W3CDTF">2026-09-16T14:48:45Z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