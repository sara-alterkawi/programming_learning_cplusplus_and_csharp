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6303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988783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653997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58569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544352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920952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638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076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435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032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715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415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433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254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029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775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971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149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26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889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420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065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154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56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47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276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971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678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453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075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91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554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48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811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901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715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872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565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395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5823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44139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79962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86511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44602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932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94889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38257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34439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52521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48517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8927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55851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70440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928920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243549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666398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16409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9816548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37871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86412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639037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27687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899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768054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27794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244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66511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52348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05715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372217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80476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7199133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92619753" name="object 30"/>
          <p:cNvSpPr txBox="1"/>
          <p:nvPr/>
        </p:nvSpPr>
        <p:spPr bwMode="auto">
          <a:xfrm>
            <a:off x="0" y="1143000"/>
            <a:ext cx="12764988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Full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216476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2272922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66675624" name="object 30"/>
          <p:cNvSpPr txBox="1"/>
          <p:nvPr/>
        </p:nvSpPr>
        <p:spPr bwMode="auto">
          <a:xfrm>
            <a:off x="106425" y="3084210"/>
            <a:ext cx="1334183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Full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554539" name="object 3"/>
          <p:cNvSpPr txBox="1"/>
          <p:nvPr/>
        </p:nvSpPr>
        <p:spPr bwMode="auto">
          <a:xfrm>
            <a:off x="380997" y="888075"/>
            <a:ext cx="12363917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user's first name and last name separately and then displays the full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structure, functions, string concatenation, and a Boolean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display the full name in both normal and reversed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287836" name="object 3"/>
          <p:cNvSpPr txBox="1"/>
          <p:nvPr/>
        </p:nvSpPr>
        <p:spPr bwMode="auto">
          <a:xfrm>
            <a:off x="380997" y="888075"/>
            <a:ext cx="12374000" cy="64775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stName groups the first and last names: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firstName stores the user's first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lastName stores the user's last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readName() reads the first name and last name using getline() and returns an stName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getFullName() combines the first name and last name into one string using the +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getFullNameReversed() can return the name in normal or reversed order depending on the reversed Boolean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reversed is true, the last name is displayed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reversed is false, the first name is displayed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printFullName() prints both versions of the full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printFullName(readName());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063238" name="object 3"/>
          <p:cNvSpPr txBox="1"/>
          <p:nvPr/>
        </p:nvSpPr>
        <p:spPr bwMode="auto">
          <a:xfrm>
            <a:off x="380997" y="888075"/>
            <a:ext cx="12381558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stName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first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last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collected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Pass the structure to printFullName().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Combine the first and last names using getFullName().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getFullNameReversed() to display the name in reversed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both versions of the full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879630" name="object 3"/>
          <p:cNvSpPr txBox="1"/>
          <p:nvPr/>
        </p:nvSpPr>
        <p:spPr bwMode="auto">
          <a:xfrm>
            <a:off x="380997" y="888075"/>
            <a:ext cx="12368601" cy="55776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First Name: Sara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Last Name: Alterkawi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getFullName() returns: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Sara Alterkawi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getFullNameReversed() with reversed = true returns: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Alterkawi Sara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Your Full Name is: Sara Alterkawi.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Your Full Name is: Alterkawi Sara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303596" name="object 3"/>
          <p:cNvSpPr txBox="1"/>
          <p:nvPr/>
        </p:nvSpPr>
        <p:spPr bwMode="auto">
          <a:xfrm>
            <a:off x="380997" y="888075"/>
            <a:ext cx="1235996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getline() is used to read the names, so names containing spaces can be read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name.firstName + " " + name.lastName concatenates the two names with a space between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reversed parameter controls the order of the names.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972858" name="object 3"/>
          <p:cNvSpPr txBox="1"/>
          <p:nvPr/>
        </p:nvSpPr>
        <p:spPr bwMode="auto">
          <a:xfrm>
            <a:off x="380997" y="888075"/>
            <a:ext cx="1236212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 reversed must be set correctly depending on the desired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printFullName() passes true, so the second output is displayed in reversed order.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681370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Full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First name comes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firstName + " " + lastName.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Sara Alterkawi.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Reversed Full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Last name comes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lastName + " " + firstName.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Alterkawi Sara.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19330" name="object 3"/>
          <p:cNvSpPr txBox="1"/>
          <p:nvPr/>
        </p:nvSpPr>
        <p:spPr bwMode="auto">
          <a:xfrm>
            <a:off x="380997" y="888075"/>
            <a:ext cx="12381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first and last names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String concatenation can be used to create a full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Boolean parameter can control whether the name is displayed normally or in reversed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51950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256</cp:revision>
  <dcterms:created xsi:type="dcterms:W3CDTF">2025-12-09T17:44:59Z</dcterms:created>
  <dcterms:modified xsi:type="dcterms:W3CDTF">2026-09-15T14:03:51Z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