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3346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3925752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8200237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221190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2570922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922542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796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9910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284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061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3655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0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34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063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0742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769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7389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21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31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8965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8909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250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4238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524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094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9916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53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063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3284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67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426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561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4875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6332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142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233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1091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4831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35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76862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579992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777747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091213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643281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78041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152584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890946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350991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833979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3990049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36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225956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4441345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3665232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556023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881324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370310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9862021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524151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30543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766782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053783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62608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344175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149491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536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52049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202046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630756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935849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14522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5815453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06692244" name="object 30"/>
          <p:cNvSpPr txBox="1"/>
          <p:nvPr/>
        </p:nvSpPr>
        <p:spPr bwMode="auto">
          <a:xfrm>
            <a:off x="0" y="1143000"/>
            <a:ext cx="12775426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Pass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Fail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8992980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6570350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24990476" name="object 30"/>
          <p:cNvSpPr txBox="1"/>
          <p:nvPr/>
        </p:nvSpPr>
        <p:spPr bwMode="auto">
          <a:xfrm>
            <a:off x="106425" y="3084210"/>
            <a:ext cx="1335227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Pass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874798" name="object 3"/>
          <p:cNvSpPr txBox="1"/>
          <p:nvPr/>
        </p:nvSpPr>
        <p:spPr bwMode="auto">
          <a:xfrm>
            <a:off x="380997" y="888075"/>
            <a:ext cx="12363917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student's mark and checks whether the student has passed or failed.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student passes if the mark is 50 or more.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an enum, functions, and an if-else statement to determine and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039466" name="object 3"/>
          <p:cNvSpPr txBox="1"/>
          <p:nvPr/>
        </p:nvSpPr>
        <p:spPr bwMode="auto">
          <a:xfrm>
            <a:off x="380997" y="888075"/>
            <a:ext cx="12374000" cy="575356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enum enPassFail defines two possible results: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Pass =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Fail =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readMark() reads the student's mark and returns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checkPassFail() checks whether the mark is greater than or equal to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mark &gt;= 50, the function returns Pass.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it returns Fail.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receives the mark and calls checkPassFail() to determine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returned value is Pass, it prints "You have passed."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it prints "You have failed."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combined: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printResult(readMark());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700037" name="object 3"/>
          <p:cNvSpPr txBox="1"/>
          <p:nvPr/>
        </p:nvSpPr>
        <p:spPr bwMode="auto">
          <a:xfrm>
            <a:off x="380997" y="888075"/>
            <a:ext cx="12381558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student's mark.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Return the mark from readMark().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Pass the mark to printResult().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Call checkPassFail() to check the mark.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the mark is 50 or more, return Pass.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Otherwise, return Fail.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appropriate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712614" name="object 3"/>
          <p:cNvSpPr txBox="1"/>
          <p:nvPr/>
        </p:nvSpPr>
        <p:spPr bwMode="auto">
          <a:xfrm>
            <a:off x="380997" y="888075"/>
            <a:ext cx="12369321" cy="5211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75 &gt;= 50, checkPassFail() returns Pass.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 have passed.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45 &lt; 50, checkPassFail() returns Fail.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You have failed.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638606" name="object 3"/>
          <p:cNvSpPr txBox="1"/>
          <p:nvPr/>
        </p:nvSpPr>
        <p:spPr bwMode="auto">
          <a:xfrm>
            <a:off x="380997" y="888075"/>
            <a:ext cx="1235996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 mark &gt;= 50 means that exactly 50 is considered a passing mark.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enum provides named values, Pass and Fail, instead of using plain numbers directly.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651736" name="object 3"/>
          <p:cNvSpPr txBox="1"/>
          <p:nvPr/>
        </p:nvSpPr>
        <p:spPr bwMode="auto">
          <a:xfrm>
            <a:off x="380997" y="888075"/>
            <a:ext cx="1236212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&gt;= with &gt;.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With mark &gt;= 50, a mark of exactly 50 passes.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With mark &gt; 50, a mark of exactly 50 would fail.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514701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Pass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Mark is 50 or more.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checkPassFail() returns Pass.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 prints "You have passed."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Fail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Mark is below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checkPassFail() returns Fail.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 prints "You have failed."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570025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checks whether a mark is at least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enum is used to represent Pass and Fail.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divide the program into reading, checking, and printing tasks.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49086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258</cp:revision>
  <dcterms:created xsi:type="dcterms:W3CDTF">2025-12-09T17:44:59Z</dcterms:created>
  <dcterms:modified xsi:type="dcterms:W3CDTF">2026-09-15T14:10:06Z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