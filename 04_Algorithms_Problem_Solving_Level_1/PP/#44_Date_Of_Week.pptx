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30807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1415094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1593822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1355274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988161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182581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9786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07160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264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7493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3797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1473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9501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59808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7165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1485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7159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936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4777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322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43470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65233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48793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030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33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34220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8154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3896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8275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915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0745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5558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3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0611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63175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968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5699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828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248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07273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514616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548343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912343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3849824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1263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3779291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899996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523594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11017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0940228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351333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353336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2613885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7253663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730168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5409736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461309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9851596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458859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40360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009958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67034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05717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547297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0537873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90405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655920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559678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385299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3225568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05206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2664102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586747635" name="object 30"/>
          <p:cNvSpPr txBox="1"/>
          <p:nvPr/>
        </p:nvSpPr>
        <p:spPr bwMode="auto">
          <a:xfrm>
            <a:off x="0" y="1143000"/>
            <a:ext cx="12883040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Date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Week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765927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9472965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83056634" name="object 30"/>
          <p:cNvSpPr txBox="1"/>
          <p:nvPr/>
        </p:nvSpPr>
        <p:spPr bwMode="auto">
          <a:xfrm>
            <a:off x="106425" y="3084210"/>
            <a:ext cx="13466366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Date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Week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421486" name="object 3"/>
          <p:cNvSpPr txBox="1"/>
          <p:nvPr/>
        </p:nvSpPr>
        <p:spPr bwMode="auto">
          <a:xfrm>
            <a:off x="380997" y="888075"/>
            <a:ext cx="12365714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asks the user to enter a number from 1 to 7 and prints the corresponding day of the week.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an enum to represent the days and a `switch` statement to convert the entered number into a day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 a number outside 1–7, the program prints `Not a Week Day`.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887571" name="object 3"/>
          <p:cNvSpPr txBox="1"/>
          <p:nvPr/>
        </p:nvSpPr>
        <p:spPr bwMode="auto">
          <a:xfrm>
            <a:off x="380997" y="888075"/>
            <a:ext cx="12375076" cy="793313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`enWeekDay` is an enum representing the seven days: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 = Sunday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 = Monday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 = Tuesday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 = Wednesday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 = Thursday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6 = Friday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 = Saturday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Because `Sunday = 1` is explicitly assigned, the following enum values automatically increase by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`ShowWeekDayMenu()` displays the available days and asks the user to enter a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`ReadWeekDay()` reads an integer and converts it to the `enWeekDay` enum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`GetWeekDayName()` uses a `switch` statement to match the enum value with the correct day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`default` case handles values that do not represent a valid day.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`main()`, the result of `ReadWeekDay()` is passed directly to `GetWeekDayName()`.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934743" name="object 3"/>
          <p:cNvSpPr txBox="1"/>
          <p:nvPr/>
        </p:nvSpPr>
        <p:spPr bwMode="auto">
          <a:xfrm>
            <a:off x="380997" y="888075"/>
            <a:ext cx="12382635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the `enWeekDay` enum.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Assign numbers 1–7 to the days.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Display the week day menu.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Read the user's day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Convert the number to `enWeekDay`.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Use `switch` to identify the corresponding day.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Return the day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Print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572894" name="object 3"/>
          <p:cNvSpPr txBox="1"/>
          <p:nvPr/>
        </p:nvSpPr>
        <p:spPr bwMode="auto">
          <a:xfrm>
            <a:off x="380997" y="888075"/>
            <a:ext cx="12370761" cy="38779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matches `3` with: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`enWeekDay::Tuesday`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Today is Tuesday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243428" name="object 3"/>
          <p:cNvSpPr txBox="1"/>
          <p:nvPr/>
        </p:nvSpPr>
        <p:spPr bwMode="auto">
          <a:xfrm>
            <a:off x="380997" y="888075"/>
            <a:ext cx="1236104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enum gives meaningful names to numeric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`Sunday = 1`, the remaining days automatically receive values from 2 to 7.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`default` case handles invalid numbers such as 0 or 8.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257608" name="object 3"/>
          <p:cNvSpPr txBox="1"/>
          <p:nvPr/>
        </p:nvSpPr>
        <p:spPr bwMode="auto">
          <a:xfrm>
            <a:off x="380997" y="888075"/>
            <a:ext cx="12363199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`break` statements after `return` are unreachable because `return` already exits the function. They are unnecessary and can be removed.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76391" name="object 3"/>
          <p:cNvSpPr txBox="1"/>
          <p:nvPr/>
        </p:nvSpPr>
        <p:spPr bwMode="auto">
          <a:xfrm>
            <a:off x="380997" y="888075"/>
            <a:ext cx="123682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Valid Day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entered number is between 1 and 7.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It matches one of the enum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corresponding day name is returned.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Invalid Day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entered number is outside 1–7.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 `case` matches the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`default` case returns `Not a Week Day`.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645222" name="object 3"/>
          <p:cNvSpPr txBox="1"/>
          <p:nvPr/>
        </p:nvSpPr>
        <p:spPr bwMode="auto">
          <a:xfrm>
            <a:off x="380997" y="888075"/>
            <a:ext cx="12382276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An enum can represent related constant values with meaningful names.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`switch` can select an action based on a specific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`default` handles values that do not match any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`return` exits the function, so a `break` after `return` is unnecessary.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041172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284</cp:revision>
  <dcterms:created xsi:type="dcterms:W3CDTF">2025-12-09T17:44:59Z</dcterms:created>
  <dcterms:modified xsi:type="dcterms:W3CDTF">2026-09-17T09:41:55Z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