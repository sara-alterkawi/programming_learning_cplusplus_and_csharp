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80430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840092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892941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165577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016013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482623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065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1855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494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553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6812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0274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724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0082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1201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8411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0616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99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606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5328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689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5094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749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9898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564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3914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244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35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5899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975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009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7011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772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5965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991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55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206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56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210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81022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896818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26779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34751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0333290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54283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268665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742996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373532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9302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233949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6967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020399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2100694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8331386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925546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463239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538207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8140989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953995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163900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495042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537745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60229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238018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3591761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6557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59719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402191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612323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648695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52200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7238360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42585840" name="object 30"/>
          <p:cNvSpPr txBox="1"/>
          <p:nvPr/>
        </p:nvSpPr>
        <p:spPr bwMode="auto">
          <a:xfrm>
            <a:off x="0" y="1143000"/>
            <a:ext cx="12789822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Max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three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507578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3991387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531534" name="object 30"/>
          <p:cNvSpPr txBox="1"/>
          <p:nvPr/>
        </p:nvSpPr>
        <p:spPr bwMode="auto">
          <a:xfrm>
            <a:off x="106425" y="3084210"/>
            <a:ext cx="13364868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Max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three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182746" name="object 3"/>
          <p:cNvSpPr txBox="1"/>
          <p:nvPr/>
        </p:nvSpPr>
        <p:spPr bwMode="auto">
          <a:xfrm>
            <a:off x="380997" y="888075"/>
            <a:ext cx="12364276" cy="27750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three numbers from the user and finds the maximum value among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functions, reference parameters, if-else conditions, logical AND, and return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404596" name="object 3"/>
          <p:cNvSpPr txBox="1"/>
          <p:nvPr/>
        </p:nvSpPr>
        <p:spPr bwMode="auto">
          <a:xfrm>
            <a:off x="380997" y="888075"/>
            <a:ext cx="12374359" cy="613431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readNumbers() function reads three numbers and stores them in num1, num2, and num3.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parameters int&amp; num1, int&amp; num2, and int&amp; num3 are reference parameters, so the function can directly modify the variables from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maxOf3Numbers() function compares the three numbers: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num1 is greater than or equal to both num2 and num3, it returns num1.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if num2 is greater than or equal to both num1 and num3, it returns num2.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it returns num3.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&amp;&amp; operator means that both comparisons in a condition must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printResult() function receives the maximum number and prints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combined: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readNumbers(num1, num2, num3);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printResult(maxOf3Numbers(num1, num2, num3));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755614" name="object 3"/>
          <p:cNvSpPr txBox="1"/>
          <p:nvPr/>
        </p:nvSpPr>
        <p:spPr bwMode="auto">
          <a:xfrm>
            <a:off x="380997" y="888075"/>
            <a:ext cx="12381917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three integer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three numbers using readNumbers().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if num1 is greater than or equal to num2 and num3.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true, return num1.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Otherwise, check if num2 is greater than or equal to num1 and num3.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If true, return num2.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Otherwise, return num3.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Pass the returned value to printResult().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maximum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33593" name="object 3"/>
          <p:cNvSpPr txBox="1"/>
          <p:nvPr/>
        </p:nvSpPr>
        <p:spPr bwMode="auto">
          <a:xfrm>
            <a:off x="380997" y="888075"/>
            <a:ext cx="12370041" cy="49901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1: 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2: 40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3: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num1 is not the maximum.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num2 is greater than both num1 and num3.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maxOf3Numbers() returns 40.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maximum number is 40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127882" name="object 3"/>
          <p:cNvSpPr txBox="1"/>
          <p:nvPr/>
        </p:nvSpPr>
        <p:spPr bwMode="auto">
          <a:xfrm>
            <a:off x="380997" y="888075"/>
            <a:ext cx="1236032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&gt;= operator is used so that equal numbers are also considered valid maximum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&amp;&amp; operator requires both comparisons to be true.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542996" name="object 3"/>
          <p:cNvSpPr txBox="1"/>
          <p:nvPr/>
        </p:nvSpPr>
        <p:spPr bwMode="auto">
          <a:xfrm>
            <a:off x="380997" y="888075"/>
            <a:ext cx="1236248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must check all three numbers correctly. Using only one comparison, such as num1 &gt; num2, is not enough to find the maximum of three numbers.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804604" name="object 3"/>
          <p:cNvSpPr txBox="1"/>
          <p:nvPr/>
        </p:nvSpPr>
        <p:spPr bwMode="auto">
          <a:xfrm>
            <a:off x="380997" y="888075"/>
            <a:ext cx="12367880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num1 is maximum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num1 &gt;= num2.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num1 &gt;= num3.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num1 is returned.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num2 or num3 is maximum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If num1 is not maximum, the program checks num2.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If num2 is not maximum, num3 is returned.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Only one result is returned.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504968" name="object 3"/>
          <p:cNvSpPr txBox="1"/>
          <p:nvPr/>
        </p:nvSpPr>
        <p:spPr bwMode="auto">
          <a:xfrm>
            <a:off x="380997" y="888075"/>
            <a:ext cx="12381558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parameters allow readNumbers() to modify variables from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&amp;&amp; operator combines two conditions that must both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if-else if-else can be used to find the maximum among three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&gt;= operator handles equal values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separate input, calculation, and output into different tasks.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64898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262</cp:revision>
  <dcterms:created xsi:type="dcterms:W3CDTF">2025-12-09T17:44:59Z</dcterms:created>
  <dcterms:modified xsi:type="dcterms:W3CDTF">2026-09-15T14:47:45Z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