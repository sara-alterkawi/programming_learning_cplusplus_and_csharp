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8758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944099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60278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0433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84120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13411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392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651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848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738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86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031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973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5792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67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85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7487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20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997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942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070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514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778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185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075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921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282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083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308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254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088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789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350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312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328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304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886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373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479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855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682724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410529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98533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79232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06409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17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91451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53435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20192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38903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5206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6578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3493368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431468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290685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98540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6420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6489862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32656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220511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4195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033117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86505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7958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103919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929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2877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13639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152604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368726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7280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395956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73399998" name="object 30"/>
          <p:cNvSpPr txBox="1"/>
          <p:nvPr/>
        </p:nvSpPr>
        <p:spPr bwMode="auto">
          <a:xfrm>
            <a:off x="0" y="1143000"/>
            <a:ext cx="1287440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Task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Duration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798137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3831163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33008797" name="object 30"/>
          <p:cNvSpPr txBox="1"/>
          <p:nvPr/>
        </p:nvSpPr>
        <p:spPr bwMode="auto">
          <a:xfrm>
            <a:off x="106425" y="3084210"/>
            <a:ext cx="1345772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Task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Duration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17585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task duration in days, hours, minutes, and seconds, then converts the entire duration into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store the four time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total duration is calculated by converting each unit into seconds and then adding them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256209" name="object 3"/>
          <p:cNvSpPr txBox="1"/>
          <p:nvPr/>
        </p:nvSpPr>
        <p:spPr bwMode="auto">
          <a:xfrm>
            <a:off x="380997" y="888075"/>
            <a:ext cx="12375076" cy="71941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`strTaskDuration` stores: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NumberOfHours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NumberOfMinutes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ReadTaskDuration() asks the user to enter each part of the task duration and returns the complete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TaskTotalSecond() converts each time unit into seconds: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day = 24 × 60 × 60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hour = 60 × 60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minute = 60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second = 1 second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converted values are added together to get the total number of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displays the calculated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structure returned by ReadTaskDuration() is passed directly to Printresult().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483535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of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number of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number of minutes.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number of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days to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Convert hours to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Convert minutes to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Add all values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total duration in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11763" name="object 3"/>
          <p:cNvSpPr txBox="1"/>
          <p:nvPr/>
        </p:nvSpPr>
        <p:spPr bwMode="auto">
          <a:xfrm>
            <a:off x="380997" y="888075"/>
            <a:ext cx="12370761" cy="6811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Days: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Hours: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Minutes: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Seconds: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× 24 × 60 × 60 = 172800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 × 60 × 60 = 18000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 × 60 = 2700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=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Total: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172800 + 18000 + 2700 + 35 = 193535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Task duration in seconds = 193535 Seconds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097242" name="object 3"/>
          <p:cNvSpPr txBox="1"/>
          <p:nvPr/>
        </p:nvSpPr>
        <p:spPr bwMode="auto">
          <a:xfrm>
            <a:off x="380997" y="888075"/>
            <a:ext cx="1236104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converts every time unit into the smallest unit, seconds, before adding them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 common technique when working with different units of 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733258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the input ranges. For example, it accepts 70 minutes even though a normal minute value would usually be between 0 and 59.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251424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Converting everything to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Days, hours, minutes, and seconds are converted into one common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values can then be added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result is one total number of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Keeping different time units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Days, hours, minutes, and seconds remain separate.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 addition between different units is not meaningful.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Conversion is required before calculating a total.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422227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multiple related time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Different time units can be converted into one common unit before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1 day = 86,400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1 hour = 3,600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1 minute = 60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final result is calculated by adding all converted values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15071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282</cp:revision>
  <dcterms:created xsi:type="dcterms:W3CDTF">2025-12-09T17:44:59Z</dcterms:created>
  <dcterms:modified xsi:type="dcterms:W3CDTF">2026-09-17T09:33:02Z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