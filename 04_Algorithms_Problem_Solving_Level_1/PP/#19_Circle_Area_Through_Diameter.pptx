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6765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482808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10595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672017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9289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199190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090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621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642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068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2447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381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460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682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70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732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107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201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356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75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6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22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7254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305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652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8894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380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092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528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70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16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002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913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10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156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223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45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272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791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1695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997018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927981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54893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45339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5777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39325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425701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5310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34716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138505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2147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262514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2231634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923401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319063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334837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869680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4035468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78142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5017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13295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396417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34242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99412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61646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5250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915696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64434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23138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67364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8521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6861931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86655098" name="object 30"/>
          <p:cNvSpPr txBox="1"/>
          <p:nvPr/>
        </p:nvSpPr>
        <p:spPr bwMode="auto">
          <a:xfrm>
            <a:off x="0" y="1143000"/>
            <a:ext cx="1279845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Through Diameter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051188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5627937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69479320" name="object 30"/>
          <p:cNvSpPr txBox="1"/>
          <p:nvPr/>
        </p:nvSpPr>
        <p:spPr bwMode="auto">
          <a:xfrm>
            <a:off x="106425" y="3084210"/>
            <a:ext cx="1337206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Through Diameter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384711" name="object 3"/>
          <p:cNvSpPr txBox="1"/>
          <p:nvPr/>
        </p:nvSpPr>
        <p:spPr bwMode="auto">
          <a:xfrm>
            <a:off x="380997" y="888075"/>
            <a:ext cx="12364276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diameter of a circle and calculates its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the mathematical constant π, pow(), division, and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diameter is given instead of the radius, the formula is based on the relationship between diameter and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54961" name="object 3"/>
          <p:cNvSpPr txBox="1"/>
          <p:nvPr/>
        </p:nvSpPr>
        <p:spPr bwMode="auto">
          <a:xfrm>
            <a:off x="380997" y="888075"/>
            <a:ext cx="12374358" cy="68958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the circle diameter D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radius is half of the diameter: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Radius = D /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normal circle area formula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π × R²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Substituting R = D / 2 gives: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π × (D / 2)²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can be simplified to: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π × D² /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CircleArea() function uses this formula: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M_PI represents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pow(D, 2) calculates D².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divided by 4 to account for the diameter being twice the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printArea() function receives the calculated area and prints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return value of CircleArea(D) is directly passed to printArea().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288113" name="object 3"/>
          <p:cNvSpPr txBox="1"/>
          <p:nvPr/>
        </p:nvSpPr>
        <p:spPr bwMode="auto">
          <a:xfrm>
            <a:off x="380997" y="888075"/>
            <a:ext cx="12381917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circle diameter 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D² using pow().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Multiply D² by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Divide the result by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Pass the returned area to printArea().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appropriate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081772" name="object 3"/>
          <p:cNvSpPr txBox="1"/>
          <p:nvPr/>
        </p:nvSpPr>
        <p:spPr bwMode="auto">
          <a:xfrm>
            <a:off x="380997" y="888075"/>
            <a:ext cx="12370041" cy="57216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Diameter: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calculate the radius: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Radius = 10 / 2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calculate the area: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π × 10² /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π × 100 /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π ×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approximately 78.5398.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Ciecle Area = 78.5398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190066" name="object 3"/>
          <p:cNvSpPr txBox="1"/>
          <p:nvPr/>
        </p:nvSpPr>
        <p:spPr bwMode="auto">
          <a:xfrm>
            <a:off x="380997" y="888075"/>
            <a:ext cx="1236032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π × D² / 4 is derived from the standard formula π × R².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 represents the diameter, while R represents the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int for the diameter and float for the calculated area.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73648" name="object 3"/>
          <p:cNvSpPr txBox="1"/>
          <p:nvPr/>
        </p:nvSpPr>
        <p:spPr bwMode="auto">
          <a:xfrm>
            <a:off x="380997" y="888075"/>
            <a:ext cx="1236248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assumes the diameter is a valid positive value. It does not check whether the user enters zero or a 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"Ciecle" is misspelled in the output text. It should be "Circle".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432682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Radius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Formula: Area = π × R².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radius is given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division by 4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Using Diameter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Formula: Area = π × D² /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diameter is given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Division by 4 is needed because D = 2R.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502029" name="object 3"/>
          <p:cNvSpPr txBox="1"/>
          <p:nvPr/>
        </p:nvSpPr>
        <p:spPr bwMode="auto">
          <a:xfrm>
            <a:off x="380997" y="888075"/>
            <a:ext cx="12381558" cy="30089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circle's area can be calculated directly from its diameter.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formula using diameter is π × D² /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diameter is twice the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pow(D, 2) calculates the diameter squared.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function's return value can be passed directly to another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5104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266</cp:revision>
  <dcterms:created xsi:type="dcterms:W3CDTF">2025-12-09T17:44:59Z</dcterms:created>
  <dcterms:modified xsi:type="dcterms:W3CDTF">2026-09-16T13:56:56Z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