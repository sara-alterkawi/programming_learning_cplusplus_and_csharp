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9637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711980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560484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48933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78592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21565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21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933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214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82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277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949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15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661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833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033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54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234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59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618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286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298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0755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282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462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797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73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778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761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060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705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737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498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391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148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633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5670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84011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72267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14050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61736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49807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305969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3228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24775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86714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54004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0161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11539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191533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094653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353981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032462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709909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35144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97144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593541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77547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24068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89968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340798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71227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4133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24813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055982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378782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113173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37558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4485087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17451931" name="object 30"/>
          <p:cNvSpPr txBox="1"/>
          <p:nvPr/>
        </p:nvSpPr>
        <p:spPr bwMode="auto">
          <a:xfrm>
            <a:off x="0" y="1143000"/>
            <a:ext cx="12763189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Hire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Driver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138495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1490154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6352125" name="object 30"/>
          <p:cNvSpPr txBox="1"/>
          <p:nvPr/>
        </p:nvSpPr>
        <p:spPr bwMode="auto">
          <a:xfrm>
            <a:off x="106425" y="3084210"/>
            <a:ext cx="133393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Hire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Driver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839099" name="object 3"/>
          <p:cNvSpPr txBox="1"/>
          <p:nvPr/>
        </p:nvSpPr>
        <p:spPr bwMode="auto">
          <a:xfrm>
            <a:off x="380997" y="888075"/>
            <a:ext cx="12363917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person's age and whether they have a driving license, then determines whether they are eligible to be hired.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structure, functions, a Boolean value, and a logical AND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780918" name="object 3"/>
          <p:cNvSpPr txBox="1"/>
          <p:nvPr/>
        </p:nvSpPr>
        <p:spPr bwMode="auto">
          <a:xfrm>
            <a:off x="380997" y="888075"/>
            <a:ext cx="12374000" cy="60893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stInfo groups the user's related information: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 stores the person's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hasDrivingLicense stores whether the person has a driving license as a bool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readInfo() reads the user's information and returns an stInfo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isValidInput() checks both conditions: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age must be greater than or equal to 21.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person must have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&amp;&amp; operator means both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calls isValidInput() and prints Hired if the result is true; otherwise, it prints Rejected.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printResult(readInfo());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115177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stInfo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user's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whether the user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collected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if age &gt;= 21 and hasDrivingLicense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Hired if the result is true; otherwise print Rejected.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3222" name="object 3"/>
          <p:cNvSpPr txBox="1"/>
          <p:nvPr/>
        </p:nvSpPr>
        <p:spPr bwMode="auto">
          <a:xfrm>
            <a:off x="380997" y="888075"/>
            <a:ext cx="12368601" cy="66749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Driving license: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Both conditions are true.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Hired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Driving license: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driving license condition is false.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Rejected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144551" name="object 3"/>
          <p:cNvSpPr txBox="1"/>
          <p:nvPr/>
        </p:nvSpPr>
        <p:spPr bwMode="auto">
          <a:xfrm>
            <a:off x="380997" y="888075"/>
            <a:ext cx="1235996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bool value hasDrivingLicense is read as 1 for true and 0 for false.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38928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Hired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21 or greater.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conditions must be true because of &amp;&amp;.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Rejected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below 21,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have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condition is false.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71568" name="object 3"/>
          <p:cNvSpPr txBox="1"/>
          <p:nvPr/>
        </p:nvSpPr>
        <p:spPr bwMode="auto">
          <a:xfrm>
            <a:off x="380997" y="888075"/>
            <a:ext cx="12381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related information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&amp;&amp; operator requires both hiring conditions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work together by passing returned values from one function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4567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255</cp:revision>
  <dcterms:created xsi:type="dcterms:W3CDTF">2025-12-09T17:44:59Z</dcterms:created>
  <dcterms:modified xsi:type="dcterms:W3CDTF">2026-09-15T14:02:47Z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