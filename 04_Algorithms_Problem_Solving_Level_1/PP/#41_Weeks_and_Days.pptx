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85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4656845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473241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6626096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5680410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29170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426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2555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9356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09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9190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369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450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470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11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479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4337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18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7388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1235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9486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770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04926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535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874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7644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4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180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6857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019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160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185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1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582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352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28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964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97936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028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79721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350205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1637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4649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269473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3468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045102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993185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646949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315279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189278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7775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374507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2581584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1676878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016076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1342527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187313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5490211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67973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672899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355145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101197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51642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73867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7503876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4580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412226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955503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74160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1132962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4885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5668755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06072693" name="object 30"/>
          <p:cNvSpPr txBox="1"/>
          <p:nvPr/>
        </p:nvSpPr>
        <p:spPr bwMode="auto">
          <a:xfrm>
            <a:off x="0" y="1143000"/>
            <a:ext cx="12870443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Weeks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Days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5285575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5439672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71568275" name="object 30"/>
          <p:cNvSpPr txBox="1"/>
          <p:nvPr/>
        </p:nvSpPr>
        <p:spPr bwMode="auto">
          <a:xfrm>
            <a:off x="106425" y="3084210"/>
            <a:ext cx="1345376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Weeks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Days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736359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positive number of hours and converts it into days and weeks.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conversion functions to calculate: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Total Days = Hours ÷ 24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Total Weeks = Days ÷ 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also contains a function that can directly convert hours to weeks.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541110" name="object 3"/>
          <p:cNvSpPr txBox="1"/>
          <p:nvPr/>
        </p:nvSpPr>
        <p:spPr bwMode="auto">
          <a:xfrm>
            <a:off x="380997" y="888075"/>
            <a:ext cx="12375076" cy="50070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ReadPositiveNumb() keeps asking for the number of hours until the user enters a value greater than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HoursToDays() converts hours into days by dividing the hours by 24.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HoursToWeeks() converts hours directly into weeks by dividing by `24 × 7`.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DaysToWeeks() converts days into weeks by dividing by 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displays the original hours, total days, and total weeks.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the current program, the weeks are calculated through: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`DaysToWeeks(HoursToDays(NumberOfHours))`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means the program first converts hours to days, then converts the days to weeks.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785530" name="object 3"/>
          <p:cNvSpPr txBox="1"/>
          <p:nvPr/>
        </p:nvSpPr>
        <p:spPr bwMode="auto">
          <a:xfrm>
            <a:off x="380997" y="888075"/>
            <a:ext cx="12382635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positive number of hours.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Convert the hours to days by dividing by 24.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Convert the calculated days to weeks by dividing by 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hours, days, and weeks.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result through the conversion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46229" name="object 3"/>
          <p:cNvSpPr txBox="1"/>
          <p:nvPr/>
        </p:nvSpPr>
        <p:spPr bwMode="auto">
          <a:xfrm>
            <a:off x="380997" y="888075"/>
            <a:ext cx="12370761" cy="53484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365 hours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Convert hours to days: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365 ÷ 24 = 15.2083 days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Convert days to weeks: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15.2083 ÷ 7 = 2.1726 weeks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Total Hours = 365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Total Days = 15.2083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Total Weeks = 2.1726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605862" name="object 3"/>
          <p:cNvSpPr txBox="1"/>
          <p:nvPr/>
        </p:nvSpPr>
        <p:spPr bwMode="auto">
          <a:xfrm>
            <a:off x="380997" y="888075"/>
            <a:ext cx="12361041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One day = 24 hours.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One week = 7 days = 168 hours.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`HoursToWeeks()` can calculate weeks directly: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`NumberOfHours / (24 * 7)`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program, `HoursToWeeks()` is defined but not used in `Printresult()`.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645690" name="object 3"/>
          <p:cNvSpPr txBox="1"/>
          <p:nvPr/>
        </p:nvSpPr>
        <p:spPr bwMode="auto">
          <a:xfrm>
            <a:off x="380997" y="888075"/>
            <a:ext cx="12363199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example description says `2.17 Weeks 15.20 Days`, but these are two different representations of the same 365 hours, not "2 weeks and 15.20 days."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goal is to display the remaining days after complete weeks, additional calculation is needed.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57437" name="object 3"/>
          <p:cNvSpPr txBox="1"/>
          <p:nvPr/>
        </p:nvSpPr>
        <p:spPr bwMode="auto">
          <a:xfrm>
            <a:off x="380997" y="888075"/>
            <a:ext cx="1236824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Hours → Days → Weeks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First divide hours by 24.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Then divide days by 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by `Printresult()`.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Hours → Weeks directly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Divide hours by `24 * 7`.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the same total number of weeks.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Implemented by `HoursToWeeks()`.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164539" name="object 3"/>
          <p:cNvSpPr txBox="1"/>
          <p:nvPr/>
        </p:nvSpPr>
        <p:spPr bwMode="auto">
          <a:xfrm>
            <a:off x="380997" y="888075"/>
            <a:ext cx="12382276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24 hours make one day.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7 days make one week.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Hours can be converted to days and then to weeks.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can be combined by passing the result of one function to another.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`HoursToWeeks()` provides a direct way to calculate weeks but is not used in the current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65788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281</cp:revision>
  <dcterms:created xsi:type="dcterms:W3CDTF">2025-12-09T17:44:59Z</dcterms:created>
  <dcterms:modified xsi:type="dcterms:W3CDTF">2026-09-17T09:27:27Z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