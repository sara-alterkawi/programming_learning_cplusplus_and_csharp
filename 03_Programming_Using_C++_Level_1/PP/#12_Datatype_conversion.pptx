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7710053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59003979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0671206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63630377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2075231074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694609945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41318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939234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47074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01488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669970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51720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97664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6708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96029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36461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877206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97906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20473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49838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20746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34649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668260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77436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48977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33217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62483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54799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18953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00466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85698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699656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08036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50769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939124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6099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56058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862999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27637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0302772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40540580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50873415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74543568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755899468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7569748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97029802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57157809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81093812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79773143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879880085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941260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72065732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205519864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890903803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87321319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896216955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05041942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343455927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78498934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61464448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85111964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30143257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3609897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51410389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77494939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554229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75888193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16994036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44891705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817509070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7957300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2093506875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646510540" name="object 30"/>
          <p:cNvSpPr txBox="1"/>
          <p:nvPr/>
        </p:nvSpPr>
        <p:spPr bwMode="auto">
          <a:xfrm>
            <a:off x="0" y="1143000"/>
            <a:ext cx="12744115" cy="3914372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Programming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Using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C++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  <a:defRPr/>
            </a:pPr>
            <a:endParaRPr lang="en-GB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Datatype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conversion</a:t>
            </a:r>
            <a:endParaRPr lang="sv-SE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466039952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512835546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887826551" name="object 30"/>
          <p:cNvSpPr txBox="1"/>
          <p:nvPr/>
        </p:nvSpPr>
        <p:spPr bwMode="auto">
          <a:xfrm>
            <a:off x="106425" y="3084210"/>
            <a:ext cx="13322761" cy="1756261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spc="-17">
                <a:solidFill>
                  <a:srgbClr val="FFFFFF"/>
                </a:solidFill>
                <a:latin typeface="Comic Sans MS"/>
                <a:cs typeface="Comic Sans MS"/>
              </a:rPr>
              <a:t>Programming Using C++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1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Datatype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conversion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6729587" name="object 3"/>
          <p:cNvSpPr txBox="1"/>
          <p:nvPr/>
        </p:nvSpPr>
        <p:spPr bwMode="auto">
          <a:xfrm>
            <a:off x="380997" y="888075"/>
            <a:ext cx="12363199" cy="47542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 marL="21912">
              <a:spcBef>
                <a:spcPts val="1215"/>
              </a:spcBef>
              <a:defRPr/>
            </a:pP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Datatype conversion is the process of changing a value from one data type to another.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 this program, C++ converts: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`string` → `double`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`string` → `float`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`string` → `int`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`int` → `string`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`double` → `string`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`float` → `string`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607586" name="object 3"/>
          <p:cNvSpPr txBox="1"/>
          <p:nvPr/>
        </p:nvSpPr>
        <p:spPr bwMode="auto">
          <a:xfrm>
            <a:off x="380997" y="888075"/>
            <a:ext cx="12374000" cy="381830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demonstrates how to convert between `string` and numerical data types using functions from the C++ standard library.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functions used are: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`stod()` → converts a string to `double`.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`stof()` → converts a string to `float`.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`stoi()` → converts a string to `int`.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`to_string()` → converts a numerical value to `string`.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5779050" name="object 3"/>
          <p:cNvSpPr txBox="1"/>
          <p:nvPr/>
        </p:nvSpPr>
        <p:spPr bwMode="auto">
          <a:xfrm>
            <a:off x="380997" y="888075"/>
            <a:ext cx="12380840" cy="636824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Steps in main()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Create a string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The program creates a string containing the numerical value `"43.22"`.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Convert string to double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`stod()` converts the string into a `double`.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Convert string to float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`stof()` converts the string into a `float`.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Convert string to int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`stoi()` converts the string into an `int`.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Convert int to string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`to_string()` converts the integer `20` into a string.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Convert double to string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`to_string()` converts the double `33.5` into a string.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Convert float to string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`to_string()` converts the float `55.23` into a string.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266129" name="object 3"/>
          <p:cNvSpPr txBox="1"/>
          <p:nvPr/>
        </p:nvSpPr>
        <p:spPr bwMode="auto">
          <a:xfrm>
            <a:off x="380997" y="888075"/>
            <a:ext cx="12367881" cy="484610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🔹 Given: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string St1 = "43.22";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🔹 The conversions produce: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stod(St1) → 43.22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stof(St1) → 43.22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stoi(St1) → 43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➡️ Result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🔹 `stod()` and `stof()` keep the decimal value, while `stoi()` converts the value to an integer and removes the decimal part.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1437892" name="object 3"/>
          <p:cNvSpPr txBox="1"/>
          <p:nvPr/>
        </p:nvSpPr>
        <p:spPr bwMode="auto">
          <a:xfrm>
            <a:off x="380997" y="888075"/>
            <a:ext cx="12359241" cy="2993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`stoi()` converts the integer part of a numeric string.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For example: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stoi("43.22")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produces: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43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2884192" name="object 3"/>
          <p:cNvSpPr txBox="1"/>
          <p:nvPr/>
        </p:nvSpPr>
        <p:spPr bwMode="auto">
          <a:xfrm>
            <a:off x="380997" y="888075"/>
            <a:ext cx="12361401" cy="262072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string must contain a valid numerical value that the conversion function can interpret.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Trying to convert invalid text, such as `"Hello"`, to a number can cause a conversion error.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3732718" name="object 3"/>
          <p:cNvSpPr txBox="1"/>
          <p:nvPr/>
        </p:nvSpPr>
        <p:spPr bwMode="auto">
          <a:xfrm>
            <a:off x="380997" y="888075"/>
            <a:ext cx="12366441" cy="452964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`stod()`, `stof()`, `stoi()`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Convert a `string` into a numerical data type.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Used when numerical calculations are needed.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 `stoi("20")` → `20`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`to_string()`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Converts a numerical value into a `string`.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Useful when a number needs to be treated as text.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 `to_string(20)` → `"20"`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7204626" name="object 3"/>
          <p:cNvSpPr txBox="1"/>
          <p:nvPr/>
        </p:nvSpPr>
        <p:spPr bwMode="auto">
          <a:xfrm>
            <a:off x="380997" y="888075"/>
            <a:ext cx="12380481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Datatype conversion changes a value from one data type to another.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`stod()`, `stof()`, and `stoi()` convert strings into numerical values.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`to_string()` converts numerical values into strings.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3596562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249</cp:revision>
  <dcterms:created xsi:type="dcterms:W3CDTF">2025-12-09T17:44:59Z</dcterms:created>
  <dcterms:modified xsi:type="dcterms:W3CDTF">2026-09-15T08:31:51Z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