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5589449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00304105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20792492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22994674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46768553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72625932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14184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22764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88783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26752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08893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24068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08359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439483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45468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60140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70652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71268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02653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119474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37368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37665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249254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24136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03846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61734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09858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61717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014779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93464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64707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12799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10113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79944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762343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45846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75926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629540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88429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7820499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16361663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49416731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15720744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09087425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2634641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07659201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77751482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11985405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02805673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975813578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527245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62849183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376118807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52078878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61200958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911846796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9823807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862850933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24352206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42001045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20763104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244750929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7189044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14609735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692675862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686617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67136271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51671217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65808058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316294584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0981664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223215730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109889977" name="object 30"/>
          <p:cNvSpPr txBox="1"/>
          <p:nvPr/>
        </p:nvSpPr>
        <p:spPr bwMode="auto">
          <a:xfrm>
            <a:off x="0" y="1143000"/>
            <a:ext cx="12762110" cy="391411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Programming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Using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C++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  <a:defRPr/>
            </a:pPr>
            <a:endParaRPr lang="en-GB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1"/>
              </a:spcBef>
              <a:defRPr/>
            </a:pP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Do While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Loops</a:t>
            </a:r>
            <a:endParaRPr lang="sv-SE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31304234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919048117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654292272" name="object 30"/>
          <p:cNvSpPr txBox="1"/>
          <p:nvPr/>
        </p:nvSpPr>
        <p:spPr bwMode="auto">
          <a:xfrm>
            <a:off x="106425" y="3084210"/>
            <a:ext cx="13338956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spc="-17">
                <a:solidFill>
                  <a:srgbClr val="FFFFFF"/>
                </a:solidFill>
                <a:latin typeface="Comic Sans MS"/>
                <a:cs typeface="Comic Sans MS"/>
              </a:rPr>
              <a:t>Programming Using C++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Do while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Loops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0895989" name="object 3"/>
          <p:cNvSpPr txBox="1"/>
          <p:nvPr/>
        </p:nvSpPr>
        <p:spPr bwMode="auto">
          <a:xfrm>
            <a:off x="380997" y="888075"/>
            <a:ext cx="12364637" cy="240177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 do-while loop is a control structure that executes a block of code at least once and then repeats it while a condition is true.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1763670" name="object 3"/>
          <p:cNvSpPr txBox="1"/>
          <p:nvPr/>
        </p:nvSpPr>
        <p:spPr bwMode="auto">
          <a:xfrm>
            <a:off x="380997" y="888075"/>
            <a:ext cx="12381200" cy="314828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 while loop checks the condition before executing the code.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</a:t>
            </a:r>
            <a:r>
              <a:rPr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 do-while loop executes the code first, then checks the condition. Therefore, the code inside a do-while loop always runs at least once.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 this program, the user must enter a number between min and max. If the number is outside the range, the program asks again.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3557187" name="object 3"/>
          <p:cNvSpPr txBox="1"/>
          <p:nvPr/>
        </p:nvSpPr>
        <p:spPr bwMode="auto">
          <a:xfrm>
            <a:off x="380997" y="888075"/>
            <a:ext cx="12381558" cy="37554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Set the minimum and maximum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Ask the user to enter a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Store the number in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Check whether Number is outside the range.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If it is outside the range, ask the user again.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Repeat until the number is within the valid range.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Return the valid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3350702" name="object 3"/>
          <p:cNvSpPr txBox="1"/>
          <p:nvPr/>
        </p:nvSpPr>
        <p:spPr bwMode="auto">
          <a:xfrm>
            <a:off x="380997" y="888075"/>
            <a:ext cx="12368601" cy="554327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For ReadNumberInRangeDo(18, 45)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If the user enters 10: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Wrong value → asks again.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If the user enters 50: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Wrong value → asks again.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If the user enters 30: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The value is valid → returns 30.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➡️ Result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The program keeps asking for a number until the user enters a value between 18 and 45.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and 20, the program displays: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	The sum is: 30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4139622" name="object 3"/>
          <p:cNvSpPr txBox="1"/>
          <p:nvPr/>
        </p:nvSpPr>
        <p:spPr bwMode="auto">
          <a:xfrm>
            <a:off x="380997" y="888075"/>
            <a:ext cx="12359961" cy="334475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 do-while syntax ends with a semicolon after the condition: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do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// code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while (condition);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2060566" name="object 3"/>
          <p:cNvSpPr txBox="1"/>
          <p:nvPr/>
        </p:nvSpPr>
        <p:spPr bwMode="auto">
          <a:xfrm>
            <a:off x="380997" y="888075"/>
            <a:ext cx="12362121" cy="151595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Do not forget the semicolon after the while condition in a do-while loop.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7700189" name="object 3"/>
          <p:cNvSpPr txBox="1"/>
          <p:nvPr/>
        </p:nvSpPr>
        <p:spPr bwMode="auto">
          <a:xfrm>
            <a:off x="380997" y="888075"/>
            <a:ext cx="12367161" cy="4494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while loop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Checks the condition before executing the loop body.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loop body may execute zero times.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In this example, the first input is read before the while loop.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do-while loop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Executes the loop body before checking the condition.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loop body always executes at least once.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Useful when the user must provide input at least once.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722675" name="object 3"/>
          <p:cNvSpPr txBox="1"/>
          <p:nvPr/>
        </p:nvSpPr>
        <p:spPr bwMode="auto">
          <a:xfrm>
            <a:off x="380997" y="888075"/>
            <a:ext cx="12381199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 do-while loop executes its code at least once.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condition is checked after each iteration.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It is useful for input validation when the user must enter a value at least once.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2862705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254</cp:revision>
  <dcterms:created xsi:type="dcterms:W3CDTF">2025-12-09T17:44:59Z</dcterms:created>
  <dcterms:modified xsi:type="dcterms:W3CDTF">2026-09-15T12:18:27Z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