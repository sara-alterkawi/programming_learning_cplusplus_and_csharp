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651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50170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47282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592717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111354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658207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697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110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437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741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15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36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989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11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714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806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84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766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364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140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295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927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1620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847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014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2184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515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122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210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25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14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0662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298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990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41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84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193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422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990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0847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48862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3381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91419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80636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42773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192488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3614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37860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63597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157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414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758026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858807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07121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034533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23480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80098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0363630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198774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63211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648937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300619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98104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222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009434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0222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07726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12623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432477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812294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8612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9248060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84399583" name="object 30"/>
          <p:cNvSpPr txBox="1"/>
          <p:nvPr/>
        </p:nvSpPr>
        <p:spPr bwMode="auto">
          <a:xfrm>
            <a:off x="0" y="1143000"/>
            <a:ext cx="12739797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546001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9468686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10721227" name="object 30"/>
          <p:cNvSpPr txBox="1"/>
          <p:nvPr/>
        </p:nvSpPr>
        <p:spPr bwMode="auto">
          <a:xfrm>
            <a:off x="106426" y="3084212"/>
            <a:ext cx="13318803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Math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890102" name="object 3"/>
          <p:cNvSpPr txBox="1"/>
          <p:nvPr/>
        </p:nvSpPr>
        <p:spPr bwMode="auto">
          <a:xfrm>
            <a:off x="380997" y="888075"/>
            <a:ext cx="12362122" cy="31909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Math functions are functions provided by the C++ `&lt;cmath&gt;` library that are used to perform mathematical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In this program: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`sqrt()` → calculates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`pow()` → raises a number to a power.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141677" name="object 3"/>
          <p:cNvSpPr txBox="1"/>
          <p:nvPr/>
        </p:nvSpPr>
        <p:spPr bwMode="auto">
          <a:xfrm>
            <a:off x="380997" y="888075"/>
            <a:ext cx="12372202" cy="46338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area of a rectangle when one side and the diagonal are known.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diagonal of a rectangle forms a right triangle with its two sides. Therefore, the other side can be calculated using the Pythagorean theorem.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used by the program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Area = A × √(D² - A²)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`pow(D, 2)` calculates D².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`pow(A, 2)` calculates A².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`sqrt(...)` calculates the square root of the remaining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47166" name="object 3"/>
          <p:cNvSpPr txBox="1"/>
          <p:nvPr/>
        </p:nvSpPr>
        <p:spPr bwMode="auto">
          <a:xfrm>
            <a:off x="380997" y="888075"/>
            <a:ext cx="12378322" cy="61418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first side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first side in variable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diagonal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diagonal in variable `D`.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other side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sqrt(pow(D, 2) - pow(A, 2))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area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Multiply `A` by the calculated second side.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calculated area in the `float` variable `Area`.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rectangle area.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803748" name="object 3"/>
          <p:cNvSpPr txBox="1"/>
          <p:nvPr/>
        </p:nvSpPr>
        <p:spPr bwMode="auto">
          <a:xfrm>
            <a:off x="380997" y="888075"/>
            <a:ext cx="12366802" cy="37373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Input: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 =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 = 40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calculates: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Area = 5 × √(40² - 5²)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Rectangle Area = 198.431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883919" name="object 3"/>
          <p:cNvSpPr txBox="1"/>
          <p:nvPr/>
        </p:nvSpPr>
        <p:spPr bwMode="auto">
          <a:xfrm>
            <a:off x="380997" y="888075"/>
            <a:ext cx="1235816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`#include &lt;cmath&gt;` is required because the program uses `pow()` and `sqrt()`.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`float` is used for `Area` because the result can contain decimal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64387" name="object 3"/>
          <p:cNvSpPr txBox="1"/>
          <p:nvPr/>
        </p:nvSpPr>
        <p:spPr bwMode="auto">
          <a:xfrm>
            <a:off x="380997" y="888075"/>
            <a:ext cx="12360322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diagonal `D` must be greater than the side `A` for the expression inside `sqrt()` to produce a valid real-number result.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811652" name="object 3"/>
          <p:cNvSpPr txBox="1"/>
          <p:nvPr/>
        </p:nvSpPr>
        <p:spPr bwMode="auto">
          <a:xfrm>
            <a:off x="380997" y="888075"/>
            <a:ext cx="1236536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pow()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calculate a number raised to a power.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`pow(D, 2)` means D².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Provided by the `&lt;cmath&gt;`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sqrt()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calculate the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`sqrt(25)` gives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Provided by the `&lt;cmath&gt;`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False becomes True.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886346" name="object 3"/>
          <p:cNvSpPr txBox="1"/>
          <p:nvPr/>
        </p:nvSpPr>
        <p:spPr bwMode="auto">
          <a:xfrm>
            <a:off x="380997" y="888075"/>
            <a:ext cx="1237940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`pow()` calculates powers and `sqrt()` calculates square roots.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uses the Pythagorean theorem to find the missing side of the rectangle.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rectangle area is calculated using the known side and diagonal.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9583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246</cp:revision>
  <dcterms:created xsi:type="dcterms:W3CDTF">2025-12-09T17:44:59Z</dcterms:created>
  <dcterms:modified xsi:type="dcterms:W3CDTF">2026-09-15T07:31:57Z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