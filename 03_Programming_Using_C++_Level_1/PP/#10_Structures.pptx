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85732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4537237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5329672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449440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8069256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1208819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08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6346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563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419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3926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74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339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904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4050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8548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72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61496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158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3193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4719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555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2690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61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BE6ED7-C07F-BC04-7A4C-6FF63A7275D7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3534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68948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140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7672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182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516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294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22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5767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31188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08094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7644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909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3564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5379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641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2412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052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7779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883516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860808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350646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848194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0507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8581343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117859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575775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285173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4418041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9396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705058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3376308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0862657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43284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9711079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72990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5196161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5899629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958721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198340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1977915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28553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076451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344004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7712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008110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916117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3830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302507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28298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8477191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44084668" name="object 30"/>
          <p:cNvSpPr txBox="1"/>
          <p:nvPr/>
        </p:nvSpPr>
        <p:spPr bwMode="auto">
          <a:xfrm>
            <a:off x="0" y="1143000"/>
            <a:ext cx="12740516" cy="391437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Structures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192070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1321452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46108378" name="object 30"/>
          <p:cNvSpPr txBox="1"/>
          <p:nvPr/>
        </p:nvSpPr>
        <p:spPr bwMode="auto">
          <a:xfrm>
            <a:off x="106425" y="3084211"/>
            <a:ext cx="13319522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Structures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971636" name="object 3"/>
          <p:cNvSpPr txBox="1"/>
          <p:nvPr/>
        </p:nvSpPr>
        <p:spPr bwMode="auto">
          <a:xfrm>
            <a:off x="380997" y="888075"/>
            <a:ext cx="12362481" cy="27750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structure (`struct`) is a user-defined data type in C++ that allows you to group related variables of different data types under one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structure can contain variables such as `string`, `int`, `float`, `char`, and `bool`.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99860" name="object 3"/>
          <p:cNvSpPr txBox="1"/>
          <p:nvPr/>
        </p:nvSpPr>
        <p:spPr bwMode="auto">
          <a:xfrm>
            <a:off x="380997" y="888075"/>
            <a:ext cx="12372561" cy="315577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defines two structures, `StAddress` and `StName`, to organize information about a person.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`StAddress` stores address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`StName` stores the person's first name, last name, and an `StAddress`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creates a structure inside another structure.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649039" name="object 3"/>
          <p:cNvSpPr txBox="1"/>
          <p:nvPr/>
        </p:nvSpPr>
        <p:spPr bwMode="auto">
          <a:xfrm>
            <a:off x="380997" y="888075"/>
            <a:ext cx="12379041" cy="83813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`StAddress`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structure contains: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🟨 `Street`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🟨 `PostNumber`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🟨 `City`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🟨 `Country`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Define the `StName`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structure contains: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🟨 `FirstName`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🟨 `LastName`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🟨 `Address`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`Address` is an object of type `StAddress`.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Create the variables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program creates a `StName` object called `Name`.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It also creates variables for age, salary, gender, and marital status.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Read the user's information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program uses `getline()` to read text values such as names and address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It uses `cin` to read numerical and character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113684" name="object 3"/>
          <p:cNvSpPr txBox="1"/>
          <p:nvPr/>
        </p:nvSpPr>
        <p:spPr bwMode="auto">
          <a:xfrm>
            <a:off x="380997" y="888075"/>
            <a:ext cx="12380121" cy="907537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6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 marL="21911">
              <a:spcBef>
                <a:spcPts val="1214"/>
              </a:spcBef>
              <a:defRPr/>
            </a:pPr>
            <a:endParaRPr lang="en-GB" sz="2400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`cin.ignore()`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`cin.ignore()` removes the remaining newline character from the input buffer after reading `Age`.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This allows the following `getline()` to work correctly.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Access structure members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Structure members are accessed using the dot `.` operator.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For example: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Name.FirstName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nested address members are accessed using: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Name.Address.Street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Calculate the yearly salary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program calculates the yearly salary by multiplying the monthly salary by 12.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float YearlySalary = MonthlySalary * 12;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Display the information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program prints the person's information using the values stored in the variables and structures.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Display the marital status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program uses the conditional operator `?:` to display either `Yes` or `No`.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324487" name="object 3"/>
          <p:cNvSpPr txBox="1"/>
          <p:nvPr/>
        </p:nvSpPr>
        <p:spPr bwMode="auto">
          <a:xfrm>
            <a:off x="380997" y="888075"/>
            <a:ext cx="12367161" cy="52118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 information for a person, the program stores the information inside the `Name` structure and its nested `Address` structure.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For example: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Name.FirstName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Name.LastName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Name.Address.Street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Name.Address.City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The program displays the complete information, including the person's name, age, address, salary, gender, and marital status.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86013" name="object 3"/>
          <p:cNvSpPr txBox="1"/>
          <p:nvPr/>
        </p:nvSpPr>
        <p:spPr bwMode="auto">
          <a:xfrm>
            <a:off x="380997" y="888075"/>
            <a:ext cx="1235852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structure is defined using the `struct` keyword.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variables inside a structure are called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dot `.` operator is used to access structure members.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801853" name="object 3"/>
          <p:cNvSpPr txBox="1"/>
          <p:nvPr/>
        </p:nvSpPr>
        <p:spPr bwMode="auto">
          <a:xfrm>
            <a:off x="380997" y="888075"/>
            <a:ext cx="1236068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`cin &gt;&gt;` and `getline()` behave differently when reading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using `cin &gt;&gt;` to read a value, `cin.ignore()` may be needed before using `getline()` to prevent the leftover newline from being read as an empty line.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753689" name="object 3"/>
          <p:cNvSpPr txBox="1"/>
          <p:nvPr/>
        </p:nvSpPr>
        <p:spPr bwMode="auto">
          <a:xfrm>
            <a:off x="380997" y="888075"/>
            <a:ext cx="123657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Normal Variables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Each variable is declared separately.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Related information is not grouped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`string FirstName;`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Structures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Related variables are grouped under one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Different data types can be stored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`StName Name;`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939293" name="object 3"/>
          <p:cNvSpPr txBox="1"/>
          <p:nvPr/>
        </p:nvSpPr>
        <p:spPr bwMode="auto">
          <a:xfrm>
            <a:off x="380997" y="888075"/>
            <a:ext cx="1237976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structure groups related variables under one user-defined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Structure members are accessed using the dot `.` operator.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Structures can contain other structures, allowing related data to be organized in a nested way.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03674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248</cp:revision>
  <dcterms:created xsi:type="dcterms:W3CDTF">2025-12-09T17:44:59Z</dcterms:created>
  <dcterms:modified xsi:type="dcterms:W3CDTF">2026-09-15T07:47:36Z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