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57581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388514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397199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331658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044505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3836856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520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1108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40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877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9833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524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8672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2892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582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6669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6712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043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77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5307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356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397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687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8944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367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1615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24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19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2119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5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9916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0303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677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477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0634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152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003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5329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805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28623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776795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550362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03960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558686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00201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109749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171410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003125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427265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77837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8662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72572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6485399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660435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926949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932662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888922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9186542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85757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25026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266735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2790203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53912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449462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1210113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4048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22307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888831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371574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862262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24861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2548233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40092542" name="object 30"/>
          <p:cNvSpPr txBox="1"/>
          <p:nvPr/>
        </p:nvSpPr>
        <p:spPr bwMode="auto">
          <a:xfrm>
            <a:off x="0" y="1143000"/>
            <a:ext cx="12758871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Conditional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6974415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9505700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10260758" name="object 30"/>
          <p:cNvSpPr txBox="1"/>
          <p:nvPr/>
        </p:nvSpPr>
        <p:spPr bwMode="auto">
          <a:xfrm>
            <a:off x="106425" y="3084210"/>
            <a:ext cx="1333571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Conditional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229189" name="object 3"/>
          <p:cNvSpPr txBox="1"/>
          <p:nvPr/>
        </p:nvSpPr>
        <p:spPr bwMode="auto">
          <a:xfrm>
            <a:off x="380997" y="888075"/>
            <a:ext cx="12363917" cy="27750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conditional statement allows a program to make decisions based on whether a condition is true 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C++, if and else are commonly used to execute different code depending on a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90623" name="object 3"/>
          <p:cNvSpPr txBox="1"/>
          <p:nvPr/>
        </p:nvSpPr>
        <p:spPr bwMode="auto">
          <a:xfrm>
            <a:off x="380997" y="888075"/>
            <a:ext cx="12374000" cy="3536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checks two conditions: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 age must be greater than or equal to 21.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 user must have a driver license and enter "yes".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logical AND operator &amp;&amp; requires both conditions to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both conditions are true, the program prints Hired.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it prints Rejected.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013857" name="object 3"/>
          <p:cNvSpPr txBox="1"/>
          <p:nvPr/>
        </p:nvSpPr>
        <p:spPr bwMode="auto">
          <a:xfrm>
            <a:off x="380997" y="888075"/>
            <a:ext cx="12381558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Get the user's 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entered age in the age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Get the driver's license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user's answer in hasDriverLicense.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the conditions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Check whether age &gt;= 21 and hasDriverLicense == "yes".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Execute the if statement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If both conditions are true, print Hired.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Execute the else statement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If the condition is false, print Rejected.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646929" name="object 3"/>
          <p:cNvSpPr txBox="1"/>
          <p:nvPr/>
        </p:nvSpPr>
        <p:spPr bwMode="auto">
          <a:xfrm>
            <a:off x="380997" y="888075"/>
            <a:ext cx="12368601" cy="81837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Condition: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if (age &gt;= 21 &amp;&amp; hasDriverLicense == "yes")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age = 25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hasDriverLicense = "yes"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Both conditions are true, so the result is: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Hired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Age: 25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Driver license: yes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Hired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Age: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Driver license: yes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Rejected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778271" name="object 3"/>
          <p:cNvSpPr txBox="1"/>
          <p:nvPr/>
        </p:nvSpPr>
        <p:spPr bwMode="auto">
          <a:xfrm>
            <a:off x="380997" y="888075"/>
            <a:ext cx="12359961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&gt;= means greater than or equal to.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== compares two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&amp;&amp; means AND, so both conditions must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checkEligibility() is responsible for making the decision, while getUserInput() is responsible for getting the user's input.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518921" name="object 3"/>
          <p:cNvSpPr txBox="1"/>
          <p:nvPr/>
        </p:nvSpPr>
        <p:spPr bwMode="auto">
          <a:xfrm>
            <a:off x="380997" y="888075"/>
            <a:ext cx="1236212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= when you want to compare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== for comparison and = for assignment.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864446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code when a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to make decisions.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combined with logical operators.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when the if condition is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an alternative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have its own condition.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619624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Conditional statements allow programs to make decisions.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executes code when a condition is true, while else handles the false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Logical operators such as &amp;&amp; can combine multiple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09471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2026-09-15T09:28:33Z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