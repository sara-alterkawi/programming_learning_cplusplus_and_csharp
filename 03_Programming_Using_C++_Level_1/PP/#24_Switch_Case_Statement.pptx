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9262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577922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177381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4899883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0120731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5917483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482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37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074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330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7421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94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134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2787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480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32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5676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91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0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2788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715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671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9563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381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296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9262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471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581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618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387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298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6002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7616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99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046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425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734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8255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689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60571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820876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639759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861008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6433194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1869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622230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58107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107700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333433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3951992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7428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732410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4682963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818091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518286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5106632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855163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4742676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354753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780032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939969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623103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6648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159468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683846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27974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188917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104543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331204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631952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41617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086548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56174610" name="object 30"/>
          <p:cNvSpPr txBox="1"/>
          <p:nvPr/>
        </p:nvSpPr>
        <p:spPr bwMode="auto">
          <a:xfrm>
            <a:off x="0" y="1143000"/>
            <a:ext cx="12768231" cy="391424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2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Switch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Case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Statement</a:t>
            </a:r>
            <a:endParaRPr lang="sv-SE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085179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6230246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25507795" name="object 30"/>
          <p:cNvSpPr txBox="1"/>
          <p:nvPr/>
        </p:nvSpPr>
        <p:spPr bwMode="auto">
          <a:xfrm>
            <a:off x="106425" y="3084210"/>
            <a:ext cx="13347597" cy="175613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Switch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Case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Statement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891515" name="object 3"/>
          <p:cNvSpPr txBox="1"/>
          <p:nvPr/>
        </p:nvSpPr>
        <p:spPr bwMode="auto">
          <a:xfrm>
            <a:off x="380997" y="888075"/>
            <a:ext cx="12363917" cy="315577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switch statement is a conditional statement used to choose one action from multiple possible cases.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switch compares one expression with different case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break stops the switch statement from continuing to the next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default runs when none of the case values matches.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438799" name="object 3"/>
          <p:cNvSpPr txBox="1"/>
          <p:nvPr/>
        </p:nvSpPr>
        <p:spPr bwMode="auto">
          <a:xfrm>
            <a:off x="380997" y="888075"/>
            <a:ext cx="12374000" cy="47617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uses grade / 10 to reduce the grade to a value between 0 and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switch statement then checks this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10 or 9 →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8 → 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7 → 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6 → 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5 → 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Anything else → 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Integer division is important here because grade / 10 removes the decimal part.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345284" name="object 3"/>
          <p:cNvSpPr txBox="1"/>
          <p:nvPr/>
        </p:nvSpPr>
        <p:spPr bwMode="auto">
          <a:xfrm>
            <a:off x="380997" y="888075"/>
            <a:ext cx="12381558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Get the grade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Read the user's grade and store it in grade.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Divide the grade by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grade / 10 to determine the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the cases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Compare the result with the available case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Display the grade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Print the corresponding letter for the matching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Stop the case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break after each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Handle other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default when no case matches.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002810" name="object 3"/>
          <p:cNvSpPr txBox="1"/>
          <p:nvPr/>
        </p:nvSpPr>
        <p:spPr bwMode="auto">
          <a:xfrm>
            <a:off x="380997" y="888075"/>
            <a:ext cx="12368601" cy="81722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85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expression: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grade / 10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becomes: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85 / 10 = 8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switch finds: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case 8: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program prints: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B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Example results: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95 → A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85 → B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75 → C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65 → D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55 → 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45 → 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495960" name="object 3"/>
          <p:cNvSpPr txBox="1"/>
          <p:nvPr/>
        </p:nvSpPr>
        <p:spPr bwMode="auto">
          <a:xfrm>
            <a:off x="380997" y="888075"/>
            <a:ext cx="12359961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grade / 10 uses integer division because grade is an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case 10 and case 9 both produce A because grades from 90 to 100 become 9 or 10 after division by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break prevents execution from continuing into the next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default acts as the fallback case.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5541" name="object 3"/>
          <p:cNvSpPr txBox="1"/>
          <p:nvPr/>
        </p:nvSpPr>
        <p:spPr bwMode="auto">
          <a:xfrm>
            <a:off x="380997" y="888075"/>
            <a:ext cx="1236212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assumes that grades below 50 should produce 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does not explicitly reject values greater than 100 or negative values.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904576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switch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checking one expression against multiple fixed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multiple-choice conditions easier to read.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case and break to control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if / else if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handle complex conditions and ranges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More flexible for conditions such as grade &gt;= 90.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conditions are not simple fixed values.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914037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switch allows a program to choose between multiple cases.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break stops execution after a matching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Integer division can be used to convert grade ranges into values suitable for switch.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18005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253</cp:revision>
  <dcterms:created xsi:type="dcterms:W3CDTF">2025-12-09T17:44:59Z</dcterms:created>
  <dcterms:modified xsi:type="dcterms:W3CDTF">2026-09-15T09:48:15Z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