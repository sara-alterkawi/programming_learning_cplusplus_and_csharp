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44611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02750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83901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57121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29271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129472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141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1449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037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015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0926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221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099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13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11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050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2888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816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251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3860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42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595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5276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98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807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144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383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96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2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440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0633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08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892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113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631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7252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085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9504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00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0776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363492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94641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65212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60565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44697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959656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00790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53480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576499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03382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391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341285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4091783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522474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880097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325656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08091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4214186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52670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892837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62457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413060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4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057452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384369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5797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95397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725536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28961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878675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44543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1764611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86822705" name="object 30"/>
          <p:cNvSpPr txBox="1"/>
          <p:nvPr/>
        </p:nvSpPr>
        <p:spPr bwMode="auto">
          <a:xfrm>
            <a:off x="0" y="1143000"/>
            <a:ext cx="12762471" cy="5913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Conditional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Else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IF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27112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2360060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65786794" name="object 30"/>
          <p:cNvSpPr txBox="1"/>
          <p:nvPr/>
        </p:nvSpPr>
        <p:spPr bwMode="auto">
          <a:xfrm>
            <a:off x="106425" y="3084210"/>
            <a:ext cx="13340037" cy="314564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Conditional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Else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IF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08246" name="object 3"/>
          <p:cNvSpPr txBox="1"/>
          <p:nvPr/>
        </p:nvSpPr>
        <p:spPr bwMode="auto">
          <a:xfrm>
            <a:off x="380997" y="888075"/>
            <a:ext cx="12363917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else if statement allows a program to check multiple conditions in sequence.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each condition from top to bottom and executes the first condition that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835450" name="object 3"/>
          <p:cNvSpPr txBox="1"/>
          <p:nvPr/>
        </p:nvSpPr>
        <p:spPr bwMode="auto">
          <a:xfrm>
            <a:off x="380997" y="888075"/>
            <a:ext cx="12374000" cy="43885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receives a grade and assigns a letter based on its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90–100 →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80–89 → 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70–79 → 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60–69 → 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50–59 → 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Less than 50 → 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none of the valid conditions is satisfied, the else statement prints Invalid grade.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322023" name="object 3"/>
          <p:cNvSpPr txBox="1"/>
          <p:nvPr/>
        </p:nvSpPr>
        <p:spPr bwMode="auto">
          <a:xfrm>
            <a:off x="380997" y="888075"/>
            <a:ext cx="12381558" cy="7114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Get the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Read the user's grade and store it in the grade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for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If the grade is between 90 and 100, print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for 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Otherwise, if the grade is between 80 and 89, print 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for 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Otherwise, if the grade is between 70 and 79, print 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for 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Otherwise, if the grade is between 60 and 69, print 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Check for 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Otherwise, if the grade is between 50 and 59, print 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Check for 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Otherwise, if the grade is less than 50, print 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Handle invalid input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If none of the conditions is true, print Invalid grade.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837117" name="object 3"/>
          <p:cNvSpPr txBox="1"/>
          <p:nvPr/>
        </p:nvSpPr>
        <p:spPr bwMode="auto">
          <a:xfrm>
            <a:off x="380997" y="888075"/>
            <a:ext cx="12368601" cy="70635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 = 85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checks the conditions from top to bottom.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85 is not between 90 and 100.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85 is between 80 and 89, so the program prints: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Example results: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Grade: 95 → 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Grade: 85 → 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Grade: 75 → C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Grade: 65 → 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Grade: 55 → 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Grade: 40 → F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Grade: 105 → Invalid grade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224266" name="object 3"/>
          <p:cNvSpPr txBox="1"/>
          <p:nvPr/>
        </p:nvSpPr>
        <p:spPr bwMode="auto">
          <a:xfrm>
            <a:off x="380997" y="888075"/>
            <a:ext cx="1235996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Conditions in an else if chain are checked from top to bottom.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Once a condition is true, the remaining else if and else statements are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&amp;&amp; operator is used to require both limits of a range to be true.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26426" name="object 3"/>
          <p:cNvSpPr txBox="1"/>
          <p:nvPr/>
        </p:nvSpPr>
        <p:spPr bwMode="auto">
          <a:xfrm>
            <a:off x="380997" y="888075"/>
            <a:ext cx="1236212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order of conditions matters when using else if.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Make sure the conditions cover the intended range and handle invalid values when necessary.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952205" name="object 3"/>
          <p:cNvSpPr txBox="1"/>
          <p:nvPr/>
        </p:nvSpPr>
        <p:spPr bwMode="auto">
          <a:xfrm>
            <a:off x="380997" y="888075"/>
            <a:ext cx="12367161" cy="6353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first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if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the decision-making chain.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else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another condition if the previous condition was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multiple possible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Only the first true condition is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when all previous conditions are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have a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a final alternative.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396849" name="object 3"/>
          <p:cNvSpPr txBox="1"/>
          <p:nvPr/>
        </p:nvSpPr>
        <p:spPr bwMode="auto">
          <a:xfrm>
            <a:off x="380997" y="888075"/>
            <a:ext cx="12381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else if allows a program to check multiple conditions in sequence.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Conditions are evaluated from top to bottom, and the first true condition is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else can handle cases where none of the previous conditions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76405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