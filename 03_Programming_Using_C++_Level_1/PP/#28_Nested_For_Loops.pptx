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99207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880477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10889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8975521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3837144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91734842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6250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6177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722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371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31220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5488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8871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91016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6753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363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37136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325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602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9968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268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649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69355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40029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8161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46335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2789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4182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080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88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08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0364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544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987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98639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96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7555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2702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930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91114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71379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570706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5505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885254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65910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633301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77263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769547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303446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8753776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6258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081700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1006963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7610075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5357996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286455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851659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2854521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674618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144579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2766914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217174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65846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400303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0819169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1375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772793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038094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78736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5495839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96507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5442441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894482659" name="object 30"/>
          <p:cNvSpPr txBox="1"/>
          <p:nvPr/>
        </p:nvSpPr>
        <p:spPr bwMode="auto">
          <a:xfrm>
            <a:off x="0" y="1143000"/>
            <a:ext cx="12761390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Nested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604085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826445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75257428" name="object 30"/>
          <p:cNvSpPr txBox="1"/>
          <p:nvPr/>
        </p:nvSpPr>
        <p:spPr bwMode="auto">
          <a:xfrm>
            <a:off x="106425" y="3084210"/>
            <a:ext cx="13338236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spc="-17">
                <a:solidFill>
                  <a:srgbClr val="FFFFFF"/>
                </a:solidFill>
                <a:latin typeface="Comic Sans MS"/>
                <a:cs typeface="Comic Sans MS"/>
              </a:rPr>
              <a:t>Programming Using 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Nested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For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Loops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919263" name="object 3"/>
          <p:cNvSpPr txBox="1"/>
          <p:nvPr/>
        </p:nvSpPr>
        <p:spPr bwMode="auto">
          <a:xfrm>
            <a:off x="380997" y="888075"/>
            <a:ext cx="12363917" cy="27825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nested for loop is a for loop placed inside another for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runs completely for every single iteration of the outer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Nested loops are useful when working with combinations, rows and columns, or multi-dimensional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752932" name="object 3"/>
          <p:cNvSpPr txBox="1"/>
          <p:nvPr/>
        </p:nvSpPr>
        <p:spPr bwMode="auto">
          <a:xfrm>
            <a:off x="380997" y="888075"/>
            <a:ext cx="12374000" cy="27900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outer loop controls the first letter, from A to Z.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controls the second letter, also from A to Z.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every value of i, the inner loop runs from A to Z.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produces all possible two-letter combinations.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966816" name="object 3"/>
          <p:cNvSpPr txBox="1"/>
          <p:nvPr/>
        </p:nvSpPr>
        <p:spPr bwMode="auto">
          <a:xfrm>
            <a:off x="380997" y="888075"/>
            <a:ext cx="12381558" cy="5621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Start the outer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Set i to A and continue until i reaches Z.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Start the inner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For each i, set j to A and continue until j reaches Z.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combination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Print i followed by j.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Finish the inner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After j reaches Z, the inner loop ends.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Move to the next outer value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Increase i and start the inner loop again from 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Continue until ZZ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loops stop after all combinations have been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274005" name="object 3"/>
          <p:cNvSpPr txBox="1"/>
          <p:nvPr/>
        </p:nvSpPr>
        <p:spPr bwMode="auto">
          <a:xfrm>
            <a:off x="380997" y="888075"/>
            <a:ext cx="12368601" cy="89267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When: i = A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inner loop produces: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Then i becomes B: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The process continues until: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 program starts with: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AA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AB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AC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...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AZ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BA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BB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BC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...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BZ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And continues until the final combination: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	ZZ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🔹 The program also prints a separator after each complete inner loop.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168913" name="object 3"/>
          <p:cNvSpPr txBox="1"/>
          <p:nvPr/>
        </p:nvSpPr>
        <p:spPr bwMode="auto">
          <a:xfrm>
            <a:off x="380997" y="888075"/>
            <a:ext cx="12359961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 variables can be used as loop counters because characters have numeric values internally.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loop from 'A' to 'Z' works because the character values are ordered.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outer loop runs 26 times.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inner loop runs 26 times for each outer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program generates 26 × 26 = 676 combinations.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2572475" name="object 3"/>
          <p:cNvSpPr txBox="1"/>
          <p:nvPr/>
        </p:nvSpPr>
        <p:spPr bwMode="auto">
          <a:xfrm>
            <a:off x="380997" y="888075"/>
            <a:ext cx="12362121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Nested loops can perform many iterations when the number of elements increases.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Always make sure both loops have conditions that eventually become false.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3827529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Nested For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one loop inside another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inner loop completes all its iterations for each outer-loop iteration.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generating combinations and processing multiple dimensions.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Single For Loop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Controls only one sequence of repetition.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naturally handle two independent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Simpler when only one counter is needed.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759811" name="object 3"/>
          <p:cNvSpPr txBox="1"/>
          <p:nvPr/>
        </p:nvSpPr>
        <p:spPr bwMode="auto">
          <a:xfrm>
            <a:off x="380997" y="888075"/>
            <a:ext cx="12381199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nested for loop contains one loop inside another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inner loop runs completely for every iteration of the outer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Nested loops are useful for generating combinations and processing multiple levels of 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02929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254</cp:revision>
  <dcterms:created xsi:type="dcterms:W3CDTF">2025-12-09T17:44:59Z</dcterms:created>
  <dcterms:modified xsi:type="dcterms:W3CDTF">2026-09-15T12:07:22Z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