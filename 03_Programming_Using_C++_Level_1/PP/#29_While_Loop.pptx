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8606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225352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585926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578269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7522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284969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29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0835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23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946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595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526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085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143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4876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512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2894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259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438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598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18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5927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593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899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930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236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67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136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118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581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040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081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59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34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1306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18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085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445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443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2628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54328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909412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56930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44684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66947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22664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76741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21072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72838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19324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8929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17999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654360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1084075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583472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92796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516952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5169914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685147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622903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74730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584470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56527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45077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05479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5183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76073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330046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563017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88615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6489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325257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86326639" name="object 30"/>
          <p:cNvSpPr txBox="1"/>
          <p:nvPr/>
        </p:nvSpPr>
        <p:spPr bwMode="auto">
          <a:xfrm>
            <a:off x="0" y="1143000"/>
            <a:ext cx="12759590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While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164970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3784336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53826998" name="object 30"/>
          <p:cNvSpPr txBox="1"/>
          <p:nvPr/>
        </p:nvSpPr>
        <p:spPr bwMode="auto">
          <a:xfrm>
            <a:off x="106425" y="3084210"/>
            <a:ext cx="1333643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While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536966" name="object 3"/>
          <p:cNvSpPr txBox="1"/>
          <p:nvPr/>
        </p:nvSpPr>
        <p:spPr bwMode="auto">
          <a:xfrm>
            <a:off x="380997" y="888075"/>
            <a:ext cx="12363917" cy="20360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while loop is a control structure used to repeat a block of code as long as a specified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229376" name="object 3"/>
          <p:cNvSpPr txBox="1"/>
          <p:nvPr/>
        </p:nvSpPr>
        <p:spPr bwMode="auto">
          <a:xfrm>
            <a:off x="380997" y="888075"/>
            <a:ext cx="12374000" cy="2760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while loop checks the condition before each iteration. If the condition is true, the code inside the loop executes. After that, the condition is checked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 this program, i starts at 1 and increases by 1 after each iteration. The loop continues while i &lt;= 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281353" name="object 3"/>
          <p:cNvSpPr txBox="1"/>
          <p:nvPr/>
        </p:nvSpPr>
        <p:spPr bwMode="auto">
          <a:xfrm>
            <a:off x="380997" y="888075"/>
            <a:ext cx="12381558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number from the user using ReadInput().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input in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Set i =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if i &lt;=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i if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i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until i &lt;= N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000864" name="object 3"/>
          <p:cNvSpPr txBox="1"/>
          <p:nvPr/>
        </p:nvSpPr>
        <p:spPr bwMode="auto">
          <a:xfrm>
            <a:off x="380997" y="888075"/>
            <a:ext cx="12368601" cy="44459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 5: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prints all numbers from 1 to N, each on a separate line.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170080" name="object 3"/>
          <p:cNvSpPr txBox="1"/>
          <p:nvPr/>
        </p:nvSpPr>
        <p:spPr bwMode="auto">
          <a:xfrm>
            <a:off x="380997" y="888075"/>
            <a:ext cx="1235996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statement i++ is important because it changes the loop variable and eventually makes the condition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096857" name="object 3"/>
          <p:cNvSpPr txBox="1"/>
          <p:nvPr/>
        </p:nvSpPr>
        <p:spPr bwMode="auto">
          <a:xfrm>
            <a:off x="380997" y="888075"/>
            <a:ext cx="1236212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the condition never becomes false, the while loop can become an infinite loop.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24657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while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condition before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number of repetitions depends on a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loop variable must be updated manually.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for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convenient when the number of repetitions is known.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Initialization, condition, and update are written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 this example, a for loop can produce the same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588943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while loop repeats code while its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condition is checked before every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Always make sure the loop can eventually terminate.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18093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254</cp:revision>
  <dcterms:created xsi:type="dcterms:W3CDTF">2025-12-09T17:44:59Z</dcterms:created>
  <dcterms:modified xsi:type="dcterms:W3CDTF">2026-09-15T12:12:39Z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