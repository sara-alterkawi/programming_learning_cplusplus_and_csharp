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7285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328599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38178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902899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340081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399910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338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118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605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38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336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820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139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65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998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861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3049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301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695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0320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139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553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712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753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596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696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1648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732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2376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19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89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2465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407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262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161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24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1840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1250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50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44151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676252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67030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467400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41883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21065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129643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970502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79980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777430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72354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6995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002561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9569630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037539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610089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577601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219918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5274010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7844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211409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960838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449014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38367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037478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9741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7936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210901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580047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702826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684311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53785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1343416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97290463" name="object 30"/>
          <p:cNvSpPr txBox="1"/>
          <p:nvPr/>
        </p:nvSpPr>
        <p:spPr bwMode="auto">
          <a:xfrm>
            <a:off x="0" y="1143000"/>
            <a:ext cx="12777591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 of structure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6065036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7104189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55989410" name="object 30"/>
          <p:cNvSpPr txBox="1"/>
          <p:nvPr/>
        </p:nvSpPr>
        <p:spPr bwMode="auto">
          <a:xfrm>
            <a:off x="106425" y="3084210"/>
            <a:ext cx="133540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of structure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090949" name="object 3"/>
          <p:cNvSpPr txBox="1"/>
          <p:nvPr/>
        </p:nvSpPr>
        <p:spPr bwMode="auto">
          <a:xfrm>
            <a:off x="380997" y="888075"/>
            <a:ext cx="12364637" cy="24167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array of structures is an array where each element is a structure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allows us to store multiple records that have the same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element contains all the members defined inside the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082906" name="object 3"/>
          <p:cNvSpPr txBox="1"/>
          <p:nvPr/>
        </p:nvSpPr>
        <p:spPr bwMode="auto">
          <a:xfrm>
            <a:off x="380997" y="888075"/>
            <a:ext cx="12374720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structure defines the type of information we want to store.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array of that structure allows us to create multiple objects with the same set of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if strInfo contains Name, Age, and City, an array of strInfo can store information for several people.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710556" name="object 3"/>
          <p:cNvSpPr txBox="1"/>
          <p:nvPr/>
        </p:nvSpPr>
        <p:spPr bwMode="auto">
          <a:xfrm>
            <a:off x="380997" y="888075"/>
            <a:ext cx="12382278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a structure containing the required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Declare an array of the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an array where each element is one structure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Access an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an index to select a specific structure from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Access a member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the dot operator . to access a member of that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Store or modify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Assign values to the members of each structure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747126" name="object 3"/>
          <p:cNvSpPr txBox="1"/>
          <p:nvPr/>
        </p:nvSpPr>
        <p:spPr bwMode="auto">
          <a:xfrm>
            <a:off x="380997" y="888075"/>
            <a:ext cx="12369321" cy="89038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Structure: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struct strInfo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{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string Name;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int Age;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string City;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};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Array of structures: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strInfo People[3];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Access the first person's name: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People[0].Name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Access the second person's age: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People[1].Age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Access the third person's city: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People[2].City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array can store information for 3 people, where each person has the same members: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People[0] → Name, Age, City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People[1] → Name, Age, City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People[2] → Name, Age, City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698316" name="object 3"/>
          <p:cNvSpPr txBox="1"/>
          <p:nvPr/>
        </p:nvSpPr>
        <p:spPr bwMode="auto">
          <a:xfrm>
            <a:off x="380997" y="888075"/>
            <a:ext cx="1236068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index identifies which structure you are accessing.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dot operator identifies which member of that structure you want to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People[0].Name means the Name member of the first structure in the array.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698979" name="object 3"/>
          <p:cNvSpPr txBox="1"/>
          <p:nvPr/>
        </p:nvSpPr>
        <p:spPr bwMode="auto">
          <a:xfrm>
            <a:off x="380997" y="888075"/>
            <a:ext cx="1236320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the array index with the structure member.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People[1] selects the second structure, while People[1].Age accesses its Age member.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312787" name="object 3"/>
          <p:cNvSpPr txBox="1"/>
          <p:nvPr/>
        </p:nvSpPr>
        <p:spPr bwMode="auto">
          <a:xfrm>
            <a:off x="380997" y="888075"/>
            <a:ext cx="12367880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Array of Structures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multiple objects with the same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element can contain multiple related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storing records such as people, employees, or students.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Normal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multiple values of one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element normally represents one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collections such as grades, numbers, or names.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495623" name="object 3"/>
          <p:cNvSpPr txBox="1"/>
          <p:nvPr/>
        </p:nvSpPr>
        <p:spPr bwMode="auto">
          <a:xfrm>
            <a:off x="380997" y="888075"/>
            <a:ext cx="1238191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array of structures stores multiple objects of the same structure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array element can contain several related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array index and dot operator are used together to access specific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00057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