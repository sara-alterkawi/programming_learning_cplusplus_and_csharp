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81149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930926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86760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985088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115342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72793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540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782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61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037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3972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640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3535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6157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86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10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70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982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7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768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275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382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5970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213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0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3419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919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843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007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1246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600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074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811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404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571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868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77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9500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329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4463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964599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127738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9501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78290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30544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713265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70165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851450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49183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95748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9702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715383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7021143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68944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368871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106345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853378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5069541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91134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123414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08741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128758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7831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172128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344629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1800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36501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58815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436605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711263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1865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3449231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47164815" name="object 30"/>
          <p:cNvSpPr txBox="1"/>
          <p:nvPr/>
        </p:nvSpPr>
        <p:spPr bwMode="auto">
          <a:xfrm>
            <a:off x="0" y="1143000"/>
            <a:ext cx="12738717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Logical</a:t>
            </a:r>
            <a:r>
              <a:rPr lang="ar-SY" sz="6000" b="1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Operators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703114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7180348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55447051" name="object 30"/>
          <p:cNvSpPr txBox="1"/>
          <p:nvPr/>
        </p:nvSpPr>
        <p:spPr bwMode="auto">
          <a:xfrm>
            <a:off x="106427" y="3084213"/>
            <a:ext cx="13317723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Logical</a:t>
            </a:r>
            <a:r>
              <a:rPr lang="ar-SY" sz="4000" b="1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Operators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438182" name="object 3"/>
          <p:cNvSpPr txBox="1"/>
          <p:nvPr/>
        </p:nvSpPr>
        <p:spPr bwMode="auto">
          <a:xfrm>
            <a:off x="380997" y="888075"/>
            <a:ext cx="12359603" cy="32160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Logical operators are used in C++ to combine or reverse Boolean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main logical operators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&amp;&amp; → 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|| →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! → NOT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853453" name="object 3"/>
          <p:cNvSpPr txBox="1"/>
          <p:nvPr/>
        </p:nvSpPr>
        <p:spPr bwMode="auto">
          <a:xfrm>
            <a:off x="380997" y="888075"/>
            <a:ext cx="12371843" cy="315577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uses logical operators to evaluate multiple Boolean conditions and stores the final result in the Boolean variable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&amp;&amp; returns True when both conditions are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|| returns True when at least one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! reverses the Boolean result. True becomes False, and False becomes True.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871373" name="object 3"/>
          <p:cNvSpPr txBox="1"/>
          <p:nvPr/>
        </p:nvSpPr>
        <p:spPr bwMode="auto">
          <a:xfrm>
            <a:off x="380997" y="888075"/>
            <a:ext cx="12377963" cy="57610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Boolean variable</a:t>
            </a:r>
            <a:endParaRPr/>
          </a:p>
          <a:p>
            <a:pPr>
              <a:defRPr/>
            </a:pPr>
            <a:r>
              <a:rPr/>
              <a:t>	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Create a Boolean variable called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Evaluate the first expression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Result = !(5 &gt; 6 || 7 == 7) &amp;&amp; !(1 || 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first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Display the value stored in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Evaluate the second expression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Calculate: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Result = (7 == 7) &amp;&amp; (7 &gt; 5);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second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Display the new value stored in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64434" name="object 3"/>
          <p:cNvSpPr txBox="1"/>
          <p:nvPr/>
        </p:nvSpPr>
        <p:spPr bwMode="auto">
          <a:xfrm>
            <a:off x="380997" y="888075"/>
            <a:ext cx="12366443" cy="33830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For:</a:t>
            </a:r>
            <a:endParaRPr/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 = True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 = False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🟨 A &amp;&amp; B → False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🟨 A || B → True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🟨 !A → False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756044" name="object 3"/>
          <p:cNvSpPr txBox="1"/>
          <p:nvPr/>
        </p:nvSpPr>
        <p:spPr bwMode="auto">
          <a:xfrm>
            <a:off x="380997" y="888075"/>
            <a:ext cx="12357803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1 represents True and 0 represents False when used as Boolean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bool data type is used to store Boolean values.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437819" name="object 3"/>
          <p:cNvSpPr txBox="1"/>
          <p:nvPr/>
        </p:nvSpPr>
        <p:spPr bwMode="auto">
          <a:xfrm>
            <a:off x="380997" y="888075"/>
            <a:ext cx="12359963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&amp;&amp; with ||.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42364" name="object 3"/>
          <p:cNvSpPr txBox="1"/>
          <p:nvPr/>
        </p:nvSpPr>
        <p:spPr bwMode="auto">
          <a:xfrm>
            <a:off x="380997" y="888075"/>
            <a:ext cx="12365003" cy="64235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&amp;&amp; 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Both conditions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&amp;&amp; True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Otherwise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|| 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At least one condition must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False || False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Otherwise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! NOT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Reverses the Boolean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becomes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False becomes True.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081705" name="object 3"/>
          <p:cNvSpPr txBox="1"/>
          <p:nvPr/>
        </p:nvSpPr>
        <p:spPr bwMode="auto">
          <a:xfrm>
            <a:off x="380997" y="888075"/>
            <a:ext cx="12379043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&amp;&amp; means AND, || means OR, and ! means NOT.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Logical operators are used to combine or reverse Boolean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result of a logical expression is True or False, represented by 1 or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04378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245</cp:revision>
  <dcterms:created xsi:type="dcterms:W3CDTF">2025-12-09T17:44:59Z</dcterms:created>
  <dcterms:modified xsi:type="dcterms:W3CDTF">2026-09-15T07:24:52Z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