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9810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0963592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1348466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2255744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36147141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1548538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59360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46960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4343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27022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6497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3325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19746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2159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4365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6889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6740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40717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7596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6280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82023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3198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549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7460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19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1462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8000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2400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269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9332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06211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68184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06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3037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1374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862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2961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6155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595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87631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4903194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2173187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6240986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5717287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81437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0925911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1177481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196466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12217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346886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888335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827912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2148507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2510124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8494207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9417686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502662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32767677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6398589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9032133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3434353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7931270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42160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71496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9289672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22584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14625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4051809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904354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579599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108798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63279654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369011703" name="object 30"/>
          <p:cNvSpPr txBox="1"/>
          <p:nvPr/>
        </p:nvSpPr>
        <p:spPr bwMode="auto">
          <a:xfrm>
            <a:off x="0" y="1143000"/>
            <a:ext cx="12764991" cy="391411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with functions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8268611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2520476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30269254" name="object 30"/>
          <p:cNvSpPr txBox="1"/>
          <p:nvPr/>
        </p:nvSpPr>
        <p:spPr bwMode="auto">
          <a:xfrm>
            <a:off x="106425" y="3084210"/>
            <a:ext cx="1334183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spc="-17">
                <a:solidFill>
                  <a:srgbClr val="FFFFFF"/>
                </a:solidFill>
                <a:latin typeface="Comic Sans MS"/>
                <a:cs typeface="Comic Sans MS"/>
              </a:rPr>
              <a:t>Programming Using 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with functions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753587" name="object 3"/>
          <p:cNvSpPr txBox="1"/>
          <p:nvPr/>
        </p:nvSpPr>
        <p:spPr bwMode="auto">
          <a:xfrm>
            <a:off x="380997" y="888075"/>
            <a:ext cx="12364277" cy="278252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Arrays can be passed to functions so that functions can work with multiple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allows a program to separate different tasks into different functions.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this program, one function reads the grades and another function calculates their average.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5926756" name="object 3"/>
          <p:cNvSpPr txBox="1"/>
          <p:nvPr/>
        </p:nvSpPr>
        <p:spPr bwMode="auto">
          <a:xfrm>
            <a:off x="380997" y="888075"/>
            <a:ext cx="12374361" cy="315577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creates an array Grades with 3 float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ReadGrades() receives the array and stores the user's input in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CalculateAvgGrades() receives the same array and uses its elements to calculate the average.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array is passed to the functions by writing its name when calling the function.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785469" name="object 3"/>
          <p:cNvSpPr txBox="1"/>
          <p:nvPr/>
        </p:nvSpPr>
        <p:spPr bwMode="auto">
          <a:xfrm>
            <a:off x="380997" y="888075"/>
            <a:ext cx="12381918" cy="6368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Declare the array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Create Grades with space for 3 float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Create ReadGrades()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Receive the Grades array as a function parameter.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Store the grades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Read the three values and store them in Grades[0], Grades[1], and Grades[2].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Create CalculateAvgGrades()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Receive the Grades array as a function parameter.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Calculate the average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Add the three grades and divide the result by 3.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Call ReadGrades()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Pass Grades to ReadGrades() so the function can fill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Call CalculateAvgGrades()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Pass Grades to CalculateAvgGrades() and display the returned average.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921210" name="object 3"/>
          <p:cNvSpPr txBox="1"/>
          <p:nvPr/>
        </p:nvSpPr>
        <p:spPr bwMode="auto">
          <a:xfrm>
            <a:off x="380997" y="888075"/>
            <a:ext cx="12368961" cy="670925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Array: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float Grades[3];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Pass the array to a function: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ReadGrades(Grades);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Calculate the average: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CalculateAvgGrades(Grades);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If the grades are 80, 90, and 70, the function returns 80.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🔹 If the user enters: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Grade1 = 80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Grade2 = 90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Grade3 = 70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The program displays: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The average of grade is: 80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8330217" name="object 3"/>
          <p:cNvSpPr txBox="1"/>
          <p:nvPr/>
        </p:nvSpPr>
        <p:spPr bwMode="auto">
          <a:xfrm>
            <a:off x="380997" y="888075"/>
            <a:ext cx="12360321" cy="3367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an array is passed to a function, you pass its name without brackets containing the indexes.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ReadGrades(Grades) passes the array to ReadGrades().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CalculateAvgGrades(Grades) passes the same array to CalculateAvgGrades().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parameter float Grades[3] indicates that the function expects an array of float values with 3 elements.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93699" name="object 3"/>
          <p:cNvSpPr txBox="1"/>
          <p:nvPr/>
        </p:nvSpPr>
        <p:spPr bwMode="auto">
          <a:xfrm>
            <a:off x="380997" y="888075"/>
            <a:ext cx="12362840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array size and the indexes used by the function must match the intended number of elements.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5021141" name="object 3"/>
          <p:cNvSpPr txBox="1"/>
          <p:nvPr/>
        </p:nvSpPr>
        <p:spPr bwMode="auto">
          <a:xfrm>
            <a:off x="380997" y="888075"/>
            <a:ext cx="1236752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Using Functions with Arrays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Separates input and calculation into different functions.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Makes the code easier to organize and understand.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Allows the same functions to be reused with arrays.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All Code Inside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Input and calculation are written together.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main function becomes larger.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Code organization and reuse become harder.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1543320" name="object 3"/>
          <p:cNvSpPr txBox="1"/>
          <p:nvPr/>
        </p:nvSpPr>
        <p:spPr bwMode="auto">
          <a:xfrm>
            <a:off x="380997" y="888075"/>
            <a:ext cx="12381559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Arrays can be passed to functions to work with multiple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Different functions can perform different operations on the same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Combining arrays with functions makes programs more organized and reusable.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24914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253</cp:revision>
  <dcterms:created xsi:type="dcterms:W3CDTF">2025-12-09T17:44:59Z</dcterms:created>
  <dcterms:modified xsi:type="dcterms:W3CDTF">2026-09-15T09:22:32Z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