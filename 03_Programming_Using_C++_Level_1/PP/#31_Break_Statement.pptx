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57843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3818174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317941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523870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813449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891585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555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529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088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377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4847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3456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432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532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072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358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521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035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204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0483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155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6215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622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3813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6776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0515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545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543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5662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862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3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9272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802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639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6025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119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4687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450333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67810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34034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163802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1632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349639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922157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864066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11320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307220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7346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178991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8259141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8545274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823725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7616049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186782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0164357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410142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562207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743738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5117512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46615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673346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6873667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5223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799633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095342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74185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4109215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62623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1022035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12142929" name="object 30"/>
          <p:cNvSpPr txBox="1"/>
          <p:nvPr/>
        </p:nvSpPr>
        <p:spPr bwMode="auto">
          <a:xfrm>
            <a:off x="0" y="1143000"/>
            <a:ext cx="12759950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Break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538380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8268406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93889898" name="object 30"/>
          <p:cNvSpPr txBox="1"/>
          <p:nvPr/>
        </p:nvSpPr>
        <p:spPr bwMode="auto">
          <a:xfrm>
            <a:off x="106425" y="3084210"/>
            <a:ext cx="1333679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Break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679924" name="object 3"/>
          <p:cNvSpPr txBox="1"/>
          <p:nvPr/>
        </p:nvSpPr>
        <p:spPr bwMode="auto">
          <a:xfrm>
            <a:off x="380997" y="888075"/>
            <a:ext cx="12363917" cy="20360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break statement is used to immediately stop a loop and continue execution with the statement after the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384356" name="object 3"/>
          <p:cNvSpPr txBox="1"/>
          <p:nvPr/>
        </p:nvSpPr>
        <p:spPr bwMode="auto">
          <a:xfrm>
            <a:off x="380997" y="888075"/>
            <a:ext cx="12378320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 this program, a for loop searches through the array for the value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When arr[i] == searchFor becomes true, the program prints the index of the element and uses break to stop the loop immediately.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Without break, the loop would continue checking the remaining elements even after finding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787983" name="object 3"/>
          <p:cNvSpPr txBox="1"/>
          <p:nvPr/>
        </p:nvSpPr>
        <p:spPr bwMode="auto">
          <a:xfrm>
            <a:off x="380997" y="888075"/>
            <a:ext cx="12381558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integer array containing 10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searchFor to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a for loop from index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Compare arr[i] with searchFor.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they are equal, print the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break to exit the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Continue with the code after the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255658" name="object 3"/>
          <p:cNvSpPr txBox="1"/>
          <p:nvPr/>
        </p:nvSpPr>
        <p:spPr bwMode="auto">
          <a:xfrm>
            <a:off x="380997" y="888075"/>
            <a:ext cx="12368601" cy="48117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Array: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10, 20, 44, 55, 33, 22, 99, 88, 99, 100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loop checks: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0 → 10 ≠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1 → 20 = 20 → found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program prints: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Element 20 found at index: 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value 20 is found at index 1, and the break statement immediately stops the for loop.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501" name="object 3"/>
          <p:cNvSpPr txBox="1"/>
          <p:nvPr/>
        </p:nvSpPr>
        <p:spPr bwMode="auto">
          <a:xfrm>
            <a:off x="380997" y="888075"/>
            <a:ext cx="12359961" cy="1874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Array indexes start from 0, so the first element is at index 0 and the second element is at index 1.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418450" name="object 3"/>
          <p:cNvSpPr txBox="1"/>
          <p:nvPr/>
        </p:nvSpPr>
        <p:spPr bwMode="auto">
          <a:xfrm>
            <a:off x="380997" y="888075"/>
            <a:ext cx="1236212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break only stops the nearest loop or switch statement containing it. It does not stop the entire program.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014413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break immediately exits the current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is useful when the required element or condition has already been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 this example, break prevents unnecessary searching after finding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9961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254</cp:revision>
  <dcterms:created xsi:type="dcterms:W3CDTF">2025-12-09T17:44:59Z</dcterms:created>
  <dcterms:modified xsi:type="dcterms:W3CDTF">2026-09-15T12:24:05Z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