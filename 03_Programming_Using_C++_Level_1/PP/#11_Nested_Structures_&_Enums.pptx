
<file path=[Content_Types].xml><?xml version="1.0" encoding="utf-8"?>
<Types xmlns="http://schemas.openxmlformats.org/package/2006/content-types">
  <Default Extension="jpg" ContentType="image/jpeg"/>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docProps/custom.xml" ContentType="application/vnd.openxmlformats-officedocument.custom-properties+xml"/>
  <Override PartName="/docProps/core.xml" ContentType="application/vnd.openxmlformats-package.core-propertie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3411200" cy="10058400"/>
  <p:notesSz cx="7772400" cy="10058400"/>
  <p:defaultTextStyle>
    <a:defPPr>
      <a:defRPr/>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41" d="100"/>
          <a:sy n="41" d="100"/>
        </p:scale>
        <p:origin x="54" y="771"/>
      </p:cViewPr>
      <p:guideLst>
        <p:guide pos="2880" orient="horz"/>
        <p:guide pos="3727"/>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07584947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848999125"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27586868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56759988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00537239"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872410030"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5929457" name="Slide Image Placeholder 1"/>
          <p:cNvSpPr>
            <a:spLocks noChangeAspect="1" noGrp="1" noRot="1"/>
          </p:cNvSpPr>
          <p:nvPr>
            <p:ph type="sldImg"/>
          </p:nvPr>
        </p:nvSpPr>
        <p:spPr bwMode="auto"/>
      </p:sp>
      <p:sp>
        <p:nvSpPr>
          <p:cNvPr id="771454956" name="Notes Placeholder 2"/>
          <p:cNvSpPr>
            <a:spLocks noGrp="1"/>
          </p:cNvSpPr>
          <p:nvPr>
            <p:ph type="body" idx="1"/>
          </p:nvPr>
        </p:nvSpPr>
        <p:spPr bwMode="auto"/>
        <p:txBody>
          <a:bodyPr/>
          <a:lstStyle/>
          <a:p>
            <a:pPr>
              <a:defRPr/>
            </a:pPr>
            <a:endParaRPr/>
          </a:p>
        </p:txBody>
      </p:sp>
      <p:sp>
        <p:nvSpPr>
          <p:cNvPr id="1978602224" name="Slide Number Placeholder 3"/>
          <p:cNvSpPr>
            <a:spLocks noGrp="1"/>
          </p:cNvSpPr>
          <p:nvPr>
            <p:ph type="sldNum" sz="quarter" idx="10"/>
          </p:nvPr>
        </p:nvSpPr>
        <p:spPr bwMode="auto"/>
        <p:txBody>
          <a:bodyPr/>
          <a:lstStyle/>
          <a:p>
            <a:pPr>
              <a:defRPr/>
            </a:pPr>
            <a:fld id="{9AB30386-858D-E7F8-9EC1-96526C894032}"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75638761" name="Slide Image Placeholder 1"/>
          <p:cNvSpPr>
            <a:spLocks noChangeAspect="1" noGrp="1" noRot="1"/>
          </p:cNvSpPr>
          <p:nvPr>
            <p:ph type="sldImg"/>
          </p:nvPr>
        </p:nvSpPr>
        <p:spPr bwMode="auto"/>
      </p:sp>
      <p:sp>
        <p:nvSpPr>
          <p:cNvPr id="475081204" name="Notes Placeholder 2"/>
          <p:cNvSpPr>
            <a:spLocks noGrp="1"/>
          </p:cNvSpPr>
          <p:nvPr>
            <p:ph type="body" idx="1"/>
          </p:nvPr>
        </p:nvSpPr>
        <p:spPr bwMode="auto"/>
        <p:txBody>
          <a:bodyPr/>
          <a:lstStyle/>
          <a:p>
            <a:pPr>
              <a:defRPr/>
            </a:pPr>
            <a:endParaRPr/>
          </a:p>
        </p:txBody>
      </p:sp>
      <p:sp>
        <p:nvSpPr>
          <p:cNvPr id="590665882" name="Slide Number Placeholder 3"/>
          <p:cNvSpPr>
            <a:spLocks noGrp="1"/>
          </p:cNvSpPr>
          <p:nvPr>
            <p:ph type="sldNum" sz="quarter" idx="10"/>
          </p:nvPr>
        </p:nvSpPr>
        <p:spPr bwMode="auto"/>
        <p:txBody>
          <a:bodyPr/>
          <a:lstStyle/>
          <a:p>
            <a:pPr>
              <a:defRPr/>
            </a:pPr>
            <a:fld id="{29650235-5017-31DA-ADE7-2E5720A08C55}"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88583670" name="Slide Image Placeholder 1"/>
          <p:cNvSpPr>
            <a:spLocks noChangeAspect="1" noGrp="1" noRot="1"/>
          </p:cNvSpPr>
          <p:nvPr>
            <p:ph type="sldImg"/>
          </p:nvPr>
        </p:nvSpPr>
        <p:spPr bwMode="auto"/>
      </p:sp>
      <p:sp>
        <p:nvSpPr>
          <p:cNvPr id="1346611819" name="Notes Placeholder 2"/>
          <p:cNvSpPr>
            <a:spLocks noGrp="1"/>
          </p:cNvSpPr>
          <p:nvPr>
            <p:ph type="body" idx="1"/>
          </p:nvPr>
        </p:nvSpPr>
        <p:spPr bwMode="auto"/>
        <p:txBody>
          <a:bodyPr/>
          <a:lstStyle/>
          <a:p>
            <a:pPr>
              <a:defRPr/>
            </a:pPr>
            <a:endParaRPr/>
          </a:p>
        </p:txBody>
      </p:sp>
      <p:sp>
        <p:nvSpPr>
          <p:cNvPr id="1516536612" name="Slide Number Placeholder 3"/>
          <p:cNvSpPr>
            <a:spLocks noGrp="1"/>
          </p:cNvSpPr>
          <p:nvPr>
            <p:ph type="sldNum" sz="quarter" idx="10"/>
          </p:nvPr>
        </p:nvSpPr>
        <p:spPr bwMode="auto"/>
        <p:txBody>
          <a:bodyPr/>
          <a:lstStyle/>
          <a:p>
            <a:pPr>
              <a:defRPr/>
            </a:pPr>
            <a:fld id="{D930BF87-D410-C3C8-7416-04E7AB6F2790}"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6465205" name="Slide Image Placeholder 1"/>
          <p:cNvSpPr>
            <a:spLocks noChangeAspect="1" noGrp="1" noRot="1"/>
          </p:cNvSpPr>
          <p:nvPr>
            <p:ph type="sldImg"/>
          </p:nvPr>
        </p:nvSpPr>
        <p:spPr bwMode="auto"/>
      </p:sp>
      <p:sp>
        <p:nvSpPr>
          <p:cNvPr id="70401721" name="Notes Placeholder 2"/>
          <p:cNvSpPr>
            <a:spLocks noGrp="1"/>
          </p:cNvSpPr>
          <p:nvPr>
            <p:ph type="body" idx="1"/>
          </p:nvPr>
        </p:nvSpPr>
        <p:spPr bwMode="auto"/>
        <p:txBody>
          <a:bodyPr/>
          <a:lstStyle/>
          <a:p>
            <a:pPr>
              <a:defRPr/>
            </a:pPr>
            <a:endParaRPr/>
          </a:p>
        </p:txBody>
      </p:sp>
      <p:sp>
        <p:nvSpPr>
          <p:cNvPr id="1269235639" name="Slide Number Placeholder 3"/>
          <p:cNvSpPr>
            <a:spLocks noGrp="1"/>
          </p:cNvSpPr>
          <p:nvPr>
            <p:ph type="sldNum" sz="quarter" idx="10"/>
          </p:nvPr>
        </p:nvSpPr>
        <p:spPr bwMode="auto"/>
        <p:txBody>
          <a:bodyPr/>
          <a:lstStyle/>
          <a:p>
            <a:pPr>
              <a:defRPr/>
            </a:pPr>
            <a:fld id="{FEEEE434-A53A-77D6-A1A1-76816A380033}"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0904810" name="Slide Image Placeholder 1"/>
          <p:cNvSpPr>
            <a:spLocks noChangeAspect="1" noGrp="1" noRot="1"/>
          </p:cNvSpPr>
          <p:nvPr>
            <p:ph type="sldImg"/>
          </p:nvPr>
        </p:nvSpPr>
        <p:spPr bwMode="auto"/>
      </p:sp>
      <p:sp>
        <p:nvSpPr>
          <p:cNvPr id="53085488" name="Notes Placeholder 2"/>
          <p:cNvSpPr>
            <a:spLocks noGrp="1"/>
          </p:cNvSpPr>
          <p:nvPr>
            <p:ph type="body" idx="1"/>
          </p:nvPr>
        </p:nvSpPr>
        <p:spPr bwMode="auto"/>
        <p:txBody>
          <a:bodyPr/>
          <a:lstStyle/>
          <a:p>
            <a:pPr>
              <a:defRPr/>
            </a:pPr>
            <a:endParaRPr/>
          </a:p>
        </p:txBody>
      </p:sp>
      <p:sp>
        <p:nvSpPr>
          <p:cNvPr id="429264252" name="Slide Number Placeholder 3"/>
          <p:cNvSpPr>
            <a:spLocks noGrp="1"/>
          </p:cNvSpPr>
          <p:nvPr>
            <p:ph type="sldNum" sz="quarter" idx="10"/>
          </p:nvPr>
        </p:nvSpPr>
        <p:spPr bwMode="auto"/>
        <p:txBody>
          <a:bodyPr/>
          <a:lstStyle/>
          <a:p>
            <a:pPr>
              <a:defRPr/>
            </a:pPr>
            <a:fld id="{FEEEE434-A53A-77D6-A1A1-76816A380033}"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5578105" name="Slide Image Placeholder 1"/>
          <p:cNvSpPr>
            <a:spLocks noChangeAspect="1" noGrp="1" noRot="1"/>
          </p:cNvSpPr>
          <p:nvPr>
            <p:ph type="sldImg"/>
          </p:nvPr>
        </p:nvSpPr>
        <p:spPr bwMode="auto"/>
      </p:sp>
      <p:sp>
        <p:nvSpPr>
          <p:cNvPr id="199136233" name="Notes Placeholder 2"/>
          <p:cNvSpPr>
            <a:spLocks noGrp="1"/>
          </p:cNvSpPr>
          <p:nvPr>
            <p:ph type="body" idx="1"/>
          </p:nvPr>
        </p:nvSpPr>
        <p:spPr bwMode="auto"/>
        <p:txBody>
          <a:bodyPr/>
          <a:lstStyle/>
          <a:p>
            <a:pPr>
              <a:defRPr/>
            </a:pPr>
            <a:endParaRPr/>
          </a:p>
        </p:txBody>
      </p:sp>
      <p:sp>
        <p:nvSpPr>
          <p:cNvPr id="2011651648" name="Slide Number Placeholder 3"/>
          <p:cNvSpPr>
            <a:spLocks noGrp="1"/>
          </p:cNvSpPr>
          <p:nvPr>
            <p:ph type="sldNum" sz="quarter" idx="10"/>
          </p:nvPr>
        </p:nvSpPr>
        <p:spPr bwMode="auto"/>
        <p:txBody>
          <a:bodyPr/>
          <a:lstStyle/>
          <a:p>
            <a:pPr>
              <a:defRPr/>
            </a:pPr>
            <a:fld id="{3CBE6ED7-C07F-BC04-7A4C-6FF63A7275D7}" type="slidenum">
              <a:rPr/>
              <a:t>5</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4610035" name="Slide Image Placeholder 1"/>
          <p:cNvSpPr>
            <a:spLocks noChangeAspect="1" noGrp="1" noRot="1"/>
          </p:cNvSpPr>
          <p:nvPr>
            <p:ph type="sldImg"/>
          </p:nvPr>
        </p:nvSpPr>
        <p:spPr bwMode="auto"/>
      </p:sp>
      <p:sp>
        <p:nvSpPr>
          <p:cNvPr id="478856189" name="Notes Placeholder 2"/>
          <p:cNvSpPr>
            <a:spLocks noGrp="1"/>
          </p:cNvSpPr>
          <p:nvPr>
            <p:ph type="body" idx="1"/>
          </p:nvPr>
        </p:nvSpPr>
        <p:spPr bwMode="auto"/>
        <p:txBody>
          <a:bodyPr/>
          <a:lstStyle/>
          <a:p>
            <a:pPr>
              <a:defRPr/>
            </a:pPr>
            <a:endParaRPr/>
          </a:p>
        </p:txBody>
      </p:sp>
      <p:sp>
        <p:nvSpPr>
          <p:cNvPr id="470025719" name="Slide Number Placeholder 3"/>
          <p:cNvSpPr>
            <a:spLocks noGrp="1"/>
          </p:cNvSpPr>
          <p:nvPr>
            <p:ph type="sldNum" sz="quarter" idx="10"/>
          </p:nvPr>
        </p:nvSpPr>
        <p:spPr bwMode="auto"/>
        <p:txBody>
          <a:bodyPr/>
          <a:lstStyle/>
          <a:p>
            <a:pPr>
              <a:defRPr/>
            </a:pPr>
            <a:fld id="{AED4B15E-DC1D-871B-195A-409A7609C310}"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0419464" name="Slide Image Placeholder 1"/>
          <p:cNvSpPr>
            <a:spLocks noChangeAspect="1" noGrp="1" noRot="1"/>
          </p:cNvSpPr>
          <p:nvPr>
            <p:ph type="sldImg"/>
          </p:nvPr>
        </p:nvSpPr>
        <p:spPr bwMode="auto"/>
      </p:sp>
      <p:sp>
        <p:nvSpPr>
          <p:cNvPr id="1746556411" name="Notes Placeholder 2"/>
          <p:cNvSpPr>
            <a:spLocks noGrp="1"/>
          </p:cNvSpPr>
          <p:nvPr>
            <p:ph type="body" idx="1"/>
          </p:nvPr>
        </p:nvSpPr>
        <p:spPr bwMode="auto"/>
        <p:txBody>
          <a:bodyPr/>
          <a:lstStyle/>
          <a:p>
            <a:pPr>
              <a:defRPr/>
            </a:pPr>
            <a:endParaRPr/>
          </a:p>
        </p:txBody>
      </p:sp>
      <p:sp>
        <p:nvSpPr>
          <p:cNvPr id="597499532" name="Slide Number Placeholder 3"/>
          <p:cNvSpPr>
            <a:spLocks noGrp="1"/>
          </p:cNvSpPr>
          <p:nvPr>
            <p:ph type="sldNum" sz="quarter" idx="10"/>
          </p:nvPr>
        </p:nvSpPr>
        <p:spPr bwMode="auto"/>
        <p:txBody>
          <a:bodyPr/>
          <a:lstStyle/>
          <a:p>
            <a:pPr>
              <a:defRPr/>
            </a:pPr>
            <a:fld id="{6FB780D0-01FC-1E82-7F28-775DCD58CC27}"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02178087" name="Slide Image Placeholder 1"/>
          <p:cNvSpPr>
            <a:spLocks noChangeAspect="1" noGrp="1" noRot="1"/>
          </p:cNvSpPr>
          <p:nvPr>
            <p:ph type="sldImg"/>
          </p:nvPr>
        </p:nvSpPr>
        <p:spPr bwMode="auto"/>
      </p:sp>
      <p:sp>
        <p:nvSpPr>
          <p:cNvPr id="1744007720" name="Notes Placeholder 2"/>
          <p:cNvSpPr>
            <a:spLocks noGrp="1"/>
          </p:cNvSpPr>
          <p:nvPr>
            <p:ph type="body" idx="1"/>
          </p:nvPr>
        </p:nvSpPr>
        <p:spPr bwMode="auto"/>
        <p:txBody>
          <a:bodyPr/>
          <a:lstStyle/>
          <a:p>
            <a:pPr>
              <a:defRPr/>
            </a:pPr>
            <a:endParaRPr/>
          </a:p>
        </p:txBody>
      </p:sp>
      <p:sp>
        <p:nvSpPr>
          <p:cNvPr id="1789541849" name="Slide Number Placeholder 3"/>
          <p:cNvSpPr>
            <a:spLocks noGrp="1"/>
          </p:cNvSpPr>
          <p:nvPr>
            <p:ph type="sldNum" sz="quarter" idx="10"/>
          </p:nvPr>
        </p:nvSpPr>
        <p:spPr bwMode="auto"/>
        <p:txBody>
          <a:bodyPr/>
          <a:lstStyle/>
          <a:p>
            <a:pPr>
              <a:defRPr/>
            </a:pPr>
            <a:fld id="{938F9459-2AB7-7A11-3614-6196561F7B41}"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6170494" name="Slide Image Placeholder 1"/>
          <p:cNvSpPr>
            <a:spLocks noChangeAspect="1" noGrp="1" noRot="1"/>
          </p:cNvSpPr>
          <p:nvPr>
            <p:ph type="sldImg"/>
          </p:nvPr>
        </p:nvSpPr>
        <p:spPr bwMode="auto"/>
      </p:sp>
      <p:sp>
        <p:nvSpPr>
          <p:cNvPr id="1151909552" name="Notes Placeholder 2"/>
          <p:cNvSpPr>
            <a:spLocks noGrp="1"/>
          </p:cNvSpPr>
          <p:nvPr>
            <p:ph type="body" idx="1"/>
          </p:nvPr>
        </p:nvSpPr>
        <p:spPr bwMode="auto"/>
        <p:txBody>
          <a:bodyPr/>
          <a:lstStyle/>
          <a:p>
            <a:pPr>
              <a:defRPr/>
            </a:pPr>
            <a:endParaRPr/>
          </a:p>
        </p:txBody>
      </p:sp>
      <p:sp>
        <p:nvSpPr>
          <p:cNvPr id="946892245" name="Slide Number Placeholder 3"/>
          <p:cNvSpPr>
            <a:spLocks noGrp="1"/>
          </p:cNvSpPr>
          <p:nvPr>
            <p:ph type="sldNum" sz="quarter" idx="10"/>
          </p:nvPr>
        </p:nvSpPr>
        <p:spPr bwMode="auto"/>
        <p:txBody>
          <a:bodyPr/>
          <a:lstStyle/>
          <a:p>
            <a:pPr>
              <a:defRPr/>
            </a:pPr>
            <a:fld id="{8C46612F-4D71-E8FE-73F2-51D32A4C3E49}"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1014605" name="Slide Image Placeholder 1"/>
          <p:cNvSpPr>
            <a:spLocks noChangeAspect="1" noGrp="1" noRot="1"/>
          </p:cNvSpPr>
          <p:nvPr>
            <p:ph type="sldImg"/>
          </p:nvPr>
        </p:nvSpPr>
        <p:spPr bwMode="auto"/>
      </p:sp>
      <p:sp>
        <p:nvSpPr>
          <p:cNvPr id="1510074176" name="Notes Placeholder 2"/>
          <p:cNvSpPr>
            <a:spLocks noGrp="1"/>
          </p:cNvSpPr>
          <p:nvPr>
            <p:ph type="body" idx="1"/>
          </p:nvPr>
        </p:nvSpPr>
        <p:spPr bwMode="auto"/>
        <p:txBody>
          <a:bodyPr/>
          <a:lstStyle/>
          <a:p>
            <a:pPr>
              <a:defRPr/>
            </a:pPr>
            <a:endParaRPr/>
          </a:p>
        </p:txBody>
      </p:sp>
      <p:sp>
        <p:nvSpPr>
          <p:cNvPr id="2074539298" name="Slide Number Placeholder 3"/>
          <p:cNvSpPr>
            <a:spLocks noGrp="1"/>
          </p:cNvSpPr>
          <p:nvPr>
            <p:ph type="sldNum" sz="quarter" idx="10"/>
          </p:nvPr>
        </p:nvSpPr>
        <p:spPr bwMode="auto"/>
        <p:txBody>
          <a:bodyPr/>
          <a:lstStyle/>
          <a:p>
            <a:pPr>
              <a:defRPr/>
            </a:pPr>
            <a:fld id="{FD3E466E-FDE0-677F-9612-EA45582FD9CD}" type="slidenum">
              <a:rP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3324579" name="Slide Image Placeholder 1"/>
          <p:cNvSpPr>
            <a:spLocks noChangeAspect="1" noGrp="1" noRot="1"/>
          </p:cNvSpPr>
          <p:nvPr>
            <p:ph type="sldImg"/>
          </p:nvPr>
        </p:nvSpPr>
        <p:spPr bwMode="auto"/>
      </p:sp>
      <p:sp>
        <p:nvSpPr>
          <p:cNvPr id="714623172" name="Notes Placeholder 2"/>
          <p:cNvSpPr>
            <a:spLocks noGrp="1"/>
          </p:cNvSpPr>
          <p:nvPr>
            <p:ph type="body" idx="1"/>
          </p:nvPr>
        </p:nvSpPr>
        <p:spPr bwMode="auto"/>
        <p:txBody>
          <a:bodyPr/>
          <a:lstStyle/>
          <a:p>
            <a:pPr>
              <a:defRPr/>
            </a:pPr>
            <a:endParaRPr/>
          </a:p>
        </p:txBody>
      </p:sp>
      <p:sp>
        <p:nvSpPr>
          <p:cNvPr id="642972993" name="Slide Number Placeholder 3"/>
          <p:cNvSpPr>
            <a:spLocks noGrp="1"/>
          </p:cNvSpPr>
          <p:nvPr>
            <p:ph type="sldNum" sz="quarter" idx="10"/>
          </p:nvPr>
        </p:nvSpPr>
        <p:spPr bwMode="auto"/>
        <p:txBody>
          <a:bodyPr/>
          <a:lstStyle/>
          <a:p>
            <a:pPr>
              <a:defRPr/>
            </a:pPr>
            <a:fld id="{959DFAF6-37CE-40E2-747A-C584C149C0F7}" type="slidenum">
              <a:rPr/>
              <a:t>12</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Slide">
    <p:spTree>
      <p:nvGrpSpPr>
        <p:cNvPr id="1" name=""/>
        <p:cNvGrpSpPr/>
        <p:nvPr/>
      </p:nvGrpSpPr>
      <p:grpSpPr bwMode="auto">
        <a:xfrm>
          <a:off x="0" y="0"/>
          <a:ext cx="0" cy="0"/>
          <a:chOff x="0" y="0"/>
          <a:chExt cx="0" cy="0"/>
        </a:xfrm>
      </p:grpSpPr>
      <p:sp>
        <p:nvSpPr>
          <p:cNvPr id="1589656956" name="Holder 2"/>
          <p:cNvSpPr>
            <a:spLocks noGrp="1"/>
          </p:cNvSpPr>
          <p:nvPr>
            <p:ph type="ctrTitle"/>
          </p:nvPr>
        </p:nvSpPr>
        <p:spPr bwMode="auto">
          <a:xfrm>
            <a:off x="1005840" y="3118104"/>
            <a:ext cx="11399520" cy="902876"/>
          </a:xfrm>
          <a:prstGeom prst="rect">
            <a:avLst/>
          </a:prstGeom>
        </p:spPr>
        <p:txBody>
          <a:bodyPr wrap="square" lIns="0" tIns="0" rIns="0" bIns="0">
            <a:spAutoFit/>
          </a:bodyPr>
          <a:lstStyle>
            <a:lvl1pPr>
              <a:defRPr sz="5850" b="0" i="0">
                <a:solidFill>
                  <a:srgbClr val="FF0000"/>
                </a:solidFill>
                <a:latin typeface="Calibri"/>
                <a:cs typeface="Calibri"/>
              </a:defRPr>
            </a:lvl1pPr>
          </a:lstStyle>
          <a:p>
            <a:pPr>
              <a:defRPr/>
            </a:pPr>
            <a:endParaRPr/>
          </a:p>
        </p:txBody>
      </p:sp>
      <p:sp>
        <p:nvSpPr>
          <p:cNvPr id="53061311" name="Holder 3"/>
          <p:cNvSpPr>
            <a:spLocks noGrp="1"/>
          </p:cNvSpPr>
          <p:nvPr>
            <p:ph type="subTitle" idx="4"/>
          </p:nvPr>
        </p:nvSpPr>
        <p:spPr bwMode="auto">
          <a:xfrm>
            <a:off x="2011680" y="5632706"/>
            <a:ext cx="9387840" cy="477951"/>
          </a:xfrm>
          <a:prstGeom prst="rect">
            <a:avLst/>
          </a:prstGeom>
        </p:spPr>
        <p:txBody>
          <a:bodyPr wrap="square" lIns="0" tIns="0" rIns="0" bIns="0">
            <a:spAutoFit/>
          </a:bodyPr>
          <a:lstStyle>
            <a:lvl1pPr>
              <a:defRPr sz="3100" b="0" i="0">
                <a:solidFill>
                  <a:schemeClr val="tx1"/>
                </a:solidFill>
                <a:latin typeface="Arial MT"/>
                <a:cs typeface="Arial MT"/>
              </a:defRPr>
            </a:lvl1pPr>
          </a:lstStyle>
          <a:p>
            <a:pPr>
              <a:defRPr/>
            </a:pPr>
            <a:endParaRPr/>
          </a:p>
        </p:txBody>
      </p:sp>
      <p:sp>
        <p:nvSpPr>
          <p:cNvPr id="1187304796"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606344202"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713120201"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obj" userDrawn="1">
  <p:cSld name="Title and Content">
    <p:bg>
      <p:bgPr shadeToTitle="0">
        <a:solidFill>
          <a:schemeClr val="bg1"/>
        </a:solidFill>
      </p:bgPr>
    </p:bg>
    <p:spTree>
      <p:nvGrpSpPr>
        <p:cNvPr id="1" name=""/>
        <p:cNvGrpSpPr/>
        <p:nvPr/>
      </p:nvGrpSpPr>
      <p:grpSpPr bwMode="auto">
        <a:xfrm>
          <a:off x="0" y="0"/>
          <a:ext cx="0" cy="0"/>
          <a:chOff x="0" y="0"/>
          <a:chExt cx="0" cy="0"/>
        </a:xfrm>
      </p:grpSpPr>
      <p:sp>
        <p:nvSpPr>
          <p:cNvPr id="770167442" name="bg object 16"/>
          <p:cNvSpPr/>
          <p:nvPr/>
        </p:nvSpPr>
        <p:spPr bwMode="auto">
          <a:xfrm>
            <a:off x="331334" y="2514600"/>
            <a:ext cx="12753788" cy="4142104"/>
          </a:xfrm>
          <a:custGeom>
            <a:avLst/>
            <a:gdLst/>
            <a:ahLst/>
            <a:cxnLst/>
            <a:rect l="l" t="t" r="r" b="b"/>
            <a:pathLst>
              <a:path w="7391400" h="4142104" fill="norm" stroke="1" extrusionOk="0">
                <a:moveTo>
                  <a:pt x="0" y="4141597"/>
                </a:moveTo>
                <a:lnTo>
                  <a:pt x="7391146" y="4141597"/>
                </a:lnTo>
                <a:lnTo>
                  <a:pt x="7391146" y="0"/>
                </a:lnTo>
                <a:lnTo>
                  <a:pt x="0" y="0"/>
                </a:lnTo>
                <a:lnTo>
                  <a:pt x="0" y="4141597"/>
                </a:lnTo>
                <a:close/>
              </a:path>
            </a:pathLst>
          </a:custGeom>
          <a:ln w="12192">
            <a:solidFill>
              <a:srgbClr val="000000"/>
            </a:solidFill>
          </a:ln>
        </p:spPr>
        <p:txBody>
          <a:bodyPr wrap="square" lIns="0" tIns="0" rIns="0" bIns="0" rtlCol="0"/>
          <a:lstStyle/>
          <a:p>
            <a:pPr>
              <a:defRPr/>
            </a:pPr>
            <a:endParaRPr/>
          </a:p>
        </p:txBody>
      </p:sp>
      <p:sp>
        <p:nvSpPr>
          <p:cNvPr id="2144867365" name="Holder 2"/>
          <p:cNvSpPr>
            <a:spLocks noGrp="1"/>
          </p:cNvSpPr>
          <p:nvPr>
            <p:ph type="title"/>
          </p:nvPr>
        </p:nvSpPr>
        <p:spPr bwMode="auto">
          <a:xfrm>
            <a:off x="4117587" y="3823463"/>
            <a:ext cx="7712317" cy="902876"/>
          </a:xfrm>
        </p:spPr>
        <p:txBody>
          <a:bodyPr lIns="0" tIns="0" rIns="0" bIns="0"/>
          <a:lstStyle>
            <a:lvl1pPr>
              <a:defRPr sz="5850" b="0" i="0">
                <a:solidFill>
                  <a:srgbClr val="FF0000"/>
                </a:solidFill>
                <a:latin typeface="Calibri"/>
                <a:cs typeface="Calibri"/>
              </a:defRPr>
            </a:lvl1pPr>
          </a:lstStyle>
          <a:p>
            <a:pPr>
              <a:defRPr/>
            </a:pPr>
            <a:endParaRPr/>
          </a:p>
        </p:txBody>
      </p:sp>
      <p:sp>
        <p:nvSpPr>
          <p:cNvPr id="1706491754" name="Holder 3"/>
          <p:cNvSpPr>
            <a:spLocks noGrp="1"/>
          </p:cNvSpPr>
          <p:nvPr>
            <p:ph type="body" idx="1"/>
          </p:nvPr>
        </p:nvSpPr>
        <p:spPr bwMode="auto">
          <a:xfrm>
            <a:off x="617089" y="3228215"/>
            <a:ext cx="7643506" cy="477951"/>
          </a:xfrm>
        </p:spPr>
        <p:txBody>
          <a:bodyPr lIns="0" tIns="0" rIns="0" bIns="0"/>
          <a:lstStyle>
            <a:lvl1pPr>
              <a:defRPr sz="3100" b="0" i="0">
                <a:solidFill>
                  <a:schemeClr val="tx1"/>
                </a:solidFill>
                <a:latin typeface="Arial MT"/>
                <a:cs typeface="Arial MT"/>
              </a:defRPr>
            </a:lvl1pPr>
          </a:lstStyle>
          <a:p>
            <a:pPr>
              <a:defRPr/>
            </a:pPr>
            <a:endParaRPr/>
          </a:p>
        </p:txBody>
      </p:sp>
      <p:sp>
        <p:nvSpPr>
          <p:cNvPr id="1786203929" name="Holder 4"/>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564515589" name="Holder 5"/>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25623655" name="Holder 6"/>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wo Content">
    <p:spTree>
      <p:nvGrpSpPr>
        <p:cNvPr id="1" name=""/>
        <p:cNvGrpSpPr/>
        <p:nvPr/>
      </p:nvGrpSpPr>
      <p:grpSpPr bwMode="auto">
        <a:xfrm>
          <a:off x="0" y="0"/>
          <a:ext cx="0" cy="0"/>
          <a:chOff x="0" y="0"/>
          <a:chExt cx="0" cy="0"/>
        </a:xfrm>
      </p:grpSpPr>
      <p:sp>
        <p:nvSpPr>
          <p:cNvPr id="63080483" name="Holder 2"/>
          <p:cNvSpPr>
            <a:spLocks noGrp="1"/>
          </p:cNvSpPr>
          <p:nvPr>
            <p:ph type="title"/>
          </p:nvPr>
        </p:nvSpPr>
        <p:spPr bwMode="auto">
          <a:xfrm>
            <a:off x="4117587" y="3823463"/>
            <a:ext cx="7712317" cy="902876"/>
          </a:xfrm>
        </p:spPr>
        <p:txBody>
          <a:bodyPr lIns="0" tIns="0" rIns="0" bIns="0"/>
          <a:lstStyle>
            <a:lvl1pPr>
              <a:defRPr sz="5850" b="0" i="0">
                <a:solidFill>
                  <a:srgbClr val="FF0000"/>
                </a:solidFill>
                <a:latin typeface="Calibri"/>
                <a:cs typeface="Calibri"/>
              </a:defRPr>
            </a:lvl1pPr>
          </a:lstStyle>
          <a:p>
            <a:pPr>
              <a:defRPr/>
            </a:pPr>
            <a:endParaRPr/>
          </a:p>
        </p:txBody>
      </p:sp>
      <p:sp>
        <p:nvSpPr>
          <p:cNvPr id="2134975552" name="Holder 3"/>
          <p:cNvSpPr>
            <a:spLocks noGrp="1"/>
          </p:cNvSpPr>
          <p:nvPr>
            <p:ph sz="half" idx="2"/>
          </p:nvPr>
        </p:nvSpPr>
        <p:spPr bwMode="auto">
          <a:xfrm>
            <a:off x="670560" y="2313434"/>
            <a:ext cx="5833872" cy="276999"/>
          </a:xfrm>
          <a:prstGeom prst="rect">
            <a:avLst/>
          </a:prstGeom>
        </p:spPr>
        <p:txBody>
          <a:bodyPr wrap="square" lIns="0" tIns="0" rIns="0" bIns="0">
            <a:spAutoFit/>
          </a:bodyPr>
          <a:lstStyle>
            <a:lvl1pPr>
              <a:defRPr/>
            </a:lvl1pPr>
          </a:lstStyle>
          <a:p>
            <a:pPr>
              <a:defRPr/>
            </a:pPr>
            <a:endParaRPr/>
          </a:p>
        </p:txBody>
      </p:sp>
      <p:sp>
        <p:nvSpPr>
          <p:cNvPr id="533607322" name="Holder 4"/>
          <p:cNvSpPr>
            <a:spLocks noGrp="1"/>
          </p:cNvSpPr>
          <p:nvPr>
            <p:ph sz="half" idx="3"/>
          </p:nvPr>
        </p:nvSpPr>
        <p:spPr bwMode="auto">
          <a:xfrm>
            <a:off x="6906768" y="2313434"/>
            <a:ext cx="5833872" cy="276999"/>
          </a:xfrm>
          <a:prstGeom prst="rect">
            <a:avLst/>
          </a:prstGeom>
        </p:spPr>
        <p:txBody>
          <a:bodyPr wrap="square" lIns="0" tIns="0" rIns="0" bIns="0">
            <a:spAutoFit/>
          </a:bodyPr>
          <a:lstStyle>
            <a:lvl1pPr>
              <a:defRPr/>
            </a:lvl1pPr>
          </a:lstStyle>
          <a:p>
            <a:pPr>
              <a:defRPr/>
            </a:pPr>
            <a:endParaRPr/>
          </a:p>
        </p:txBody>
      </p:sp>
      <p:sp>
        <p:nvSpPr>
          <p:cNvPr id="943684953" name="Holder 5"/>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608738078" name="Holder 6"/>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950195016" name="Holder 7"/>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0" type="obj" userDrawn="1">
  <p:cSld name="Title Only">
    <p:bg>
      <p:bgPr shadeToTitle="0">
        <a:solidFill>
          <a:schemeClr val="bg1"/>
        </a:solidFill>
      </p:bgPr>
    </p:bg>
    <p:spTree>
      <p:nvGrpSpPr>
        <p:cNvPr id="1" name=""/>
        <p:cNvGrpSpPr/>
        <p:nvPr/>
      </p:nvGrpSpPr>
      <p:grpSpPr bwMode="auto">
        <a:xfrm>
          <a:off x="0" y="0"/>
          <a:ext cx="0" cy="0"/>
          <a:chOff x="0" y="0"/>
          <a:chExt cx="0" cy="0"/>
        </a:xfrm>
      </p:grpSpPr>
      <p:pic>
        <p:nvPicPr>
          <p:cNvPr id="740005452" name="bg object 16"/>
          <p:cNvPicPr/>
          <p:nvPr/>
        </p:nvPicPr>
        <p:blipFill rotWithShape="1">
          <a:blip r:embed="rId2"/>
          <a:stretch/>
        </p:blipFill>
        <p:spPr bwMode="auto">
          <a:xfrm>
            <a:off x="3" y="2209800"/>
            <a:ext cx="13411198" cy="5081016"/>
          </a:xfrm>
          <a:prstGeom prst="rect">
            <a:avLst/>
          </a:prstGeom>
        </p:spPr>
      </p:pic>
      <p:sp>
        <p:nvSpPr>
          <p:cNvPr id="1124217985" name="bg object 17"/>
          <p:cNvSpPr/>
          <p:nvPr/>
        </p:nvSpPr>
        <p:spPr bwMode="auto">
          <a:xfrm>
            <a:off x="105186" y="3901439"/>
            <a:ext cx="13306014" cy="789940"/>
          </a:xfrm>
          <a:custGeom>
            <a:avLst/>
            <a:gdLst/>
            <a:ahLst/>
            <a:cxnLst/>
            <a:rect l="l" t="t" r="r" b="b"/>
            <a:pathLst>
              <a:path w="7711440" h="789939" fill="norm" stroke="1" extrusionOk="0">
                <a:moveTo>
                  <a:pt x="0" y="789431"/>
                </a:moveTo>
                <a:lnTo>
                  <a:pt x="7711440" y="789431"/>
                </a:lnTo>
                <a:lnTo>
                  <a:pt x="7711440" y="0"/>
                </a:lnTo>
                <a:lnTo>
                  <a:pt x="0" y="0"/>
                </a:lnTo>
                <a:lnTo>
                  <a:pt x="0" y="789431"/>
                </a:lnTo>
                <a:close/>
              </a:path>
            </a:pathLst>
          </a:custGeom>
          <a:ln w="12191">
            <a:solidFill>
              <a:srgbClr val="000000"/>
            </a:solidFill>
          </a:ln>
        </p:spPr>
        <p:txBody>
          <a:bodyPr wrap="square" lIns="0" tIns="0" rIns="0" bIns="0" rtlCol="0"/>
          <a:lstStyle/>
          <a:p>
            <a:pPr>
              <a:defRPr/>
            </a:pPr>
            <a:endParaRPr/>
          </a:p>
        </p:txBody>
      </p:sp>
      <p:sp>
        <p:nvSpPr>
          <p:cNvPr id="64715165" name="Holder 2"/>
          <p:cNvSpPr>
            <a:spLocks noGrp="1"/>
          </p:cNvSpPr>
          <p:nvPr>
            <p:ph type="title"/>
          </p:nvPr>
        </p:nvSpPr>
        <p:spPr bwMode="auto">
          <a:xfrm>
            <a:off x="4117587" y="3823463"/>
            <a:ext cx="7712317" cy="902876"/>
          </a:xfrm>
        </p:spPr>
        <p:txBody>
          <a:bodyPr lIns="0" tIns="0" rIns="0" bIns="0"/>
          <a:lstStyle>
            <a:lvl1pPr>
              <a:defRPr sz="5850" b="0" i="0">
                <a:solidFill>
                  <a:srgbClr val="FF0000"/>
                </a:solidFill>
                <a:latin typeface="Calibri"/>
                <a:cs typeface="Calibri"/>
              </a:defRPr>
            </a:lvl1pPr>
          </a:lstStyle>
          <a:p>
            <a:pPr>
              <a:defRPr/>
            </a:pPr>
            <a:endParaRPr/>
          </a:p>
        </p:txBody>
      </p:sp>
      <p:sp>
        <p:nvSpPr>
          <p:cNvPr id="754705989" name="Holder 3"/>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112418753" name="Holder 4"/>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226922000" name="Holder 5"/>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Blank">
    <p:spTree>
      <p:nvGrpSpPr>
        <p:cNvPr id="1" name=""/>
        <p:cNvGrpSpPr/>
        <p:nvPr/>
      </p:nvGrpSpPr>
      <p:grpSpPr bwMode="auto">
        <a:xfrm>
          <a:off x="0" y="0"/>
          <a:ext cx="0" cy="0"/>
          <a:chOff x="0" y="0"/>
          <a:chExt cx="0" cy="0"/>
        </a:xfrm>
      </p:grpSpPr>
      <p:sp>
        <p:nvSpPr>
          <p:cNvPr id="1144727037" name="Holder 2"/>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316707379" name="Holder 3"/>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630160934" name="Holder 4"/>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bg1"/>
        </a:solidFill>
      </p:bgPr>
    </p:bg>
    <p:spTree>
      <p:nvGrpSpPr>
        <p:cNvPr id="1" name=""/>
        <p:cNvGrpSpPr/>
        <p:nvPr/>
      </p:nvGrpSpPr>
      <p:grpSpPr bwMode="auto">
        <a:xfrm>
          <a:off x="0" y="0"/>
          <a:ext cx="0" cy="0"/>
          <a:chOff x="0" y="0"/>
          <a:chExt cx="0" cy="0"/>
        </a:xfrm>
      </p:grpSpPr>
      <p:sp>
        <p:nvSpPr>
          <p:cNvPr id="898585014" name="Holder 2"/>
          <p:cNvSpPr>
            <a:spLocks noGrp="1"/>
          </p:cNvSpPr>
          <p:nvPr>
            <p:ph type="title"/>
          </p:nvPr>
        </p:nvSpPr>
        <p:spPr bwMode="auto">
          <a:xfrm>
            <a:off x="4117587" y="3823463"/>
            <a:ext cx="7712317" cy="523220"/>
          </a:xfrm>
          <a:prstGeom prst="rect">
            <a:avLst/>
          </a:prstGeom>
        </p:spPr>
        <p:txBody>
          <a:bodyPr wrap="square" lIns="0" tIns="0" rIns="0" bIns="0">
            <a:spAutoFit/>
          </a:bodyPr>
          <a:lstStyle>
            <a:lvl1pPr>
              <a:defRPr sz="3400" b="0" i="0">
                <a:solidFill>
                  <a:srgbClr val="FF0000"/>
                </a:solidFill>
                <a:latin typeface="Calibri"/>
                <a:cs typeface="Calibri"/>
              </a:defRPr>
            </a:lvl1pPr>
          </a:lstStyle>
          <a:p>
            <a:pPr>
              <a:defRPr/>
            </a:pPr>
            <a:endParaRPr/>
          </a:p>
        </p:txBody>
      </p:sp>
      <p:sp>
        <p:nvSpPr>
          <p:cNvPr id="1580442802" name="Holder 3"/>
          <p:cNvSpPr>
            <a:spLocks noGrp="1"/>
          </p:cNvSpPr>
          <p:nvPr>
            <p:ph type="body" idx="1"/>
          </p:nvPr>
        </p:nvSpPr>
        <p:spPr bwMode="auto">
          <a:xfrm>
            <a:off x="617089" y="3228213"/>
            <a:ext cx="7643506"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pPr>
              <a:defRPr/>
            </a:pPr>
            <a:endParaRPr/>
          </a:p>
        </p:txBody>
      </p:sp>
      <p:sp>
        <p:nvSpPr>
          <p:cNvPr id="917045613" name="Holder 4"/>
          <p:cNvSpPr>
            <a:spLocks noGrp="1"/>
          </p:cNvSpPr>
          <p:nvPr>
            <p:ph type="ftr" sz="quarter" idx="5"/>
          </p:nvPr>
        </p:nvSpPr>
        <p:spPr bwMode="auto">
          <a:xfrm>
            <a:off x="4559808" y="9354314"/>
            <a:ext cx="4291584" cy="276999"/>
          </a:xfrm>
          <a:prstGeom prst="rect">
            <a:avLst/>
          </a:prstGeom>
        </p:spPr>
        <p:txBody>
          <a:bodyPr wrap="square" lIns="0" tIns="0" rIns="0" bIns="0">
            <a:spAutoFit/>
          </a:bodyPr>
          <a:lstStyle>
            <a:lvl1pPr algn="ctr">
              <a:defRPr>
                <a:solidFill>
                  <a:schemeClr val="tx1">
                    <a:tint val="75000"/>
                  </a:schemeClr>
                </a:solidFill>
              </a:defRPr>
            </a:lvl1pPr>
          </a:lstStyle>
          <a:p>
            <a:pPr>
              <a:defRPr/>
            </a:pPr>
            <a:endParaRPr/>
          </a:p>
        </p:txBody>
      </p:sp>
      <p:sp>
        <p:nvSpPr>
          <p:cNvPr id="11000366" name="Holder 5"/>
          <p:cNvSpPr>
            <a:spLocks noGrp="1"/>
          </p:cNvSpPr>
          <p:nvPr>
            <p:ph type="dt" sz="half" idx="6"/>
          </p:nvPr>
        </p:nvSpPr>
        <p:spPr bwMode="auto">
          <a:xfrm>
            <a:off x="670560" y="9354314"/>
            <a:ext cx="3084576" cy="276999"/>
          </a:xfrm>
          <a:prstGeom prst="rect">
            <a:avLst/>
          </a:prstGeom>
        </p:spPr>
        <p:txBody>
          <a:bodyPr wrap="square" lIns="0" tIns="0" rIns="0" bIns="0">
            <a:spAutoFit/>
          </a:bodyPr>
          <a:lstStyle>
            <a:lvl1pPr algn="l">
              <a:defRPr>
                <a:solidFill>
                  <a:schemeClr val="tx1">
                    <a:tint val="75000"/>
                  </a:schemeClr>
                </a:solidFill>
              </a:defRPr>
            </a:lvl1pPr>
          </a:lstStyle>
          <a:p>
            <a:pPr>
              <a:defRPr/>
            </a:pPr>
            <a:fld id="{1D8BD707-D9CF-40AE-B4C6-C98DA3205C09}" type="datetimeFigureOut">
              <a:rPr lang="en-US"/>
              <a:t>9/15/2026</a:t>
            </a:fld>
            <a:endParaRPr lang="en-US"/>
          </a:p>
        </p:txBody>
      </p:sp>
      <p:sp>
        <p:nvSpPr>
          <p:cNvPr id="1795554641" name="Holder 6"/>
          <p:cNvSpPr>
            <a:spLocks noGrp="1"/>
          </p:cNvSpPr>
          <p:nvPr>
            <p:ph type="sldNum" sz="quarter" idx="7"/>
          </p:nvPr>
        </p:nvSpPr>
        <p:spPr bwMode="auto">
          <a:xfrm>
            <a:off x="9656064" y="9354314"/>
            <a:ext cx="3084576" cy="276999"/>
          </a:xfrm>
          <a:prstGeom prst="rect">
            <a:avLst/>
          </a:prstGeom>
        </p:spPr>
        <p:txBody>
          <a:bodyPr wrap="square" lIns="0" tIns="0" rIns="0" bIns="0">
            <a:spAutoFit/>
          </a:bodyPr>
          <a:lstStyle>
            <a:lvl1pPr algn="r">
              <a:defRPr>
                <a:solidFill>
                  <a:schemeClr val="tx1">
                    <a:tint val="75000"/>
                  </a:schemeClr>
                </a:solidFill>
              </a:defRPr>
            </a:lvl1pPr>
          </a:lstStyle>
          <a:p>
            <a:pPr>
              <a:defRPr/>
            </a:pPr>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6">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bodyStyle>
    <p:other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6">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37351183" name="object 46"/>
          <p:cNvSpPr txBox="1">
            <a:spLocks noGrp="1"/>
          </p:cNvSpPr>
          <p:nvPr>
            <p:ph type="sldNum" sz="quarter" idx="7"/>
          </p:nvPr>
        </p:nvSpPr>
        <p:spPr bwMode="auto">
          <a:xfrm>
            <a:off x="22501110" y="12821186"/>
            <a:ext cx="518023" cy="294953"/>
          </a:xfrm>
          <a:prstGeom prst="rect">
            <a:avLst/>
          </a:prstGeom>
        </p:spPr>
        <p:txBody>
          <a:bodyPr vert="horz" wrap="square" lIns="0" tIns="0" rIns="0" bIns="0" rtlCol="0">
            <a:spAutoFit/>
          </a:bodyPr>
          <a:lstStyle/>
          <a:p>
            <a:pPr marL="65742">
              <a:lnSpc>
                <a:spcPts val="2260"/>
              </a:lnSpc>
              <a:defRPr/>
            </a:pPr>
            <a:fld id="{81D60167-4931-47E6-BA6A-407CBD079E47}" type="slidenum">
              <a:rPr spc="-86"/>
              <a:t>1</a:t>
            </a:fld>
            <a:endParaRPr spc="-86"/>
          </a:p>
        </p:txBody>
      </p:sp>
      <p:pic>
        <p:nvPicPr>
          <p:cNvPr id="2095297853" name="object 25"/>
          <p:cNvPicPr/>
          <p:nvPr/>
        </p:nvPicPr>
        <p:blipFill rotWithShape="1">
          <a:blip r:embed="rId3"/>
          <a:srcRect l="0" t="17" r="0" b="16"/>
          <a:stretch/>
        </p:blipFill>
        <p:spPr bwMode="auto">
          <a:xfrm>
            <a:off x="1" y="457200"/>
            <a:ext cx="13411199" cy="9021482"/>
          </a:xfrm>
          <a:prstGeom prst="rect">
            <a:avLst/>
          </a:prstGeom>
        </p:spPr>
      </p:pic>
      <p:sp>
        <p:nvSpPr>
          <p:cNvPr id="1481821127" name="object 30"/>
          <p:cNvSpPr txBox="1"/>
          <p:nvPr/>
        </p:nvSpPr>
        <p:spPr bwMode="auto">
          <a:xfrm>
            <a:off x="0" y="1143000"/>
            <a:ext cx="12742676" cy="4828772"/>
          </a:xfrm>
          <a:prstGeom prst="rect">
            <a:avLst/>
          </a:prstGeom>
          <a:ln w="12953">
            <a:noFill/>
          </a:ln>
        </p:spPr>
        <p:txBody>
          <a:bodyPr vert="horz" wrap="square" lIns="0" tIns="0" rIns="0" bIns="0" rtlCol="0">
            <a:spAutoFit/>
          </a:bodyPr>
          <a:lstStyle/>
          <a:p>
            <a:pPr marL="2786346" algn="ctr">
              <a:spcBef>
                <a:spcPts val="673"/>
              </a:spcBef>
              <a:defRPr/>
            </a:pPr>
            <a:r>
              <a:rPr lang="sv-SE" sz="6000" b="1" i="0" u="none" strike="noStrike" cap="none" spc="0">
                <a:solidFill>
                  <a:srgbClr val="FFCE53"/>
                </a:solidFill>
                <a:latin typeface="Comic Sans MS"/>
                <a:ea typeface="Comic Sans MS"/>
                <a:cs typeface="Comic Sans MS"/>
              </a:rPr>
              <a:t>Programming</a:t>
            </a:r>
            <a:r>
              <a:rPr lang="ar-SY"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Using</a:t>
            </a:r>
            <a:r>
              <a:rPr lang="ar-SY"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C++</a:t>
            </a:r>
            <a:endParaRPr/>
          </a:p>
          <a:p>
            <a:pPr marL="2786346" algn="ctr">
              <a:spcBef>
                <a:spcPts val="673"/>
              </a:spcBef>
              <a:defRPr/>
            </a:pPr>
            <a:r>
              <a:rPr lang="en-GB" sz="6000" b="1">
                <a:solidFill>
                  <a:schemeClr val="bg1"/>
                </a:solidFill>
                <a:latin typeface="Comic Sans MS"/>
                <a:cs typeface="Comic Sans MS"/>
              </a:rPr>
              <a:t>Level 1</a:t>
            </a:r>
            <a:endParaRPr lang="sv-SE" sz="6000" b="1">
              <a:solidFill>
                <a:schemeClr val="bg1"/>
              </a:solidFill>
              <a:latin typeface="Comic Sans MS"/>
              <a:cs typeface="Comic Sans MS"/>
            </a:endParaRPr>
          </a:p>
          <a:p>
            <a:pPr marL="2786346" algn="ctr">
              <a:spcBef>
                <a:spcPts val="673"/>
              </a:spcBef>
              <a:defRPr/>
            </a:pPr>
            <a:endParaRPr lang="en-GB" sz="6000" b="1">
              <a:solidFill>
                <a:schemeClr val="bg1"/>
              </a:solidFill>
              <a:latin typeface="Comic Sans MS"/>
              <a:cs typeface="Comic Sans MS"/>
            </a:endParaRPr>
          </a:p>
          <a:p>
            <a:pPr marL="2786346" algn="ctr">
              <a:spcBef>
                <a:spcPts val="673"/>
              </a:spcBef>
              <a:defRPr/>
            </a:pPr>
            <a:r>
              <a:rPr lang="sv-SE" sz="6000" b="1" i="0" u="none" strike="noStrike" cap="none" spc="0">
                <a:solidFill>
                  <a:srgbClr val="FFCE53"/>
                </a:solidFill>
                <a:latin typeface="Comic Sans MS"/>
                <a:ea typeface="Comic Sans MS"/>
                <a:cs typeface="Comic Sans MS"/>
              </a:rPr>
              <a:t>Nested</a:t>
            </a:r>
            <a:r>
              <a:rPr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Structures</a:t>
            </a:r>
            <a:r>
              <a:rPr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&amp;</a:t>
            </a:r>
            <a:r>
              <a:rPr sz="6000" b="1" i="0" u="none" strike="noStrike" cap="none" spc="0">
                <a:solidFill>
                  <a:srgbClr val="FFCE53"/>
                </a:solidFill>
                <a:latin typeface="Comic Sans MS"/>
                <a:ea typeface="Comic Sans MS"/>
                <a:cs typeface="Comic Sans MS"/>
              </a:rPr>
              <a:t> </a:t>
            </a:r>
            <a:r>
              <a:rPr lang="sv-SE" sz="6000" b="1" i="0" u="none" strike="noStrike" cap="none" spc="0">
                <a:solidFill>
                  <a:srgbClr val="FFCE53"/>
                </a:solidFill>
                <a:latin typeface="Comic Sans MS"/>
                <a:ea typeface="Comic Sans MS"/>
                <a:cs typeface="Comic Sans MS"/>
              </a:rPr>
              <a:t>Enums</a:t>
            </a:r>
            <a:endParaRPr lang="sv-SE"/>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grpSp>
        <p:nvGrpSpPr>
          <p:cNvPr id="641589270" name="object 2"/>
          <p:cNvGrpSpPr/>
          <p:nvPr/>
        </p:nvGrpSpPr>
        <p:grpSpPr bwMode="auto">
          <a:xfrm>
            <a:off x="-10957" y="645359"/>
            <a:ext cx="13422157" cy="8767682"/>
            <a:chOff x="0" y="2209800"/>
            <a:chExt cx="7778750" cy="5081270"/>
          </a:xfrm>
        </p:grpSpPr>
        <p:pic>
          <p:nvPicPr>
            <p:cNvPr id="3" name="object 3"/>
            <p:cNvPicPr/>
            <p:nvPr/>
          </p:nvPicPr>
          <p:blipFill rotWithShape="1">
            <a:blip r:embed="rId3"/>
            <a:stretch/>
          </p:blipFill>
          <p:spPr bwMode="auto">
            <a:xfrm>
              <a:off x="0" y="2209800"/>
              <a:ext cx="7772399" cy="5081016"/>
            </a:xfrm>
            <a:prstGeom prst="rect">
              <a:avLst/>
            </a:prstGeom>
          </p:spPr>
        </p:pic>
        <p:sp>
          <p:nvSpPr>
            <p:cNvPr id="4" name="object 4"/>
            <p:cNvSpPr/>
            <p:nvPr/>
          </p:nvSpPr>
          <p:spPr bwMode="auto">
            <a:xfrm>
              <a:off x="60960" y="3901439"/>
              <a:ext cx="7711440" cy="1264919"/>
            </a:xfrm>
            <a:custGeom>
              <a:avLst/>
              <a:gdLst/>
              <a:ahLst/>
              <a:cxnLst/>
              <a:rect l="l" t="t" r="r" b="b"/>
              <a:pathLst>
                <a:path w="7711440" h="1264920" fill="norm" stroke="1" extrusionOk="0">
                  <a:moveTo>
                    <a:pt x="0" y="1264919"/>
                  </a:moveTo>
                  <a:lnTo>
                    <a:pt x="7711440" y="1264919"/>
                  </a:lnTo>
                  <a:lnTo>
                    <a:pt x="7711440" y="0"/>
                  </a:lnTo>
                  <a:lnTo>
                    <a:pt x="0" y="0"/>
                  </a:lnTo>
                  <a:lnTo>
                    <a:pt x="0" y="1264919"/>
                  </a:lnTo>
                  <a:close/>
                </a:path>
              </a:pathLst>
            </a:custGeom>
            <a:grpFill/>
            <a:ln w="12192">
              <a:solidFill>
                <a:srgbClr val="000000"/>
              </a:solidFill>
            </a:ln>
          </p:spPr>
          <p:txBody>
            <a:bodyPr wrap="square" lIns="0" tIns="0" rIns="0" bIns="0" rtlCol="0"/>
            <a:lstStyle/>
            <a:p>
              <a:pPr>
                <a:defRPr/>
              </a:pPr>
              <a:endParaRPr/>
            </a:p>
          </p:txBody>
        </p:sp>
      </p:grpSp>
      <p:sp>
        <p:nvSpPr>
          <p:cNvPr id="717772416" name="object 8"/>
          <p:cNvSpPr txBox="1"/>
          <p:nvPr/>
        </p:nvSpPr>
        <p:spPr bwMode="auto">
          <a:xfrm>
            <a:off x="13091697" y="12746337"/>
            <a:ext cx="182980" cy="352972"/>
          </a:xfrm>
          <a:prstGeom prst="rect">
            <a:avLst/>
          </a:prstGeom>
        </p:spPr>
        <p:txBody>
          <a:bodyPr vert="horz" wrap="square" lIns="0" tIns="20818" rIns="0" bIns="0" rtlCol="0">
            <a:spAutoFit/>
          </a:bodyPr>
          <a:lstStyle/>
          <a:p>
            <a:pPr marL="21914">
              <a:spcBef>
                <a:spcPts val="163"/>
              </a:spcBef>
              <a:defRPr/>
            </a:pPr>
            <a:r>
              <a:rPr sz="2150" spc="-86">
                <a:latin typeface="Calibri"/>
                <a:cs typeface="Calibri"/>
              </a:rPr>
              <a:t>2</a:t>
            </a:r>
            <a:endParaRPr sz="2150">
              <a:latin typeface="Calibri"/>
              <a:cs typeface="Calibri"/>
            </a:endParaRPr>
          </a:p>
        </p:txBody>
      </p:sp>
      <p:sp>
        <p:nvSpPr>
          <p:cNvPr id="909145744" name="object 30"/>
          <p:cNvSpPr txBox="1"/>
          <p:nvPr/>
        </p:nvSpPr>
        <p:spPr bwMode="auto">
          <a:xfrm>
            <a:off x="106425" y="3084211"/>
            <a:ext cx="13321682" cy="1756261"/>
          </a:xfrm>
          <a:prstGeom prst="rect">
            <a:avLst/>
          </a:prstGeom>
          <a:ln w="12953">
            <a:noFill/>
          </a:ln>
        </p:spPr>
        <p:txBody>
          <a:bodyPr vert="horz" wrap="square" lIns="0" tIns="0" rIns="0" bIns="0" rtlCol="0">
            <a:spAutoFit/>
          </a:bodyPr>
          <a:lstStyle/>
          <a:p>
            <a:pPr marL="2786346" algn="ctr">
              <a:spcBef>
                <a:spcPts val="673"/>
              </a:spcBef>
              <a:defRPr/>
            </a:pPr>
            <a:r>
              <a:rPr sz="4000" spc="-17">
                <a:solidFill>
                  <a:srgbClr val="FFFFFF"/>
                </a:solidFill>
                <a:latin typeface="Comic Sans MS"/>
                <a:cs typeface="Comic Sans MS"/>
              </a:rPr>
              <a:t>Programming Using C++</a:t>
            </a:r>
            <a:endParaRPr/>
          </a:p>
          <a:p>
            <a:pPr marL="2786346" algn="ctr">
              <a:spcBef>
                <a:spcPts val="673"/>
              </a:spcBef>
              <a:defRPr/>
            </a:pPr>
            <a:r>
              <a:rPr lang="sv-SE" sz="2400" spc="-17">
                <a:solidFill>
                  <a:srgbClr val="FFFFFF"/>
                </a:solidFill>
                <a:latin typeface="Comic Sans MS"/>
                <a:cs typeface="Comic Sans MS"/>
              </a:rPr>
              <a:t>Level 1</a:t>
            </a:r>
            <a:endParaRPr/>
          </a:p>
          <a:p>
            <a:pPr marL="2786346" algn="ctr">
              <a:spcBef>
                <a:spcPts val="673"/>
              </a:spcBef>
              <a:defRPr/>
            </a:pPr>
            <a:r>
              <a:rPr lang="en-US" sz="4000" b="1" i="0" u="none" strike="noStrike" cap="none" spc="0">
                <a:solidFill>
                  <a:srgbClr val="FFCE53"/>
                </a:solidFill>
                <a:latin typeface="Comic Sans MS"/>
                <a:ea typeface="Comic Sans MS"/>
                <a:cs typeface="Comic Sans MS"/>
              </a:rPr>
              <a:t>Nested</a:t>
            </a:r>
            <a:r>
              <a:rPr sz="4000" b="1" i="0" u="none" strike="noStrike" cap="none" spc="0">
                <a:solidFill>
                  <a:srgbClr val="FFCE53"/>
                </a:solidFill>
                <a:latin typeface="Comic Sans MS"/>
                <a:ea typeface="Comic Sans MS"/>
                <a:cs typeface="Comic Sans MS"/>
              </a:rPr>
              <a:t> </a:t>
            </a:r>
            <a:r>
              <a:rPr lang="en-US" sz="4000" b="1" i="0" u="none" strike="noStrike" cap="none" spc="0">
                <a:solidFill>
                  <a:srgbClr val="FFCE53"/>
                </a:solidFill>
                <a:latin typeface="Comic Sans MS"/>
                <a:ea typeface="Comic Sans MS"/>
                <a:cs typeface="Comic Sans MS"/>
              </a:rPr>
              <a:t>Structures</a:t>
            </a:r>
            <a:r>
              <a:rPr sz="4000" b="1" i="0" u="none" strike="noStrike" cap="none" spc="0">
                <a:solidFill>
                  <a:srgbClr val="FFCE53"/>
                </a:solidFill>
                <a:latin typeface="Comic Sans MS"/>
                <a:ea typeface="Comic Sans MS"/>
                <a:cs typeface="Comic Sans MS"/>
              </a:rPr>
              <a:t> </a:t>
            </a:r>
            <a:r>
              <a:rPr lang="en-US" sz="4000" b="1" i="0" u="none" strike="noStrike" cap="none" spc="0">
                <a:solidFill>
                  <a:srgbClr val="FFCE53"/>
                </a:solidFill>
                <a:latin typeface="Comic Sans MS"/>
                <a:ea typeface="Comic Sans MS"/>
                <a:cs typeface="Comic Sans MS"/>
              </a:rPr>
              <a:t>&amp;</a:t>
            </a:r>
            <a:r>
              <a:rPr sz="4000" b="1" i="0" u="none" strike="noStrike" cap="none" spc="0">
                <a:solidFill>
                  <a:srgbClr val="FFCE53"/>
                </a:solidFill>
                <a:latin typeface="Comic Sans MS"/>
                <a:ea typeface="Comic Sans MS"/>
                <a:cs typeface="Comic Sans MS"/>
              </a:rPr>
              <a:t> </a:t>
            </a:r>
            <a:r>
              <a:rPr lang="en-US" sz="4000" b="1" i="0" u="none" strike="noStrike" cap="none" spc="0">
                <a:solidFill>
                  <a:srgbClr val="FFCE53"/>
                </a:solidFill>
                <a:latin typeface="Comic Sans MS"/>
                <a:ea typeface="Comic Sans MS"/>
                <a:cs typeface="Comic Sans MS"/>
              </a:rPr>
              <a:t>Enums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09143274" name="object 3"/>
          <p:cNvSpPr txBox="1"/>
          <p:nvPr/>
        </p:nvSpPr>
        <p:spPr bwMode="auto">
          <a:xfrm>
            <a:off x="380997" y="888075"/>
            <a:ext cx="12362840" cy="3514045"/>
          </a:xfrm>
          <a:prstGeom prst="rect">
            <a:avLst/>
          </a:prstGeom>
        </p:spPr>
        <p:txBody>
          <a:bodyPr vert="horz" wrap="square" lIns="0" tIns="154492" rIns="0" bIns="0" rtlCol="0">
            <a:spAutoFit/>
          </a:bodyPr>
          <a:lstStyle/>
          <a:p>
            <a:pPr>
              <a:defRPr/>
            </a:pPr>
            <a:r>
              <a:rPr lang="en-GB" sz="4000" b="1" spc="-17">
                <a:solidFill>
                  <a:schemeClr val="tx1"/>
                </a:solidFill>
                <a:latin typeface="Comic Sans MS"/>
                <a:cs typeface="Comic Sans MS"/>
              </a:rPr>
              <a:t>🔎 Definition</a:t>
            </a:r>
            <a:endParaRPr/>
          </a:p>
          <a:p>
            <a:pPr marL="21912">
              <a:spcBef>
                <a:spcPts val="1215"/>
              </a:spcBef>
              <a:defRPr/>
            </a:pPr>
            <a:endParaRPr lang="en-GB" sz="2400" spc="-17">
              <a:solidFill>
                <a:schemeClr val="tx1"/>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 nested structure is a structure that contains another structure as one of its members.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An enum (enumeration) is a user-defined type that gives names to a set of related constant values.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This program combines both concepts to organize a person's personal and contact information.</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555648457" name="object 3"/>
          <p:cNvSpPr txBox="1"/>
          <p:nvPr/>
        </p:nvSpPr>
        <p:spPr bwMode="auto">
          <a:xfrm>
            <a:off x="380997" y="888075"/>
            <a:ext cx="12372921" cy="5828789"/>
          </a:xfrm>
          <a:prstGeom prst="rect">
            <a:avLst/>
          </a:prstGeom>
        </p:spPr>
        <p:txBody>
          <a:bodyPr vert="horz" wrap="square" lIns="0" tIns="154492" rIns="0" bIns="0" rtlCol="0">
            <a:spAutoFit/>
          </a:bodyPr>
          <a:lstStyle/>
          <a:p>
            <a:pPr marL="21912">
              <a:spcBef>
                <a:spcPts val="1215"/>
              </a:spcBef>
              <a:defRPr/>
            </a:pPr>
            <a:r>
              <a:rPr lang="en-GB" sz="4000" b="1" spc="-17">
                <a:solidFill>
                  <a:schemeClr val="tx1"/>
                </a:solidFill>
                <a:latin typeface="Comic Sans MS"/>
                <a:cs typeface="Comic Sans MS"/>
              </a:rPr>
              <a:t>📖 Explanation</a:t>
            </a:r>
            <a:endParaRPr/>
          </a:p>
          <a:p>
            <a:pPr marL="21912">
              <a:spcBef>
                <a:spcPts val="1215"/>
              </a:spcBef>
              <a:defRPr/>
            </a:pPr>
            <a:endParaRPr lang="en-GB" sz="2400" spc="-17">
              <a:solidFill>
                <a:schemeClr val="tx1"/>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 program defines three enums: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`enColor` → Red, Green, Blue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`enGender` → Male, Female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`enMaritalStatus` → Single, Married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It also defines three structures: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`stAddress`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Stores street, post number, city, and country.</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`stContactInfo`</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Stores phone, mail, and an `stAddress`.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`stName`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Stores first name, last name, and `stContactInfo`.</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This creates multiple levels of nested structures.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363949233" name="object 3"/>
          <p:cNvSpPr txBox="1"/>
          <p:nvPr/>
        </p:nvSpPr>
        <p:spPr bwMode="auto">
          <a:xfrm>
            <a:off x="380997" y="888075"/>
            <a:ext cx="12380481" cy="7473020"/>
          </a:xfrm>
          <a:prstGeom prst="rect">
            <a:avLst/>
          </a:prstGeom>
        </p:spPr>
        <p:txBody>
          <a:bodyPr vert="horz" wrap="square" lIns="0" tIns="154492" rIns="0" bIns="0" rtlCol="0">
            <a:spAutoFit/>
          </a:bodyPr>
          <a:lstStyle/>
          <a:p>
            <a:pPr marL="0" marR="0" lvl="0" indent="0" defTabSz="914400">
              <a:lnSpc>
                <a:spcPct val="100000"/>
              </a:lnSpc>
              <a:spcBef>
                <a:spcPts val="0"/>
              </a:spcBef>
              <a:spcAft>
                <a:spcPts val="0"/>
              </a:spcAft>
              <a:buClrTx/>
              <a:buSzTx/>
              <a:buFontTx/>
              <a:buNone/>
              <a:defRPr/>
            </a:pPr>
            <a:r>
              <a:rPr lang="en-GB" sz="4000" b="1" spc="-17">
                <a:solidFill>
                  <a:prstClr val="black"/>
                </a:solidFill>
                <a:latin typeface="Comic Sans MS"/>
              </a:rPr>
              <a:t>🟦 Steps in main()</a:t>
            </a:r>
            <a:endParaRPr lang="en-GB" sz="4000"/>
          </a:p>
          <a:p>
            <a:pPr>
              <a:defRPr/>
            </a:pP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1️⃣ Define the enums</a:t>
            </a:r>
            <a:endParaRPr lang="en-GB" sz="2400" b="0" i="0" u="none" strike="noStrike" cap="none" spc="0">
              <a:solidFill>
                <a:srgbClr val="000000"/>
              </a:solidFill>
              <a:latin typeface="Comic Sans MS"/>
              <a:ea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Create `enColor`, `enGender`, and `enMaritalStatus` with predefined values.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2️⃣ Define the address structure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Create `stAddress` to store address information.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3️⃣ Define the contact information structure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Create `stContactInfo` and include `stAddress` inside it.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4️⃣ Define the name structure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Create `stName` and include `stContactInfo` inside it.</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5️⃣ Create the variables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Create a `stName` object called `Name`.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Create variables for age, salary, gender, marital status, and color.</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6️⃣ Read the user's information</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The program reads the person's name, age, phone, email, address, salary, gender, marital status, and favorite color.</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7️⃣ Access nested structure members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The dot `.` operator is used to access members at different levels.</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474078391" name="object 3"/>
          <p:cNvSpPr txBox="1"/>
          <p:nvPr/>
        </p:nvSpPr>
        <p:spPr bwMode="auto">
          <a:xfrm>
            <a:off x="380997" y="888075"/>
            <a:ext cx="12383000" cy="4106246"/>
          </a:xfrm>
          <a:prstGeom prst="rect">
            <a:avLst/>
          </a:prstGeom>
        </p:spPr>
        <p:txBody>
          <a:bodyPr vert="horz" wrap="square" lIns="0" tIns="154491" rIns="0" bIns="0" rtlCol="0">
            <a:spAutoFit/>
          </a:bodyPr>
          <a:lstStyle/>
          <a:p>
            <a:pPr marL="0" marR="0" lvl="0" indent="0" defTabSz="914400">
              <a:lnSpc>
                <a:spcPct val="100000"/>
              </a:lnSpc>
              <a:spcBef>
                <a:spcPts val="0"/>
              </a:spcBef>
              <a:spcAft>
                <a:spcPts val="0"/>
              </a:spcAft>
              <a:buClrTx/>
              <a:buSzTx/>
              <a:buFontTx/>
              <a:buNone/>
              <a:defRPr/>
            </a:pPr>
            <a:r>
              <a:rPr lang="en-GB" sz="4000" b="1" spc="-16">
                <a:solidFill>
                  <a:prstClr val="black"/>
                </a:solidFill>
                <a:latin typeface="Comic Sans MS"/>
              </a:rPr>
              <a:t>🟦 Steps in main()</a:t>
            </a:r>
            <a:endParaRPr lang="en-GB" sz="4000"/>
          </a:p>
          <a:p>
            <a:pPr>
              <a:defRPr/>
            </a:pPr>
            <a:endParaRPr lang="en-GB" sz="2400" b="0" i="0" u="none" strike="noStrike" cap="none" spc="0">
              <a:solidFill>
                <a:srgbClr val="000000"/>
              </a:solidFill>
              <a:latin typeface="Times New Roman"/>
              <a:cs typeface="Times New Roman"/>
            </a:endParaRPr>
          </a:p>
          <a:p>
            <a:pPr>
              <a:defRPr/>
            </a:pPr>
            <a:r>
              <a:rPr lang="en-GB" sz="2400" b="0" i="0" u="none" strike="noStrike" cap="none" spc="0">
                <a:solidFill>
                  <a:srgbClr val="000000"/>
                </a:solidFill>
                <a:latin typeface="Comic Sans MS"/>
                <a:ea typeface="Comic Sans MS"/>
                <a:cs typeface="Comic Sans MS"/>
              </a:rPr>
              <a:t>8️⃣ Use enum values</a:t>
            </a:r>
            <a:endParaRPr lang="en-GB" sz="2400" b="0" i="0" u="none" strike="noStrike" cap="none" spc="0">
              <a:solidFill>
                <a:srgbClr val="000000"/>
              </a:solidFill>
              <a:latin typeface="Times New Roman"/>
              <a:cs typeface="Times New Roman"/>
            </a:endParaRPr>
          </a:p>
          <a:p>
            <a:pPr>
              <a:defRPr/>
            </a:pPr>
            <a:r>
              <a:rPr lang="en-GB" sz="2400" b="0" i="0" u="none" strike="noStrike" cap="none" spc="0">
                <a:solidFill>
                  <a:srgbClr val="000000"/>
                </a:solidFill>
                <a:latin typeface="Comic Sans MS"/>
                <a:ea typeface="Comic Sans MS"/>
                <a:cs typeface="Comic Sans MS"/>
              </a:rPr>
              <a:t>	🔹 The program uses enum values such as `Male`, `Female`, `Single`, `Married`, `Red`, `Green`, and `Blue`.</a:t>
            </a:r>
            <a:endParaRPr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By default, enum values start from `0`.</a:t>
            </a:r>
            <a:endParaRPr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9️⃣ Display the information</a:t>
            </a:r>
            <a:endParaRPr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The program displays the stored information and uses the enum values to display meaningful text instead of only numbers.</a:t>
            </a:r>
            <a:endParaRPr sz="2400" b="0" i="0" u="none" strike="noStrike" cap="none" spc="0">
              <a:solidFill>
                <a:srgbClr val="000000"/>
              </a:solidFill>
              <a:latin typeface="Comic Sans MS"/>
              <a:cs typeface="Comic Sans MS"/>
            </a:endParaRPr>
          </a:p>
          <a:p>
            <a:pPr>
              <a:defRPr/>
            </a:pPr>
            <a:endParaRPr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514895473" name="object 3"/>
          <p:cNvSpPr txBox="1"/>
          <p:nvPr/>
        </p:nvSpPr>
        <p:spPr bwMode="auto">
          <a:xfrm>
            <a:off x="380997" y="888075"/>
            <a:ext cx="12367521" cy="4880456"/>
          </a:xfrm>
          <a:prstGeom prst="rect">
            <a:avLst/>
          </a:prstGeom>
        </p:spPr>
        <p:txBody>
          <a:bodyPr vert="horz" wrap="square" lIns="0" tIns="154492" rIns="0" bIns="0" rtlCol="0">
            <a:spAutoFit/>
          </a:bodyPr>
          <a:lstStyle/>
          <a:p>
            <a:pPr>
              <a:defRPr/>
            </a:pPr>
            <a:r>
              <a:rPr sz="4000" b="1">
                <a:latin typeface="Comic Sans MS"/>
              </a:rPr>
              <a:t>💡 </a:t>
            </a:r>
            <a:r>
              <a:rPr lang="sv-SE" sz="4000" b="1">
                <a:latin typeface="Comic Sans MS"/>
              </a:rPr>
              <a:t>Example</a:t>
            </a:r>
            <a:endParaRPr lang="en-GB" sz="4000" b="1" spc="-17">
              <a:solidFill>
                <a:schemeClr val="tx1"/>
              </a:solidFill>
              <a:latin typeface="Comic Sans MS"/>
            </a:endParaRPr>
          </a:p>
          <a:p>
            <a:pPr>
              <a:defRPr/>
            </a:pPr>
            <a:endParaRPr lang="en-GB" sz="2400" spc="-17">
              <a:solidFill>
                <a:schemeClr val="tx1"/>
              </a:solidFill>
              <a:latin typeface="Comic Sans MS"/>
            </a:endParaRPr>
          </a:p>
          <a:p>
            <a:pPr>
              <a:defRPr/>
            </a:pPr>
            <a:r>
              <a:rPr lang="en-US" sz="2400" b="0" i="0" u="none" strike="noStrike" cap="none" spc="0">
                <a:solidFill>
                  <a:srgbClr val="000000"/>
                </a:solidFill>
                <a:latin typeface="Calibri"/>
                <a:ea typeface="Calibri"/>
                <a:cs typeface="Calibri"/>
              </a:rPr>
              <a:t>Name.ContactInfo.Address.City</a:t>
            </a:r>
            <a:endParaRPr lang="en-US" sz="2400" b="0" i="0" u="none" strike="noStrike" cap="none" spc="0">
              <a:solidFill>
                <a:srgbClr val="000000"/>
              </a:solidFill>
              <a:latin typeface="Calibri"/>
              <a:cs typeface="Calibri"/>
            </a:endParaRPr>
          </a:p>
          <a:p>
            <a:pPr>
              <a:defRPr/>
            </a:pPr>
            <a:endParaRPr lang="en-US" sz="2400" b="0" i="0" u="none" strike="noStrike" cap="none" spc="0">
              <a:solidFill>
                <a:srgbClr val="000000"/>
              </a:solidFill>
              <a:latin typeface="Calibri"/>
              <a:cs typeface="Calibri"/>
            </a:endParaRPr>
          </a:p>
          <a:p>
            <a:pPr>
              <a:defRPr/>
            </a:pPr>
            <a:endParaRPr lang="en-US" sz="2400" b="0" i="0" u="none" strike="noStrike" cap="none" spc="0">
              <a:solidFill>
                <a:srgbClr val="000000"/>
              </a:solidFill>
              <a:latin typeface="Calibri"/>
              <a:cs typeface="Calibri"/>
            </a:endParaRPr>
          </a:p>
          <a:p>
            <a:pPr>
              <a:defRPr/>
            </a:pPr>
            <a:r>
              <a:rPr lang="en-US" sz="2400" b="0" i="0" u="none" strike="noStrike" cap="none" spc="0">
                <a:solidFill>
                  <a:srgbClr val="000000"/>
                </a:solidFill>
                <a:latin typeface="Calibri"/>
                <a:ea typeface="Calibri"/>
                <a:cs typeface="Calibri"/>
              </a:rPr>
              <a:t>🔹 This accesses:</a:t>
            </a:r>
            <a:endParaRPr lang="en-US" sz="2400" b="0" i="0" u="none" strike="noStrike" cap="none" spc="0">
              <a:solidFill>
                <a:srgbClr val="000000"/>
              </a:solidFill>
              <a:latin typeface="Calibri"/>
              <a:cs typeface="Calibri"/>
            </a:endParaRPr>
          </a:p>
          <a:p>
            <a:pPr>
              <a:defRPr/>
            </a:pPr>
            <a:r>
              <a:rPr lang="en-US" sz="2400" b="0" i="0" u="none" strike="noStrike" cap="none" spc="0">
                <a:solidFill>
                  <a:srgbClr val="000000"/>
                </a:solidFill>
                <a:latin typeface="Calibri"/>
                <a:ea typeface="Calibri"/>
                <a:cs typeface="Calibri"/>
              </a:rPr>
              <a:t>	🟨 `Name`</a:t>
            </a:r>
            <a:endParaRPr lang="en-US" sz="2400" b="0" i="0" u="none" strike="noStrike" cap="none" spc="0">
              <a:solidFill>
                <a:srgbClr val="000000"/>
              </a:solidFill>
              <a:latin typeface="Calibri"/>
              <a:cs typeface="Calibri"/>
            </a:endParaRPr>
          </a:p>
          <a:p>
            <a:pPr>
              <a:defRPr/>
            </a:pPr>
            <a:r>
              <a:rPr lang="en-US" sz="2400" b="0" i="0" u="none" strike="noStrike" cap="none" spc="0">
                <a:solidFill>
                  <a:srgbClr val="000000"/>
                </a:solidFill>
                <a:latin typeface="Calibri"/>
                <a:ea typeface="Calibri"/>
                <a:cs typeface="Calibri"/>
              </a:rPr>
              <a:t>		🟩 `ContactInfo`</a:t>
            </a:r>
            <a:endParaRPr lang="en-US" sz="2400" b="0" i="0" u="none" strike="noStrike" cap="none" spc="0">
              <a:solidFill>
                <a:srgbClr val="000000"/>
              </a:solidFill>
              <a:latin typeface="Calibri"/>
              <a:cs typeface="Calibri"/>
            </a:endParaRPr>
          </a:p>
          <a:p>
            <a:pPr>
              <a:defRPr/>
            </a:pPr>
            <a:r>
              <a:rPr lang="en-US" sz="2400" b="0" i="0" u="none" strike="noStrike" cap="none" spc="0">
                <a:solidFill>
                  <a:srgbClr val="000000"/>
                </a:solidFill>
                <a:latin typeface="Calibri"/>
                <a:ea typeface="Calibri"/>
                <a:cs typeface="Calibri"/>
              </a:rPr>
              <a:t>		🟩 `Address`</a:t>
            </a:r>
            <a:endParaRPr lang="en-US" sz="2400" b="0" i="0" u="none" strike="noStrike" cap="none" spc="0">
              <a:solidFill>
                <a:srgbClr val="000000"/>
              </a:solidFill>
              <a:latin typeface="Calibri"/>
              <a:cs typeface="Calibri"/>
            </a:endParaRPr>
          </a:p>
          <a:p>
            <a:pPr>
              <a:defRPr/>
            </a:pPr>
            <a:r>
              <a:rPr lang="en-US" sz="2400" b="0" i="0" u="none" strike="noStrike" cap="none" spc="0">
                <a:solidFill>
                  <a:srgbClr val="000000"/>
                </a:solidFill>
                <a:latin typeface="Calibri"/>
                <a:ea typeface="Calibri"/>
                <a:cs typeface="Calibri"/>
              </a:rPr>
              <a:t>		🟩 `City`</a:t>
            </a:r>
            <a:endParaRPr lang="en-US" sz="2400" b="0" i="0" u="none" strike="noStrike" cap="none" spc="0">
              <a:solidFill>
                <a:srgbClr val="000000"/>
              </a:solidFill>
              <a:latin typeface="Calibri"/>
              <a:cs typeface="Calibri"/>
            </a:endParaRPr>
          </a:p>
          <a:p>
            <a:pPr>
              <a:defRPr/>
            </a:pPr>
            <a:r>
              <a:rPr lang="en-US" sz="2400" b="0" i="0" u="none" strike="noStrike" cap="none" spc="0">
                <a:solidFill>
                  <a:srgbClr val="000000"/>
                </a:solidFill>
                <a:latin typeface="Calibri"/>
                <a:ea typeface="Calibri"/>
                <a:cs typeface="Calibri"/>
              </a:rPr>
              <a:t>➡️ Result</a:t>
            </a:r>
            <a:endParaRPr lang="en-US" sz="2400" b="0" i="0" u="none" strike="noStrike" cap="none" spc="0">
              <a:solidFill>
                <a:srgbClr val="000000"/>
              </a:solidFill>
              <a:latin typeface="Calibri"/>
              <a:cs typeface="Calibri"/>
            </a:endParaRPr>
          </a:p>
          <a:p>
            <a:pPr>
              <a:defRPr/>
            </a:pPr>
            <a:r>
              <a:rPr lang="en-US" sz="2400" b="0" i="0" u="none" strike="noStrike" cap="none" spc="0">
                <a:solidFill>
                  <a:srgbClr val="000000"/>
                </a:solidFill>
                <a:latin typeface="Calibri"/>
                <a:ea typeface="Calibri"/>
                <a:cs typeface="Calibri"/>
              </a:rPr>
              <a:t>	🔹 The program reaches the `City` member stored inside the nested structures.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107685672" name="object 3"/>
          <p:cNvSpPr txBox="1"/>
          <p:nvPr/>
        </p:nvSpPr>
        <p:spPr bwMode="auto">
          <a:xfrm>
            <a:off x="380997" y="888075"/>
            <a:ext cx="12358881" cy="4852753"/>
          </a:xfrm>
          <a:prstGeom prst="rect">
            <a:avLst/>
          </a:prstGeom>
        </p:spPr>
        <p:txBody>
          <a:bodyPr vert="horz" wrap="square" lIns="0" tIns="154492" rIns="0" bIns="0" rtlCol="0">
            <a:spAutoFit/>
          </a:bodyPr>
          <a:lstStyle/>
          <a:p>
            <a:pPr>
              <a:defRPr/>
            </a:pPr>
            <a:r>
              <a:rPr sz="4000"/>
              <a:t>📌</a:t>
            </a:r>
            <a:r>
              <a:rPr lang="en-GB" sz="4000" b="1" spc="-17">
                <a:solidFill>
                  <a:schemeClr val="tx1"/>
                </a:solidFill>
                <a:latin typeface="Comic Sans MS"/>
              </a:rPr>
              <a:t> Note</a:t>
            </a:r>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In this program:</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`Male = 0`, `Female = 1`</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`Single = 0`, `Married = 1`</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 `Red = 0`, `Green = 1`, `Blue = 2`</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These values are assigned automatically because no values were explicitly specified.</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`reinterpret_cast&lt;int&amp;&gt;(Gender)` is used here to read the numeric input directly into the enum variable.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This is a low-level technique and is not usually the preferred way to read enum values. It is mainly being used in this example to allow the user to enter the enum's underlying number.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944336474" name="object 3"/>
          <p:cNvSpPr txBox="1"/>
          <p:nvPr/>
        </p:nvSpPr>
        <p:spPr bwMode="auto">
          <a:xfrm>
            <a:off x="380997" y="888075"/>
            <a:ext cx="12361041" cy="2247473"/>
          </a:xfrm>
          <a:prstGeom prst="rect">
            <a:avLst/>
          </a:prstGeom>
        </p:spPr>
        <p:txBody>
          <a:bodyPr vert="horz" wrap="square" lIns="0" tIns="154492" rIns="0" bIns="0" rtlCol="0">
            <a:spAutoFit/>
          </a:bodyPr>
          <a:lstStyle/>
          <a:p>
            <a:pPr>
              <a:defRPr/>
            </a:pPr>
            <a:r>
              <a:rPr lang="en-GB" sz="4000" b="1" spc="-17">
                <a:solidFill>
                  <a:schemeClr val="tx1"/>
                </a:solidFill>
                <a:latin typeface="Comic Sans MS"/>
              </a:rPr>
              <a:t>🚫 Warning</a:t>
            </a:r>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Enum values should be used carefully because entering a number outside the defined enum values can produce a value that does not correspond to one of the named enum members.</a:t>
            </a:r>
            <a:endParaRPr lang="en-GB" sz="2400">
              <a:latin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214746761" name="object 3"/>
          <p:cNvSpPr txBox="1"/>
          <p:nvPr/>
        </p:nvSpPr>
        <p:spPr bwMode="auto">
          <a:xfrm>
            <a:off x="380997" y="888075"/>
            <a:ext cx="12366081" cy="2247473"/>
          </a:xfrm>
          <a:prstGeom prst="rect">
            <a:avLst/>
          </a:prstGeom>
        </p:spPr>
        <p:txBody>
          <a:bodyPr vert="horz" wrap="square" lIns="0" tIns="154492" rIns="0" bIns="0" rtlCol="0">
            <a:spAutoFit/>
          </a:bodyPr>
          <a:lstStyle/>
          <a:p>
            <a:pPr>
              <a:defRPr/>
            </a:pPr>
            <a:r>
              <a:rPr lang="en-GB" sz="4000" b="1" spc="-17">
                <a:solidFill>
                  <a:schemeClr val="tx1"/>
                </a:solidFill>
                <a:latin typeface="Comic Sans MS"/>
              </a:rPr>
              <a:t>⚖️ Comparison</a:t>
            </a:r>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Enum values should be used carefully because entering a number outside the defined enum values can produce a value that does not correspond to one of the named enum members.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0" show="1">
  <p:cSld name="">
    <p:spTree>
      <p:nvGrpSpPr>
        <p:cNvPr id="1" name=""/>
        <p:cNvGrpSpPr/>
        <p:nvPr/>
      </p:nvGrpSpPr>
      <p:grpSpPr bwMode="auto">
        <a:xfrm>
          <a:off x="0" y="0"/>
          <a:ext cx="0" cy="0"/>
          <a:chOff x="0" y="0"/>
          <a:chExt cx="0" cy="0"/>
        </a:xfrm>
      </p:grpSpPr>
      <p:sp>
        <p:nvSpPr>
          <p:cNvPr id="1027859156" name="object 3"/>
          <p:cNvSpPr txBox="1"/>
          <p:nvPr/>
        </p:nvSpPr>
        <p:spPr bwMode="auto">
          <a:xfrm>
            <a:off x="380997" y="888075"/>
            <a:ext cx="12380121" cy="2628220"/>
          </a:xfrm>
          <a:prstGeom prst="rect">
            <a:avLst/>
          </a:prstGeom>
        </p:spPr>
        <p:txBody>
          <a:bodyPr vert="horz" wrap="square" lIns="0" tIns="154492" rIns="0" bIns="0" rtlCol="0">
            <a:spAutoFit/>
          </a:bodyPr>
          <a:lstStyle/>
          <a:p>
            <a:pPr>
              <a:defRPr/>
            </a:pPr>
            <a:r>
              <a:rPr lang="en-GB" sz="4000" b="1" spc="-17">
                <a:solidFill>
                  <a:schemeClr val="tx1"/>
                </a:solidFill>
                <a:latin typeface="Comic Sans MS"/>
              </a:rPr>
              <a:t>✨ Summary</a:t>
            </a:r>
            <a:endParaRPr lang="en-GB" sz="4000" spc="-17">
              <a:solidFill>
                <a:schemeClr val="tx1"/>
              </a:solidFill>
              <a:latin typeface="Comic Sans MS"/>
            </a:endParaRPr>
          </a:p>
          <a:p>
            <a:pPr>
              <a:defRPr/>
            </a:pPr>
            <a:endParaRPr lang="en-GB" sz="2400" spc="-17">
              <a:solidFill>
                <a:schemeClr val="tx1"/>
              </a:solidFill>
              <a:latin typeface="Comic Sans MS"/>
            </a:endParaRPr>
          </a:p>
          <a:p>
            <a:pPr>
              <a:defRPr/>
            </a:pPr>
            <a:r>
              <a:rPr lang="en-GB" sz="2400" b="0" i="0" u="none" strike="noStrike" cap="none" spc="0">
                <a:solidFill>
                  <a:srgbClr val="000000"/>
                </a:solidFill>
                <a:latin typeface="Comic Sans MS"/>
                <a:ea typeface="Comic Sans MS"/>
                <a:cs typeface="Comic Sans MS"/>
              </a:rPr>
              <a:t>✅ Nested structures allow one structure to contain another structure.</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Enums provide named values for a fixed set of choices.</a:t>
            </a:r>
            <a:endParaRPr lang="en-GB" sz="2400" b="0" i="0" u="none" strike="noStrike" cap="none" spc="0">
              <a:solidFill>
                <a:srgbClr val="000000"/>
              </a:solidFill>
              <a:latin typeface="Comic Sans MS"/>
              <a:cs typeface="Comic Sans MS"/>
            </a:endParaRPr>
          </a:p>
          <a:p>
            <a:pPr>
              <a:defRPr/>
            </a:pPr>
            <a:r>
              <a:rPr lang="en-GB" sz="2400" b="0" i="0" u="none" strike="noStrike" cap="none" spc="0">
                <a:solidFill>
                  <a:srgbClr val="000000"/>
                </a:solidFill>
                <a:latin typeface="Comic Sans MS"/>
                <a:ea typeface="Comic Sans MS"/>
                <a:cs typeface="Comic Sans MS"/>
              </a:rPr>
              <a:t>✅ Nested structures and enums make complex data more organized and easier to understand.</a:t>
            </a:r>
            <a:endParaRPr lang="en-GB" sz="2400" b="0" i="0" u="none" strike="noStrike" cap="none" spc="0">
              <a:solidFill>
                <a:srgbClr val="000000"/>
              </a:solidFill>
              <a:latin typeface="Comic Sans MS"/>
              <a:cs typeface="Comic Sans M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7852470" name="object 4"/>
          <p:cNvSpPr txBox="1"/>
          <p:nvPr/>
        </p:nvSpPr>
        <p:spPr bwMode="auto">
          <a:xfrm>
            <a:off x="0" y="4712874"/>
            <a:ext cx="13411200" cy="632652"/>
          </a:xfrm>
          <a:prstGeom prst="rect">
            <a:avLst/>
          </a:prstGeom>
        </p:spPr>
        <p:txBody>
          <a:bodyPr vert="horz" wrap="square" lIns="0" tIns="16934" rIns="0" bIns="0" rtlCol="0">
            <a:spAutoFit/>
          </a:bodyPr>
          <a:lstStyle>
            <a:defPPr>
              <a:defRPr/>
            </a:defPPr>
            <a:lvl1pPr>
              <a:defRPr>
                <a:latin typeface="+mj-lt"/>
                <a:ea typeface="+mj-ea"/>
                <a:cs typeface="+mj-cs"/>
              </a:defRPr>
            </a:lvl1pPr>
          </a:lstStyle>
          <a:p>
            <a:pPr marL="16932" algn="ctr">
              <a:spcBef>
                <a:spcPts val="133"/>
              </a:spcBef>
              <a:defRPr/>
            </a:pPr>
            <a:r>
              <a:rPr lang="sv-SE" sz="4000" b="1" spc="-17">
                <a:solidFill>
                  <a:srgbClr val="FF0000"/>
                </a:solidFill>
                <a:latin typeface="Comic Sans MS"/>
              </a:rPr>
              <a:t>Thank you</a:t>
            </a:r>
            <a:r>
              <a:rPr lang="sv-SE" sz="4000" spc="-21">
                <a:solidFill>
                  <a:srgbClr val="FF0000"/>
                </a:solidFill>
              </a:rPr>
              <a:t> </a:t>
            </a:r>
            <a:r>
              <a:rPr lang="sv-SE" sz="4000" spc="-67">
                <a:solidFill>
                  <a:srgbClr val="FF0000"/>
                </a:solidFill>
                <a:latin typeface="Wingdings"/>
                <a:cs typeface="Wingdings"/>
              </a:rPr>
              <a:t></a:t>
            </a:r>
            <a:endParaRPr lang="sv-SE" sz="4000">
              <a:solidFill>
                <a:srgbClr val="FF0000"/>
              </a:solidFill>
              <a:latin typeface="Wingdings"/>
              <a:cs typeface="Wingding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
  <TotalTime>0</TotalTime>
  <Words>0</Words>
  <Application>ONLYOFFICE/9.4.0.129</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248</cp:revision>
  <dcterms:created xsi:type="dcterms:W3CDTF">2025-12-09T17:44:59Z</dcterms:created>
  <dcterms:modified xsi:type="dcterms:W3CDTF">2026-09-15T08:26:04Z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2025-12-09T00:00:00Z</vt:filetime>
  </property>
  <property fmtid="{D5CDD505-2E9C-101B-9397-08002B2CF9AE}" pid="3" name="Creator">
    <vt:lpwstr>Microsoft® PowerPoint® 2016</vt:lpwstr>
  </property>
  <property fmtid="{D5CDD505-2E9C-101B-9397-08002B2CF9AE}" pid="4" name="LastSaved">
    <vt:filetime>2025-12-09T00:00:00Z</vt:filetime>
  </property>
  <property fmtid="{D5CDD505-2E9C-101B-9397-08002B2CF9AE}" pid="5" name="Producer">
    <vt:lpwstr>www.ilovepdf.com</vt:lpwstr>
  </property>
</Properties>
</file>