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43438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946976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885254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2358976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2988090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1704592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6218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869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3206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5721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81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8094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6764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2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567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7138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1890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553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148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43919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716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664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2992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83595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040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0970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651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035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368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4607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247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759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8079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760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9917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943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704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032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835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29572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8286515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203161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263560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5877238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31392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67609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552108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26972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04342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9089912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3239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496207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7154074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7025237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9245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449197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654958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0007033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111785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285493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200372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0534720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55137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12236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227023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13035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067233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798434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268931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9115966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9347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6772435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98225143" name="object 30"/>
          <p:cNvSpPr txBox="1"/>
          <p:nvPr/>
        </p:nvSpPr>
        <p:spPr bwMode="auto">
          <a:xfrm>
            <a:off x="0" y="1143000"/>
            <a:ext cx="12746994" cy="39143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Parameters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in 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unctions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1805167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7693308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23436883" name="object 30"/>
          <p:cNvSpPr txBox="1"/>
          <p:nvPr/>
        </p:nvSpPr>
        <p:spPr bwMode="auto">
          <a:xfrm>
            <a:off x="106425" y="3084210"/>
            <a:ext cx="13326000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Parameters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in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unctions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797566" name="object 3"/>
          <p:cNvSpPr txBox="1"/>
          <p:nvPr/>
        </p:nvSpPr>
        <p:spPr bwMode="auto">
          <a:xfrm>
            <a:off x="380997" y="888075"/>
            <a:ext cx="12363558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parameter is a variable that allows a function to receive data from the code that calls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Parameters are written inside the function parentheses.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values passed to the function when it is called are called arguments.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770852" name="object 3"/>
          <p:cNvSpPr txBox="1"/>
          <p:nvPr/>
        </p:nvSpPr>
        <p:spPr bwMode="auto">
          <a:xfrm>
            <a:off x="380997" y="888075"/>
            <a:ext cx="12373641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defines MySumFunction() with two parameters: Num1 and Num2.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receives two numbers, adds them together, and returns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values entered by the user are passed to the function when MySumFunction(Num1, Num2) is called.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271933" name="object 3"/>
          <p:cNvSpPr txBox="1"/>
          <p:nvPr/>
        </p:nvSpPr>
        <p:spPr bwMode="auto">
          <a:xfrm>
            <a:off x="380997" y="888075"/>
            <a:ext cx="12381199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Create a function that accepts two integer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Receive the values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parameters Num1 and Num2 receive the values passed to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Perform the operation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Add Num1 and Num2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Return the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Use return to send the calculated sum back to the calling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Call the function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Pass the two variables to MySumFunction().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Display the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Print the returned value using cout.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934680" name="object 3"/>
          <p:cNvSpPr txBox="1"/>
          <p:nvPr/>
        </p:nvSpPr>
        <p:spPr bwMode="auto">
          <a:xfrm>
            <a:off x="380997" y="888075"/>
            <a:ext cx="12368241" cy="55890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Function definition: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int MySumFunction(int Num1, int Num2)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{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return Num1 + Num2;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}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Function call: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MySumFunction(10, 20)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function receives 10 and 20 and returns 30.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If the user enters 10 and 20, the program displays: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The sum is: 30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1500031" name="object 3"/>
          <p:cNvSpPr txBox="1"/>
          <p:nvPr/>
        </p:nvSpPr>
        <p:spPr bwMode="auto">
          <a:xfrm>
            <a:off x="380997" y="888075"/>
            <a:ext cx="12359601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Parameters are defined in the function declaration, for example: int Num1, int Num2.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Arguments are the actual values or variables passed when calling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return sends a value back to the code that called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return type int means the function returns an integer value.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455990" name="object 3"/>
          <p:cNvSpPr txBox="1"/>
          <p:nvPr/>
        </p:nvSpPr>
        <p:spPr bwMode="auto">
          <a:xfrm>
            <a:off x="380997" y="888075"/>
            <a:ext cx="12361761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number and types of arguments should match the function's parameters.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698470" name="object 3"/>
          <p:cNvSpPr txBox="1"/>
          <p:nvPr/>
        </p:nvSpPr>
        <p:spPr bwMode="auto">
          <a:xfrm>
            <a:off x="380997" y="888075"/>
            <a:ext cx="1236680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Function with Parameters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receive data from outside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work with different values each time it is called.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Makes functions more flexible and reusable.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Function without Parameters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receive values from the caller.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only with data already available inside the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May be less flexible for operations that need changing input.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802747" name="object 3"/>
          <p:cNvSpPr txBox="1"/>
          <p:nvPr/>
        </p:nvSpPr>
        <p:spPr bwMode="auto">
          <a:xfrm>
            <a:off x="380997" y="888075"/>
            <a:ext cx="1238084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Parameters allow functions to receive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Arguments are the actual values passed to a function.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Parameters make functions more flexible and reusable.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66281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250</cp:revision>
  <dcterms:created xsi:type="dcterms:W3CDTF">2025-12-09T17:44:59Z</dcterms:created>
  <dcterms:modified xsi:type="dcterms:W3CDTF">2026-09-15T08:43:54Z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