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625451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0879523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1727806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13346542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70102936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87648318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08010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94312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40853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38848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33357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3455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99055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89055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1817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43574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62286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7738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52426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39497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58722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16577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89527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85204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5569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4727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3243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34019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90034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91851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11269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52996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3575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5586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4897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45248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96812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29802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26705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628220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22154580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1946763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2997921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1807279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226763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13163929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9223427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930929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5210897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4849154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752377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30413893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902199663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449466750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02023258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98639841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8491357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701752273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33012207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88263108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76246894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56036947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100801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76101712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06711506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08797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4462163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87732694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4071369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744962185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0933408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95867981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696041419" name="object 30"/>
          <p:cNvSpPr txBox="1"/>
          <p:nvPr/>
        </p:nvSpPr>
        <p:spPr bwMode="auto">
          <a:xfrm>
            <a:off x="0" y="1143000"/>
            <a:ext cx="12761390" cy="391411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endParaRPr lang="en-GB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1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Continue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Statement</a:t>
            </a:r>
            <a:endParaRPr lang="sv-S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66806333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521610056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443531237" name="object 30"/>
          <p:cNvSpPr txBox="1"/>
          <p:nvPr/>
        </p:nvSpPr>
        <p:spPr bwMode="auto">
          <a:xfrm>
            <a:off x="106425" y="3084210"/>
            <a:ext cx="13338236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spc="-17">
                <a:solidFill>
                  <a:srgbClr val="FFFFFF"/>
                </a:solidFill>
                <a:latin typeface="Comic Sans MS"/>
                <a:cs typeface="Comic Sans MS"/>
              </a:rPr>
              <a:t>Programming Using 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Continue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Statement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9982564" name="object 3"/>
          <p:cNvSpPr txBox="1"/>
          <p:nvPr/>
        </p:nvSpPr>
        <p:spPr bwMode="auto">
          <a:xfrm>
            <a:off x="380997" y="888075"/>
            <a:ext cx="12363917" cy="203601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 continue statement is used to skip the current iteration of a loop and move directly to the next iteration.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4493129" name="object 3"/>
          <p:cNvSpPr txBox="1"/>
          <p:nvPr/>
        </p:nvSpPr>
        <p:spPr bwMode="auto">
          <a:xfrm>
            <a:off x="380997" y="888075"/>
            <a:ext cx="12375440" cy="278252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 this program, the for loop reads 5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If the number is greater than 50, continue skips the rest of the current iteration, so that number is not added to sum.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 loop then continues with the next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0577760" name="object 3"/>
          <p:cNvSpPr txBox="1"/>
          <p:nvPr/>
        </p:nvSpPr>
        <p:spPr bwMode="auto">
          <a:xfrm>
            <a:off x="380997" y="888075"/>
            <a:ext cx="12381558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Initialize sum to 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Start a for loop that repeats 5 times.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Read a number from the user.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Check if the number is greater than 50.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If it is greater than 50, use continue to skip the current iteration.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Otherwise, add the number to sum.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After the loop finishes, print the total sum.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5951140" name="object 3"/>
          <p:cNvSpPr txBox="1"/>
          <p:nvPr/>
        </p:nvSpPr>
        <p:spPr bwMode="auto">
          <a:xfrm>
            <a:off x="380997" y="888075"/>
            <a:ext cx="12368601" cy="590903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If the user enters: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10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20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60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30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70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numbers 60 and 70 are skipped.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sum is: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10 + 20 + 30 = 60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➡️ Result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The program adds only the numbers that are 50 or below and ignores numbers greater than 50.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2659830" name="object 3"/>
          <p:cNvSpPr txBox="1"/>
          <p:nvPr/>
        </p:nvSpPr>
        <p:spPr bwMode="auto">
          <a:xfrm>
            <a:off x="380997" y="888075"/>
            <a:ext cx="12359961" cy="151595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 this program, the condition is number &gt; 50, so 50 itself is included in the sum.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0134118" name="object 3"/>
          <p:cNvSpPr txBox="1"/>
          <p:nvPr/>
        </p:nvSpPr>
        <p:spPr bwMode="auto">
          <a:xfrm>
            <a:off x="380997" y="888075"/>
            <a:ext cx="12362121" cy="18817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continue does not stop the loop. It only skips the remaining statements in the current iteration.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3448066" name="object 3"/>
          <p:cNvSpPr txBox="1"/>
          <p:nvPr/>
        </p:nvSpPr>
        <p:spPr bwMode="auto">
          <a:xfrm>
            <a:off x="380997" y="888075"/>
            <a:ext cx="1236716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continue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Skips the current iteration.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loop continues with the next iteration.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Useful when some values should be ignored.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break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Stops the entire loop.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No more iterations are executed.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Useful when the loop should end immediately.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0989220" name="object 3"/>
          <p:cNvSpPr txBox="1"/>
          <p:nvPr/>
        </p:nvSpPr>
        <p:spPr bwMode="auto">
          <a:xfrm>
            <a:off x="380997" y="888075"/>
            <a:ext cx="12381199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continue skips the current loop iteration.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loop continues with the next iteration.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In this example, numbers greater than 50 are skipped and not added to the sum.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108932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254</cp:revision>
  <dcterms:created xsi:type="dcterms:W3CDTF">2025-12-09T17:44:59Z</dcterms:created>
  <dcterms:modified xsi:type="dcterms:W3CDTF">2026-09-15T12:27:47Z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