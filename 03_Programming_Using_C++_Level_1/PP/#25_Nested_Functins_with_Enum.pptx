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2613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17083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291595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530542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903996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2609840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7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7554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887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094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725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40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96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168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908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962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6617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62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139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3958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798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359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7676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877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495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5027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0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963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316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393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308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801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81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816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312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893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50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815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390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9049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875464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77112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17621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98772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95394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056227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88906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000468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70211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51767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0359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95844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0994705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0399656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64845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72696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118960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53776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04009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333323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988802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142005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83815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87773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769569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9464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35200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17343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063217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6497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7188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3601823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70675211" name="object 30"/>
          <p:cNvSpPr txBox="1"/>
          <p:nvPr/>
        </p:nvSpPr>
        <p:spPr bwMode="auto">
          <a:xfrm>
            <a:off x="0" y="1143000"/>
            <a:ext cx="12761031" cy="48285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Nested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Functins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417043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8759221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61841037" name="object 30"/>
          <p:cNvSpPr txBox="1"/>
          <p:nvPr/>
        </p:nvSpPr>
        <p:spPr bwMode="auto">
          <a:xfrm>
            <a:off x="106425" y="3084210"/>
            <a:ext cx="1333715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Nested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Functins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684933" name="object 3"/>
          <p:cNvSpPr txBox="1"/>
          <p:nvPr/>
        </p:nvSpPr>
        <p:spPr bwMode="auto">
          <a:xfrm>
            <a:off x="380997" y="888075"/>
            <a:ext cx="12363917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Nested functions in this context means using multiple functions together, where the result of one function is used as input for another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enum can represent a fixed set of operation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combines functions, an enum, and a switch statement to build a simple calculator.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62238" name="object 3"/>
          <p:cNvSpPr txBox="1"/>
          <p:nvPr/>
        </p:nvSpPr>
        <p:spPr bwMode="auto">
          <a:xfrm>
            <a:off x="380997" y="888075"/>
            <a:ext cx="12374000" cy="54581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four operation types: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ADD → 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SUBTRACT → 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MULTIPLY → 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DIVIDE → /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ReadNumber() reads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ShowOperationsMenu() displays the available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ReadOperation() reads the operation symbol and converts it into the enOperation enum.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Calculate() receives the two numbers and the selected operation, then uses switch to perform the correct calculation.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927961" name="object 3"/>
          <p:cNvSpPr txBox="1"/>
          <p:nvPr/>
        </p:nvSpPr>
        <p:spPr bwMode="auto">
          <a:xfrm>
            <a:off x="380997" y="888075"/>
            <a:ext cx="12381558" cy="711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enum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enOperation and assign each operation its corresponding symbol.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first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ReadNumber() to receive the first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second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ReadNumber() to receive the second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operations menu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Call ShowOperationsMenu() to show the available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Read the operation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Call ReadOperation() to read the selected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Perform the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both numbers and the operation to Calculate().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Select the operation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switch to determine which calculation should be performed.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the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value returned by Calculate().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599679" name="object 3"/>
          <p:cNvSpPr txBox="1"/>
          <p:nvPr/>
        </p:nvSpPr>
        <p:spPr bwMode="auto">
          <a:xfrm>
            <a:off x="380997" y="888075"/>
            <a:ext cx="12368601" cy="81722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First number: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Second number: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Operation: *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operation is converted to: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enOperation::MULTIPLY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Calculate() performs: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10 *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result is: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Result = 50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Example results: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10 + 5 → 15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10 - 5 →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10 * 5 → 50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10 / 5 → 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tries to divide by zero,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Error: Division by zero!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82558" name="object 3"/>
          <p:cNvSpPr txBox="1"/>
          <p:nvPr/>
        </p:nvSpPr>
        <p:spPr bwMode="auto">
          <a:xfrm>
            <a:off x="380997" y="888075"/>
            <a:ext cx="12359961" cy="4464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 values are assigned directly to the operation characters: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 = '+'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SUBTRACT = '-'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MULTIPLY = '*'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DIVIDE = '/'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enOperation(op) converts the character entered by the user into the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Calculate() returns a double because the result of division may contain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division condition checks num2 != 0 before performing division.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406046" name="object 3"/>
          <p:cNvSpPr txBox="1"/>
          <p:nvPr/>
        </p:nvSpPr>
        <p:spPr bwMode="auto">
          <a:xfrm>
            <a:off x="380997" y="888075"/>
            <a:ext cx="123621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Division by zero is not allowed.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handles this case by displaying an error message and returning 0.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084336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Multiple Functions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function has a specific responsibility.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the program easier to understand and maintain.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Functions can be reused independently.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One Large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 operations are placed in one block of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Becomes harder to read as the program grows.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individual tasks harder to reuse.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597490" name="object 3"/>
          <p:cNvSpPr txBox="1"/>
          <p:nvPr/>
        </p:nvSpPr>
        <p:spPr bwMode="auto">
          <a:xfrm>
            <a:off x="380997" y="888075"/>
            <a:ext cx="12381199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Multiple functions can work together to divide a program into clear and reusable tasks.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Enums can represent different operation types and work with switch statements.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Combining functions, enums, and switch creates a clean structure for a calculator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37409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