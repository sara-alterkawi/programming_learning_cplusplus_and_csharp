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4871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72879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197943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846764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745198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15061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964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34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258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181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9018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98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486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8530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556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546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4587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204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37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6149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0992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713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7106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1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691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0896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9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945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4931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64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747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0527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090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214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816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4682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879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73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635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37184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924155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03598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11840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063555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42604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375256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81382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64140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94582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4342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7109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14363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91257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7595746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360963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442455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5551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0052871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86712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822037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363089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038702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20369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584232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2424235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0948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4709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397858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31330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318384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86382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3661415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08224861" name="object 30"/>
          <p:cNvSpPr txBox="1"/>
          <p:nvPr/>
        </p:nvSpPr>
        <p:spPr bwMode="auto">
          <a:xfrm>
            <a:off x="0" y="1143000"/>
            <a:ext cx="12744475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227279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8353359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62945742" name="object 30"/>
          <p:cNvSpPr txBox="1"/>
          <p:nvPr/>
        </p:nvSpPr>
        <p:spPr bwMode="auto">
          <a:xfrm>
            <a:off x="106425" y="3084210"/>
            <a:ext cx="13323481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744890" name="object 3"/>
          <p:cNvSpPr txBox="1"/>
          <p:nvPr/>
        </p:nvSpPr>
        <p:spPr bwMode="auto">
          <a:xfrm>
            <a:off x="380997" y="888075"/>
            <a:ext cx="12363199" cy="24167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function is a reusable block of code designed to perform a specific task.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Functions help organize a program into smaller and more manageable parts.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function can be called whenever its task is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247528" name="object 3"/>
          <p:cNvSpPr txBox="1"/>
          <p:nvPr/>
        </p:nvSpPr>
        <p:spPr bwMode="auto">
          <a:xfrm>
            <a:off x="380997" y="888075"/>
            <a:ext cx="12373281" cy="397261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defines four functions, where each function performs a different task.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`DisplayMyCardInfo()` → displays personal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`PrintSquareStars()` → prints a square made of stars.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`PrintILoveProgramming()` → prints a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`PrintSLetter()` → prints the letter S using stars.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`main()` function calls these functions in sequence.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564594" name="object 3"/>
          <p:cNvSpPr txBox="1"/>
          <p:nvPr/>
        </p:nvSpPr>
        <p:spPr bwMode="auto">
          <a:xfrm>
            <a:off x="380997" y="888075"/>
            <a:ext cx="12380840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first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`DisplayMyCardInfo()` displays the card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the second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`PrintSquareStars()` prints four lines of stars.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Define the third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`PrintILoveProgramming()` prints a programming-related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Define the fourth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`PrintSLetter()` prints the letter S using stars.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the functions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`main()` function calls each function in the required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31099" name="object 3"/>
          <p:cNvSpPr txBox="1"/>
          <p:nvPr/>
        </p:nvSpPr>
        <p:spPr bwMode="auto">
          <a:xfrm>
            <a:off x="380997" y="888075"/>
            <a:ext cx="12367881" cy="48461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 function is defined with: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void DisplayMyCardInfo()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{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    // Code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}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It is called using: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DisplayMyCardInfo();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When the function is called, the code inside the function is executed.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326549" name="object 3"/>
          <p:cNvSpPr txBox="1"/>
          <p:nvPr/>
        </p:nvSpPr>
        <p:spPr bwMode="auto">
          <a:xfrm>
            <a:off x="380997" y="888075"/>
            <a:ext cx="1235924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`void` means that the function does not return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name is followed by parentheses `()`.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that belongs to the function is placed inside `{ }`.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81772" name="object 3"/>
          <p:cNvSpPr txBox="1"/>
          <p:nvPr/>
        </p:nvSpPr>
        <p:spPr bwMode="auto">
          <a:xfrm>
            <a:off x="380997" y="888075"/>
            <a:ext cx="1236140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Defining a function does not execute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must be called for its code to run.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90589" name="object 3"/>
          <p:cNvSpPr txBox="1"/>
          <p:nvPr/>
        </p:nvSpPr>
        <p:spPr bwMode="auto">
          <a:xfrm>
            <a:off x="380997" y="888075"/>
            <a:ext cx="123664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code for a specific task.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called multiple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Helps avoid repeating the same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Without Functions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Code is written directly inside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Repeated code may need to be written multiple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Larger programs become harder to organize.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671827" name="object 3"/>
          <p:cNvSpPr txBox="1"/>
          <p:nvPr/>
        </p:nvSpPr>
        <p:spPr bwMode="auto">
          <a:xfrm>
            <a:off x="380997" y="888075"/>
            <a:ext cx="1238048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function is a reusable block of code that performs a specific task.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are defined separately and executed when they are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Using functions makes programs more organized and easier to maintain.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43494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249</cp:revision>
  <dcterms:created xsi:type="dcterms:W3CDTF">2025-12-09T17:44:59Z</dcterms:created>
  <dcterms:modified xsi:type="dcterms:W3CDTF">2026-09-15T08:37:52Z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