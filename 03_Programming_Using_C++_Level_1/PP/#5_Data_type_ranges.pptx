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5949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487829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556206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194476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817345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439544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586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834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47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047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8301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128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174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1401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36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498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977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571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095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4858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139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024F2-9566-BC1D-94DD-094997C416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47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6483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05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824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529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846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253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6431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129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533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980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745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369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9277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97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174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593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387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2776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157134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231402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11023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801980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80806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99247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9366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40805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3521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53821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7187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650901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3085909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7160907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05291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8089285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56078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1198895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630098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03812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07130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2865536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12574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45381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717151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001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3414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309972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168155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17699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6375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1759590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58553702" name="object 30"/>
          <p:cNvSpPr txBox="1"/>
          <p:nvPr/>
        </p:nvSpPr>
        <p:spPr bwMode="auto">
          <a:xfrm>
            <a:off x="0" y="1143000"/>
            <a:ext cx="12739797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Data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type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ranges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642097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9268063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31521343" name="object 30"/>
          <p:cNvSpPr txBox="1"/>
          <p:nvPr/>
        </p:nvSpPr>
        <p:spPr bwMode="auto">
          <a:xfrm>
            <a:off x="106427" y="3084213"/>
            <a:ext cx="13318803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Data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type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ranges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696031" name="object 3"/>
          <p:cNvSpPr txBox="1"/>
          <p:nvPr/>
        </p:nvSpPr>
        <p:spPr bwMode="auto">
          <a:xfrm>
            <a:off x="380997" y="888075"/>
            <a:ext cx="12357803" cy="292933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Data type ranges define the minimum and maximum values that a variable of a specific data type can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5"/>
              </a:spcBef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Different data types have different ranges depending on their size and whether they allow negative values.</a:t>
            </a: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762469" name="object 3"/>
          <p:cNvSpPr txBox="1"/>
          <p:nvPr/>
        </p:nvSpPr>
        <p:spPr bwMode="auto">
          <a:xfrm>
            <a:off x="380997" y="888075"/>
            <a:ext cx="12370763" cy="3947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example, the original: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Age;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was changed to: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unsigned short Age;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short → uses less memory than a typical int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unsigned → allows only non-negative values.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Age → stores the user's age.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343921" name="object 3"/>
          <p:cNvSpPr txBox="1"/>
          <p:nvPr/>
        </p:nvSpPr>
        <p:spPr bwMode="auto">
          <a:xfrm>
            <a:off x="380997" y="888075"/>
            <a:ext cx="12356363" cy="786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🟦 Steps in main()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-17">
              <a:ln>
                <a:noFill/>
              </a:ln>
              <a:solidFill>
                <a:prstClr val="black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the variables that will store the user's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unsigned short for 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age as a non-negative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Ask for the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getline() to read the user's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for the 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cin to read the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cin.ignore()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Clear the leftover newline before using `getline()`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Ask for the remaining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Read the city, country, salary, gender, and married status.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Calculate Yearly Salary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Multiply the monthly salary by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the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all the values entered by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End the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return 0; to finish the program successfully.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210501" name="object 3"/>
          <p:cNvSpPr txBox="1"/>
          <p:nvPr/>
        </p:nvSpPr>
        <p:spPr bwMode="auto">
          <a:xfrm>
            <a:off x="380997" y="888075"/>
            <a:ext cx="12363923" cy="483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//int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unsigned short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 can store both negative and positive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unsigned short` can store only non-negative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Please enter your Age: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 `43` is stored in the `Age`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02243" name="object 3"/>
          <p:cNvSpPr txBox="1"/>
          <p:nvPr/>
        </p:nvSpPr>
        <p:spPr bwMode="auto">
          <a:xfrm>
            <a:off x="380997" y="888075"/>
            <a:ext cx="12357443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exact range of a data type depends on the C++ implementation and system.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 commonly used implementation, unsigned short can store values from: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 to 65,535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short commonly stores values from: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-32,768 to 32,767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537149" name="object 3"/>
          <p:cNvSpPr txBox="1"/>
          <p:nvPr/>
        </p:nvSpPr>
        <p:spPr bwMode="auto">
          <a:xfrm>
            <a:off x="380997" y="888075"/>
            <a:ext cx="12359963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unsigned types cannot represent negative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try to store a negative value in an unsigned type, the result may not be what you expect.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669750" name="object 3"/>
          <p:cNvSpPr txBox="1"/>
          <p:nvPr/>
        </p:nvSpPr>
        <p:spPr bwMode="auto">
          <a:xfrm>
            <a:off x="380997" y="888075"/>
            <a:ext cx="12360683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short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store negative and positive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 range: -32,768 to 32,767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short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unsigned short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only non-negative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 range: 0 to 65,535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unsigned short Age;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759961" name="object 3"/>
          <p:cNvSpPr txBox="1"/>
          <p:nvPr/>
        </p:nvSpPr>
        <p:spPr bwMode="auto">
          <a:xfrm>
            <a:off x="380997" y="888075"/>
            <a:ext cx="12378323" cy="37932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Data types have different ranges for the values they can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short → whole numbers, including negative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unsigned short → non-negative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unsigned → removes the negative part of the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choice of data type should match the kind of values the variable needs to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8664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229</cp:revision>
  <dcterms:created xsi:type="dcterms:W3CDTF">2025-12-09T17:44:59Z</dcterms:created>
  <dcterms:modified xsi:type="dcterms:W3CDTF">2026-09-06T12:46:12Z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