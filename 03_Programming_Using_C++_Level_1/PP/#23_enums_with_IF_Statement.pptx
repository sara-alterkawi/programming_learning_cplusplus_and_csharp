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8156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606365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44129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2594569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685985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3118420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438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256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673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388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996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58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295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555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473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110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1010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168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110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4193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688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964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324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601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264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3476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8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9317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06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312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684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269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993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946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690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36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527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860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287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43821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719520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16507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02052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11113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82582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818886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843650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34128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63802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81288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843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9889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621897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4941569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411467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141070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960335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8376452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683310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826497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950082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1723099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32034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446433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378466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4425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5185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456208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805577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053476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902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4498686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60431834" name="object 30"/>
          <p:cNvSpPr txBox="1"/>
          <p:nvPr/>
        </p:nvSpPr>
        <p:spPr bwMode="auto">
          <a:xfrm>
            <a:off x="0" y="1143000"/>
            <a:ext cx="12768951" cy="291450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marR="0" indent="0" algn="ctr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marR="0" indent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002060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798456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554688" name="object 30"/>
          <p:cNvSpPr txBox="1"/>
          <p:nvPr/>
        </p:nvSpPr>
        <p:spPr bwMode="auto">
          <a:xfrm>
            <a:off x="106425" y="3084210"/>
            <a:ext cx="1333859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652205" name="object 3"/>
          <p:cNvSpPr txBox="1"/>
          <p:nvPr/>
        </p:nvSpPr>
        <p:spPr bwMode="auto">
          <a:xfrm>
            <a:off x="380997" y="888075"/>
            <a:ext cx="12364277" cy="46412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defines an enum called enSceenColor with four color options.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Red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Green 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Blue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Yellow =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user enters a number, and static_cast converts that number to the enSceenColor enum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ChangeBackgroundColor() then uses if and else if statements to determine which color was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14653" name="object 3"/>
          <p:cNvSpPr txBox="1"/>
          <p:nvPr/>
        </p:nvSpPr>
        <p:spPr bwMode="auto">
          <a:xfrm>
            <a:off x="380997" y="888075"/>
            <a:ext cx="12373641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defines MySumFunction() with two parameters: Num1 and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receives two numbers, adds them together, and returns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values entered by the user are passed to the function when MySumFunction(Num1, Num2) is called.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74140" name="object 3"/>
          <p:cNvSpPr txBox="1"/>
          <p:nvPr/>
        </p:nvSpPr>
        <p:spPr bwMode="auto">
          <a:xfrm>
            <a:off x="380997" y="888075"/>
            <a:ext cx="12381558" cy="7114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enum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enSceenColor with Red, Green, Blue, and Yellow.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Display the menu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Show the available colors and their corresponding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user's choice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entered number in userColor.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the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static_cast&lt;enSceenColor&gt; to convert the integer into an enum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Pass the enum to the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Send the converted value to ChangeBackgroundColor().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Check the selected color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if and else if to compare the enum value with each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Change the console color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Execute the corresponding system command and display the selected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Handle invalid choices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else when the selected value does not match any defined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36404" name="object 3"/>
          <p:cNvSpPr txBox="1"/>
          <p:nvPr/>
        </p:nvSpPr>
        <p:spPr bwMode="auto">
          <a:xfrm>
            <a:off x="380997" y="888075"/>
            <a:ext cx="12368601" cy="60006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value is converted to: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enSceenColor::Blue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executes the Blue condition and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You chose Blue color.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User enters 1 → Red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User enters 2 → Green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User enters 3 → Blue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User enters 4 → Yellow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Any other number → Invalid color choice.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750089" name="object 3"/>
          <p:cNvSpPr txBox="1"/>
          <p:nvPr/>
        </p:nvSpPr>
        <p:spPr bwMode="auto">
          <a:xfrm>
            <a:off x="380997" y="888075"/>
            <a:ext cx="12359961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Red, Green, Blue, and Yellow are enum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 values are explicitly assigned from 1 to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static_cast&lt;enSceenColor&gt;(userColor) converts the integer entered by the user into the enum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system("Color 4F"), for example, is a Windows console command used to change the console colors.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67530" name="object 3"/>
          <p:cNvSpPr txBox="1"/>
          <p:nvPr/>
        </p:nvSpPr>
        <p:spPr bwMode="auto">
          <a:xfrm>
            <a:off x="380997" y="888075"/>
            <a:ext cx="1236212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static_cast does not validate whether the number corresponds to a defined enum member.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10 can be converted to enSceenColor even though 10 is not one of the defined colors. The else statement handles this case.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589751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Enum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Gives meaningful names to related constant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conditions easier to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Groups related choices into one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Integer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numeric values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represent any integer, including values that are not valid color choices.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less descriptive than an enum.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037848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Enums provide meaningful names for a group of related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and else if can be used to handle different enum choices.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static_cast can convert the user's integer input into the enum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74653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