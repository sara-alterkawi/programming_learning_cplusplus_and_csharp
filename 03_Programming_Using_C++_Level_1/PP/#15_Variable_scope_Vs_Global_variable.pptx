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04102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705945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3035374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4004790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5260954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922540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08219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9095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4986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5871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2047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1499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62668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9987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58289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03872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4068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74711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8764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34783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80597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960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084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682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355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6770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9153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5881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13445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69093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4488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28427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9686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734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51340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018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71103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75052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5756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771684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748914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0440388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491386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022142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88278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9928833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2435152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12300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599974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1878412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73836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9146279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396878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348821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8274722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4889796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2602365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76268700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9653135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275498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1258877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9446901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814120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034729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0493038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852526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7252369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9046731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7297438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65167363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805859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04362419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87361612" name="object 30"/>
          <p:cNvSpPr txBox="1"/>
          <p:nvPr/>
        </p:nvSpPr>
        <p:spPr bwMode="auto">
          <a:xfrm>
            <a:off x="0" y="1143000"/>
            <a:ext cx="12751673" cy="591411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Variable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scope</a:t>
            </a:r>
            <a:endParaRPr lang="sv-SE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  <a:p>
            <a:pPr marL="2786346" algn="ctr">
              <a:spcBef>
                <a:spcPts val="672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Vs</a:t>
            </a:r>
            <a:endParaRPr lang="sv-SE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  <a:p>
            <a:pPr marL="2786346" algn="ctr">
              <a:spcBef>
                <a:spcPts val="672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Global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variable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82275287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83518445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10568947" name="object 30"/>
          <p:cNvSpPr txBox="1"/>
          <p:nvPr/>
        </p:nvSpPr>
        <p:spPr bwMode="auto">
          <a:xfrm>
            <a:off x="106425" y="3084210"/>
            <a:ext cx="13329239" cy="31464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spc="-17">
                <a:solidFill>
                  <a:srgbClr val="FFFFFF"/>
                </a:solidFill>
                <a:latin typeface="Comic Sans MS"/>
                <a:cs typeface="Comic Sans MS"/>
              </a:rPr>
              <a:t>Programming Using 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Variable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scope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  <a:p>
            <a:pPr marL="2786346" algn="ctr">
              <a:spcBef>
                <a:spcPts val="672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Vs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  <a:p>
            <a:pPr marL="2786346" algn="ctr">
              <a:spcBef>
                <a:spcPts val="672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Global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variable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6695155" name="object 3"/>
          <p:cNvSpPr txBox="1"/>
          <p:nvPr/>
        </p:nvSpPr>
        <p:spPr bwMode="auto">
          <a:xfrm>
            <a:off x="380997" y="888075"/>
            <a:ext cx="12363917" cy="314828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Variable scope is the part of the program where a variable can be accessed.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local variable is declared inside a function or block and can only be accessed within its scope.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global variable is declared outside all functions and can be accessed from different parts of the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20872" name="object 3"/>
          <p:cNvSpPr txBox="1"/>
          <p:nvPr/>
        </p:nvSpPr>
        <p:spPr bwMode="auto">
          <a:xfrm>
            <a:off x="380997" y="888075"/>
            <a:ext cx="12374000" cy="394753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has three variables with the same name x, but they belong to different scopes.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Global x → declared outside all functions and has the value 30.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Local x inside main() → has the value 10.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Local x inside MyFunction1() → has the value 20.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local variables hide the global variable when they have the same name inside their own scope.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020669" name="object 3"/>
          <p:cNvSpPr txBox="1"/>
          <p:nvPr/>
        </p:nvSpPr>
        <p:spPr bwMode="auto">
          <a:xfrm>
            <a:off x="380997" y="888075"/>
            <a:ext cx="12381558" cy="5621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Declare the global variable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Define x outside all functions with the value 30.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Declare a local variable in MyFunction1()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Define another x inside MyFunction1() with the value 20.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Declare a local variable in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Define another x inside main() with the value 10.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Access the local variable in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cout uses the x declared inside main().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Call MyFunction1()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The function uses its own local 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Access the global variable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Use ::x to explicitly access the global 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031723" name="object 3"/>
          <p:cNvSpPr txBox="1"/>
          <p:nvPr/>
        </p:nvSpPr>
        <p:spPr bwMode="auto">
          <a:xfrm>
            <a:off x="380997" y="888075"/>
            <a:ext cx="12368601" cy="52233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Global variable: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int x = 30;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Local variable: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int x = 10;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Accessing the global variable when a local variable has the same name: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🔹 The program displays: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The value of x inside main is: 10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The value of x inside function is: 20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The Global value of x is: 30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233483" name="object 3"/>
          <p:cNvSpPr txBox="1"/>
          <p:nvPr/>
        </p:nvSpPr>
        <p:spPr bwMode="auto">
          <a:xfrm>
            <a:off x="380997" y="888075"/>
            <a:ext cx="12359961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When a local variable has the same name as a global variable, the local variable takes priority within its scope.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scope resolution operator :: can be used to access the global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this example, ::x refers specifically to the global x.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315149" name="object 3"/>
          <p:cNvSpPr txBox="1"/>
          <p:nvPr/>
        </p:nvSpPr>
        <p:spPr bwMode="auto">
          <a:xfrm>
            <a:off x="380997" y="888075"/>
            <a:ext cx="12362121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Using the same variable name for local and global variables can make code harder to understand.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0657857" name="object 3"/>
          <p:cNvSpPr txBox="1"/>
          <p:nvPr/>
        </p:nvSpPr>
        <p:spPr bwMode="auto">
          <a:xfrm>
            <a:off x="380997" y="888075"/>
            <a:ext cx="1236716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Local Variable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Declared inside a function or block.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only be accessed within its scope.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Usually exists while its function or block is executing.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Global Variable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Declared outside all functions.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be accessed from different functions.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Exists throughout the execution of the program.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6895684" name="object 3"/>
          <p:cNvSpPr txBox="1"/>
          <p:nvPr/>
        </p:nvSpPr>
        <p:spPr bwMode="auto">
          <a:xfrm>
            <a:off x="380997" y="888075"/>
            <a:ext cx="12381199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Local variables are limited to their own scope.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Global variables can be accessed from different parts of the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:: operator can be used to access a global variable when a local variable has the same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73645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251</cp:revision>
  <dcterms:created xsi:type="dcterms:W3CDTF">2025-12-09T17:44:59Z</dcterms:created>
  <dcterms:modified xsi:type="dcterms:W3CDTF">2026-09-15T08:49:28Z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