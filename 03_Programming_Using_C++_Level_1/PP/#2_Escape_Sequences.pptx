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63571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5643605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8111358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3596500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86808167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573119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1880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51925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345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6601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63580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69144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25995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7207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16281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68070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47349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93331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74557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68147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01478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A024F2-9566-BC1D-94DD-094997C416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8397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624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3474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28181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94235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99108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1549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20341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24939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59416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90153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30659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12650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5124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413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00969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59199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8773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219557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4286806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1827047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2040531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69601267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23514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226327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1852385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47053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4965284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86092193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13246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53906222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20928706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77462308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4551441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3243024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0505077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3314257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7602603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92888188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98802379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576181726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157345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2159499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210588124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47137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1557756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72198830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3738990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2019126169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714912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866298410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50120275" name="object 30"/>
          <p:cNvSpPr txBox="1"/>
          <p:nvPr/>
        </p:nvSpPr>
        <p:spPr bwMode="auto">
          <a:xfrm>
            <a:off x="0" y="1143000"/>
            <a:ext cx="12735838" cy="3914372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Escape Sequences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88221859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311223195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730749612" name="object 30"/>
          <p:cNvSpPr txBox="1"/>
          <p:nvPr/>
        </p:nvSpPr>
        <p:spPr bwMode="auto">
          <a:xfrm>
            <a:off x="106430" y="3084216"/>
            <a:ext cx="13314846" cy="175626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spc="-17">
                <a:solidFill>
                  <a:srgbClr val="FFFFFF"/>
                </a:solidFill>
                <a:latin typeface="Comic Sans MS"/>
                <a:cs typeface="Comic Sans MS"/>
              </a:rPr>
              <a:t>Programming Using 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Escape Sequences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176459" name="object 3"/>
          <p:cNvSpPr txBox="1"/>
          <p:nvPr/>
        </p:nvSpPr>
        <p:spPr bwMode="auto">
          <a:xfrm>
            <a:off x="380999" y="888075"/>
            <a:ext cx="12356726" cy="403411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Escape sequences are special character combinations that begin with a backslash `\` and are used inside strings to represent characters or actions that are difficult or impossible to type directly.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In C++, escape sequences usually start with: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\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5"/>
              </a:spcBef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They are commonly used with `cout` to control what is displayed or what 			happens when the program runs.</a:t>
            </a: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1068216" name="object 3"/>
          <p:cNvSpPr txBox="1"/>
          <p:nvPr/>
        </p:nvSpPr>
        <p:spPr bwMode="auto">
          <a:xfrm>
            <a:off x="380999" y="888075"/>
            <a:ext cx="12354926" cy="465628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#include &lt;iostream&gt;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Includes the library needed to use cout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using namespace std;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Allows us to use cout without writing std::cout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cout &lt;&lt; "\a";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Sends the escape sequence \a to the output.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\a represents an alert/bell character.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return 0;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Ends the program successfully.</a:t>
            </a:r>
            <a:endParaRPr lang="sv-SE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268928" name="object 3"/>
          <p:cNvSpPr txBox="1"/>
          <p:nvPr/>
        </p:nvSpPr>
        <p:spPr bwMode="auto">
          <a:xfrm>
            <a:off x="380999" y="888075"/>
            <a:ext cx="12353126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-17">
                <a:ln>
                  <a:noFill/>
                </a:ln>
                <a:solidFill>
                  <a:prstClr val="black"/>
                </a:solidFill>
                <a:latin typeface="Comic Sans MS"/>
              </a:rPr>
              <a:t>🟦 Steps in main()</a:t>
            </a:r>
            <a:endParaRPr/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2400" b="0" i="0" u="none" strike="noStrike" cap="none" spc="-17">
              <a:ln>
                <a:noFill/>
              </a:ln>
              <a:solidFill>
                <a:prstClr val="black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The program starts from 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cout receives the escape sequence \a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C++ interprets \a as an alert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The system processes the alert.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Result: A beep or alert sound may be produced.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082814" name="object 3"/>
          <p:cNvSpPr txBox="1"/>
          <p:nvPr/>
        </p:nvSpPr>
        <p:spPr bwMode="auto">
          <a:xfrm>
            <a:off x="380999" y="888075"/>
            <a:ext cx="12353126" cy="51810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escape sequence \a is called the alert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sends an alert signal to the system, which may produce a beep/bell sound when the program runs.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#include &lt;iostream&gt;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using namespace std;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"\a";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return 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8237569" name="object 3"/>
          <p:cNvSpPr txBox="1"/>
          <p:nvPr/>
        </p:nvSpPr>
        <p:spPr bwMode="auto">
          <a:xfrm>
            <a:off x="380999" y="888075"/>
            <a:ext cx="12353126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\a escape sequence does not display a visible character on the screen.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Whether you actually hear a sound depends on the operating system, terminal, IDE, and sound settings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52323" name="object 3"/>
          <p:cNvSpPr txBox="1"/>
          <p:nvPr/>
        </p:nvSpPr>
        <p:spPr bwMode="auto">
          <a:xfrm>
            <a:off x="380999" y="888075"/>
            <a:ext cx="12357086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confuse the backslash \ with the forward slash /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Escape sequences use the backslash: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"\a"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Not: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"/a"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0761244" name="object 3"/>
          <p:cNvSpPr txBox="1"/>
          <p:nvPr/>
        </p:nvSpPr>
        <p:spPr bwMode="auto">
          <a:xfrm>
            <a:off x="380999" y="888075"/>
            <a:ext cx="12355286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Normal character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Produces visible output.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"A"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Displays A on the screen.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Escape sequence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Starts with \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Represents a special character or action.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"\a"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6776542" name="object 3"/>
          <p:cNvSpPr txBox="1"/>
          <p:nvPr/>
        </p:nvSpPr>
        <p:spPr bwMode="auto">
          <a:xfrm>
            <a:off x="380999" y="888075"/>
            <a:ext cx="12370406" cy="41062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Escape sequences are special character combinations used to represent special characters or control certain output behavior.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</a:t>
            </a: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They begin with a backslash \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\a represents an alert/bell character and may cause the computer to produce a beep.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In your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cout &lt;&lt; "\a";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The program sends an alert signal to the system.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2365349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226</cp:revision>
  <dcterms:created xsi:type="dcterms:W3CDTF">2025-12-09T17:44:59Z</dcterms:created>
  <dcterms:modified xsi:type="dcterms:W3CDTF">2026-09-06T11:33:01Z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