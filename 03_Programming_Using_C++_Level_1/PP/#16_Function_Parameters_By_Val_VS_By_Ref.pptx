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75426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243724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1189788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730039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1128323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001201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244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3254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6662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547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9643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34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867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2868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651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212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8915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297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227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4056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519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551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1969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407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937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00575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8974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1947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5305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94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256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1841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4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849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583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037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14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63270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530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33296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49278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48033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96592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1391335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21151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390849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598719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24570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518084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9066108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88160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718415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0933099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7049060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851801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41687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896564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9447553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012934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559058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984757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4436396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03861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28171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430291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0221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686205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267130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06516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3089116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68235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8133517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46549608" name="object 30"/>
          <p:cNvSpPr txBox="1"/>
          <p:nvPr/>
        </p:nvSpPr>
        <p:spPr bwMode="auto">
          <a:xfrm>
            <a:off x="0" y="1143000"/>
            <a:ext cx="12757792" cy="69134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2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Parameters</a:t>
            </a:r>
            <a:endParaRPr lang="sv-SE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Val</a:t>
            </a:r>
            <a:endParaRPr lang="sv-SE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VS</a:t>
            </a:r>
            <a:endParaRPr lang="sv-SE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Ref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830400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1275420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39090427" name="object 30"/>
          <p:cNvSpPr txBox="1"/>
          <p:nvPr/>
        </p:nvSpPr>
        <p:spPr bwMode="auto">
          <a:xfrm>
            <a:off x="106425" y="3084210"/>
            <a:ext cx="13334638" cy="384096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Function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Parameters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Val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By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54260" name="object 3"/>
          <p:cNvSpPr txBox="1"/>
          <p:nvPr/>
        </p:nvSpPr>
        <p:spPr bwMode="auto">
          <a:xfrm>
            <a:off x="380997" y="888075"/>
            <a:ext cx="12363917" cy="27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Passing by value means that a copy of the variable is passed to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Passing by reference means that the function receives a reference to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reference operator &amp; is used with a parameter to pass it by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215297" name="object 3"/>
          <p:cNvSpPr txBox="1"/>
          <p:nvPr/>
        </p:nvSpPr>
        <p:spPr bwMode="auto">
          <a:xfrm>
            <a:off x="380997" y="888075"/>
            <a:ext cx="12374000" cy="314828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program, the Swap() function receives A and B by reference: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 Swap(int &amp;A, int &amp;B)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A and B are references to the original variables in main(), changing them inside the function also changes the original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uses a temporary variable Temp to exchange the values of A and B.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791501" name="object 3"/>
          <p:cNvSpPr txBox="1"/>
          <p:nvPr/>
        </p:nvSpPr>
        <p:spPr bwMode="auto">
          <a:xfrm>
            <a:off x="380997" y="888075"/>
            <a:ext cx="12381558" cy="5621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Swap() with two reference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Store the first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Store A in the temporary variable Temp.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Move B into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Assign B to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Move the original A into 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Assign Temp to B.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Call the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Pass A and B to Swap().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Display the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Print the values before and after the swap.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021377" name="object 3"/>
          <p:cNvSpPr txBox="1"/>
          <p:nvPr/>
        </p:nvSpPr>
        <p:spPr bwMode="auto">
          <a:xfrm>
            <a:off x="380997" y="888075"/>
            <a:ext cx="12371120" cy="96353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Function using pass by reference: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void Swap(int &amp;A, int &amp;B)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{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int Temp;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Temp = A;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A = B;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B = Temp;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}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 = 10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B = 20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After calling: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Swap(A, B);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original variables become: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 = 20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B = 10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 = 10</a:t>
            </a:r>
            <a:r>
              <a:rPr/>
              <a:t>    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B = 20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program displays: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Before Swap A= 10, B= 20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After Swap inside function A= 20, B= 10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After Swap inside main A= 20, B=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577304" name="object 3"/>
          <p:cNvSpPr txBox="1"/>
          <p:nvPr/>
        </p:nvSpPr>
        <p:spPr bwMode="auto">
          <a:xfrm>
            <a:off x="380997" y="888075"/>
            <a:ext cx="12359961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&amp; in a function parameter means that the parameter is a reference to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Pass by reference is useful when a function needs to modify the original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Swap() function must use references here; if A and B were passed by value, the original values in main() would not change.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254492" name="object 3"/>
          <p:cNvSpPr txBox="1"/>
          <p:nvPr/>
        </p:nvSpPr>
        <p:spPr bwMode="auto">
          <a:xfrm>
            <a:off x="380997" y="888075"/>
            <a:ext cx="1236212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Passing by reference allows the function to modify the original variable, so use it when that behavior is intended.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888097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Pass By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copy of the variable is passed to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inside the function do not affect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a separate value for the parameter.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Pass By Reference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function works with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inside the function affect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&amp; in the parameter declaration.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33839" name="object 3"/>
          <p:cNvSpPr txBox="1"/>
          <p:nvPr/>
        </p:nvSpPr>
        <p:spPr bwMode="auto">
          <a:xfrm>
            <a:off x="380997" y="888075"/>
            <a:ext cx="1238119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Pass by value sends a copy of the variable to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Pass by reference allows the function to work with the original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&amp; operator is used to pass parameters by reference.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02666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252</cp:revision>
  <dcterms:created xsi:type="dcterms:W3CDTF">2025-12-09T17:44:59Z</dcterms:created>
  <dcterms:modified xsi:type="dcterms:W3CDTF">2026-09-15T08:57:49Z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