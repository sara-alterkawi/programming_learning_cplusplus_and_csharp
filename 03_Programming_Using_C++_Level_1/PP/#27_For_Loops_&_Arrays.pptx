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517607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86360922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5556465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65612220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4379724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5342607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15893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90389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46871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49262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899386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21329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1969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16811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24469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91563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83113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13477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58015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1364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02355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41868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57988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39964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05392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1041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78836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20266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39527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37096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23967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6364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51509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88455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6874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35984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52495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7488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8029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7621460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281954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1432947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5779092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8426323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5649468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79121743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5803328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8727854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557811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33470061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22623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6244864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613228517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62578262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37921215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34973135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65346575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664785036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00048029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07897465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8332742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04201523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3453713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42168995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31080375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487061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9548567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48967537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38773040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84952478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6899310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365591269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219575144" name="object 30"/>
          <p:cNvSpPr txBox="1"/>
          <p:nvPr/>
        </p:nvSpPr>
        <p:spPr bwMode="auto">
          <a:xfrm>
            <a:off x="0" y="1143000"/>
            <a:ext cx="12760310" cy="391411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endParaRPr lang="en-GB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1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For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Loops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&amp; 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Arrays</a:t>
            </a:r>
            <a:endParaRPr lang="sv-S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08502736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47366106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074537828" name="object 30"/>
          <p:cNvSpPr txBox="1"/>
          <p:nvPr/>
        </p:nvSpPr>
        <p:spPr bwMode="auto">
          <a:xfrm>
            <a:off x="106425" y="3084210"/>
            <a:ext cx="13337156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spc="-17">
                <a:solidFill>
                  <a:srgbClr val="FFFFFF"/>
                </a:solidFill>
                <a:latin typeface="Comic Sans MS"/>
                <a:cs typeface="Comic Sans MS"/>
              </a:rPr>
              <a:t>Programming Using 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For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Loops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&amp; 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Arrays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0852053" name="object 3"/>
          <p:cNvSpPr txBox="1"/>
          <p:nvPr/>
        </p:nvSpPr>
        <p:spPr bwMode="auto">
          <a:xfrm>
            <a:off x="380997" y="888075"/>
            <a:ext cx="12363917" cy="35140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for loop can be combined with arrays, structures, and functions to process multiple records efficiently.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An array stores multiple structure objects, while functions can read and display each object.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 this program, the user can enter information for N persons and then display all of them.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0910835" name="object 3"/>
          <p:cNvSpPr txBox="1"/>
          <p:nvPr/>
        </p:nvSpPr>
        <p:spPr bwMode="auto">
          <a:xfrm>
            <a:off x="380997" y="888075"/>
            <a:ext cx="12374000" cy="465628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strInfo structure stores: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FirstName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LastName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Age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Phone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Persons[100] is an array that can store up to 100 strInfo objects.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ReadPersonsInfo() uses a for loop to read information for each person.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PrintPersonsInfo() uses another for loop to display the information for each person.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ReadInfo() and PrintInfo() handle the information of one person at a time.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0133013" name="object 3"/>
          <p:cNvSpPr txBox="1"/>
          <p:nvPr/>
        </p:nvSpPr>
        <p:spPr bwMode="auto">
          <a:xfrm>
            <a:off x="380997" y="888075"/>
            <a:ext cx="12381558" cy="711475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Define the structure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Create strInfo with FirstName, LastName, Age, and Phone.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Create the array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Create Persons[100] to store information for multiple persons.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Read the number of persons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Store the user's number in NumberOfPersons.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Start the first loop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Start i at 0 and continue while i &lt;= NumberOfPersons - 1.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Read each person's information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Pass Persons[i] to ReadInfo().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Start the second loop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Loop through all stored persons again.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Print each person's information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Pass Persons[i] to PrintInfo().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Display all records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Continue until all NumberOfPersons records have been processed.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3010909" name="object 3"/>
          <p:cNvSpPr txBox="1"/>
          <p:nvPr/>
        </p:nvSpPr>
        <p:spPr bwMode="auto">
          <a:xfrm>
            <a:off x="380997" y="888075"/>
            <a:ext cx="12368601" cy="67207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If the user enters: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Number of persons = 2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The program stores: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Persons[0] → First person's information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Persons[1] → Second person's information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The loop accesses each person using: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Persons[i]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For the first iteration: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i = 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For the second iteration: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i = 1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➡️ Result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🔹 The program first asks for the information of each person.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🔹 After all information is entered, it displays the information for every person in the array.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7256511" name="object 3"/>
          <p:cNvSpPr txBox="1"/>
          <p:nvPr/>
        </p:nvSpPr>
        <p:spPr bwMode="auto">
          <a:xfrm>
            <a:off x="380997" y="888075"/>
            <a:ext cx="12359961" cy="48377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Array indexes start from 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NumberOfPersons is 3, the valid indexes used are: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2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condition i &lt;= NumberOfPersons - 1 is equivalent to i &lt; NumberOfPersons.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ReadInfo() receives the structure by reference, so it can modify the original structure stored in the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PrintInfo() receives the structure by value, so it works with a copy when displaying the information.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43214" name="object 3"/>
          <p:cNvSpPr txBox="1"/>
          <p:nvPr/>
        </p:nvSpPr>
        <p:spPr bwMode="auto">
          <a:xfrm>
            <a:off x="380997" y="888075"/>
            <a:ext cx="12362121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array has a fixed size of 100, so NumberOfPersons should not be greater than 100.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Using i &lt; NumberOfPersons is usually clearer than i &lt;= NumberOfPersons - 1.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920315" name="object 3"/>
          <p:cNvSpPr txBox="1"/>
          <p:nvPr/>
        </p:nvSpPr>
        <p:spPr bwMode="auto">
          <a:xfrm>
            <a:off x="380997" y="888075"/>
            <a:ext cx="1236716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Using for Loop with an Array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Processes many structure objects automatically.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Avoids repeating the same code for every person.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Works well when the number of records can change.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Without a Loop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Each person would need separate code.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program would become much longer.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Adding more persons would require additional code.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1887591" name="object 3"/>
          <p:cNvSpPr txBox="1"/>
          <p:nvPr/>
        </p:nvSpPr>
        <p:spPr bwMode="auto">
          <a:xfrm>
            <a:off x="380997" y="888075"/>
            <a:ext cx="12381199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Structures organize the information for one person.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Arrays store information for multiple persons.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For loops and functions allow the program to process all persons efficiently.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2547043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254</cp:revision>
  <dcterms:created xsi:type="dcterms:W3CDTF">2025-12-09T17:44:59Z</dcterms:created>
  <dcterms:modified xsi:type="dcterms:W3CDTF">2026-09-15T10:28:15Z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