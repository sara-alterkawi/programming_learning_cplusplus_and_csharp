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565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70005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41473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58016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36967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29606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67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72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773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571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026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412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018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800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973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476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270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352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026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77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90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43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843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791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46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413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624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344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560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647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635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550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336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122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25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53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727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70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4957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09791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13630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97063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454987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9215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63732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6339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12643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1394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750898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141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7188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1732150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78654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546478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3253461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1674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371454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13611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43407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219882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0360837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4252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566018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513548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3042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00709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16555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300458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6740863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09194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8612927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79707059" name="object 30"/>
          <p:cNvSpPr txBox="1"/>
          <p:nvPr/>
        </p:nvSpPr>
        <p:spPr bwMode="auto">
          <a:xfrm>
            <a:off x="0" y="1143000"/>
            <a:ext cx="12736917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002545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625432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5998342" name="object 30"/>
          <p:cNvSpPr txBox="1"/>
          <p:nvPr/>
        </p:nvSpPr>
        <p:spPr bwMode="auto">
          <a:xfrm>
            <a:off x="106429" y="3084215"/>
            <a:ext cx="13315925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727363" name="object 3"/>
          <p:cNvSpPr txBox="1"/>
          <p:nvPr/>
        </p:nvSpPr>
        <p:spPr bwMode="auto">
          <a:xfrm>
            <a:off x="380998" y="888075"/>
            <a:ext cx="12357085" cy="25635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variable is a named storage location in memory used to store a value that can be used and changed while the program is running.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5"/>
              </a:spcBef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variable has a data type, a name, and a value.</a:t>
            </a: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458454" name="object 3"/>
          <p:cNvSpPr txBox="1"/>
          <p:nvPr/>
        </p:nvSpPr>
        <p:spPr bwMode="auto">
          <a:xfrm>
            <a:off x="380998" y="888075"/>
            <a:ext cx="12369325" cy="91356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C++, a variable is commonly created using this structure: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 = "Sara Alterkawi";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→ tells C++ that the variable stores text.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Name → the name of the variable.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"Sara Alterkawi" → the value assigned to the variable.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string is used to store text, such as names, cities, and countries.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 = "Sara Alterkawi";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 is used to store **whole numbers** without decimal places.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Age = 43;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value is 43.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It does not contain a decimal part.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float is used to store numbers that can contain decimal values.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MonthlySalary = 40000;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float can also store values such as: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Price = 19.95;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 is used to store a single character.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Gender = 'F';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bool is used to store a Boolean value, which can be either: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true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or </a:t>
            </a: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false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bool isMarried = true;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Here, isMarried stores the Boolean value true.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027341" name="object 3"/>
          <p:cNvSpPr txBox="1"/>
          <p:nvPr/>
        </p:nvSpPr>
        <p:spPr bwMode="auto">
          <a:xfrm>
            <a:off x="380998" y="888075"/>
            <a:ext cx="12355645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variables and assign values to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Each variable stores a specific type of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Perform calculations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stored values to calculate new values, such as yearly salary.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cout to print the values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End the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return 0; to indicate that the program finished successfully.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870444" name="object 3"/>
          <p:cNvSpPr txBox="1"/>
          <p:nvPr/>
        </p:nvSpPr>
        <p:spPr bwMode="auto">
          <a:xfrm>
            <a:off x="380998" y="888075"/>
            <a:ext cx="12355645" cy="26809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&lt;&lt;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"Name: "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&lt;&lt;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&lt;&lt;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endl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"Name: "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→ text displayed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→ the value stored in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endl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→ moves the cursor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891222" name="object 3"/>
          <p:cNvSpPr txBox="1"/>
          <p:nvPr/>
        </p:nvSpPr>
        <p:spPr bwMode="auto">
          <a:xfrm>
            <a:off x="380998" y="888075"/>
            <a:ext cx="12356725" cy="5576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= operator here is called the assignment operator. It assigns the value on the right to the variable on the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char value is written using single quotes ' '.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"F" would be a string, while 'F' is a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you write: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isMarried;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normally displays: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true, and: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If you want C++ to display the words `true` and `false`, you can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boolalpha &lt;&lt; isMarried;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034131" name="object 3"/>
          <p:cNvSpPr txBox="1"/>
          <p:nvPr/>
        </p:nvSpPr>
        <p:spPr bwMode="auto">
          <a:xfrm>
            <a:off x="380998" y="888075"/>
            <a:ext cx="12359245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double quotes for a char: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char Gender = "F";   // ❌ Wrong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single quotes: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Gender = 'F';   // ✅ 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string, use double quotes: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Gender = "Female";   // ✅ Correct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818624" name="object 3"/>
          <p:cNvSpPr txBox="1"/>
          <p:nvPr/>
        </p:nvSpPr>
        <p:spPr bwMode="auto">
          <a:xfrm>
            <a:off x="380998" y="888075"/>
            <a:ext cx="12359965" cy="8212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"Sweden"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double quotes.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char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'F'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single quotes.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43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decimal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float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floating-point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19.95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contain a decimal part.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492406" name="object 3"/>
          <p:cNvSpPr txBox="1"/>
          <p:nvPr/>
        </p:nvSpPr>
        <p:spPr bwMode="auto">
          <a:xfrm>
            <a:off x="380998" y="888075"/>
            <a:ext cx="12376165" cy="4940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variable stores a value that can be used later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→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int → whole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float → decimal/floating-point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char → one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bool → true or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Variables make programs more useful because we can store data, use it in 	calculations, and display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data_type variable_name = 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Age = 43;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39428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227</cp:revision>
  <dcterms:created xsi:type="dcterms:W3CDTF">2025-12-09T17:44:59Z</dcterms:created>
  <dcterms:modified xsi:type="dcterms:W3CDTF">2026-09-06T12:05:08Z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