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6135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627707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304073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457886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742407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345349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06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806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103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851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162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863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983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07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287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51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924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526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35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9965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304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65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5413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9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199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827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30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858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81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977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0071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049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989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020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897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522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068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2439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131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42982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758247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957304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71260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09230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33692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443405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6601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525470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38838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12530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6696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686649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3694035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7365121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89332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652134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082543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213046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9178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9896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851132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966143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37013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02928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08357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1861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719617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67665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27920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348876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49050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1789796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15726063" name="object 30"/>
          <p:cNvSpPr txBox="1"/>
          <p:nvPr/>
        </p:nvSpPr>
        <p:spPr bwMode="auto">
          <a:xfrm>
            <a:off x="0" y="1143000"/>
            <a:ext cx="12758871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24143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083119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96229207" name="object 30"/>
          <p:cNvSpPr txBox="1"/>
          <p:nvPr/>
        </p:nvSpPr>
        <p:spPr bwMode="auto">
          <a:xfrm>
            <a:off x="106425" y="3084210"/>
            <a:ext cx="1333571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456188" name="object 3"/>
          <p:cNvSpPr txBox="1"/>
          <p:nvPr/>
        </p:nvSpPr>
        <p:spPr bwMode="auto">
          <a:xfrm>
            <a:off x="380997" y="888075"/>
            <a:ext cx="12363917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for loop is a repetition statement used to execute a block of code multiple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for loop is useful when the number of repetitions is known or controlled by a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the loop prints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104671" name="object 3"/>
          <p:cNvSpPr txBox="1"/>
          <p:nvPr/>
        </p:nvSpPr>
        <p:spPr bwMode="auto">
          <a:xfrm>
            <a:off x="380997" y="888075"/>
            <a:ext cx="12374000" cy="27900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asks the user to enter a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 loop starts with i = 1 and continues while i &lt;=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each iteration, i++ increases the value of i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stops when i becomes greater than 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46797" name="object 3"/>
          <p:cNvSpPr txBox="1"/>
          <p:nvPr/>
        </p:nvSpPr>
        <p:spPr bwMode="auto">
          <a:xfrm>
            <a:off x="380997" y="888075"/>
            <a:ext cx="12381558" cy="5994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input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Read the user's number and store it in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the counter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Start the loop with i =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the condition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Continue while i &lt;=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Execute the loop body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the current value of i.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Increment the counter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i++ to increase i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Stop the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When i becomes greater than N, the loop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890491" name="object 3"/>
          <p:cNvSpPr txBox="1"/>
          <p:nvPr/>
        </p:nvSpPr>
        <p:spPr bwMode="auto">
          <a:xfrm>
            <a:off x="380997" y="888075"/>
            <a:ext cx="12368601" cy="59548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N = 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loop produces: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prints all numbers starting from 1 up to the number entered by the user.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For N = 5: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1 2 3 4 5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52368" name="object 3"/>
          <p:cNvSpPr txBox="1"/>
          <p:nvPr/>
        </p:nvSpPr>
        <p:spPr bwMode="auto">
          <a:xfrm>
            <a:off x="380997" y="888075"/>
            <a:ext cx="12359961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general structure of a for loop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(initialization; condition; update)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1; i &lt;= N;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 i = 1 initializes the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 &lt;= N is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i++ increases the counter after each iteration.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529663" name="object 3"/>
          <p:cNvSpPr txBox="1"/>
          <p:nvPr/>
        </p:nvSpPr>
        <p:spPr bwMode="auto">
          <a:xfrm>
            <a:off x="380997" y="888075"/>
            <a:ext cx="123621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Make sure the loop condition can eventually become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condition always remains true, the loop can become an infinite loop.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93788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for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when a counter controls the repetitions.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Initialization, condition, and increment are written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counting loops easy to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Without a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number would need to be printed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More code would be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Repeating or changing the range would be harder.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886157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for loop repeats a block of code while its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counter can control how many times the loop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for loop commonly contains initialization, condition, and update.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22634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2026-09-15T10:14:26Z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