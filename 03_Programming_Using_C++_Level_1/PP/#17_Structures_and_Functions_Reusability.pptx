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15384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6887215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4592622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1407729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9877175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0473225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09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37925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8201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7993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24486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232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0231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47340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941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446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12065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1621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5550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35943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926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30736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28597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96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6053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29562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555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3499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410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0701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57585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0300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6113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3576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2190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816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70537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77113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5369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89958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046070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290903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573378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2534844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04365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0704991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904349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799459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241427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8923746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45399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0937765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1814274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4268519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841418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8434321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96122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843376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48295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396427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455441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5465338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6302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031808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8785400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88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307789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626686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104298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0896922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4635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0341048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518366398" name="object 30"/>
          <p:cNvSpPr txBox="1"/>
          <p:nvPr/>
        </p:nvSpPr>
        <p:spPr bwMode="auto">
          <a:xfrm>
            <a:off x="0" y="1143000"/>
            <a:ext cx="12760311" cy="48285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Structures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and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Functions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Reusability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4602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2149436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15563931" name="object 30"/>
          <p:cNvSpPr txBox="1"/>
          <p:nvPr/>
        </p:nvSpPr>
        <p:spPr bwMode="auto">
          <a:xfrm>
            <a:off x="106425" y="3084210"/>
            <a:ext cx="1333715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Structures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Functions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Reusability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2876177" name="object 3"/>
          <p:cNvSpPr txBox="1"/>
          <p:nvPr/>
        </p:nvSpPr>
        <p:spPr bwMode="auto">
          <a:xfrm>
            <a:off x="380997" y="888075"/>
            <a:ext cx="12363917" cy="27825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structure can group related data into one custom data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Functions can receive a structure as a parameter and work with all of its members.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Structure reusability means the same structure and functions can be reused for multiple objects containing the same type of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441476" name="object 3"/>
          <p:cNvSpPr txBox="1"/>
          <p:nvPr/>
        </p:nvSpPr>
        <p:spPr bwMode="auto">
          <a:xfrm>
            <a:off x="380997" y="888075"/>
            <a:ext cx="12374000" cy="464129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defines a strInfo structure containing personal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Name, Age, City, Country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MonthlyIncome, YearlyIncome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Gender, Marrid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ReadInfo() receives the structure by reference so it can store user input directly into the original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PrintInfo() receives the structure by const reference so it can read and display the information without modifying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same functions can be reused with other strInfo variables.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3831539" name="object 3"/>
          <p:cNvSpPr txBox="1"/>
          <p:nvPr/>
        </p:nvSpPr>
        <p:spPr bwMode="auto">
          <a:xfrm>
            <a:off x="380997" y="888075"/>
            <a:ext cx="12381558" cy="6368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the structure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Create strInfo and add all required personal information members.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the ReadInfo() function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Pass the structure by reference and store the user's input in its members.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Calculate yearly income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Calculate YearlyIncome using MonthlyIncome × 12.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Create the PrintInfo() function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Pass the structure by const reference and display its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Create a structure variable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Create Person1Info using the strInfo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Read the information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Pass Person1Info to ReadInfo().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information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Pass Person1Info to PrintInfo().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830004" name="object 3"/>
          <p:cNvSpPr txBox="1"/>
          <p:nvPr/>
        </p:nvSpPr>
        <p:spPr bwMode="auto">
          <a:xfrm>
            <a:off x="380997" y="888075"/>
            <a:ext cx="12368601" cy="707501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Structure variable: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strInfo Person1Info;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Reading information: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ReadInfo(Person1Info);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Printing information: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PrintInfo(Person1Info);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same functions can also be used with another variable: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strInfo Person2Info;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ReadInfo(Person2Info);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PrintInfo(Person2Info);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The program reads the user's personal information, calculates yearly income, and then displays all stored information.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For example, if MonthlyIncome is 3000: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YearlyIncome = 3000 × 12 = 36000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549536" name="object 3"/>
          <p:cNvSpPr txBox="1"/>
          <p:nvPr/>
        </p:nvSpPr>
        <p:spPr bwMode="auto">
          <a:xfrm>
            <a:off x="380997" y="888075"/>
            <a:ext cx="12359961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ReadInfo(strInfo&amp; Info) uses a non-const reference because it needs to modify Info.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PrintInfo(const strInfo&amp; Info) uses a const reference because it only reads Info.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dot operator . is used to access structure members, such as Info.Name and Info.Age.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ternary operator is used to display the Boolean Marrid value as Yes or No.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896944" name="object 3"/>
          <p:cNvSpPr txBox="1"/>
          <p:nvPr/>
        </p:nvSpPr>
        <p:spPr bwMode="auto">
          <a:xfrm>
            <a:off x="380997" y="888075"/>
            <a:ext cx="12362121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a function only needs to read a structure, using const reference is safer because it prevents accidental modification.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19527" name="object 3"/>
          <p:cNvSpPr txBox="1"/>
          <p:nvPr/>
        </p:nvSpPr>
        <p:spPr bwMode="auto">
          <a:xfrm>
            <a:off x="380997" y="888075"/>
            <a:ext cx="123671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Passing Structure By Reference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Allows the function to modify the original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by ReadInfo() to store user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Avoids creating a separate copy of the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Passing Structure By Const Reference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Allows the function to read the original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Prevents the function from modifying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by PrintInfo() because it only needs to display the data.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120555" name="object 3"/>
          <p:cNvSpPr txBox="1"/>
          <p:nvPr/>
        </p:nvSpPr>
        <p:spPr bwMode="auto">
          <a:xfrm>
            <a:off x="380997" y="888075"/>
            <a:ext cx="1238119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Structures group related information into one custom data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Functions can receive structures by reference or const reference.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Combining structures and functions makes code more reusable and organized.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29788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253</cp:revision>
  <dcterms:created xsi:type="dcterms:W3CDTF">2025-12-09T17:44:59Z</dcterms:created>
  <dcterms:modified xsi:type="dcterms:W3CDTF">2026-09-15T09:03:41Z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