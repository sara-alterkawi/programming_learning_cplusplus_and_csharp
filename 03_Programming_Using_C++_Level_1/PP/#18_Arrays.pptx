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574820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13901907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94716198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564325414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627303332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984557115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406266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946513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46052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61800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883224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74081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72443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464539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76254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83572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1546747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73221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82556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902773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940174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57835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099198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74056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3044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936019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14690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149557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565799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83381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780637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821208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4432066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176011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160317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69716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94743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163630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59687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1100893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82548029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38152133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17466486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860146356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7433284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34848284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70219039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63090740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6928686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828139821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5585972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41230672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648414032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840740795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08241577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313666336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31050770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791700984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289311711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76114650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78003911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871225429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7791798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29649595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434946635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4866799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89016665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144047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15705145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417958380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3022289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312611492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964419355" name="object 30"/>
          <p:cNvSpPr txBox="1"/>
          <p:nvPr/>
        </p:nvSpPr>
        <p:spPr bwMode="auto">
          <a:xfrm>
            <a:off x="0" y="1143000"/>
            <a:ext cx="12759591" cy="391411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Programming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Using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C++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1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  <a:defRPr/>
            </a:pPr>
            <a:endParaRPr lang="en-GB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1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Arrays</a:t>
            </a:r>
            <a:endParaRPr lang="sv-SE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977661797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570231490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752414431" name="object 30"/>
          <p:cNvSpPr txBox="1"/>
          <p:nvPr/>
        </p:nvSpPr>
        <p:spPr bwMode="auto">
          <a:xfrm>
            <a:off x="106425" y="3084210"/>
            <a:ext cx="13336437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sz="4000" spc="-17">
                <a:solidFill>
                  <a:srgbClr val="FFFFFF"/>
                </a:solidFill>
                <a:latin typeface="Comic Sans MS"/>
                <a:cs typeface="Comic Sans MS"/>
              </a:rPr>
              <a:t>Programming Using C++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1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Arrays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0098735" name="object 3"/>
          <p:cNvSpPr txBox="1"/>
          <p:nvPr/>
        </p:nvSpPr>
        <p:spPr bwMode="auto">
          <a:xfrm>
            <a:off x="380997" y="888075"/>
            <a:ext cx="12363917" cy="2782525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 marL="21912">
              <a:spcBef>
                <a:spcPts val="1215"/>
              </a:spcBef>
              <a:defRPr/>
            </a:pPr>
            <a:endParaRPr lang="en-GB" sz="2400" spc="-17">
              <a:solidFill>
                <a:schemeClr val="tx1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An array is a collection of multiple values of the same data type stored under one variable name.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Each value in an array is accessed using an index.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Array indexes start from 0.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2579706" name="object 3"/>
          <p:cNvSpPr txBox="1"/>
          <p:nvPr/>
        </p:nvSpPr>
        <p:spPr bwMode="auto">
          <a:xfrm>
            <a:off x="380997" y="888075"/>
            <a:ext cx="12374000" cy="3589269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 marL="21912">
              <a:spcBef>
                <a:spcPts val="1215"/>
              </a:spcBef>
              <a:defRPr/>
            </a:pPr>
            <a:endParaRPr lang="en-GB" sz="2400" spc="-17">
              <a:solidFill>
                <a:schemeClr val="tx1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This program creates an array called Grades that can store 3 float values.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elements are accessed using indexes: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🟨 Grades[0] → first grade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🟨 Grades[1] → second grade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🟨 Grades[2] → third grade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program reads the three grades and calculates their average.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5707316" name="object 3"/>
          <p:cNvSpPr txBox="1"/>
          <p:nvPr/>
        </p:nvSpPr>
        <p:spPr bwMode="auto">
          <a:xfrm>
            <a:off x="380997" y="888075"/>
            <a:ext cx="12381558" cy="562174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Steps in main()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Declare the array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Create an array that can store 3 float values.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Enter the first grade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Store the value in Grades[0].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Enter the second grade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Store the value in Grades[1].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Enter the third grade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Store the value in Grades[2].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Calculate the average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Add the three array elements and divide the result by 3.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6️⃣ Display the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Print the calculated average using cout.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2621965" name="object 3"/>
          <p:cNvSpPr txBox="1"/>
          <p:nvPr/>
        </p:nvSpPr>
        <p:spPr bwMode="auto">
          <a:xfrm>
            <a:off x="380997" y="888075"/>
            <a:ext cx="12368601" cy="8172296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🔹 Array declaration: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float Grades[3];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🔹 The array contains 3 elements: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Grades[0]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Grades[1]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Grades[2]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🔹 If the grades are: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Grades[0] = 80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Grades[1] = 90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Grades[2] = 70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🔹 The average is 80.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➡️ Result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🔹 If the user enters: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	Grade1 = 80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	Grade2 = 90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	Grade3 = 70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🔹 The program displays: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	The average of grade is: 80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7575934" name="object 3"/>
          <p:cNvSpPr txBox="1"/>
          <p:nvPr/>
        </p:nvSpPr>
        <p:spPr bwMode="auto">
          <a:xfrm>
            <a:off x="380997" y="888075"/>
            <a:ext cx="12359961" cy="263571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number inside the brackets when declaring an array represents its size.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float Grades[3] creates space for 3 float elements.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first index is always 0.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For an array of size 3, the valid indexes are 0, 1, and 2.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5594299" name="object 3"/>
          <p:cNvSpPr txBox="1"/>
          <p:nvPr/>
        </p:nvSpPr>
        <p:spPr bwMode="auto">
          <a:xfrm>
            <a:off x="380997" y="888075"/>
            <a:ext cx="12362121" cy="188920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Do not access an index outside the array's valid range.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For Grades[3], Grades[3] is invalid because the last valid index is Grades[2].</a:t>
            </a:r>
            <a:endParaRPr lang="en-GB"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7397967" name="object 3"/>
          <p:cNvSpPr txBox="1"/>
          <p:nvPr/>
        </p:nvSpPr>
        <p:spPr bwMode="auto">
          <a:xfrm>
            <a:off x="380997" y="888075"/>
            <a:ext cx="12367161" cy="449448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Array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Stores multiple values of the same data type.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Uses one variable name with different indexes.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Makes it easier to work with collections of related values.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Separate Variables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Each value needs its own variable.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Values have different variable names.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Managing many related values becomes harder.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3226221" name="object 3"/>
          <p:cNvSpPr txBox="1"/>
          <p:nvPr/>
        </p:nvSpPr>
        <p:spPr bwMode="auto">
          <a:xfrm>
            <a:off x="380997" y="888075"/>
            <a:ext cx="12381199" cy="22624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An array stores multiple values of the same data type.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Array indexes start from 0.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Arrays make it easier to store and work with collections of related values.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7855316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253</cp:revision>
  <dcterms:created xsi:type="dcterms:W3CDTF">2025-12-09T17:44:59Z</dcterms:created>
  <dcterms:modified xsi:type="dcterms:W3CDTF">2026-09-15T09:09:18Z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