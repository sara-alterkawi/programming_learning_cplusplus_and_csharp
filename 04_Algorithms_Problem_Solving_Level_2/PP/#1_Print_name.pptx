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04770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8758365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60703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3223598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75975934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2328740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573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4893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6308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1182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50372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65699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4574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58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5456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0800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19224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8073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249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35666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187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729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83799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076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0136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31393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3749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5400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3626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652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804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9292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5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470566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7828381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466187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8701729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2626683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15136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0157470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212393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791265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921228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1404001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31445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525720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578054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0144019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796490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2161041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42810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82508397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3687461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484873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797319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7837273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85924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270291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1033139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64045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788853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236448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1025211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8071824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74070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05527274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348321578" name="object 30"/>
          <p:cNvSpPr txBox="1"/>
          <p:nvPr/>
        </p:nvSpPr>
        <p:spPr bwMode="auto">
          <a:xfrm>
            <a:off x="0" y="1143000"/>
            <a:ext cx="12760309" cy="39141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 Problem 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name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655230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4368760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710928243" name="object 30"/>
          <p:cNvSpPr txBox="1"/>
          <p:nvPr/>
        </p:nvSpPr>
        <p:spPr bwMode="auto">
          <a:xfrm>
            <a:off x="106425" y="3084210"/>
            <a:ext cx="1333715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 Problem 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name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740941" name="object 3"/>
          <p:cNvSpPr txBox="1"/>
          <p:nvPr/>
        </p:nvSpPr>
        <p:spPr bwMode="auto">
          <a:xfrm>
            <a:off x="380997" y="888075"/>
            <a:ext cx="12363917" cy="240927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uses a function to print a name on the screen.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function is a reusable block of code that performs a specific task. Here, the function PrintName receives a name as a parameter and displays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217878" name="object 3"/>
          <p:cNvSpPr txBox="1"/>
          <p:nvPr/>
        </p:nvSpPr>
        <p:spPr bwMode="auto">
          <a:xfrm>
            <a:off x="380997" y="888075"/>
            <a:ext cx="12374000" cy="278252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PrintName has one parameter of type string called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PrintName("Sara Alterkawi") is called, the text "Sara Alterkawi" is passed to the Name parameter.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then uses cout to display the name.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668517" name="object 3"/>
          <p:cNvSpPr txBox="1"/>
          <p:nvPr/>
        </p:nvSpPr>
        <p:spPr bwMode="auto">
          <a:xfrm>
            <a:off x="380997" y="888075"/>
            <a:ext cx="12381558" cy="300896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the PrintName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Add a string parameter called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Use cout to print the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Call PrintName() from main().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Pass "Sara Alterkawi" as the argument.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541179" name="object 3"/>
          <p:cNvSpPr txBox="1"/>
          <p:nvPr/>
        </p:nvSpPr>
        <p:spPr bwMode="auto">
          <a:xfrm>
            <a:off x="380997" y="888075"/>
            <a:ext cx="12368601" cy="334871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PrintName("Sara Alterkawi");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function receives "Sara Alterkawi" as the value of Name and prints: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Your Name is: Sara Alterkawi.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The program displays the name surrounded by asterisks.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436191" name="object 3"/>
          <p:cNvSpPr txBox="1"/>
          <p:nvPr/>
        </p:nvSpPr>
        <p:spPr bwMode="auto">
          <a:xfrm>
            <a:off x="380997" y="888075"/>
            <a:ext cx="12359961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Name is the parameter, while "Sara Alterkawi" is the argument passed to the function.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5159605" name="object 3"/>
          <p:cNvSpPr txBox="1"/>
          <p:nvPr/>
        </p:nvSpPr>
        <p:spPr bwMode="auto">
          <a:xfrm>
            <a:off x="380997" y="888075"/>
            <a:ext cx="12381199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function can receive data through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string argument is passed to the Name parameter.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PrintName() displays the received name on the screen.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8245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255</cp:revision>
  <dcterms:created xsi:type="dcterms:W3CDTF">2025-12-09T17:44:59Z</dcterms:created>
  <dcterms:modified xsi:type="dcterms:W3CDTF">2026-09-15T14:00:55Z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