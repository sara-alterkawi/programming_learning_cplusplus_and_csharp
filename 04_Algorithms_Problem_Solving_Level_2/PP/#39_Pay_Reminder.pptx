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37466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6210277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7509296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3012135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5780573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6090495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120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6857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909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0397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6324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1819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4792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80149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977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640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7894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71161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4522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6645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20180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426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78254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6238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85149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39183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92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96462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39403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5245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611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92414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3198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924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46889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518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19391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48721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8452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83075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011033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611313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672758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3473104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70787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2566466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553089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021696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954883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7333660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37770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303147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9590526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1521147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53111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3459446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778126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2078556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8474712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747973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30843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3681100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38373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526606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9170372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08838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573134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170839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142443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1865282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78010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40586576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93811661" name="object 30"/>
          <p:cNvSpPr txBox="1"/>
          <p:nvPr/>
        </p:nvSpPr>
        <p:spPr bwMode="auto">
          <a:xfrm>
            <a:off x="0" y="1143000"/>
            <a:ext cx="1286324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Pay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Reminder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142206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3880806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31527563" name="object 30"/>
          <p:cNvSpPr txBox="1"/>
          <p:nvPr/>
        </p:nvSpPr>
        <p:spPr bwMode="auto">
          <a:xfrm>
            <a:off x="106425" y="3084210"/>
            <a:ext cx="13446571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Pay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Reminder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2116683" name="object 3"/>
          <p:cNvSpPr txBox="1"/>
          <p:nvPr/>
        </p:nvSpPr>
        <p:spPr bwMode="auto">
          <a:xfrm>
            <a:off x="380997" y="888075"/>
            <a:ext cx="12365714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the total bill and the amount of cash paid by the customer, then calculates the remaining amount to be returned.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calculation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CashPaid - TotalBill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a structure, functions, and returned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796342" name="object 3"/>
          <p:cNvSpPr txBox="1"/>
          <p:nvPr/>
        </p:nvSpPr>
        <p:spPr bwMode="auto">
          <a:xfrm>
            <a:off x="380997" y="888075"/>
            <a:ext cx="12375076" cy="499956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struct `stBill` groups the related bill information: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TotalBill stores the total cost.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CashPaid stores the amount paid by the customer.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readInput() reads both values and returns them as an `stBill`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calculateReminder() subtracts the total bill from the cash paid.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customer pays more than the bill, the result is the amount of change to return.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printReminder() displays the calculated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main(), the structure is passed through the calculation function, and the result is passed to the printing function.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447846" name="object 3"/>
          <p:cNvSpPr txBox="1"/>
          <p:nvPr/>
        </p:nvSpPr>
        <p:spPr bwMode="auto">
          <a:xfrm>
            <a:off x="380997" y="888075"/>
            <a:ext cx="12382635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the `stBill`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total bill.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Read the cash paid.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Return the bill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Calculate `CashPaid - TotalBill`.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Return the calculated remainder.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775188" name="object 3"/>
          <p:cNvSpPr txBox="1"/>
          <p:nvPr/>
        </p:nvSpPr>
        <p:spPr bwMode="auto">
          <a:xfrm>
            <a:off x="380997" y="888075"/>
            <a:ext cx="12370761" cy="42436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Total Bill: 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Cash Paid: 50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calculation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50 - 20 = 30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Remainder = 30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85353" name="object 3"/>
          <p:cNvSpPr txBox="1"/>
          <p:nvPr/>
        </p:nvSpPr>
        <p:spPr bwMode="auto">
          <a:xfrm>
            <a:off x="380997" y="888075"/>
            <a:ext cx="12361041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assumes that CashPaid is greater than or equal to TotalBill.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customer pays exactly the bill amount, the remainder is `0`.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672113" name="object 3"/>
          <p:cNvSpPr txBox="1"/>
          <p:nvPr/>
        </p:nvSpPr>
        <p:spPr bwMode="auto">
          <a:xfrm>
            <a:off x="380997" y="888075"/>
            <a:ext cx="12363199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CashPaid is less than TotalBill, the function returns a negative value. The program does not currently handle insufficient payment separately.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789987" name="object 3"/>
          <p:cNvSpPr txBox="1"/>
          <p:nvPr/>
        </p:nvSpPr>
        <p:spPr bwMode="auto">
          <a:xfrm>
            <a:off x="380997" y="888075"/>
            <a:ext cx="123682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CashPaid &gt; TotalBill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customer paid more than the bill.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difference is returned as change.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50 - 20 = 30.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CashPaid &lt; TotalBill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customer did not pay enough.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result is negative.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program does not display a specific insufficient-payment message.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799879" name="object 3"/>
          <p:cNvSpPr txBox="1"/>
          <p:nvPr/>
        </p:nvSpPr>
        <p:spPr bwMode="auto">
          <a:xfrm>
            <a:off x="380997" y="888075"/>
            <a:ext cx="12382276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structure can group related bill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remainder is calculated using `CashPaid - TotalBill`.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Functions separate input, calculation, and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negative result indicates that the cash paid is less than the total bill.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13524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279</cp:revision>
  <dcterms:created xsi:type="dcterms:W3CDTF">2025-12-09T17:44:59Z</dcterms:created>
  <dcterms:modified xsi:type="dcterms:W3CDTF">2026-09-17T09:18:09Z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