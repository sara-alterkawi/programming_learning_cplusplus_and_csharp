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387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816184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432289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942807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275037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862540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85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8409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61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6363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888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661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090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028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143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334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9564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1591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208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4590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53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793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2691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140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803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8069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9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168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383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484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719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7891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069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308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7858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587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99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9362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65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81514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111417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76399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656637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665621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56840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30128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61125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22915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544506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03822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3863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630979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316636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3944698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560693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685649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8452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721619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3972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891866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321808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557806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49281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740238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80091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0177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32650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247743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93321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920586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82531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3041594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24352470" name="object 30"/>
          <p:cNvSpPr txBox="1"/>
          <p:nvPr/>
        </p:nvSpPr>
        <p:spPr bwMode="auto">
          <a:xfrm>
            <a:off x="0" y="1143000"/>
            <a:ext cx="1290211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ATM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Code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908282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3843710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7102600" name="object 30"/>
          <p:cNvSpPr txBox="1"/>
          <p:nvPr/>
        </p:nvSpPr>
        <p:spPr bwMode="auto">
          <a:xfrm>
            <a:off x="106425" y="3084210"/>
            <a:ext cx="1348544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ATM PIN Code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517666" name="object 3"/>
          <p:cNvSpPr txBox="1"/>
          <p:nvPr/>
        </p:nvSpPr>
        <p:spPr bwMode="auto">
          <a:xfrm>
            <a:off x="380997" y="888075"/>
            <a:ext cx="12366073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an ATM PIN code and checks whether it matches the correct PIN.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PIN is `1234`, the program displays the account balance.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PIN is incorrect, the program displays an error message and asks for the PIN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strings, a `do-while` loop, a Boolean condition, and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01140" name="object 3"/>
          <p:cNvSpPr txBox="1"/>
          <p:nvPr/>
        </p:nvSpPr>
        <p:spPr bwMode="auto">
          <a:xfrm>
            <a:off x="380997" y="888075"/>
            <a:ext cx="12380835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`ReadPinCode()` reads the PIN as a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Reading the PIN as a string is useful because a PIN is an identifier, not a number used in mathematical calculations.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`LogIn()` repeatedly asks for the PIN until the correct PIN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PIN is `"1234"`, `LogIn()` returns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PIN is incorrect, it prints `Wrong PIN Code` and changes the console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`CheckAndShowBalance()` also reads the PIN and checks it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the PIN is correct, it changes the console color and displays the balance.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`main()`, the program calls: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`CheckAndShowBalance(7500);`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201175" name="object 3"/>
          <p:cNvSpPr txBox="1"/>
          <p:nvPr/>
        </p:nvSpPr>
        <p:spPr bwMode="auto">
          <a:xfrm>
            <a:off x="380997" y="888075"/>
            <a:ext cx="12383714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PIN code as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Compare the entered PIN with `"1234"`.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If the PIN is correct, display the balance.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the PIN is incorrect, display `Wrong PIN Code`.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Ask the user to enter the PIN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the correct PIN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654716" name="object 3"/>
          <p:cNvSpPr txBox="1"/>
          <p:nvPr/>
        </p:nvSpPr>
        <p:spPr bwMode="auto">
          <a:xfrm>
            <a:off x="380997" y="888075"/>
            <a:ext cx="12371121" cy="46244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1111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PIN is incorrect.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asks again: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1234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PIN matches the correct PIN.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account balance is 7500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088332" name="object 3"/>
          <p:cNvSpPr txBox="1"/>
          <p:nvPr/>
        </p:nvSpPr>
        <p:spPr bwMode="auto">
          <a:xfrm>
            <a:off x="380997" y="888075"/>
            <a:ext cx="1236140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PIN is stored and compared as a string: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`PinCode == "1234"`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useful for PIN codes because leading zeros can be preserved. For example, `"0123"` would remain four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`do-while` because the user must enter the PIN at least once.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945443" name="object 3"/>
          <p:cNvSpPr txBox="1"/>
          <p:nvPr/>
        </p:nvSpPr>
        <p:spPr bwMode="auto">
          <a:xfrm>
            <a:off x="380997" y="888075"/>
            <a:ext cx="12363558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`LogIn()` is defined but never called in `main()` or `CheckAndShowBalance()`.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actual program uses the PIN-checking logic inside `CheckAndShowBalance()` and `LogIn()` is currently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`system("color ...")` is Windows-specific and is not portable C++.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716192" name="object 3"/>
          <p:cNvSpPr txBox="1"/>
          <p:nvPr/>
        </p:nvSpPr>
        <p:spPr bwMode="auto">
          <a:xfrm>
            <a:off x="380997" y="888075"/>
            <a:ext cx="1236860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Correct PIN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Entered PIN equals `"1234"`.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loop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balance is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Console color is changed to indicate success.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Incorrect PIN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Entered PIN does not equal `"1234"`.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`Wrong PIN Code` is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user is asked to enter the PIN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balance is not displayed.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910949" name="object 3"/>
          <p:cNvSpPr txBox="1"/>
          <p:nvPr/>
        </p:nvSpPr>
        <p:spPr bwMode="auto">
          <a:xfrm>
            <a:off x="380997" y="888075"/>
            <a:ext cx="12382635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PIN codes can be stored as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`do-while` can repeatedly request input until a valid value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correct PIN allows the balance to be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incorrect PIN causes the program to ask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`LogIn()` is currently unused in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7265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289</cp:revision>
  <dcterms:created xsi:type="dcterms:W3CDTF">2025-12-09T17:44:59Z</dcterms:created>
  <dcterms:modified xsi:type="dcterms:W3CDTF">2026-09-17T10:06:27Z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