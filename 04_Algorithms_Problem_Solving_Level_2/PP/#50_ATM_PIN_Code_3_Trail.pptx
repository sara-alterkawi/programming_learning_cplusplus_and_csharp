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0366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86806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43040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18040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892882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16941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752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3981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390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550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4075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606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271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153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077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74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153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69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81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2063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03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397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9621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853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87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5957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40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109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7248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899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487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860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216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098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882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468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683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7411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069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13476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309412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36701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978217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607347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02374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744539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70264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68797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92541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61309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6953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97704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0901262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050255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119460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969894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843582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0840127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519753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44900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576901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16493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58420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83401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718439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91151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132824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520411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552249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77866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7988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444747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2164901" name="object 30"/>
          <p:cNvSpPr txBox="1"/>
          <p:nvPr/>
        </p:nvSpPr>
        <p:spPr bwMode="auto">
          <a:xfrm>
            <a:off x="0" y="1143000"/>
            <a:ext cx="1290499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ATM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Code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3 Trail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28446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023078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86776878" name="object 30"/>
          <p:cNvSpPr txBox="1"/>
          <p:nvPr/>
        </p:nvSpPr>
        <p:spPr bwMode="auto">
          <a:xfrm>
            <a:off x="106425" y="3084210"/>
            <a:ext cx="1348832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ATM PIN Code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3 Trail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226772" name="object 3"/>
          <p:cNvSpPr txBox="1"/>
          <p:nvPr/>
        </p:nvSpPr>
        <p:spPr bwMode="auto">
          <a:xfrm>
            <a:off x="380997" y="888075"/>
            <a:ext cx="12366432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asks the user to enter an ATM PIN code and allows a maximum of three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the correct PIN `1234`, the program displays the account balance.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the PIN incorrectly three times, the program displays that the card is blocked.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constant, a `while` loop, a counter, a string, and conditional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82163" name="object 3"/>
          <p:cNvSpPr txBox="1"/>
          <p:nvPr/>
        </p:nvSpPr>
        <p:spPr bwMode="auto">
          <a:xfrm>
            <a:off x="380997" y="888075"/>
            <a:ext cx="12381194" cy="55917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`ReadPinCode()` reads the PIN from the user as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`CorrectPin` is a constant string containing the correct PIN: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`const string CorrectPin = "1234";`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`Trials` keeps track of how many incorrect attempts have been made.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`while (Trials &lt; 3)` loop allows a maximum of three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entered PIN matches `CorrectPin`, the balance is displayed and `return` immediately exits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PIN is incorrect, `Trials` is increased by 1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`Trials++;`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displays the current number of failed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three incorrect attempts, the loop ends and the program displays: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`Your card is blocked.`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535605" name="object 3"/>
          <p:cNvSpPr txBox="1"/>
          <p:nvPr/>
        </p:nvSpPr>
        <p:spPr bwMode="auto">
          <a:xfrm>
            <a:off x="380997" y="888075"/>
            <a:ext cx="12384073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the correct PIN to `"1234"`.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`Trials` to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user's PIN.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the entered PIN with the correct PIN.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correct, display the balance and exit.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incorrect, increase `Trials`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Repeat while `Trials &lt; 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If all three attempts are incorrect, display the blocked-card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768843" name="object 3"/>
          <p:cNvSpPr txBox="1"/>
          <p:nvPr/>
        </p:nvSpPr>
        <p:spPr bwMode="auto">
          <a:xfrm>
            <a:off x="380997" y="888075"/>
            <a:ext cx="12371481" cy="53484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1111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2222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1234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first two attempts are incorrect.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third attempt is correct.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Invalid PIN Code (1/3)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Invalid PIN Code (2/3)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account balance is $7500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83293" name="object 3"/>
          <p:cNvSpPr txBox="1"/>
          <p:nvPr/>
        </p:nvSpPr>
        <p:spPr bwMode="auto">
          <a:xfrm>
            <a:off x="380997" y="888075"/>
            <a:ext cx="1236176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`Trials` counts only incorrect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 PIN can be entered on the first, second, or third attempt.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`return` stops the function immediately when the correct PIN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`const` means `CorrectPin` cannot be changed after it is initialized.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940364" name="object 3"/>
          <p:cNvSpPr txBox="1"/>
          <p:nvPr/>
        </p:nvSpPr>
        <p:spPr bwMode="auto">
          <a:xfrm>
            <a:off x="380997" y="888075"/>
            <a:ext cx="12363917" cy="2247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prevent the user from entering non-numeric characters because the PIN is stored as a string. This is acceptable for a PIN code, but there is no additional format validation such as requiring exactly four digits.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876781" name="object 3"/>
          <p:cNvSpPr txBox="1"/>
          <p:nvPr/>
        </p:nvSpPr>
        <p:spPr bwMode="auto">
          <a:xfrm>
            <a:off x="380997" y="888075"/>
            <a:ext cx="1236932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Correct PIN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entered PIN equals `"1234"`.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balance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function ends immediately.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further attempts are allowed.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Incorrect PIN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`Trials` increases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 invalid PIN message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user can try again if fewer than 3 attempts have been made.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After 3 incorrect attempts, the card is blocked.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57720" name="object 3"/>
          <p:cNvSpPr txBox="1"/>
          <p:nvPr/>
        </p:nvSpPr>
        <p:spPr bwMode="auto">
          <a:xfrm>
            <a:off x="380997" y="888075"/>
            <a:ext cx="1238299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`while` loop can limit the number of PIN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counter can track incorrect attempts.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`const` can be used for a value that should not change.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`return` can immediately exit a function when the correct PIN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After three incorrect attempts, the program blocks the card.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1409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290</cp:revision>
  <dcterms:created xsi:type="dcterms:W3CDTF">2025-12-09T17:44:59Z</dcterms:created>
  <dcterms:modified xsi:type="dcterms:W3CDTF">2026-09-17T10:10:54Z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