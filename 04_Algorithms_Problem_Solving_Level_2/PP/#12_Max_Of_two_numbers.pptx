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83641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0039430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502936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7724184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0174937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972207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5070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2032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07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369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8979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71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2614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132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600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197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4150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648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866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33086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456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075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1370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17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252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9394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805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030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86666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153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698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1483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465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761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3459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830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298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9649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10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53712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604572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1579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637018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92828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15455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5106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313814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70184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155424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814000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0471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627842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5580055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0240940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071908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152957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851611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2134240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49544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896812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128299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5801021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53665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507471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9380099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252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587119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993365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878094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3762500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01043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3165977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34120316" name="object 30"/>
          <p:cNvSpPr txBox="1"/>
          <p:nvPr/>
        </p:nvSpPr>
        <p:spPr bwMode="auto">
          <a:xfrm>
            <a:off x="0" y="1143000"/>
            <a:ext cx="12787663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Max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two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0453893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809335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01842124" name="object 30"/>
          <p:cNvSpPr txBox="1"/>
          <p:nvPr/>
        </p:nvSpPr>
        <p:spPr bwMode="auto">
          <a:xfrm>
            <a:off x="106425" y="3084210"/>
            <a:ext cx="13362709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Max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two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754871" name="object 3"/>
          <p:cNvSpPr txBox="1"/>
          <p:nvPr/>
        </p:nvSpPr>
        <p:spPr bwMode="auto">
          <a:xfrm>
            <a:off x="380997" y="888075"/>
            <a:ext cx="12364276" cy="27750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two numbers from the user and finds the maximum value between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functions, reference parameters, an if-else condition, and a return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130558" name="object 3"/>
          <p:cNvSpPr txBox="1"/>
          <p:nvPr/>
        </p:nvSpPr>
        <p:spPr bwMode="auto">
          <a:xfrm>
            <a:off x="380997" y="888075"/>
            <a:ext cx="12374359" cy="50220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readNumbers() function reads two numbers and stores them in num1 and num2.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parameters int &amp;num1 and int &amp;num2 are reference parameters, so the function can directly modify the variables from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maxOf2Numbers() function compares the two numbers: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num1 &gt; num2, it returns num1.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it returns num2.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printResult() function receives the maximum number and prints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combined: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readNumbers(num1, num2);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printResult(maxOf2Numbers(num1, num2));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618537" name="object 3"/>
          <p:cNvSpPr txBox="1"/>
          <p:nvPr/>
        </p:nvSpPr>
        <p:spPr bwMode="auto">
          <a:xfrm>
            <a:off x="380997" y="888075"/>
            <a:ext cx="12381917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two integer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first number using readNumbers().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second number using readNumbers().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Compare the two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greater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Pass the returned value to printResult().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maximum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903982" name="object 3"/>
          <p:cNvSpPr txBox="1"/>
          <p:nvPr/>
        </p:nvSpPr>
        <p:spPr bwMode="auto">
          <a:xfrm>
            <a:off x="380997" y="888075"/>
            <a:ext cx="12370040" cy="42511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1: 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2: 40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compares 25 and 40.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40 is greater, maxOf2Numbers() returns 40.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maximum number is 40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237381" name="object 3"/>
          <p:cNvSpPr txBox="1"/>
          <p:nvPr/>
        </p:nvSpPr>
        <p:spPr bwMode="auto">
          <a:xfrm>
            <a:off x="380997" y="888075"/>
            <a:ext cx="1236032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&amp; symbol in the parameters makes num1 and num2 reference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allows readNumbers() to change the original variables declared in main().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214218" name="object 3"/>
          <p:cNvSpPr txBox="1"/>
          <p:nvPr/>
        </p:nvSpPr>
        <p:spPr bwMode="auto">
          <a:xfrm>
            <a:off x="380997" y="888075"/>
            <a:ext cx="1236248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two numbers are equal, the else statement returns either number because both have the same value.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070804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num1 &gt; num2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num1 is returned.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num1 is the maximum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else block is not executed.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num1 &lt;= num2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num2 is returned.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num2 is the maximum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If both numbers are equal, num2 is returned.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746960" name="object 3"/>
          <p:cNvSpPr txBox="1"/>
          <p:nvPr/>
        </p:nvSpPr>
        <p:spPr bwMode="auto">
          <a:xfrm>
            <a:off x="380997" y="888075"/>
            <a:ext cx="12381558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parameters allow a function to modify variables from the calling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if-else condition can be used to find the maximum of two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function can return the result of a comparison.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can be combined by passing the return value of one function to another.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11643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261</cp:revision>
  <dcterms:created xsi:type="dcterms:W3CDTF">2025-12-09T17:44:59Z</dcterms:created>
  <dcterms:modified xsi:type="dcterms:W3CDTF">2026-09-15T14:43:08Z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