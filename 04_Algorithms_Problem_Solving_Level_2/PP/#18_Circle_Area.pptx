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0274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1082415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9496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1932261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2812870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120986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5806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8026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3555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7057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842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5932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1694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0856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3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2598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02531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240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890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130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827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425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29474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1758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64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91337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599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523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8837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323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499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035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403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971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922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4391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641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4163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2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79171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713742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630891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99066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911992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89350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900958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145010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871682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05461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9092932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0020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077664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6954618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9756242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345123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255922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073106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4381446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085183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922441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247678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9927327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63790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782630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8943275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9163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412047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488995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64204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8965870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44233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198083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6890556" name="object 30"/>
          <p:cNvSpPr txBox="1"/>
          <p:nvPr/>
        </p:nvSpPr>
        <p:spPr bwMode="auto">
          <a:xfrm>
            <a:off x="0" y="1143000"/>
            <a:ext cx="12797019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590647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9822729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48997077" name="object 30"/>
          <p:cNvSpPr txBox="1"/>
          <p:nvPr/>
        </p:nvSpPr>
        <p:spPr bwMode="auto">
          <a:xfrm>
            <a:off x="106425" y="3084210"/>
            <a:ext cx="1337062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235835" name="object 3"/>
          <p:cNvSpPr txBox="1"/>
          <p:nvPr/>
        </p:nvSpPr>
        <p:spPr bwMode="auto">
          <a:xfrm>
            <a:off x="380997" y="888075"/>
            <a:ext cx="12364996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the radius of a circle and calculates its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functions, a mathematical constant, pow(), multiplication, and float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215653" name="object 3"/>
          <p:cNvSpPr txBox="1"/>
          <p:nvPr/>
        </p:nvSpPr>
        <p:spPr bwMode="auto">
          <a:xfrm>
            <a:off x="380997" y="888075"/>
            <a:ext cx="12374359" cy="464879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readNumbers() function reads the circle radius 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CircleArea() function calculates the area using the circle area formula: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Area = π × R²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M_PI represents the mathematical constant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pow(R, 2) calculates the radius squared.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stored in a float variable called Area and then returned.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printTriangleArea() function calls CircleArea() and prints the calculated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Although the function is named printTriangleArea(), it actually prints the circle area. A clearer name would be printCircleArea().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424457" name="object 3"/>
          <p:cNvSpPr txBox="1"/>
          <p:nvPr/>
        </p:nvSpPr>
        <p:spPr bwMode="auto">
          <a:xfrm>
            <a:off x="380997" y="888075"/>
            <a:ext cx="12381917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circle radius.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Calculate the radius squared using pow().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Multiply the result by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Store the calculated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circle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14885" name="object 3"/>
          <p:cNvSpPr txBox="1"/>
          <p:nvPr/>
        </p:nvSpPr>
        <p:spPr bwMode="auto">
          <a:xfrm>
            <a:off x="380997" y="888075"/>
            <a:ext cx="12370041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Radius: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Calculate the area: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Area = π × 5²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Area = π × 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approximately 78.5398.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Circle Area = 78.5398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292843" name="object 3"/>
          <p:cNvSpPr txBox="1"/>
          <p:nvPr/>
        </p:nvSpPr>
        <p:spPr bwMode="auto">
          <a:xfrm>
            <a:off x="380997" y="888075"/>
            <a:ext cx="1236104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M_PI is a mathematical constant representing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includes &lt;cmath&gt; for mathematical functions such as pow().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header &lt;corecrt_math_defines.h&gt; is used here to provide M_PI in this environment.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303385" name="object 3"/>
          <p:cNvSpPr txBox="1"/>
          <p:nvPr/>
        </p:nvSpPr>
        <p:spPr bwMode="auto">
          <a:xfrm>
            <a:off x="380997" y="888075"/>
            <a:ext cx="1236248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name printTriangleArea() does not match what the function actually does. It would be clearer to rename it to printCircleArea().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653344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pow(R, 2)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Calculates R².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as part of the circle area formula.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squared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M_PI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a mathematical constant.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multiplied by R² to calculate the area.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796293" name="object 3"/>
          <p:cNvSpPr txBox="1"/>
          <p:nvPr/>
        </p:nvSpPr>
        <p:spPr bwMode="auto">
          <a:xfrm>
            <a:off x="380997" y="888075"/>
            <a:ext cx="12381558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area of a circle is calculated using π × R².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pow(R, 2) calculates the radius squared.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M_PI represents the mathematical constant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calculation returns a float value because the result can contain decimals.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 names should describe what the function actually does.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53443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265</cp:revision>
  <dcterms:created xsi:type="dcterms:W3CDTF">2025-12-09T17:44:59Z</dcterms:created>
  <dcterms:modified xsi:type="dcterms:W3CDTF">2026-09-16T13:47:25Z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