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9490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415928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80167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62646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637103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377599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494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962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549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544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3000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124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93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337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789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920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351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635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866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871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1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737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493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543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444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1943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548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685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4418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0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479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453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769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458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905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5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000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804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22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2962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50381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28390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66068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59315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95185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41180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14672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7068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28571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336866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1868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329037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77072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317881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01514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201276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6942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304518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93504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311881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042715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188353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231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37921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62954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8213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55325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049123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757469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82959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3334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966488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6080487" name="object 30"/>
          <p:cNvSpPr txBox="1"/>
          <p:nvPr/>
        </p:nvSpPr>
        <p:spPr bwMode="auto">
          <a:xfrm>
            <a:off x="0" y="1143000"/>
            <a:ext cx="12854968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Piggy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Bank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Calculation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906250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6292409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52800648" name="object 30"/>
          <p:cNvSpPr txBox="1"/>
          <p:nvPr/>
        </p:nvSpPr>
        <p:spPr bwMode="auto">
          <a:xfrm>
            <a:off x="106425" y="3084210"/>
            <a:ext cx="1343685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Piggy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Bank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Calculation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536402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total value of coins and dollars stored in a piggy bank.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converts all amounts into pennies first, then converts the total into dollars.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`struct` to group the different types of money.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103837" name="object 3"/>
          <p:cNvSpPr txBox="1"/>
          <p:nvPr/>
        </p:nvSpPr>
        <p:spPr bwMode="auto">
          <a:xfrm>
            <a:off x="380997" y="888075"/>
            <a:ext cx="12375076" cy="77152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`stPiggyBank` is a structure that stores the number of Pennies, Nickels, Dimes, Quarters, and Dollars.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`readPiggyBank()` creates a `stPiggyBank` object and reads the quantity of each type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`calculateTotalPennies()` converts every value into pennies: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Pennies → 1 penny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Nickels → 5 pennies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Dimes → 10 pennies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Quarters → 25 pennies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Dollars → 100 pennies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converted values are added together to calculate `TotalPennies`.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converts pennies into dollars by dividing by `100.0`.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Using `100.0` instead of `100` makes the division produce a decimal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`printResult(calculateTotalPennies(readPiggyBank()))` combines the functions: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`readPiggyBank()` reads the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Then, `calculateTotalPennies()` calculates the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`printResult()` displays the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057739" name="object 3"/>
          <p:cNvSpPr txBox="1"/>
          <p:nvPr/>
        </p:nvSpPr>
        <p:spPr bwMode="auto">
          <a:xfrm>
            <a:off x="380997" y="888075"/>
            <a:ext cx="12382635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`stPiggyBank`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quantity of each coin and dollar.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Convert each value into pennies.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all penny values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total number of pennies.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Divide the total pennies by `100.0` to get dollars.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both totals.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842980" name="object 3"/>
          <p:cNvSpPr txBox="1"/>
          <p:nvPr/>
        </p:nvSpPr>
        <p:spPr bwMode="auto">
          <a:xfrm>
            <a:off x="380997" y="888075"/>
            <a:ext cx="12370761" cy="6445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Pennies: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Nickels: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Dimes: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Quarters: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Dollars: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+ (2 × 5) + (3 × 10) + (4 × 25) + (5 × 100)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Total: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+ 10 + 30 + 100 + 500 = 650 pennies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Total Pennies = 650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Total Dollars = 6.5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8851" name="object 3"/>
          <p:cNvSpPr txBox="1"/>
          <p:nvPr/>
        </p:nvSpPr>
        <p:spPr bwMode="auto">
          <a:xfrm>
            <a:off x="380997" y="888075"/>
            <a:ext cx="1236104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money is converted to the smallest unit, pennies, before calculating the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`100.0` is used so that `650 / 100.0` produces `6.5` instead of integer division.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775192" name="object 3"/>
          <p:cNvSpPr txBox="1"/>
          <p:nvPr/>
        </p:nvSpPr>
        <p:spPr bwMode="auto">
          <a:xfrm>
            <a:off x="380997" y="888075"/>
            <a:ext cx="12363199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whether the entered quantities are non-negative.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would technically accept negative quantities, even though they do not represent valid piggy bank contents.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563792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Pennies-Based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everything to pennies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integers for the total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Avoids losing fractional values during the main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Direct Dollar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Would require converting each coin directly to dollars.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Would involve decimal values earlier.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less convenient for exact money calculations.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392046" name="object 3"/>
          <p:cNvSpPr txBox="1"/>
          <p:nvPr/>
        </p:nvSpPr>
        <p:spPr bwMode="auto">
          <a:xfrm>
            <a:off x="380997" y="888075"/>
            <a:ext cx="12382276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`struct` groups all piggy bank contents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Different coins are converted into pennies using their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total is calculated in pennies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Dividing by `100.0` converts pennies into dollars with decimal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separate input, calculation,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18857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276</cp:revision>
  <dcterms:created xsi:type="dcterms:W3CDTF">2025-12-09T17:44:59Z</dcterms:created>
  <dcterms:modified xsi:type="dcterms:W3CDTF">2026-09-16T15:04:47Z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