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43577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2192728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9054749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138567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8307076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9826239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8834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1808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6005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450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3789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277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369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04947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826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95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2470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2257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43438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7361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1579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188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6880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810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6958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4084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7496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4901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757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5808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6203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1167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51565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319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2491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5416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160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39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83358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19387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772680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179439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471852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0625647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67517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276435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042252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201675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928441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5105089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41732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755083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8791572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9876577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730873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0239377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245591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2096038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352042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924484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026539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7390331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02327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66671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9284073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4993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984837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261538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557647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471818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8397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1321197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12519198" name="object 30"/>
          <p:cNvSpPr txBox="1"/>
          <p:nvPr/>
        </p:nvSpPr>
        <p:spPr bwMode="auto">
          <a:xfrm>
            <a:off x="0" y="1143000"/>
            <a:ext cx="12851729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Commissio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Percentage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7081889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7824868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56089444" name="object 30"/>
          <p:cNvSpPr txBox="1"/>
          <p:nvPr/>
        </p:nvSpPr>
        <p:spPr bwMode="auto">
          <a:xfrm>
            <a:off x="106425" y="3084210"/>
            <a:ext cx="134336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Commission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Percentage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700203" name="object 3"/>
          <p:cNvSpPr txBox="1"/>
          <p:nvPr/>
        </p:nvSpPr>
        <p:spPr bwMode="auto">
          <a:xfrm>
            <a:off x="380997" y="888075"/>
            <a:ext cx="12365714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the user's total sales and calculates the commission based on the sales amount.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Different sales ranges have different commission percentages.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first determines the commission rate, then multiplies it by the total sales.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678034" name="object 3"/>
          <p:cNvSpPr txBox="1"/>
          <p:nvPr/>
        </p:nvSpPr>
        <p:spPr bwMode="auto">
          <a:xfrm>
            <a:off x="380997" y="888075"/>
            <a:ext cx="12375076" cy="464129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`readTotalSale()` reads the total sales amount and returns it as a `double`.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`getCommission()` determines the commission rate according to the total sales.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returns decimal values such as `0.01` for 1% and `0.05` for 5%.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`calculateCommission()` multiplies the total sales by the commission rate.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`100000 × 0.03 = 3000`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prints the calculated commission.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`calculateCommission(readTotalSale())` first reads the sales amount, calculates the commission, then passes the result to `printResult()`.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574233" name="object 3"/>
          <p:cNvSpPr txBox="1"/>
          <p:nvPr/>
        </p:nvSpPr>
        <p:spPr bwMode="auto">
          <a:xfrm>
            <a:off x="380997" y="888075"/>
            <a:ext cx="12382635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total sales.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Check which sales range the value belongs to.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Return the corresponding commission rate.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Multiply total sales by the commission rate.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Return the commission amount.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Print the commission.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78613" name="object 3"/>
          <p:cNvSpPr txBox="1"/>
          <p:nvPr/>
        </p:nvSpPr>
        <p:spPr bwMode="auto">
          <a:xfrm>
            <a:off x="380997" y="888075"/>
            <a:ext cx="12370761" cy="46244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Total Sales: 600000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sales amount is between 500000 and 1000000.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commission rate is 2%.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Calculation: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600000 × 0.02 = 12000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Commission = 12000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928030" name="object 3"/>
          <p:cNvSpPr txBox="1"/>
          <p:nvPr/>
        </p:nvSpPr>
        <p:spPr bwMode="auto">
          <a:xfrm>
            <a:off x="380997" y="888075"/>
            <a:ext cx="12361041" cy="3843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commission rates are represented as decimal values: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1% → `0.01`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2% → `0.02`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3% → `0.03`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5% → `0.05`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0% → `0.00`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conditions are checked from the highest sales range to the lowest.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298478" name="object 3"/>
          <p:cNvSpPr txBox="1"/>
          <p:nvPr/>
        </p:nvSpPr>
        <p:spPr bwMode="auto">
          <a:xfrm>
            <a:off x="380997" y="888075"/>
            <a:ext cx="12363199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comment says `&gt;1000000`, but the code uses `&gt;= 1000000`.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exactly 1,000,000 receives a 1% commission in the current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Similarly, the code treats exactly 500,000 as 2%, exactly 100,000 as 3%, and exactly 50,000 as 5%.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959557" name="object 3"/>
          <p:cNvSpPr txBox="1"/>
          <p:nvPr/>
        </p:nvSpPr>
        <p:spPr bwMode="auto">
          <a:xfrm>
            <a:off x="380997" y="888075"/>
            <a:ext cx="12368241" cy="49556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Higher Sales Range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`&gt;= 1000000` → 1%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`&gt;= 500000` → 2%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`&gt;= 100000` → 3%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`&gt;= 50000` → 5%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Lower Sales Range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`&lt; 50000` → 0%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commission is calculated.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`calculateCommission()` returns 0.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816116" name="object 3"/>
          <p:cNvSpPr txBox="1"/>
          <p:nvPr/>
        </p:nvSpPr>
        <p:spPr bwMode="auto">
          <a:xfrm>
            <a:off x="380997" y="888075"/>
            <a:ext cx="12382276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calculates commission based on total sales.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`getCommission()` returns the appropriate commission rate.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Decimal values such as `0.02` represent percentages such as 2%.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`calculateCommission()` multiplies sales by the selected rate.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current code uses inclusive boundaries with `&gt;=`.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commission is calculated using one rate on the entire sales amount.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79522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275</cp:revision>
  <dcterms:created xsi:type="dcterms:W3CDTF">2025-12-09T17:44:59Z</dcterms:created>
  <dcterms:modified xsi:type="dcterms:W3CDTF">2026-09-16T15:00:16Z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