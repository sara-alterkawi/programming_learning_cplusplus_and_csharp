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88206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286464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852825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1574960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464240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258264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8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5496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92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999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60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90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8599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539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642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88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167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691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868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2994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7243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1308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0248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700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3752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4508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810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1224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9167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62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7108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231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812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3397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2797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5225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08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6103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98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41536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037977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594882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10134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03949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23265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817781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51699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92409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579425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0808137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654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23013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566951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4826967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75019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9062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799205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3436124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37847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172337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236322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398986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54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905909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611111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7518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98442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414134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25346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905725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45325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4336273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38343144" name="object 30"/>
          <p:cNvSpPr txBox="1"/>
          <p:nvPr/>
        </p:nvSpPr>
        <p:spPr bwMode="auto">
          <a:xfrm>
            <a:off x="0" y="1143000"/>
            <a:ext cx="12779025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three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071456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8325216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36983575" name="object 30"/>
          <p:cNvSpPr txBox="1"/>
          <p:nvPr/>
        </p:nvSpPr>
        <p:spPr bwMode="auto">
          <a:xfrm>
            <a:off x="106425" y="3084210"/>
            <a:ext cx="13355871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three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36856" name="object 3"/>
          <p:cNvSpPr txBox="1"/>
          <p:nvPr/>
        </p:nvSpPr>
        <p:spPr bwMode="auto">
          <a:xfrm>
            <a:off x="380997" y="888075"/>
            <a:ext cx="12364276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three numbers from the user and calculates their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group the three numbers and separate functions to read, calculate, and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sum is calculated by adding the three structure members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019353" name="object 3"/>
          <p:cNvSpPr txBox="1"/>
          <p:nvPr/>
        </p:nvSpPr>
        <p:spPr bwMode="auto">
          <a:xfrm>
            <a:off x="380997" y="888075"/>
            <a:ext cx="12374359" cy="53578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stNumbers groups three integer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Num1 stores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Num2 stores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Num3 stores the third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ReadNumbers() reads the three numbers from the user and returns an stNumbers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sumNumbers() receives the structure and adds Num1, Num2,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receives the structure and calls sumNumbers() to calculate and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PrintResult(ReadNumbers());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236124" name="object 3"/>
          <p:cNvSpPr txBox="1"/>
          <p:nvPr/>
        </p:nvSpPr>
        <p:spPr bwMode="auto">
          <a:xfrm>
            <a:off x="380997" y="888075"/>
            <a:ext cx="12381917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stNumbers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first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the second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the third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structure containing the three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Pass the structure to PrintResult().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Call sumNumbers() to calculate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calculated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422551" name="object 3"/>
          <p:cNvSpPr txBox="1"/>
          <p:nvPr/>
        </p:nvSpPr>
        <p:spPr bwMode="auto">
          <a:xfrm>
            <a:off x="380997" y="888075"/>
            <a:ext cx="12369681" cy="48227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First number: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Second number: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Third number: 30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 + 20 + 30 = 60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sum of the three numbers is: 60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You have failed.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2405" name="object 3"/>
          <p:cNvSpPr txBox="1"/>
          <p:nvPr/>
        </p:nvSpPr>
        <p:spPr bwMode="auto">
          <a:xfrm>
            <a:off x="380997" y="888075"/>
            <a:ext cx="1236032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structure allows the three related numbers to be grouped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stNumbers object can be passed between different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sumNumbers() returns an int because all three numbers are integers.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0027307" name="object 3"/>
          <p:cNvSpPr txBox="1"/>
          <p:nvPr/>
        </p:nvSpPr>
        <p:spPr bwMode="auto">
          <a:xfrm>
            <a:off x="380997" y="888075"/>
            <a:ext cx="1236248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 sure all three numbers are read before calculating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whether the user enters valid integer input.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022321" name="object 3"/>
          <p:cNvSpPr txBox="1"/>
          <p:nvPr/>
        </p:nvSpPr>
        <p:spPr bwMode="auto">
          <a:xfrm>
            <a:off x="380997" y="888075"/>
            <a:ext cx="12367521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Using 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Groups the three related numbers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it easier to pass all three numbers to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Accesses the values using Num1, Num2, and Num3.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Using Separate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Each number would be stored in a separate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All three variables would need to be passed separately to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become less convenient when working with more related data.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239029" name="object 3"/>
          <p:cNvSpPr txBox="1"/>
          <p:nvPr/>
        </p:nvSpPr>
        <p:spPr bwMode="auto">
          <a:xfrm>
            <a:off x="380997" y="888075"/>
            <a:ext cx="1238155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group multiple related numbers into one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Functions can use the structure to read, calculate, and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the sum by adding the three structure members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78747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259</cp:revision>
  <dcterms:created xsi:type="dcterms:W3CDTF">2025-12-09T17:44:59Z</dcterms:created>
  <dcterms:modified xsi:type="dcterms:W3CDTF">2026-09-15T14:28:26Z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