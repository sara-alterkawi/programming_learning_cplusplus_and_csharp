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89733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90176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921313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481864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691185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879670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027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583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0433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470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801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43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480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9724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212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781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5219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227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104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2056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9071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219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721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824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868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068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244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7111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944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542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8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2363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559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03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041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64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8839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74065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004601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820171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928787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03421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18197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48786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34795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30089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919067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4153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321972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8629295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9271035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407897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743439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083584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7261150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682180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094019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281123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3951306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4800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798445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614515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6721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85201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861172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758295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624080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09438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6898245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57970149" name="object 30"/>
          <p:cNvSpPr txBox="1"/>
          <p:nvPr/>
        </p:nvSpPr>
        <p:spPr bwMode="auto">
          <a:xfrm>
            <a:off x="0" y="1143000"/>
            <a:ext cx="12764269" cy="48285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Odd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Even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328680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8395226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40807576" name="object 30"/>
          <p:cNvSpPr txBox="1"/>
          <p:nvPr/>
        </p:nvSpPr>
        <p:spPr bwMode="auto">
          <a:xfrm>
            <a:off x="106425" y="3084210"/>
            <a:ext cx="133411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Odd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Even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910588" name="object 3"/>
          <p:cNvSpPr txBox="1"/>
          <p:nvPr/>
        </p:nvSpPr>
        <p:spPr bwMode="auto">
          <a:xfrm>
            <a:off x="380997" y="888075"/>
            <a:ext cx="12363917" cy="27750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number from the user, determines whether it is odd or even, and prints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an enum and three separate functions to divide the program into clear responsibilities.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661421" name="object 3"/>
          <p:cNvSpPr txBox="1"/>
          <p:nvPr/>
        </p:nvSpPr>
        <p:spPr bwMode="auto">
          <a:xfrm>
            <a:off x="380997" y="888075"/>
            <a:ext cx="12374000" cy="5781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the enum enNumberType to represent the two possible results: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ODD =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EVEN =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has three functions: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readNumber() reads and returns the user's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checkNumberType() checks the number using the modulo operator %. If num % 2 == 0, 🔹 the number is even; otherwise, it is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receives the enum value and prints the appropriate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combined: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printResult(checkNumberType(readNumber()));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functions execute from the inside outward: readNumber() → checkNumberType() → printResult().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995305" name="object 3"/>
          <p:cNvSpPr txBox="1"/>
          <p:nvPr/>
        </p:nvSpPr>
        <p:spPr bwMode="auto">
          <a:xfrm>
            <a:off x="380997" y="888075"/>
            <a:ext cx="12381558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Pass the number to checkNumberType().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% 2 to determine whether the number is even or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EVEN or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Pass the result to printResult().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whether the number is even or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110794" name="object 3"/>
          <p:cNvSpPr txBox="1"/>
          <p:nvPr/>
        </p:nvSpPr>
        <p:spPr bwMode="auto">
          <a:xfrm>
            <a:off x="380997" y="888075"/>
            <a:ext cx="12368601" cy="55432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7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7 % 2 = 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So checkNumberType() returns ODD.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program prints: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number is odd.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the user enters 10: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10 % 2 = 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So checkNumberType() returns EVEN.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program correctly identifies the entered number as either odd or even.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082" name="object 3"/>
          <p:cNvSpPr txBox="1"/>
          <p:nvPr/>
        </p:nvSpPr>
        <p:spPr bwMode="auto">
          <a:xfrm>
            <a:off x="380997" y="888075"/>
            <a:ext cx="12359961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modulo operator % returns the remainder after integer division.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725448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EVEN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number is divisible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 % 2 ==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2, 4,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number is not divisible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 % 2 !=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1, 3, 7.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938298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uses functions to separate reading, checking, and printing.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modulo operator % is used to determine whether a number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enum is used to represent the ODD and EVEN results.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34973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255</cp:revision>
  <dcterms:created xsi:type="dcterms:W3CDTF">2025-12-09T17:44:59Z</dcterms:created>
  <dcterms:modified xsi:type="dcterms:W3CDTF">2026-09-15T14:02:16Z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