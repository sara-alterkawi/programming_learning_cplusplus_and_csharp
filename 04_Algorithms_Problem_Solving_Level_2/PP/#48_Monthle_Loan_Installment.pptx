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0763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1406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152388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632719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017583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717882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008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2684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9739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418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81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2160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299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9961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7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827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132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466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5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096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333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418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823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743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202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1445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767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041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65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743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12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3624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172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746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6129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505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498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261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018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03510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641159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54830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25818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84104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07197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473802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0825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81747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19028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2280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8496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616119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8784512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0974106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102047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81514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86142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7517992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73922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67628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085931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30391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1441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723546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51083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7852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965607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204361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977213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697838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19959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02980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31549705" name="object 30"/>
          <p:cNvSpPr txBox="1"/>
          <p:nvPr/>
        </p:nvSpPr>
        <p:spPr bwMode="auto">
          <a:xfrm>
            <a:off x="0" y="1143000"/>
            <a:ext cx="1289887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Installment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635732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309020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02822303" name="object 30"/>
          <p:cNvSpPr txBox="1"/>
          <p:nvPr/>
        </p:nvSpPr>
        <p:spPr bwMode="auto">
          <a:xfrm>
            <a:off x="106425" y="3084210"/>
            <a:ext cx="1348148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Installment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656645" name="object 3"/>
          <p:cNvSpPr txBox="1"/>
          <p:nvPr/>
        </p:nvSpPr>
        <p:spPr bwMode="auto">
          <a:xfrm>
            <a:off x="380997" y="888075"/>
            <a:ext cx="12366073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loan amount and the number of months available to settle the loan, then calculates the required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LoanAmount ÷ NumberOfMonths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 to group the loan information and separate functions for input, calculation,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5596" name="object 3"/>
          <p:cNvSpPr txBox="1"/>
          <p:nvPr/>
        </p:nvSpPr>
        <p:spPr bwMode="auto">
          <a:xfrm>
            <a:off x="380997" y="888075"/>
            <a:ext cx="12380835" cy="4472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`LoanInfo` is a structure that stores: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LoanAmount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Months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`ReadInputs()` asks the user for the loan amount and the number of months, then returns the information as a `LoanInfo`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`CalculateMonthlyPayment()` divides the loan amount by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displays the calculated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`main()`, the values from the structure are passed to the calculation function, and the returned result is passed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788529" name="object 3"/>
          <p:cNvSpPr txBox="1"/>
          <p:nvPr/>
        </p:nvSpPr>
        <p:spPr bwMode="auto">
          <a:xfrm>
            <a:off x="380997" y="888075"/>
            <a:ext cx="12383714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`LoanInfo`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loan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loan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Divide the loan amount by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monthly payment.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637267" name="object 3"/>
          <p:cNvSpPr txBox="1"/>
          <p:nvPr/>
        </p:nvSpPr>
        <p:spPr bwMode="auto">
          <a:xfrm>
            <a:off x="380997" y="888075"/>
            <a:ext cx="12371121" cy="4243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Loan Amount: 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Months: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5000 ÷ 10 = 500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will need to pay 500 per month to settle the loan.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017241" name="object 3"/>
          <p:cNvSpPr txBox="1"/>
          <p:nvPr/>
        </p:nvSpPr>
        <p:spPr bwMode="auto">
          <a:xfrm>
            <a:off x="380997" y="888075"/>
            <a:ext cx="1236140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assumes that the loan is divided equally across all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variables are `double`, the monthly payment can contain decimal values.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325637" name="object 3"/>
          <p:cNvSpPr txBox="1"/>
          <p:nvPr/>
        </p:nvSpPr>
        <p:spPr bwMode="auto">
          <a:xfrm>
            <a:off x="380997" y="888075"/>
            <a:ext cx="12363558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the number of months. If `Months` is `0`, division by zero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negative number of months is also not meaningful for this calculation.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07019" name="object 3"/>
          <p:cNvSpPr txBox="1"/>
          <p:nvPr/>
        </p:nvSpPr>
        <p:spPr bwMode="auto">
          <a:xfrm>
            <a:off x="380997" y="888075"/>
            <a:ext cx="123686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Loan Amount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total amount that needs to be paid.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5000.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is divided by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Monthly Payment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amount paid each month.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500 when 5000 is divided over 10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is calculated rather than entered directly.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551115" name="object 3"/>
          <p:cNvSpPr txBox="1"/>
          <p:nvPr/>
        </p:nvSpPr>
        <p:spPr bwMode="auto">
          <a:xfrm>
            <a:off x="380997" y="888075"/>
            <a:ext cx="12382635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monthly payment is calculated by dividing the loan amount by the number of months.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related loan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separate input, calculation,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number of months must be greater than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77762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288</cp:revision>
  <dcterms:created xsi:type="dcterms:W3CDTF">2025-12-09T17:44:59Z</dcterms:created>
  <dcterms:modified xsi:type="dcterms:W3CDTF">2026-09-17T09:59:15Z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