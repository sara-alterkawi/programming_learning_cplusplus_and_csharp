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5837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420825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792570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786051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916137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59400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593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161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2679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144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558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347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728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2139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27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0595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1621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67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7578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28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71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80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7917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412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374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2946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344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5877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7671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152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304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398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22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350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106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698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630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1111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655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20220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742607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5439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56156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03569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54307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104330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3066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29235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930083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491475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277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0247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5023118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6376369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009584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085474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49146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779343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13675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695539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02072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784856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5115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085443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044621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5309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09130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334914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813575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880055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40404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1947679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555591988" name="object 30"/>
          <p:cNvSpPr txBox="1"/>
          <p:nvPr/>
        </p:nvSpPr>
        <p:spPr bwMode="auto">
          <a:xfrm>
            <a:off x="0" y="1143000"/>
            <a:ext cx="12787663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Average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Pass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Fail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29714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3072843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00964171" name="object 30"/>
          <p:cNvSpPr txBox="1"/>
          <p:nvPr/>
        </p:nvSpPr>
        <p:spPr bwMode="auto">
          <a:xfrm>
            <a:off x="106425" y="3084210"/>
            <a:ext cx="1336270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Average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Pass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017675" name="object 3"/>
          <p:cNvSpPr txBox="1"/>
          <p:nvPr/>
        </p:nvSpPr>
        <p:spPr bwMode="auto">
          <a:xfrm>
            <a:off x="380997" y="888075"/>
            <a:ext cx="12364276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three marks from the user, calculates their sum and average, and checks whether the student has passed or failed.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student passes if the average is greater than or equal to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structure, functions, floating-point division, and a Boolean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061517" name="object 3"/>
          <p:cNvSpPr txBox="1"/>
          <p:nvPr/>
        </p:nvSpPr>
        <p:spPr bwMode="auto">
          <a:xfrm>
            <a:off x="380997" y="888075"/>
            <a:ext cx="12374359" cy="64775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stMarks groups the three marks: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mark1 stores the first mark.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mark2 stores the second mark.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mark3 stores the third mark.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ReadMarks() reads the three marks and returns an stMarks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sumMarks() calculates and returns the sum of the three marks.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avgMarks() calls sumMarks() and divides the result by 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(float) is used to preserve the decimal part of the average.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checkPassFail() checks whether the average is greater than or equal to 50 and returns true or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displays the sum, average, and final PASS or FAIL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structure returned by ReadMarks() is passed directly to PrintResult():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PrintResult(ReadMarks());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13541" name="object 3"/>
          <p:cNvSpPr txBox="1"/>
          <p:nvPr/>
        </p:nvSpPr>
        <p:spPr bwMode="auto">
          <a:xfrm>
            <a:off x="380997" y="888075"/>
            <a:ext cx="12381917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stMarks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three marks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Return the structure containing the marks.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Pass the structure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Calculate the sum using sumMarks().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Calculate the average using avgMarks().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Check whether the average is greater than or equal to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true for PASS or false for FAIL.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sum, average, and final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925234" name="object 3"/>
          <p:cNvSpPr txBox="1"/>
          <p:nvPr/>
        </p:nvSpPr>
        <p:spPr bwMode="auto">
          <a:xfrm>
            <a:off x="380997" y="888075"/>
            <a:ext cx="12380120" cy="63008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 1: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 2: 70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Mark 3: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sum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60 + 70 + 50 = 180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average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180 / 3 =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60 &gt;= 50, the student passes.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sum of the three marks is: 180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average of the three marks is: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You have PASSED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596439" name="object 3"/>
          <p:cNvSpPr txBox="1"/>
          <p:nvPr/>
        </p:nvSpPr>
        <p:spPr bwMode="auto">
          <a:xfrm>
            <a:off x="380997" y="888075"/>
            <a:ext cx="12360321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checkPassFail() returns a bool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true means the average is 50 or more.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false means the average is below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&gt;= 50 means that an average of exactly 50 is considered a passing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062347" name="object 3"/>
          <p:cNvSpPr txBox="1"/>
          <p:nvPr/>
        </p:nvSpPr>
        <p:spPr bwMode="auto">
          <a:xfrm>
            <a:off x="380997" y="888075"/>
            <a:ext cx="1236248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the average with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pass or fail decision is based on the average, not the total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Floating-point division is used so that decimal averages are preserved.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165310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Average is greater than or equal to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checkPassFail() returns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prints "You have PASSED".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FAIL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Average is below 50.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checkPassFail() returns false.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program prints "You have FAILED".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727505" name="object 3"/>
          <p:cNvSpPr txBox="1"/>
          <p:nvPr/>
        </p:nvSpPr>
        <p:spPr bwMode="auto">
          <a:xfrm>
            <a:off x="380997" y="888075"/>
            <a:ext cx="1238155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multiple related marks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pass or fail decision is based on the average of the three marks.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be reused by other functions to perform calculations and make decisions.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55616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261</cp:revision>
  <dcterms:created xsi:type="dcterms:W3CDTF">2025-12-09T17:44:59Z</dcterms:created>
  <dcterms:modified xsi:type="dcterms:W3CDTF">2026-09-15T14:39:09Z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