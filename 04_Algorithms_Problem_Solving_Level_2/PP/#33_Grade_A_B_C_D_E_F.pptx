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66288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811651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922945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351496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795365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150694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453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4297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387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882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615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611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430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910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243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730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5544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70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783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2951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3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582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422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8386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6113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450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147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175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00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124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204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720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21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503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01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957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5654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499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9230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102140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337719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99112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11590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81281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628171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929566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46955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38749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87774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4378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101127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9670952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7683938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285789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89146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516836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84916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873867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202244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813193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204044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12531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25122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106605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925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894168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720437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250144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29705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37599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4303050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39197785" name="object 30"/>
          <p:cNvSpPr txBox="1"/>
          <p:nvPr/>
        </p:nvSpPr>
        <p:spPr bwMode="auto">
          <a:xfrm>
            <a:off x="0" y="1143000"/>
            <a:ext cx="12848490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Grade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1750620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2053505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23721682" name="object 30"/>
          <p:cNvSpPr txBox="1"/>
          <p:nvPr/>
        </p:nvSpPr>
        <p:spPr bwMode="auto">
          <a:xfrm>
            <a:off x="106425" y="3084210"/>
            <a:ext cx="1343109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Grade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453680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to enter a grade between 0 and 100 and converts the numeric grade into a letter grade.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possible results are A, B, C, D, E, and 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 `do-while` loop to make sure the entered grade is within the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130759" name="object 3"/>
          <p:cNvSpPr txBox="1"/>
          <p:nvPr/>
        </p:nvSpPr>
        <p:spPr bwMode="auto">
          <a:xfrm>
            <a:off x="380997" y="888075"/>
            <a:ext cx="12375076" cy="50145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`readGrade()` asks the user for a grade between `From` and `To`.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`do-while` loop repeats the input while the grade is outside the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`grade &lt; From || grade &gt; To` means the input is invalid if it is below the minimum OR above the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`getGrade()` converts the numeric grade into a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`if-else if` statements check the ranges from highest to lowest.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the conditions use `&gt;=`, each boundary belongs to the higher grade.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calls `getGrade()` and prints the returned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`printResult(readGrade(0, 100))` first reads a valid grade and then passes it to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333691" name="object 3"/>
          <p:cNvSpPr txBox="1"/>
          <p:nvPr/>
        </p:nvSpPr>
        <p:spPr bwMode="auto">
          <a:xfrm>
            <a:off x="380997" y="888075"/>
            <a:ext cx="12382635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to enter a grade between 0 and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Repeat the input if the grade is outside the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if the grade is 90 or higher.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not, check 80, then 70, then 60, then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corresponding letter grade.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`F` if the grade is below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final letter grade.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806358" name="object 3"/>
          <p:cNvSpPr txBox="1"/>
          <p:nvPr/>
        </p:nvSpPr>
        <p:spPr bwMode="auto">
          <a:xfrm>
            <a:off x="380997" y="888075"/>
            <a:ext cx="12370761" cy="429381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Grade: 85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85 &gt;= 90 →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85 &gt;= 80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Result = 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750022" name="object 3"/>
          <p:cNvSpPr txBox="1"/>
          <p:nvPr/>
        </p:nvSpPr>
        <p:spPr bwMode="auto">
          <a:xfrm>
            <a:off x="380997" y="888075"/>
            <a:ext cx="12361041" cy="459997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grade ranges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→ 90–100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 → 80–89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 → 70–79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 → 60–69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 → 50–59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 → 0–49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conditions only need to check the lower boundary because the previous condition has already been checked.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578305" name="object 3"/>
          <p:cNvSpPr txBox="1"/>
          <p:nvPr/>
        </p:nvSpPr>
        <p:spPr bwMode="auto">
          <a:xfrm>
            <a:off x="380997" y="888075"/>
            <a:ext cx="12363199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validates that the grade is between 0 and 100, but it does not handle non-numeric input such as letters.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481508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Valid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Between 0 and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Accepted by `readGrade()`.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Converted into a letter grade.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Invalid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Less than 0,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Greater than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 asks the user to enter the grade again.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62662" name="object 3"/>
          <p:cNvSpPr txBox="1"/>
          <p:nvPr/>
        </p:nvSpPr>
        <p:spPr bwMode="auto">
          <a:xfrm>
            <a:off x="380997" y="888075"/>
            <a:ext cx="12382276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converts a numeric grade into A–F.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`do-while` validates that the grade is between 0 and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`if-else if` checks the grade ranges from highest to lowest.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`&gt;=` makes the lower boundary of each grade inclusive.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function returns a `char` such as `A`, `B`, `C`, `D`, `E`, or `F`.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51898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274</cp:revision>
  <dcterms:created xsi:type="dcterms:W3CDTF">2025-12-09T17:44:59Z</dcterms:created>
  <dcterms:modified xsi:type="dcterms:W3CDTF">2026-09-16T14:56:16Z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