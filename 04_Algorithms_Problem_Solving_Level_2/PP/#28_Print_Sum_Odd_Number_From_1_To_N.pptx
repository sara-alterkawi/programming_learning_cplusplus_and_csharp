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1673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014658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4451388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7700974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4358632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4440638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3949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5790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495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7418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6086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97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6611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4852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2012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771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59478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38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9492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9292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0784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1360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479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858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096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2311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4819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4739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6747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470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615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487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106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9335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2333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85147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455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1355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2628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45638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585421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552817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971843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052888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82940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7810567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894848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853965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619055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999493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09083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782347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0448548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7744570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326738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9181862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985466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8114766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166165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668253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952471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6002771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11934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146464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4773683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66400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09457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498137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900815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3816327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18577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9089033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626425355" name="object 30"/>
          <p:cNvSpPr txBox="1"/>
          <p:nvPr/>
        </p:nvSpPr>
        <p:spPr bwMode="auto">
          <a:xfrm>
            <a:off x="0" y="1143000"/>
            <a:ext cx="12832294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Odd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From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6639087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5406576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29712985" name="object 30"/>
          <p:cNvSpPr txBox="1"/>
          <p:nvPr/>
        </p:nvSpPr>
        <p:spPr bwMode="auto">
          <a:xfrm>
            <a:off x="106425" y="3084210"/>
            <a:ext cx="1341490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Odd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From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705466" name="object 3"/>
          <p:cNvSpPr txBox="1"/>
          <p:nvPr/>
        </p:nvSpPr>
        <p:spPr bwMode="auto">
          <a:xfrm>
            <a:off x="380997" y="888075"/>
            <a:ext cx="12365355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number N and calculates the sum of all odd numbers from 1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uses an `enum` to represent whether a number is odd or even.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checks each number in the range and adds only the odd numbers to the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981897" name="object 3"/>
          <p:cNvSpPr txBox="1"/>
          <p:nvPr/>
        </p:nvSpPr>
        <p:spPr bwMode="auto">
          <a:xfrm>
            <a:off x="380997" y="888075"/>
            <a:ext cx="12374717" cy="61193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`enOddOrEven` is an enumeration with two values: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`Odd = 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`Even = 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`readNumb()` reads N from the user and returns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`checkOddOrEven()` uses the `%` operator to determine whether a number is odd or even.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`num % 2 != 0` means the number has a remainder when divided by 2, so it is odd.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`sumOddNumbersFrom1ToN()` starts `sum` at 0 and loops from 1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each number, it calls `checkOddOrEven()`.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result is `Odd`, the number is added to `sum`.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Finally, the function returns the total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`sumOddNumbersFrom1ToN(readNumb())` reads N and passes it directly to the summation function.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067015" name="object 3"/>
          <p:cNvSpPr txBox="1"/>
          <p:nvPr/>
        </p:nvSpPr>
        <p:spPr bwMode="auto">
          <a:xfrm>
            <a:off x="380997" y="888075"/>
            <a:ext cx="12382276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number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Set `sum` to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Start the counter at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whether the current number is odd.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If it is odd, add it to `sum`.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Increase the counter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Repeat until the counter reaches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Return the final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037746" name="object 3"/>
          <p:cNvSpPr txBox="1"/>
          <p:nvPr/>
        </p:nvSpPr>
        <p:spPr bwMode="auto">
          <a:xfrm>
            <a:off x="380997" y="888075"/>
            <a:ext cx="12370401" cy="46169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 =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odd numbers from 1 to 10 are: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1, 3, 5, 7, 9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calculates: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 + 3 + 5 + 7 + 9 = 25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Sum odd numbers = 25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500645" name="object 3"/>
          <p:cNvSpPr txBox="1"/>
          <p:nvPr/>
        </p:nvSpPr>
        <p:spPr bwMode="auto">
          <a:xfrm>
            <a:off x="380997" y="888075"/>
            <a:ext cx="12360681" cy="267087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`%` operator returns the remainder of an integer division.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`7 % 2 = 1` → Odd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`8 % 2 = 0` → Even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127949" name="object 3"/>
          <p:cNvSpPr txBox="1"/>
          <p:nvPr/>
        </p:nvSpPr>
        <p:spPr bwMode="auto">
          <a:xfrm>
            <a:off x="380997" y="888075"/>
            <a:ext cx="12362840" cy="15159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N is less than 1, the loop does not execute and the result remains 0.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339348" name="object 3"/>
          <p:cNvSpPr txBox="1"/>
          <p:nvPr/>
        </p:nvSpPr>
        <p:spPr bwMode="auto">
          <a:xfrm>
            <a:off x="380997" y="888075"/>
            <a:ext cx="1236788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Odd 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`num % 2 != 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a remainder when divided by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Examples: 1, 3, 5, 7, 9.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Even 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`num % 2 == 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no remainder when divided by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Examples: 2, 4, 6, 8, 10.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949017" name="object 3"/>
          <p:cNvSpPr txBox="1"/>
          <p:nvPr/>
        </p:nvSpPr>
        <p:spPr bwMode="auto">
          <a:xfrm>
            <a:off x="380997" y="888075"/>
            <a:ext cx="12381917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calculates the sum of odd numbers from 1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 2` is used to determine whether a number is odd or even.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`enum` `enOddOrEven` represents the two possible results.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Only numbers classified as `Odd` are added to `sum`.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uses separate functions for reading, checking, and calculating.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40586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270</cp:revision>
  <dcterms:created xsi:type="dcterms:W3CDTF">2025-12-09T17:44:59Z</dcterms:created>
  <dcterms:modified xsi:type="dcterms:W3CDTF">2026-09-16T14:37:30Z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