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7953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305460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056883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2577549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280898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321010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790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4746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707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2253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01860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7707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10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9585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9685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0811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0616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7949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7796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724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8235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338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3754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87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6387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4776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68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689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0390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205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3906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4528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532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121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0607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15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86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3458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70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19984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73868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408695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409454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557396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22088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335706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20767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42892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163288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802295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7684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00289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7493653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9581297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517280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905014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71692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8624276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062385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330420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607218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6777992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20296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867330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895989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7882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099114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39470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170332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088637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4515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982962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10042732" name="object 30"/>
          <p:cNvSpPr txBox="1"/>
          <p:nvPr/>
        </p:nvSpPr>
        <p:spPr bwMode="auto">
          <a:xfrm>
            <a:off x="0" y="1143000"/>
            <a:ext cx="12767147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Half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131475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6165266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65369116" name="object 30"/>
          <p:cNvSpPr txBox="1"/>
          <p:nvPr/>
        </p:nvSpPr>
        <p:spPr bwMode="auto">
          <a:xfrm>
            <a:off x="106425" y="3084210"/>
            <a:ext cx="1334399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Half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299649" name="object 3"/>
          <p:cNvSpPr txBox="1"/>
          <p:nvPr/>
        </p:nvSpPr>
        <p:spPr bwMode="auto">
          <a:xfrm>
            <a:off x="380997" y="888075"/>
            <a:ext cx="12363917" cy="35140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an integer number from the user and calculates half of that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separate functions to read the number, calculate its half, and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calculated as a floating-point value so that decimal results are preserved.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365734" name="object 3"/>
          <p:cNvSpPr txBox="1"/>
          <p:nvPr/>
        </p:nvSpPr>
        <p:spPr bwMode="auto">
          <a:xfrm>
            <a:off x="380997" y="888075"/>
            <a:ext cx="12374000" cy="46412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readNumber() reads an integer from the user and returns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claculateHalveNumber() receives the integer and divides it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(float)Num / 2 converts Num to float before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the function returns float, results such as 5.5 can be represented 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printNumber() prints the original number and the calculated half.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to_string() converts the numeric values into strings for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combined: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printNumber(readNumber());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672975" name="object 3"/>
          <p:cNvSpPr txBox="1"/>
          <p:nvPr/>
        </p:nvSpPr>
        <p:spPr bwMode="auto">
          <a:xfrm>
            <a:off x="380997" y="888075"/>
            <a:ext cx="12381558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an integer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Return the number from readNumber().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Pass the number to printNumber().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Call claculateHalveNumber() to calculate half of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Convert the values to strings using to_string().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the original number and its half.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605884" name="object 3"/>
          <p:cNvSpPr txBox="1"/>
          <p:nvPr/>
        </p:nvSpPr>
        <p:spPr bwMode="auto">
          <a:xfrm>
            <a:off x="380997" y="888075"/>
            <a:ext cx="12368601" cy="41031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11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claculateHalveNumber(11) calculates: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11 / 2 = 5.5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program prints: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Half of 11 is: 5.500000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302740" name="object 3"/>
          <p:cNvSpPr txBox="1"/>
          <p:nvPr/>
        </p:nvSpPr>
        <p:spPr bwMode="auto">
          <a:xfrm>
            <a:off x="380997" y="888075"/>
            <a:ext cx="1235996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(float)Num performs an explicit type conversion from int to float.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allows decimal results instead of integer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name claculateHalveNumber contains a spelling mistake; a clearer name would be calculateHalfNumber.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179449" name="object 3"/>
          <p:cNvSpPr txBox="1"/>
          <p:nvPr/>
        </p:nvSpPr>
        <p:spPr bwMode="auto">
          <a:xfrm>
            <a:off x="380997" y="888075"/>
            <a:ext cx="1236212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Num were divided by 2 as an integer without converting it to float, the decimal part would be lost.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11 / 2 using integer division gives 5, while (float)11 / 2 gives 5.5.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400120" name="object 3"/>
          <p:cNvSpPr txBox="1"/>
          <p:nvPr/>
        </p:nvSpPr>
        <p:spPr bwMode="auto">
          <a:xfrm>
            <a:off x="380997" y="888075"/>
            <a:ext cx="12367161" cy="45296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Integer Division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Both operands are integers.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decimal part is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11 / 2 → 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Floating-Point Division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At least one operand is a floating-point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decimal part is preserved.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(float)11 / 2 → 5.5.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361471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separates input, calculation, and output into different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Casting an integer to float preserves the decimal part when dividing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to_string() converts numeric values into strings for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17129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257</cp:revision>
  <dcterms:created xsi:type="dcterms:W3CDTF">2025-12-09T17:44:59Z</dcterms:created>
  <dcterms:modified xsi:type="dcterms:W3CDTF">2026-09-15T14:04:21Z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