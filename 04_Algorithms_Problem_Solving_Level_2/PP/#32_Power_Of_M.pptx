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45598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6399497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0179271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692076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334174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3804981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339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7507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67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953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0360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2831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4295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1644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70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779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8293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512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483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832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120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470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75734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279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5916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4995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663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8456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2473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4601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532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92321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0333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3935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9766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3738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487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0083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050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30089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675389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553078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151788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9726366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72539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360507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617332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839183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732396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762183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59707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554782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3304466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761889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735246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988079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461522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07850838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386232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666363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26997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4343562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23086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811722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1593955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78519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272936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6447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073808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623666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31971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3389752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57669226" name="object 30"/>
          <p:cNvSpPr txBox="1"/>
          <p:nvPr/>
        </p:nvSpPr>
        <p:spPr bwMode="auto">
          <a:xfrm>
            <a:off x="0" y="1143000"/>
            <a:ext cx="12842371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Power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483666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2476459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70009438" name="object 30"/>
          <p:cNvSpPr txBox="1"/>
          <p:nvPr/>
        </p:nvSpPr>
        <p:spPr bwMode="auto">
          <a:xfrm>
            <a:off x="106425" y="3084210"/>
            <a:ext cx="134249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Power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40186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asks the user to enter a base number N and an exponent M, then calculates N raised to the power of 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calculates the power manually using repeated multiplication instead of using `pow()`.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`while` loop to perform the multiplication M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665382" name="object 3"/>
          <p:cNvSpPr txBox="1"/>
          <p:nvPr/>
        </p:nvSpPr>
        <p:spPr bwMode="auto">
          <a:xfrm>
            <a:off x="380997" y="888075"/>
            <a:ext cx="12375076" cy="501455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`readNumbers()` reads the base `N` and exponent `M`.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`power()` starts `result` at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While `expo` is not zero, the function multiplies `result` by `base`.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`--expo` decreases the exponent by 1 after each multiplication.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`expo` reaches 0, the loop stops and the result is returned.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Starting `result` at 1 is important because multiplying by 1 does not change the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receives the base, exponent, and calculated result and prints them.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`printResult(N, M, power(N, M))` calculates the power first and passes the result to `printResult()`.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909436" name="object 3"/>
          <p:cNvSpPr txBox="1"/>
          <p:nvPr/>
        </p:nvSpPr>
        <p:spPr bwMode="auto">
          <a:xfrm>
            <a:off x="380997" y="888075"/>
            <a:ext cx="12382635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base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exponent 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Set `result` to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whether `expo` is not zero.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Multiply `result` by `base`.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Decrease `expo`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Repeat until `expo` becomes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Return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Print the calculated power.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362289" name="object 3"/>
          <p:cNvSpPr txBox="1"/>
          <p:nvPr/>
        </p:nvSpPr>
        <p:spPr bwMode="auto">
          <a:xfrm>
            <a:off x="380997" y="888075"/>
            <a:ext cx="12370761" cy="53409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Base N: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Exponent M: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calculation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× 3 =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 × 3 =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9 × 3 = 27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27 × 3 = 81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 to the power of 4 is 81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853803" name="object 3"/>
          <p:cNvSpPr txBox="1"/>
          <p:nvPr/>
        </p:nvSpPr>
        <p:spPr bwMode="auto">
          <a:xfrm>
            <a:off x="380997" y="888075"/>
            <a:ext cx="1236140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current implementation does not handle negative exponents correctly.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`M` is negative, `expo != 0` remains true and `--expo` makes it even more negative, so the loop never ends.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Negative exponents would also require a fractional result in general.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260768" name="object 3"/>
          <p:cNvSpPr txBox="1"/>
          <p:nvPr/>
        </p:nvSpPr>
        <p:spPr bwMode="auto">
          <a:xfrm>
            <a:off x="380997" y="888075"/>
            <a:ext cx="12362840" cy="15159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N is less than 1, the loop does not execute and the result remains 0.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618912" name="object 3"/>
          <p:cNvSpPr txBox="1"/>
          <p:nvPr/>
        </p:nvSpPr>
        <p:spPr bwMode="auto">
          <a:xfrm>
            <a:off x="380997" y="888075"/>
            <a:ext cx="123682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`power()` with `while`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Calculates the power using repeated multiplication.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require `pow()`.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Clearly demonstrates how exponentiation works.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`pow()`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Provided by the `&lt;cmath&gt;`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`pow(base, exponent)`.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directly calculate the power without writing the multiplication loop.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854750" name="object 3"/>
          <p:cNvSpPr txBox="1"/>
          <p:nvPr/>
        </p:nvSpPr>
        <p:spPr bwMode="auto">
          <a:xfrm>
            <a:off x="380997" y="888075"/>
            <a:ext cx="12382276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calculates N to the power of 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`result` starts at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`while` loop repeatedly multiplies the result by the base.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`--expo` decreases the number of remaining multiplications.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`M = 0` correctly produces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current code should not be used with negative exponents because they are not handled.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2486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273</cp:revision>
  <dcterms:created xsi:type="dcterms:W3CDTF">2025-12-09T17:44:59Z</dcterms:created>
  <dcterms:modified xsi:type="dcterms:W3CDTF">2026-09-16T14:52:23Z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