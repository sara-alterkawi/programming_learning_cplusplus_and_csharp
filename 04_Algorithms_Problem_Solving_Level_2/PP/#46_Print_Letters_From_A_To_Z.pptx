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85358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18916169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8356345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0909003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71519722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809120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4438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35067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1053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99399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31219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77444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3424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48638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359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62675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4880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2089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22850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75766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86348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00984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7233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26039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98497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62315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29325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94404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70016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95552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80952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91168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60636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33227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79688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96700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6286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99745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60067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9429860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63467865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8369951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0951120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2111864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737324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4462861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7852659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3666722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8112509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1497063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275044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01121394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98348784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20193738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67369449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25911292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56092063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329532296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9321132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9734191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95419619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35723127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0570137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00892117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17834846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922736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6868092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9381264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31642581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15311583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6865395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877939237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052492586" name="object 30"/>
          <p:cNvSpPr txBox="1"/>
          <p:nvPr/>
        </p:nvSpPr>
        <p:spPr bwMode="auto">
          <a:xfrm>
            <a:off x="0" y="1143000"/>
            <a:ext cx="12892398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Print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Letters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_From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Z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84984675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981951742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986405546" name="object 30"/>
          <p:cNvSpPr txBox="1"/>
          <p:nvPr/>
        </p:nvSpPr>
        <p:spPr bwMode="auto">
          <a:xfrm>
            <a:off x="106425" y="3084210"/>
            <a:ext cx="13475004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Print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Letters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From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Z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1689547" name="object 3"/>
          <p:cNvSpPr txBox="1"/>
          <p:nvPr/>
        </p:nvSpPr>
        <p:spPr bwMode="auto">
          <a:xfrm>
            <a:off x="380997" y="888075"/>
            <a:ext cx="12366073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prints all uppercase letters of the English alphabet from `A` to `Z`.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uses a `char` variable and a `while` loop to move through the letters.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`++` operator increases the character to the next letter.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4901941" name="object 3"/>
          <p:cNvSpPr txBox="1"/>
          <p:nvPr/>
        </p:nvSpPr>
        <p:spPr bwMode="auto">
          <a:xfrm>
            <a:off x="380997" y="888075"/>
            <a:ext cx="12380835" cy="4113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variable `letter` starts with the character `'A'`.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condition `letter &lt;= 'Z'` keeps the loop running while the current character is within the alphabet range.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`cout &lt;&lt; letter &lt;&lt; " ";` prints the current letter.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`letter++` moves to the next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When `letter` becomes greater than `'Z'`, the loop stops.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`printAlphabet()` contains the complete printing logic, while `main()` only calls the function.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7685848" name="object 3"/>
          <p:cNvSpPr txBox="1"/>
          <p:nvPr/>
        </p:nvSpPr>
        <p:spPr bwMode="auto">
          <a:xfrm>
            <a:off x="380997" y="888075"/>
            <a:ext cx="12383714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Set `letter` to `'A'`.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Check whether `letter &lt;= 'Z'`.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Print the current letter.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Increment `letter`.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Repeat until the letter passes `'Z'`.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Print a new line.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140982" name="object 3"/>
          <p:cNvSpPr txBox="1"/>
          <p:nvPr/>
        </p:nvSpPr>
        <p:spPr bwMode="auto">
          <a:xfrm>
            <a:off x="380997" y="888075"/>
            <a:ext cx="12371121" cy="46169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loop starts with: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`A`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Then it continues: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`B C D E ...`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final letter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`Z`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 B C D E F G H I J K L M N O P Q R S T U V W X Y Z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8590738" name="object 3"/>
          <p:cNvSpPr txBox="1"/>
          <p:nvPr/>
        </p:nvSpPr>
        <p:spPr bwMode="auto">
          <a:xfrm>
            <a:off x="380997" y="888075"/>
            <a:ext cx="12361401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Characters have numeric character codes, so incrementing a `char` moves to the next character in the character encoding.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the English uppercase alphabet, `'A'` through `'Z'` are stored consecutively.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0685346" name="object 3"/>
          <p:cNvSpPr txBox="1"/>
          <p:nvPr/>
        </p:nvSpPr>
        <p:spPr bwMode="auto">
          <a:xfrm>
            <a:off x="380997" y="888075"/>
            <a:ext cx="12363558" cy="2247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approach relies on the alphabet characters being consecutive in the character encoding, which is guaranteed for the basic execution character set used by standard C++ implementations.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575656" name="object 3"/>
          <p:cNvSpPr txBox="1"/>
          <p:nvPr/>
        </p:nvSpPr>
        <p:spPr bwMode="auto">
          <a:xfrm>
            <a:off x="380997" y="888075"/>
            <a:ext cx="1236860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`while` Loop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Starts at `'A'`.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Continues while the condition is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Suitable when the loop progresses character by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Manual Printing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Each letter would have to be written separately.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Produces much more repetitive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demonstrate the benefit of a loop.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473065" name="object 3"/>
          <p:cNvSpPr txBox="1"/>
          <p:nvPr/>
        </p:nvSpPr>
        <p:spPr bwMode="auto">
          <a:xfrm>
            <a:off x="380997" y="888075"/>
            <a:ext cx="12382635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`char` variable can be used to iterate through letters.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`'A'` to `'Z'` represents the uppercase English alphabet.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`while` repeats the printing operation until the condition becomes false.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`letter++` moves to the next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99440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286</cp:revision>
  <dcterms:created xsi:type="dcterms:W3CDTF">2025-12-09T17:44:59Z</dcterms:created>
  <dcterms:modified xsi:type="dcterms:W3CDTF">2026-09-17T09:51:27Z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