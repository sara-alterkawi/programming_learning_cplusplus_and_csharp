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8541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812197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386374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390493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5218622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2353647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819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792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351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004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6525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7885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5318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557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362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194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624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42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143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218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2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866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1745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362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50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19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202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159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252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501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58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01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21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061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308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768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801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7355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019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01865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567225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49148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851000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89969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00986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865862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20091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349617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878553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7248846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5969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939139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4845353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2423929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18373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719780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287551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2133895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553969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26309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926211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860054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05292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894969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6387485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6235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51278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018582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065616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993185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8571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5347550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41824393" name="object 30"/>
          <p:cNvSpPr txBox="1"/>
          <p:nvPr/>
        </p:nvSpPr>
        <p:spPr bwMode="auto">
          <a:xfrm>
            <a:off x="0" y="1143000"/>
            <a:ext cx="12792341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Swap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495765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2522839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55481232" name="object 30"/>
          <p:cNvSpPr txBox="1"/>
          <p:nvPr/>
        </p:nvSpPr>
        <p:spPr bwMode="auto">
          <a:xfrm>
            <a:off x="106425" y="3084210"/>
            <a:ext cx="1336738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Swap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168538" name="object 3"/>
          <p:cNvSpPr txBox="1"/>
          <p:nvPr/>
        </p:nvSpPr>
        <p:spPr bwMode="auto">
          <a:xfrm>
            <a:off x="380997" y="888075"/>
            <a:ext cx="12364276" cy="27750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two numbers, displays them, swaps their values, and then displays them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functions, reference parameters, and a temporary variable to swap the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430309" name="object 3"/>
          <p:cNvSpPr txBox="1"/>
          <p:nvPr/>
        </p:nvSpPr>
        <p:spPr bwMode="auto">
          <a:xfrm>
            <a:off x="380997" y="888075"/>
            <a:ext cx="12374359" cy="65150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readNumbers() function reads two numbers and stores them in num1 and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parameters int&amp; num1 and int&amp; num2 are reference parameters, so the function can modify the original variables from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swapNumbers() function exchanges the values of the two variables: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Temp stores the original value of num1.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num1 receives the value of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num2 receives the original value stored in Temp.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printNumbersBefore() function displays the numbers before swapping.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printNumbersAfter() function displays the numbers after swapping.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called in order: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readNumbers(Num1, Num2);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printNumbersBefore(Num1, Num2);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swapNumbers(Num1, Num2);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printNumbersAfter(Num1, Num2);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899561" name="object 3"/>
          <p:cNvSpPr txBox="1"/>
          <p:nvPr/>
        </p:nvSpPr>
        <p:spPr bwMode="auto">
          <a:xfrm>
            <a:off x="380997" y="888075"/>
            <a:ext cx="12381917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two integer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two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the numbers before swapping.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num1 in a temporary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Assign num2 to num1.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Assign the temporary value to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Display the numbers after swapping.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408976" name="object 3"/>
          <p:cNvSpPr txBox="1"/>
          <p:nvPr/>
        </p:nvSpPr>
        <p:spPr bwMode="auto">
          <a:xfrm>
            <a:off x="380997" y="888075"/>
            <a:ext cx="12370041" cy="53634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1: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2: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Before swapping: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10 , 20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Temp stores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num1 becomes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num2 becomes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After swapping: 20 ,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841406" name="object 3"/>
          <p:cNvSpPr txBox="1"/>
          <p:nvPr/>
        </p:nvSpPr>
        <p:spPr bwMode="auto">
          <a:xfrm>
            <a:off x="380997" y="888075"/>
            <a:ext cx="1236032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temporary variable is needed to keep the original value of num1 while the values are being exchanged.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Reference parameters allow swapNumbers() to modify the original variables directly.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999266" name="object 3"/>
          <p:cNvSpPr txBox="1"/>
          <p:nvPr/>
        </p:nvSpPr>
        <p:spPr bwMode="auto">
          <a:xfrm>
            <a:off x="380997" y="888075"/>
            <a:ext cx="1236248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assign num1 = num2 before saving the original num1 value, the original value of num1 will be lost.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583614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Before Swapping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num1 =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num2 =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values are in their original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After Swapping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num1 = 20.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num2 =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values have exchanged positions.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728107" name="object 3"/>
          <p:cNvSpPr txBox="1"/>
          <p:nvPr/>
        </p:nvSpPr>
        <p:spPr bwMode="auto">
          <a:xfrm>
            <a:off x="380997" y="888075"/>
            <a:ext cx="12381558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Swapping means exchanging the values of two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temporary variable can be used to safely exchange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parameters allow a function to modify the original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order of assignments is important when swapping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separate reading, processing, and printing tasks.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11924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263</cp:revision>
  <dcterms:created xsi:type="dcterms:W3CDTF">2025-12-09T17:44:59Z</dcterms:created>
  <dcterms:modified xsi:type="dcterms:W3CDTF">2026-09-15T14:52:45Z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