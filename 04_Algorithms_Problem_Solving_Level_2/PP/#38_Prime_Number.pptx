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94059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3120615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2584267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9146949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0597170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9827020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4935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81664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8738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054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46033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4557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9548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05192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85924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05665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314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177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3618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67169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2662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803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7777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01066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6554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6426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3304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0947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16833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7589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6047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43729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8940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890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8079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0009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0580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5940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011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688235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805167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827749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8401961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6181995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907015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5492730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726627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854058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470496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8578351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479194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7936446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71531775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2115487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7451862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143167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546622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31523741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2838530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499675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951689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7417848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53840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040871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8827417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47266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013796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292931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418154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1700257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83801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25873242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263733412" name="object 30"/>
          <p:cNvSpPr txBox="1"/>
          <p:nvPr/>
        </p:nvSpPr>
        <p:spPr bwMode="auto">
          <a:xfrm>
            <a:off x="0" y="1143000"/>
            <a:ext cx="12860726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Prime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86113691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739012297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030610717" name="object 30"/>
          <p:cNvSpPr txBox="1"/>
          <p:nvPr/>
        </p:nvSpPr>
        <p:spPr bwMode="auto">
          <a:xfrm>
            <a:off x="106425" y="3084210"/>
            <a:ext cx="13444052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Prime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90491" name="object 3"/>
          <p:cNvSpPr txBox="1"/>
          <p:nvPr/>
        </p:nvSpPr>
        <p:spPr bwMode="auto">
          <a:xfrm>
            <a:off x="380997" y="888075"/>
            <a:ext cx="12365714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a positive number from the user and checks whether it is a prime number or not.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prime number is a number greater than 1 that is divisible only by 1 and itself.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an enum, functions, a do-while loop, a for loop, and the modulo `%` operator.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6054111" name="object 3"/>
          <p:cNvSpPr txBox="1"/>
          <p:nvPr/>
        </p:nvSpPr>
        <p:spPr bwMode="auto">
          <a:xfrm>
            <a:off x="380997" y="888075"/>
            <a:ext cx="12375076" cy="574607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enPrimeOrNot is an enum used to represent two possible results: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Prime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NotPrime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readNumber() keeps asking the user for a number until a positive number is entered.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checkPrime() starts checking divisibility from 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expression `numb % i == 0` checks whether numb is evenly divisible by i.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a divisor is found, the function immediately returns NotPrime.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no divisor is found, the function returns Prime.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loop checks up to `numb / 2` because a number greater than half of numb cannot divide numb evenly, except numb itself.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printResult() displays the number and whether it is prime.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5196021" name="object 3"/>
          <p:cNvSpPr txBox="1"/>
          <p:nvPr/>
        </p:nvSpPr>
        <p:spPr bwMode="auto">
          <a:xfrm>
            <a:off x="380997" y="888075"/>
            <a:ext cx="12382635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a positive number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If the number is less than 2, classify it as NotPrime.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Start checking divisors from 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Check whether `numb % i == 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If a divisor is found, return NotPrime.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Continue checking until `numb / 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If no divisor is found, return Prime.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Print the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0085564" name="object 3"/>
          <p:cNvSpPr txBox="1"/>
          <p:nvPr/>
        </p:nvSpPr>
        <p:spPr bwMode="auto">
          <a:xfrm>
            <a:off x="380997" y="888075"/>
            <a:ext cx="12370761" cy="46169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checks: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7 % 2 ≠ 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7 % 3 ≠ 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No divisor is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7 is a Prime number.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306804" name="object 3"/>
          <p:cNvSpPr txBox="1"/>
          <p:nvPr/>
        </p:nvSpPr>
        <p:spPr bwMode="auto">
          <a:xfrm>
            <a:off x="380997" y="888075"/>
            <a:ext cx="12361041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Examples of prime numbers: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2, 3, 5, 7, 11, 13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Examples of non-prime numbers: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4, 6, 8, 9, 10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`2` is the smallest prime number.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761937" name="object 3"/>
          <p:cNvSpPr txBox="1"/>
          <p:nvPr/>
        </p:nvSpPr>
        <p:spPr bwMode="auto">
          <a:xfrm>
            <a:off x="380997" y="888075"/>
            <a:ext cx="12363199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asks for a positive number, but numbers `1` and `0` are not prime. The `checkPrime()` function correctly handles numbers less than 2 as NotPrime.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3156698" name="object 3"/>
          <p:cNvSpPr txBox="1"/>
          <p:nvPr/>
        </p:nvSpPr>
        <p:spPr bwMode="auto">
          <a:xfrm>
            <a:off x="380997" y="888075"/>
            <a:ext cx="1236824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Prime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Greater than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Has exactly two positive divisors: 1 and itself.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No divisor is found between 2 and `numb / 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NotPrime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Less than 2, 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Has another divisor besides 1 and itself.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`numb % i == 0` becomes true for a value of i.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532704" name="object 3"/>
          <p:cNvSpPr txBox="1"/>
          <p:nvPr/>
        </p:nvSpPr>
        <p:spPr bwMode="auto">
          <a:xfrm>
            <a:off x="380997" y="888075"/>
            <a:ext cx="12382276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prime number is greater than 1 and has only two positive divisors.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`%` can be used to check whether one number divides another evenly.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function returns NotPrime as soon as a divisor is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An enum can represent the possible results clearly.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041524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278</cp:revision>
  <dcterms:created xsi:type="dcterms:W3CDTF">2025-12-09T17:44:59Z</dcterms:created>
  <dcterms:modified xsi:type="dcterms:W3CDTF">2026-09-17T09:14:04Z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