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4393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04360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832600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576391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368827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769039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705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544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29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804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129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693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562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02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030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842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927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278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138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924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215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58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9481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864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483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2391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03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032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023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941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203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765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2143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425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6050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769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556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6466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940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99838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768037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47121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76822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90423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11465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362784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001815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674946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393628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20627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4551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107074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5286976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5435358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301102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314177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747076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965179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324504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103056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648065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1029300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79728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239906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051798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5657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31659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252083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642334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840490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7266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5532304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59604165" name="object 30"/>
          <p:cNvSpPr txBox="1"/>
          <p:nvPr/>
        </p:nvSpPr>
        <p:spPr bwMode="auto">
          <a:xfrm>
            <a:off x="0" y="1143000"/>
            <a:ext cx="1280097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Along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Circumfernce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25378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6929188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17373577" name="object 30"/>
          <p:cNvSpPr txBox="1"/>
          <p:nvPr/>
        </p:nvSpPr>
        <p:spPr bwMode="auto">
          <a:xfrm>
            <a:off x="106425" y="3084210"/>
            <a:ext cx="1337458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Along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Circumfernce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100183" name="object 3"/>
          <p:cNvSpPr txBox="1"/>
          <p:nvPr/>
        </p:nvSpPr>
        <p:spPr bwMode="auto">
          <a:xfrm>
            <a:off x="380997" y="888075"/>
            <a:ext cx="12364276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area of a circle when its circumference is given.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the circumference formula, π, pow(), division, functions, and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area can be calculated directly from the circumference without first calculating the radius.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420238" name="object 3"/>
          <p:cNvSpPr txBox="1"/>
          <p:nvPr/>
        </p:nvSpPr>
        <p:spPr bwMode="auto">
          <a:xfrm>
            <a:off x="380997" y="888075"/>
            <a:ext cx="12374359" cy="80005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readCircumference() function reads the circumference L from the user and returns it as a float.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circumference formula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 = 2 × π × 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 = C / (2 × π)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circle area formula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π × R²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By substituting the radius formula, we get: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C² / (4 × π)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CircleAreaByCircumference() uses this formula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pow(L, 2) calculates the circumference squared.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M_PI represents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receives the calculated area and prints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nested: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printResult(CircleAreaByCircumference(readCircumference()));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readCircumference() runs first, its result is passed to CircleAreaByCircumference(), and the calculated area is passed to printResult().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505017" name="object 3"/>
          <p:cNvSpPr txBox="1"/>
          <p:nvPr/>
        </p:nvSpPr>
        <p:spPr bwMode="auto">
          <a:xfrm>
            <a:off x="380997" y="888075"/>
            <a:ext cx="12381917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circle circumference 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Calculate L² using pow().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4 ×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Divide L² by 4 ×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Pass the returned area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circle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024077" name="object 3"/>
          <p:cNvSpPr txBox="1"/>
          <p:nvPr/>
        </p:nvSpPr>
        <p:spPr bwMode="auto">
          <a:xfrm>
            <a:off x="380997" y="888075"/>
            <a:ext cx="1237004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Circumference: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20² / (4 × π)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400 / (4 × π)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approximately 31.831.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Circle Area = 31.831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597114" name="object 3"/>
          <p:cNvSpPr txBox="1"/>
          <p:nvPr/>
        </p:nvSpPr>
        <p:spPr bwMode="auto">
          <a:xfrm>
            <a:off x="380997" y="888075"/>
            <a:ext cx="1236032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 used in the program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C² / (4 × π)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formula is derived from the relationship between circumference, radius, and circle area.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580309" name="object 3"/>
          <p:cNvSpPr txBox="1"/>
          <p:nvPr/>
        </p:nvSpPr>
        <p:spPr bwMode="auto">
          <a:xfrm>
            <a:off x="380997" y="888075"/>
            <a:ext cx="12362481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readCircumference() returns a float, but CircleAreaByCircumference() receives an int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a decimal circumference such as 20.5, the decimal part will be lost when the value is passed to CircleAreaByCircumference().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better parameter type would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float CircleAreaByCircumference(float L)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200670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Radius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Formula: Area = π × R².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radius is given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calculation uses the radius squared.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Using Circumference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Formula: Area = C² / (4 × π).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circumference is given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radius does not need to be calculated separately.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386221" name="object 3"/>
          <p:cNvSpPr txBox="1"/>
          <p:nvPr/>
        </p:nvSpPr>
        <p:spPr bwMode="auto">
          <a:xfrm>
            <a:off x="380997" y="888075"/>
            <a:ext cx="12381558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circle's area can be calculated from its circumference.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formula is C² / (4 × π).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pow(L, 2) calculates the circumference squared.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formula is derived from C = 2 × π × R and A = π × R².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Matching float parameter types prevents decimal values from being lost.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08595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265</cp:revision>
  <dcterms:created xsi:type="dcterms:W3CDTF">2025-12-09T17:44:59Z</dcterms:created>
  <dcterms:modified xsi:type="dcterms:W3CDTF">2026-09-16T14:00:42Z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