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0857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30155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598227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211142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361865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262678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9965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01101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37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011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596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3405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855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739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674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36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361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9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900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3789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84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694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3101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654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384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1569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649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137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550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9230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263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779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65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229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720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060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0193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366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69708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159193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374900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102790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57254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7788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006986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42155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01388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13554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90821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3818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813847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5960195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8829647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67414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57479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41393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5033200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222179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964691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380074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869400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6007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235426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665140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6327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269535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344311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534191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783557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93153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1784707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84847796" name="object 30"/>
          <p:cNvSpPr txBox="1"/>
          <p:nvPr/>
        </p:nvSpPr>
        <p:spPr bwMode="auto">
          <a:xfrm>
            <a:off x="0" y="1143000"/>
            <a:ext cx="12834093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Even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032094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3350129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56312194" name="object 30"/>
          <p:cNvSpPr txBox="1"/>
          <p:nvPr/>
        </p:nvSpPr>
        <p:spPr bwMode="auto">
          <a:xfrm>
            <a:off x="106425" y="3084210"/>
            <a:ext cx="1341741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Even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165832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number N and calculates the sum of all even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an `enum` to identify whether each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the numbers classified as `Even` are added to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228356" name="object 3"/>
          <p:cNvSpPr txBox="1"/>
          <p:nvPr/>
        </p:nvSpPr>
        <p:spPr bwMode="auto">
          <a:xfrm>
            <a:off x="380997" y="888075"/>
            <a:ext cx="12375076" cy="61268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`enOddOrEven` is an enumeration with two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`Odd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`Even = 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`readNumb()` reads N from the user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determines whether a number is odd or even using `% 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 % 2 != 0` means the number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the number is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`sumEvenNumbersFrom1ToN()` starts `sum` at 0 and loops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each number, it calls `checkOddOrEven()`.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returned value is `Even`, the number is added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the function returns the total.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`sumEvenNumbersFrom1ToN(readNumb())` reads N and passes the returned value directly to the summation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5947" name="object 3"/>
          <p:cNvSpPr txBox="1"/>
          <p:nvPr/>
        </p:nvSpPr>
        <p:spPr bwMode="auto">
          <a:xfrm>
            <a:off x="380997" y="888075"/>
            <a:ext cx="12382635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`sum`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counter at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current number is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it is even, add it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the counter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until the counter reaches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final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169786" name="object 3"/>
          <p:cNvSpPr txBox="1"/>
          <p:nvPr/>
        </p:nvSpPr>
        <p:spPr bwMode="auto">
          <a:xfrm>
            <a:off x="380997" y="888075"/>
            <a:ext cx="1237076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even numbers from 1 to 10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2, 4, 6, 8, 10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calculates: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 + 4 + 6 + 8 + 10 =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even numbers = 30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253708" name="object 3"/>
          <p:cNvSpPr txBox="1"/>
          <p:nvPr/>
        </p:nvSpPr>
        <p:spPr bwMode="auto">
          <a:xfrm>
            <a:off x="380997" y="888075"/>
            <a:ext cx="12361041" cy="26708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number is even when dividing it by 2 leaves a remainder of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`6 % 2 = 0` → Even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`7 % 2 = 1` → Odd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43908" name="object 3"/>
          <p:cNvSpPr txBox="1"/>
          <p:nvPr/>
        </p:nvSpPr>
        <p:spPr bwMode="auto">
          <a:xfrm>
            <a:off x="380997" y="888075"/>
            <a:ext cx="12363199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 is less than 1, the loop does not execute and the result remains 0.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101373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Even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 % 2 == 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no remainder when divided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2, 4, 6, 8,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Odd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 % 2 != 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remainder when divided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1, 3, 5, 7, 9.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363484" name="object 3"/>
          <p:cNvSpPr txBox="1"/>
          <p:nvPr/>
        </p:nvSpPr>
        <p:spPr bwMode="auto">
          <a:xfrm>
            <a:off x="380997" y="888075"/>
            <a:ext cx="12382276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calculates the sum of even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 2` is used to identify even and odd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`enum` represents the possible results of the check.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Only numbers classified as `Even` are added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same checking function can be reused for both odd and even calculations.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77785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271</cp:revision>
  <dcterms:created xsi:type="dcterms:W3CDTF">2025-12-09T17:44:59Z</dcterms:created>
  <dcterms:modified xsi:type="dcterms:W3CDTF">2026-09-16T14:41:10Z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