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22033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5894249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8978173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3473452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7786410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2502413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84451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64177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16980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66423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91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457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6337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157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381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881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92593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539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6990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007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5396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24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3391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21833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0612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05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5823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51667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546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9316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5307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9357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4627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422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3845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8180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2310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208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204631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180015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766532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304323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994437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3717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2352389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830215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096816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060222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6485179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15768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923017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0520208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1264820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494432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2235618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3673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103743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3272276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526885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3202349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4222071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32117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555422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7934986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40656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528522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43482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384875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71111812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80217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3529363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21607197" name="object 30"/>
          <p:cNvSpPr txBox="1"/>
          <p:nvPr/>
        </p:nvSpPr>
        <p:spPr bwMode="auto">
          <a:xfrm>
            <a:off x="0" y="1143000"/>
            <a:ext cx="12879801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Seconds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Hours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Minutes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Seconds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5281080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3980242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18958758" name="object 30"/>
          <p:cNvSpPr txBox="1"/>
          <p:nvPr/>
        </p:nvSpPr>
        <p:spPr bwMode="auto">
          <a:xfrm>
            <a:off x="106425" y="3084210"/>
            <a:ext cx="1346312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Seconds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Day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Hours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Minutes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Seconds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5714763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total number of seconds and converts it into days, hours, minutes, and remaining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 structure to store the converted time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conversion is done using integer division `/` and the remainder operator `%`.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0425457" name="object 3"/>
          <p:cNvSpPr txBox="1"/>
          <p:nvPr/>
        </p:nvSpPr>
        <p:spPr bwMode="auto">
          <a:xfrm>
            <a:off x="380997" y="888075"/>
            <a:ext cx="12375076" cy="832887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`strTaskDuration` stores the four parts of the duration: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NumberOfDays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NumberOfHours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NumberOfMinutes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NumberOfSeconds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`ReadTotalSeconds()` reads the total number of seconds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`TaskSecondsDuration()` performs the conversion.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`SecondsPerDay` is `24 × 60 × 60 = 86400`.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`SecondsPerHour` is `60 × 60 = 3600`.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`SecondsPerMinute` is `60`.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First, the total seconds are divided by the number of seconds in one day: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`TotalSeconds / SecondsPerDay`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remainder is stored because the seconds used for the complete days should no longer be considered.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remainder is then divided by the number of seconds in one hour to calculate the hours.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`%=` updates the remainder by keeping only the seconds left after extracting the complete hours.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same process is repeated for minutes and seconds.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006817" name="object 3"/>
          <p:cNvSpPr txBox="1"/>
          <p:nvPr/>
        </p:nvSpPr>
        <p:spPr bwMode="auto">
          <a:xfrm>
            <a:off x="380997" y="888075"/>
            <a:ext cx="12382635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total number of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Calculate the number of complete days using `/`.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Calculate the remaining seconds using `%`.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Calculate the complete hours from the remainder.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Update the remainder using `%`.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Calculate the complete minutes.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Calculate the remaining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Store all values in the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Print the converted duration.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523565" name="object 3"/>
          <p:cNvSpPr txBox="1"/>
          <p:nvPr/>
        </p:nvSpPr>
        <p:spPr bwMode="auto">
          <a:xfrm>
            <a:off x="380997" y="888075"/>
            <a:ext cx="12370761" cy="7572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193535 seconds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Days: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193535 / 86400 = 2 days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Remaining seconds: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193535 % 86400 = 20735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Hours: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20735 / 3600 = 5 hours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Remaining seconds: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20735 % 3600 = 2735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Minutes: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2735 / 60 = 45 minutes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Remaining seconds: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2735 % 60 = 35 seconds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result is 2 Days, 5 Hours, 45 Minutes and 35 Seconds.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3572109" name="object 3"/>
          <p:cNvSpPr txBox="1"/>
          <p:nvPr/>
        </p:nvSpPr>
        <p:spPr bwMode="auto">
          <a:xfrm>
            <a:off x="380997" y="888075"/>
            <a:ext cx="12361041" cy="304413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Integer division `/` gives the number of complete units.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`%` operator gives the remaining part after extracting complete units.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conversion follows the same idea as #42, but in the opposite direction: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#42: Days, Hours, Minutes, Seconds → Total Seconds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#43: Total Seconds → Days, Hours, Minutes, Seconds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114780" name="object 3"/>
          <p:cNvSpPr txBox="1"/>
          <p:nvPr/>
        </p:nvSpPr>
        <p:spPr bwMode="auto">
          <a:xfrm>
            <a:off x="380997" y="888075"/>
            <a:ext cx="12363199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does not validate whether the entered total seconds is positive. A negative value would produce results that do not represent a normal time duration.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413370" name="object 3"/>
          <p:cNvSpPr txBox="1"/>
          <p:nvPr/>
        </p:nvSpPr>
        <p:spPr bwMode="auto">
          <a:xfrm>
            <a:off x="380997" y="888075"/>
            <a:ext cx="123682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`/` Integer Division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Finds the number of complete units.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`193535 / 86400 = 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to calculate days, hours, and minutes.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`%` Remainder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Finds what remains after complete units are extracted.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`193535 % 86400 = 20735`.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to continue converting the remaining seconds.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581477" name="object 3"/>
          <p:cNvSpPr txBox="1"/>
          <p:nvPr/>
        </p:nvSpPr>
        <p:spPr bwMode="auto">
          <a:xfrm>
            <a:off x="380997" y="888075"/>
            <a:ext cx="12382276" cy="302654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Total seconds can be converted into larger time units using integer division.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`%` keeps the remaining seconds after extracting each unit.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conversion order is Days → Hours → Minutes → Seconds.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structure can store all parts of the converted duration.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`/` finds complete units, while `%` finds the remainder.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03723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283</cp:revision>
  <dcterms:created xsi:type="dcterms:W3CDTF">2025-12-09T17:44:59Z</dcterms:created>
  <dcterms:modified xsi:type="dcterms:W3CDTF">2026-09-17T09:37:56Z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