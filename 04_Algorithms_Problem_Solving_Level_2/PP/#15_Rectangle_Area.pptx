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3288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6056455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2305914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3871483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506935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1269450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43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9493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96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031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13963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44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703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88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178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8114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9847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12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5617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90829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63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31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4181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5631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00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93550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897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90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3024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212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6920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8217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358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686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788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417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5131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8082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521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04487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141641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802191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074588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0318885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73363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074814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275122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359477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256580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7416803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4158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449896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5476453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4930970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352248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686217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072636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3333007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924126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441210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337197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712620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2161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704700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3928367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18006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56268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31374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457207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2934296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65902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3964321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3618870" name="object 30"/>
          <p:cNvSpPr txBox="1"/>
          <p:nvPr/>
        </p:nvSpPr>
        <p:spPr bwMode="auto">
          <a:xfrm>
            <a:off x="0" y="1143000"/>
            <a:ext cx="12796300" cy="315186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Rectangle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262467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4481000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17769538" name="object 30"/>
          <p:cNvSpPr txBox="1"/>
          <p:nvPr/>
        </p:nvSpPr>
        <p:spPr bwMode="auto">
          <a:xfrm>
            <a:off x="106425" y="3084210"/>
            <a:ext cx="1336990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Rectangle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89116" name="object 3"/>
          <p:cNvSpPr txBox="1"/>
          <p:nvPr/>
        </p:nvSpPr>
        <p:spPr bwMode="auto">
          <a:xfrm>
            <a:off x="380997" y="888075"/>
            <a:ext cx="12364276" cy="240927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the length and width of a rectangle and calculates its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functions, reference parameters, multiplication, and return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526064" name="object 3"/>
          <p:cNvSpPr txBox="1"/>
          <p:nvPr/>
        </p:nvSpPr>
        <p:spPr bwMode="auto">
          <a:xfrm>
            <a:off x="380997" y="888075"/>
            <a:ext cx="12374359" cy="538031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readNumbers() function reads the rectangle's length and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parameters int&amp; length and int&amp; width are reference parameters, so the function stores the input directly in the variables from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RectangleArea() function calculates the area by multiplying the length by the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returns the calculated area as an 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printRectangleArea() function displays the result and calls RectangleArea() to calculate the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functions are called in order: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readNumbers(A, B);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printRectangleArea(A, B);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432349" name="object 3"/>
          <p:cNvSpPr txBox="1"/>
          <p:nvPr/>
        </p:nvSpPr>
        <p:spPr bwMode="auto">
          <a:xfrm>
            <a:off x="380997" y="888075"/>
            <a:ext cx="12381917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two integer variables for length and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length and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Pass the values to RectangleArea().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Multiply length by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the calculated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the rectangle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683903" name="object 3"/>
          <p:cNvSpPr txBox="1"/>
          <p:nvPr/>
        </p:nvSpPr>
        <p:spPr bwMode="auto">
          <a:xfrm>
            <a:off x="380997" y="888075"/>
            <a:ext cx="12370041" cy="38779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Length: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Width: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area is calculated by multiplying 10 by 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Rectangle Area = 50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777684" name="object 3"/>
          <p:cNvSpPr txBox="1"/>
          <p:nvPr/>
        </p:nvSpPr>
        <p:spPr bwMode="auto">
          <a:xfrm>
            <a:off x="380997" y="888075"/>
            <a:ext cx="1236032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area of a rectangle is calculated by multiplying its length by its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the program uses int, the length, width, and result are whole numbers.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950473" name="object 3"/>
          <p:cNvSpPr txBox="1"/>
          <p:nvPr/>
        </p:nvSpPr>
        <p:spPr bwMode="auto">
          <a:xfrm>
            <a:off x="380997" y="888075"/>
            <a:ext cx="1236248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length or width is negative, the program will still perform the multiplication. The code does not validate whether the dimensions are positive.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923847" name="object 3"/>
          <p:cNvSpPr txBox="1"/>
          <p:nvPr/>
        </p:nvSpPr>
        <p:spPr bwMode="auto">
          <a:xfrm>
            <a:off x="380997" y="888075"/>
            <a:ext cx="123675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Larger Rectangle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a larger length, width, or both.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a larger area when the other dimension remains the same.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Area depends on both dimensions.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Smaller Rectangle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a smaller length, width, or both.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a smaller area when the other dimension remains the same.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Area depends on both dimensions.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749751" name="object 3"/>
          <p:cNvSpPr txBox="1"/>
          <p:nvPr/>
        </p:nvSpPr>
        <p:spPr bwMode="auto">
          <a:xfrm>
            <a:off x="380997" y="888075"/>
            <a:ext cx="12381558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Rectangle area is calculated by multiplying length by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Reference parameters allow readNumbers() to modify variables from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function can return a calculated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One function can call another function and use its returned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Separating input, calculation, and output makes the program easier to understand.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20191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264</cp:revision>
  <dcterms:created xsi:type="dcterms:W3CDTF">2025-12-09T17:44:59Z</dcterms:created>
  <dcterms:modified xsi:type="dcterms:W3CDTF">2026-09-16T10:25:28Z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