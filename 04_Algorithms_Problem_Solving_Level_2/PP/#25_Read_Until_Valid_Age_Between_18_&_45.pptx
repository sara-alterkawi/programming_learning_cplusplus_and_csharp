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7816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920664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829543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76654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39532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256753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873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7258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661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624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6297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513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261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629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94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593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689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494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088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646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65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103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817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578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541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221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903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63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699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891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351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32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4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550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99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021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446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12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91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34236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29891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707520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228719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400744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01441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34951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19959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40172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93851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210536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3338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69494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199106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535360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41940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6099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402591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5558617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44790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473301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3041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928730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0080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528263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782581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7204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625361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474509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2718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961128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67822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56948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06428799" name="object 30"/>
          <p:cNvSpPr txBox="1"/>
          <p:nvPr/>
        </p:nvSpPr>
        <p:spPr bwMode="auto">
          <a:xfrm>
            <a:off x="0" y="1143000"/>
            <a:ext cx="12822576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 Until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Valid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Age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Between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18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45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649915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5454704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3325738" name="object 30"/>
          <p:cNvSpPr txBox="1"/>
          <p:nvPr/>
        </p:nvSpPr>
        <p:spPr bwMode="auto">
          <a:xfrm>
            <a:off x="106425" y="3084210"/>
            <a:ext cx="1340446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 until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Valid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Age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Between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18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45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29657" name="object 3"/>
          <p:cNvSpPr txBox="1"/>
          <p:nvPr/>
        </p:nvSpPr>
        <p:spPr bwMode="auto">
          <a:xfrm>
            <a:off x="380997" y="888075"/>
            <a:ext cx="12364635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repeatedly asks the user to enter an age until a valid age between 18 and 45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continue until the input satisfies the required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 `do-while` loop together with a Boolean validation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872873" name="object 3"/>
          <p:cNvSpPr txBox="1"/>
          <p:nvPr/>
        </p:nvSpPr>
        <p:spPr bwMode="auto">
          <a:xfrm>
            <a:off x="380997" y="888075"/>
            <a:ext cx="12374718" cy="53878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`readAge()` reads the user's age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`validateNumberInRange()` checks whether the number is between `From` and `To`.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`readUntilAgeBetween()` keeps reading the age until the validation function returns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`do-while` loop guarantees that `readAge()` executes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`!validateNumberInRange(...)` means "the age is not valid".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As long as the age is invalid, the loop continues.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a valid age is entered, the condition becomes false and the loop stops.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then prints the valid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`readUntilAgeBetween(18, 45)` passes 18 as the minimum and 45 as the maximum.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803775" name="object 3"/>
          <p:cNvSpPr txBox="1"/>
          <p:nvPr/>
        </p:nvSpPr>
        <p:spPr bwMode="auto">
          <a:xfrm>
            <a:off x="380997" y="888075"/>
            <a:ext cx="12382276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Set the minimum age to 18 and maximum age to 45.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user's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whether the age is between the two limits.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the age is invalid, repeat the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Continue until a valid age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valid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valid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413105" name="object 3"/>
          <p:cNvSpPr txBox="1"/>
          <p:nvPr/>
        </p:nvSpPr>
        <p:spPr bwMode="auto">
          <a:xfrm>
            <a:off x="380997" y="888075"/>
            <a:ext cx="12370401" cy="4990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Age: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Age: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Age: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15 is invalid, so the program asks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50 is invalid, so the program asks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25 is valid, so the loop stops.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Age is: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545583" name="object 3"/>
          <p:cNvSpPr txBox="1"/>
          <p:nvPr/>
        </p:nvSpPr>
        <p:spPr bwMode="auto">
          <a:xfrm>
            <a:off x="380997" y="888075"/>
            <a:ext cx="12360681" cy="34098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`!` operator reverses a Boolean value: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`true` → `false`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`false` → `true`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`!validateNumberInRange(age, From, To)`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means the loop continues while the age is NOT valid.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994148" name="object 3"/>
          <p:cNvSpPr txBox="1"/>
          <p:nvPr/>
        </p:nvSpPr>
        <p:spPr bwMode="auto">
          <a:xfrm>
            <a:off x="380997" y="888075"/>
            <a:ext cx="12362840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prevents an out-of-range age from being accepted, but it does not handle non-numeric input such as letters.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279357" name="object 3"/>
          <p:cNvSpPr txBox="1"/>
          <p:nvPr/>
        </p:nvSpPr>
        <p:spPr bwMode="auto">
          <a:xfrm>
            <a:off x="380997" y="888075"/>
            <a:ext cx="1236788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`do-while`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the input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condition after the loop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when input must be requested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`while`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the condition before executing the loop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body might execute zero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condition is already known before the first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condition is false.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332423" name="object 3"/>
          <p:cNvSpPr txBox="1"/>
          <p:nvPr/>
        </p:nvSpPr>
        <p:spPr bwMode="auto">
          <a:xfrm>
            <a:off x="380997" y="888075"/>
            <a:ext cx="12381917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`do-while` is useful for repeated input validation.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loop continues while the entered age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`!` reverses the Boolean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user must enter an age between 18 and 45 before the program continues.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valid age is returned from `readUntilAgeBetween()` and passed to `printResult()`.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1060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268</cp:revision>
  <dcterms:created xsi:type="dcterms:W3CDTF">2025-12-09T17:44:59Z</dcterms:created>
  <dcterms:modified xsi:type="dcterms:W3CDTF">2026-09-16T14:22:38Z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