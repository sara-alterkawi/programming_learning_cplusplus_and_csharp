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7078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886776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196332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49222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974408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065365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677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504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680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341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6391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580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156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61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62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601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3213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271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722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1310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811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0807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1115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16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294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6841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002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446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7420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40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657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6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578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17098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213188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04492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870028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61814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7819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9134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441015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6866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45726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570578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6296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692816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0669264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1244887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179537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005334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041986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8221814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084712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233045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412666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095355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37523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018065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685981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282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17220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224829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339612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684345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4512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708517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7538064" name="object 30"/>
          <p:cNvSpPr txBox="1"/>
          <p:nvPr/>
        </p:nvSpPr>
        <p:spPr bwMode="auto">
          <a:xfrm>
            <a:off x="0" y="1143000"/>
            <a:ext cx="12762829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Name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7946907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9985811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40958951" name="object 30"/>
          <p:cNvSpPr txBox="1"/>
          <p:nvPr/>
        </p:nvSpPr>
        <p:spPr bwMode="auto">
          <a:xfrm>
            <a:off x="106425" y="3084210"/>
            <a:ext cx="1333967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Name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660764" name="object 3"/>
          <p:cNvSpPr txBox="1"/>
          <p:nvPr/>
        </p:nvSpPr>
        <p:spPr bwMode="auto">
          <a:xfrm>
            <a:off x="380997" y="888075"/>
            <a:ext cx="12363917" cy="20360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user's name from the keyboard and then prints it on the screen using two separate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85591" name="object 3"/>
          <p:cNvSpPr txBox="1"/>
          <p:nvPr/>
        </p:nvSpPr>
        <p:spPr bwMode="auto">
          <a:xfrm>
            <a:off x="380997" y="888075"/>
            <a:ext cx="12374000" cy="3902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two functions: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ReadName() reads the user's name using getline() and returns it as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PrintName() receives the name as a parameter and prints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ReadName() is called inside PrintName():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PrintName(ReadName());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means ReadName() runs first, returns the entered name, and that returned value is passed directly to PrintName().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18780" name="object 3"/>
          <p:cNvSpPr txBox="1"/>
          <p:nvPr/>
        </p:nvSpPr>
        <p:spPr bwMode="auto">
          <a:xfrm>
            <a:off x="380997" y="888075"/>
            <a:ext cx="12381558" cy="30089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Call ReadName() from inside PrintName().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user's name using getline().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Return the entered name from ReadName().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Pass the returned name to PrintName().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name on the screen.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836691" name="object 3"/>
          <p:cNvSpPr txBox="1"/>
          <p:nvPr/>
        </p:nvSpPr>
        <p:spPr bwMode="auto">
          <a:xfrm>
            <a:off x="380997" y="888075"/>
            <a:ext cx="12369321" cy="51735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ReadName() returns: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Then PrintName() receives it and prints: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Your Name is: Sara Alterkawi.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program reads the user's full name and prints it using two separate functions.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30108" name="object 3"/>
          <p:cNvSpPr txBox="1"/>
          <p:nvPr/>
        </p:nvSpPr>
        <p:spPr bwMode="auto">
          <a:xfrm>
            <a:off x="380997" y="888075"/>
            <a:ext cx="1235996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getline(cin, Name) reads the entire line, including spaces, so it can read a full name such as "Sara Alterkawi".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127003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ReadName() reads and returns the user's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PrintName() receives the returned name and displays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One function's return value can be used directly as another function's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83246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255</cp:revision>
  <dcterms:created xsi:type="dcterms:W3CDTF">2025-12-09T17:44:59Z</dcterms:created>
  <dcterms:modified xsi:type="dcterms:W3CDTF">2026-09-15T14:01:29Z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