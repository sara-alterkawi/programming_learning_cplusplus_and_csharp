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269" r:id="rId4"/>
    <p:sldId id="302" r:id="rId5"/>
    <p:sldId id="270" r:id="rId6"/>
    <p:sldId id="298" r:id="rId7"/>
    <p:sldId id="303" r:id="rId8"/>
    <p:sldId id="304" r:id="rId9"/>
    <p:sldId id="296" r:id="rId10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4"/>
            <a:ext cx="93878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2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2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7951" y="2874481"/>
            <a:ext cx="861316" cy="1323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560" y="402336"/>
            <a:ext cx="12070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560" y="2313432"/>
            <a:ext cx="12070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901" y="9545011"/>
            <a:ext cx="3191734" cy="2949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2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040416" y="9545010"/>
            <a:ext cx="300218" cy="589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99">
        <a:defRPr>
          <a:latin typeface="+mn-lt"/>
          <a:ea typeface="+mn-ea"/>
          <a:cs typeface="+mn-cs"/>
        </a:defRPr>
      </a:lvl2pPr>
      <a:lvl3pPr marL="1577797">
        <a:defRPr>
          <a:latin typeface="+mn-lt"/>
          <a:ea typeface="+mn-ea"/>
          <a:cs typeface="+mn-cs"/>
        </a:defRPr>
      </a:lvl3pPr>
      <a:lvl4pPr marL="2366696">
        <a:defRPr>
          <a:latin typeface="+mn-lt"/>
          <a:ea typeface="+mn-ea"/>
          <a:cs typeface="+mn-cs"/>
        </a:defRPr>
      </a:lvl4pPr>
      <a:lvl5pPr marL="3155594">
        <a:defRPr>
          <a:latin typeface="+mn-lt"/>
          <a:ea typeface="+mn-ea"/>
          <a:cs typeface="+mn-cs"/>
        </a:defRPr>
      </a:lvl5pPr>
      <a:lvl6pPr marL="3944493">
        <a:defRPr>
          <a:latin typeface="+mn-lt"/>
          <a:ea typeface="+mn-ea"/>
          <a:cs typeface="+mn-cs"/>
        </a:defRPr>
      </a:lvl6pPr>
      <a:lvl7pPr marL="4733392">
        <a:defRPr>
          <a:latin typeface="+mn-lt"/>
          <a:ea typeface="+mn-ea"/>
          <a:cs typeface="+mn-cs"/>
        </a:defRPr>
      </a:lvl7pPr>
      <a:lvl8pPr marL="5522290">
        <a:defRPr>
          <a:latin typeface="+mn-lt"/>
          <a:ea typeface="+mn-ea"/>
          <a:cs typeface="+mn-cs"/>
        </a:defRPr>
      </a:lvl8pPr>
      <a:lvl9pPr marL="631118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99">
        <a:defRPr>
          <a:latin typeface="+mn-lt"/>
          <a:ea typeface="+mn-ea"/>
          <a:cs typeface="+mn-cs"/>
        </a:defRPr>
      </a:lvl2pPr>
      <a:lvl3pPr marL="1577797">
        <a:defRPr>
          <a:latin typeface="+mn-lt"/>
          <a:ea typeface="+mn-ea"/>
          <a:cs typeface="+mn-cs"/>
        </a:defRPr>
      </a:lvl3pPr>
      <a:lvl4pPr marL="2366696">
        <a:defRPr>
          <a:latin typeface="+mn-lt"/>
          <a:ea typeface="+mn-ea"/>
          <a:cs typeface="+mn-cs"/>
        </a:defRPr>
      </a:lvl4pPr>
      <a:lvl5pPr marL="3155594">
        <a:defRPr>
          <a:latin typeface="+mn-lt"/>
          <a:ea typeface="+mn-ea"/>
          <a:cs typeface="+mn-cs"/>
        </a:defRPr>
      </a:lvl5pPr>
      <a:lvl6pPr marL="3944493">
        <a:defRPr>
          <a:latin typeface="+mn-lt"/>
          <a:ea typeface="+mn-ea"/>
          <a:cs typeface="+mn-cs"/>
        </a:defRPr>
      </a:lvl6pPr>
      <a:lvl7pPr marL="4733392">
        <a:defRPr>
          <a:latin typeface="+mn-lt"/>
          <a:ea typeface="+mn-ea"/>
          <a:cs typeface="+mn-cs"/>
        </a:defRPr>
      </a:lvl7pPr>
      <a:lvl8pPr marL="5522290">
        <a:defRPr>
          <a:latin typeface="+mn-lt"/>
          <a:ea typeface="+mn-ea"/>
          <a:cs typeface="+mn-cs"/>
        </a:defRPr>
      </a:lvl8pPr>
      <a:lvl9pPr marL="631118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12" Type="http://schemas.openxmlformats.org/officeDocument/2006/relationships/image" Target="../media/image14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jpg"/><Relationship Id="rId5" Type="http://schemas.openxmlformats.org/officeDocument/2006/relationships/image" Target="../media/image7.png"/><Relationship Id="rId10" Type="http://schemas.openxmlformats.org/officeDocument/2006/relationships/image" Target="../media/image12.jp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12" Type="http://schemas.openxmlformats.org/officeDocument/2006/relationships/image" Target="../media/image14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jpg"/><Relationship Id="rId5" Type="http://schemas.openxmlformats.org/officeDocument/2006/relationships/image" Target="../media/image7.png"/><Relationship Id="rId10" Type="http://schemas.openxmlformats.org/officeDocument/2006/relationships/image" Target="../media/image12.jp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12" Type="http://schemas.openxmlformats.org/officeDocument/2006/relationships/image" Target="../media/image14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jpg"/><Relationship Id="rId5" Type="http://schemas.openxmlformats.org/officeDocument/2006/relationships/image" Target="../media/image7.png"/><Relationship Id="rId10" Type="http://schemas.openxmlformats.org/officeDocument/2006/relationships/image" Target="../media/image12.jp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Computer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Transsion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Control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Protocol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(TCP)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9D85-A147-9A5E-A56D-E55D40154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9EB41E7A-80DC-1656-C21B-3BF5EE2D5B10}"/>
              </a:ext>
            </a:extLst>
          </p:cNvPr>
          <p:cNvGrpSpPr/>
          <p:nvPr/>
        </p:nvGrpSpPr>
        <p:grpSpPr>
          <a:xfrm>
            <a:off x="491767" y="1494928"/>
            <a:ext cx="12427665" cy="7068543"/>
            <a:chOff x="491767" y="1494928"/>
            <a:chExt cx="12427665" cy="706854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B8C0D8F-1F6F-0B4B-CECE-7E6BBB08FEE9}"/>
                </a:ext>
              </a:extLst>
            </p:cNvPr>
            <p:cNvGrpSpPr/>
            <p:nvPr/>
          </p:nvGrpSpPr>
          <p:grpSpPr>
            <a:xfrm>
              <a:off x="10475555" y="2923537"/>
              <a:ext cx="1632693" cy="612706"/>
              <a:chOff x="3022853" y="7464552"/>
              <a:chExt cx="345186" cy="129539"/>
            </a:xfrm>
          </p:grpSpPr>
          <p:pic>
            <p:nvPicPr>
              <p:cNvPr id="12" name="object 34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243072" y="7464552"/>
                <a:ext cx="124967" cy="118872"/>
              </a:xfrm>
              <a:prstGeom prst="rect">
                <a:avLst/>
              </a:prstGeom>
            </p:spPr>
          </p:pic>
          <p:pic>
            <p:nvPicPr>
              <p:cNvPr id="13" name="object 35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22853" y="7470648"/>
                <a:ext cx="124955" cy="123443"/>
              </a:xfrm>
              <a:prstGeom prst="rect">
                <a:avLst/>
              </a:prstGeom>
            </p:spPr>
          </p:pic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42474F7-4D77-DE75-00F2-FA85A56AFD66}"/>
                </a:ext>
              </a:extLst>
            </p:cNvPr>
            <p:cNvGrpSpPr/>
            <p:nvPr/>
          </p:nvGrpSpPr>
          <p:grpSpPr>
            <a:xfrm>
              <a:off x="491767" y="1494928"/>
              <a:ext cx="12427665" cy="7068543"/>
              <a:chOff x="394447" y="721786"/>
              <a:chExt cx="12427665" cy="7068543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8C9BAD82-74C5-5218-9D0C-B9C289E83DD9}"/>
                  </a:ext>
                </a:extLst>
              </p:cNvPr>
              <p:cNvGrpSpPr/>
              <p:nvPr/>
            </p:nvGrpSpPr>
            <p:grpSpPr>
              <a:xfrm>
                <a:off x="9946130" y="1449706"/>
                <a:ext cx="2528504" cy="513266"/>
                <a:chOff x="4526909" y="7635790"/>
                <a:chExt cx="444264" cy="90182"/>
              </a:xfrm>
            </p:grpSpPr>
            <p:pic>
              <p:nvPicPr>
                <p:cNvPr id="69" name="object 11">
                  <a:extLst>
                    <a:ext uri="{FF2B5EF4-FFF2-40B4-BE49-F238E27FC236}">
                      <a16:creationId xmlns:a16="http://schemas.microsoft.com/office/drawing/2014/main" id="{63DBB17A-3637-6599-1235-97C63FF9EE6D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4754747" y="7635790"/>
                  <a:ext cx="203720" cy="90182"/>
                </a:xfrm>
                <a:prstGeom prst="rect">
                  <a:avLst/>
                </a:prstGeom>
              </p:spPr>
            </p:pic>
            <p:pic>
              <p:nvPicPr>
                <p:cNvPr id="70" name="object 12">
                  <a:extLst>
                    <a:ext uri="{FF2B5EF4-FFF2-40B4-BE49-F238E27FC236}">
                      <a16:creationId xmlns:a16="http://schemas.microsoft.com/office/drawing/2014/main" id="{8DDB916F-3C36-7B9E-2122-414A86F4DD51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526909" y="7635790"/>
                  <a:ext cx="203720" cy="90182"/>
                </a:xfrm>
                <a:prstGeom prst="rect">
                  <a:avLst/>
                </a:prstGeom>
              </p:spPr>
            </p:pic>
            <p:sp>
              <p:nvSpPr>
                <p:cNvPr id="71" name="object 13">
                  <a:extLst>
                    <a:ext uri="{FF2B5EF4-FFF2-40B4-BE49-F238E27FC236}">
                      <a16:creationId xmlns:a16="http://schemas.microsoft.com/office/drawing/2014/main" id="{8B446340-4290-46F2-9C0E-F3BA63B211A2}"/>
                    </a:ext>
                  </a:extLst>
                </p:cNvPr>
                <p:cNvSpPr txBox="1"/>
                <p:nvPr/>
              </p:nvSpPr>
              <p:spPr>
                <a:xfrm>
                  <a:off x="4532240" y="7636975"/>
                  <a:ext cx="438933" cy="55594"/>
                </a:xfrm>
                <a:prstGeom prst="rect">
                  <a:avLst/>
                </a:prstGeom>
              </p:spPr>
              <p:txBody>
                <a:bodyPr vert="horz" wrap="square" lIns="0" tIns="24105" rIns="0" bIns="0" rtlCol="0">
                  <a:spAutoFit/>
                </a:bodyPr>
                <a:lstStyle/>
                <a:p>
                  <a:pPr>
                    <a:spcBef>
                      <a:spcPts val="190"/>
                    </a:spcBef>
                  </a:pPr>
                  <a:r>
                    <a:rPr sz="1898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Packet2</a:t>
                  </a:r>
                  <a:r>
                    <a:rPr sz="1898" spc="544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 </a:t>
                  </a:r>
                  <a:r>
                    <a:rPr lang="sv-SE" sz="1898" spc="544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  </a:t>
                  </a:r>
                  <a:r>
                    <a:rPr sz="1898" spc="-17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Packet1</a:t>
                  </a:r>
                  <a:endParaRPr sz="1898" dirty="0">
                    <a:latin typeface="Calibri"/>
                    <a:cs typeface="Calibri"/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EB250C2-3656-AA27-2CD8-089EB1D4FA5E}"/>
                  </a:ext>
                </a:extLst>
              </p:cNvPr>
              <p:cNvGrpSpPr/>
              <p:nvPr/>
            </p:nvGrpSpPr>
            <p:grpSpPr>
              <a:xfrm>
                <a:off x="394447" y="721786"/>
                <a:ext cx="12427665" cy="7068543"/>
                <a:chOff x="394447" y="721786"/>
                <a:chExt cx="12427665" cy="7068543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BE7D48B1-681F-FF4A-C093-5ED1EC10BF26}"/>
                    </a:ext>
                  </a:extLst>
                </p:cNvPr>
                <p:cNvGrpSpPr/>
                <p:nvPr/>
              </p:nvGrpSpPr>
              <p:grpSpPr>
                <a:xfrm>
                  <a:off x="394447" y="721786"/>
                  <a:ext cx="9122936" cy="7068543"/>
                  <a:chOff x="544829" y="7048499"/>
                  <a:chExt cx="2311147" cy="1790700"/>
                </a:xfrm>
              </p:grpSpPr>
              <p:pic>
                <p:nvPicPr>
                  <p:cNvPr id="61" name="object 31">
                    <a:extLst>
                      <a:ext uri="{FF2B5EF4-FFF2-40B4-BE49-F238E27FC236}">
                        <a16:creationId xmlns:a16="http://schemas.microsoft.com/office/drawing/2014/main" id="{08A093A5-9B12-7CA9-B60B-D9A0BD3754DF}"/>
                      </a:ext>
                    </a:extLst>
                  </p:cNvPr>
                  <p:cNvPicPr/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544829" y="7048499"/>
                    <a:ext cx="524256" cy="1790700"/>
                  </a:xfrm>
                  <a:prstGeom prst="rect">
                    <a:avLst/>
                  </a:prstGeom>
                </p:spPr>
              </p:pic>
              <p:pic>
                <p:nvPicPr>
                  <p:cNvPr id="62" name="object 32">
                    <a:extLst>
                      <a:ext uri="{FF2B5EF4-FFF2-40B4-BE49-F238E27FC236}">
                        <a16:creationId xmlns:a16="http://schemas.microsoft.com/office/drawing/2014/main" id="{75A0E920-D45F-E735-F6F1-414FF090D332}"/>
                      </a:ext>
                    </a:extLst>
                  </p:cNvPr>
                  <p:cNvPicPr/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1098041" y="7421879"/>
                    <a:ext cx="655573" cy="664463"/>
                  </a:xfrm>
                  <a:prstGeom prst="rect">
                    <a:avLst/>
                  </a:prstGeom>
                </p:spPr>
              </p:pic>
              <p:pic>
                <p:nvPicPr>
                  <p:cNvPr id="63" name="object 33">
                    <a:extLst>
                      <a:ext uri="{FF2B5EF4-FFF2-40B4-BE49-F238E27FC236}">
                        <a16:creationId xmlns:a16="http://schemas.microsoft.com/office/drawing/2014/main" id="{E814443F-A081-7DEC-617F-2DBAFDADBF65}"/>
                      </a:ext>
                    </a:extLst>
                  </p:cNvPr>
                  <p:cNvPicPr/>
                  <p:nvPr/>
                </p:nvPicPr>
                <p:blipFill>
                  <a:blip r:embed="rId8" cstate="print"/>
                  <a:stretch>
                    <a:fillRect/>
                  </a:stretch>
                </p:blipFill>
                <p:spPr>
                  <a:xfrm>
                    <a:off x="1160525" y="7232903"/>
                    <a:ext cx="548627" cy="528827"/>
                  </a:xfrm>
                  <a:prstGeom prst="rect">
                    <a:avLst/>
                  </a:prstGeom>
                </p:spPr>
              </p:pic>
              <p:pic>
                <p:nvPicPr>
                  <p:cNvPr id="64" name="object 34">
                    <a:extLst>
                      <a:ext uri="{FF2B5EF4-FFF2-40B4-BE49-F238E27FC236}">
                        <a16:creationId xmlns:a16="http://schemas.microsoft.com/office/drawing/2014/main" id="{449DDD95-D5EC-8D04-1364-4204FE268BB6}"/>
                      </a:ext>
                    </a:extLst>
                  </p:cNvPr>
                  <p:cNvPicPr/>
                  <p:nvPr/>
                </p:nvPicPr>
                <p:blipFill>
                  <a:blip r:embed="rId9" cstate="print"/>
                  <a:stretch>
                    <a:fillRect/>
                  </a:stretch>
                </p:blipFill>
                <p:spPr>
                  <a:xfrm>
                    <a:off x="1092707" y="8086343"/>
                    <a:ext cx="667600" cy="659130"/>
                  </a:xfrm>
                  <a:prstGeom prst="rect">
                    <a:avLst/>
                  </a:prstGeom>
                </p:spPr>
              </p:pic>
              <p:pic>
                <p:nvPicPr>
                  <p:cNvPr id="65" name="object 35">
                    <a:extLst>
                      <a:ext uri="{FF2B5EF4-FFF2-40B4-BE49-F238E27FC236}">
                        <a16:creationId xmlns:a16="http://schemas.microsoft.com/office/drawing/2014/main" id="{82AF021B-3421-05D8-F10B-D869EB8E25C2}"/>
                      </a:ext>
                    </a:extLst>
                  </p:cNvPr>
                  <p:cNvPicPr/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301495" y="8307323"/>
                    <a:ext cx="124968" cy="119633"/>
                  </a:xfrm>
                  <a:prstGeom prst="rect">
                    <a:avLst/>
                  </a:prstGeom>
                </p:spPr>
              </p:pic>
              <p:pic>
                <p:nvPicPr>
                  <p:cNvPr id="66" name="object 36">
                    <a:extLst>
                      <a:ext uri="{FF2B5EF4-FFF2-40B4-BE49-F238E27FC236}">
                        <a16:creationId xmlns:a16="http://schemas.microsoft.com/office/drawing/2014/main" id="{F4EB6864-7E00-8913-395E-21002456FDB6}"/>
                      </a:ext>
                    </a:extLst>
                  </p:cNvPr>
                  <p:cNvPicPr/>
                  <p:nvPr/>
                </p:nvPicPr>
                <p:blipFill>
                  <a:blip r:embed="rId11" cstate="print"/>
                  <a:stretch>
                    <a:fillRect/>
                  </a:stretch>
                </p:blipFill>
                <p:spPr>
                  <a:xfrm>
                    <a:off x="1533906" y="8307323"/>
                    <a:ext cx="106673" cy="103631"/>
                  </a:xfrm>
                  <a:prstGeom prst="rect">
                    <a:avLst/>
                  </a:prstGeom>
                </p:spPr>
              </p:pic>
              <p:sp>
                <p:nvSpPr>
                  <p:cNvPr id="67" name="object 37">
                    <a:extLst>
                      <a:ext uri="{FF2B5EF4-FFF2-40B4-BE49-F238E27FC236}">
                        <a16:creationId xmlns:a16="http://schemas.microsoft.com/office/drawing/2014/main" id="{07E65B19-2F07-8A58-ABE1-54B410B9E915}"/>
                      </a:ext>
                    </a:extLst>
                  </p:cNvPr>
                  <p:cNvSpPr/>
                  <p:nvPr/>
                </p:nvSpPr>
                <p:spPr>
                  <a:xfrm>
                    <a:off x="1021841" y="7176515"/>
                    <a:ext cx="816610" cy="16338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610" h="1633854">
                        <a:moveTo>
                          <a:pt x="0" y="0"/>
                        </a:moveTo>
                        <a:lnTo>
                          <a:pt x="816102" y="0"/>
                        </a:lnTo>
                        <a:lnTo>
                          <a:pt x="816102" y="1633727"/>
                        </a:lnTo>
                        <a:lnTo>
                          <a:pt x="0" y="163372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3314">
                    <a:solidFill>
                      <a:srgbClr val="2E518E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pic>
                <p:nvPicPr>
                  <p:cNvPr id="68" name="object 38">
                    <a:extLst>
                      <a:ext uri="{FF2B5EF4-FFF2-40B4-BE49-F238E27FC236}">
                        <a16:creationId xmlns:a16="http://schemas.microsoft.com/office/drawing/2014/main" id="{92E917B6-BAB3-B176-EF15-01E44A504616}"/>
                      </a:ext>
                    </a:extLst>
                  </p:cNvPr>
                  <p:cNvPicPr/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1729740" y="7514081"/>
                    <a:ext cx="1126236" cy="96469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0" name="object 37">
                  <a:extLst>
                    <a:ext uri="{FF2B5EF4-FFF2-40B4-BE49-F238E27FC236}">
                      <a16:creationId xmlns:a16="http://schemas.microsoft.com/office/drawing/2014/main" id="{F7C1EEF3-7A47-ABE5-971E-5E8193A2B2B9}"/>
                    </a:ext>
                  </a:extLst>
                </p:cNvPr>
                <p:cNvSpPr/>
                <p:nvPr/>
              </p:nvSpPr>
              <p:spPr>
                <a:xfrm>
                  <a:off x="9598656" y="1227114"/>
                  <a:ext cx="3223456" cy="6449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610" h="1633854">
                      <a:moveTo>
                        <a:pt x="0" y="0"/>
                      </a:moveTo>
                      <a:lnTo>
                        <a:pt x="816102" y="0"/>
                      </a:lnTo>
                      <a:lnTo>
                        <a:pt x="816102" y="1633727"/>
                      </a:lnTo>
                      <a:lnTo>
                        <a:pt x="0" y="16337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3314">
                  <a:solidFill>
                    <a:srgbClr val="2E518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pic>
            <p:nvPicPr>
              <p:cNvPr id="58" name="object 33">
                <a:extLst>
                  <a:ext uri="{FF2B5EF4-FFF2-40B4-BE49-F238E27FC236}">
                    <a16:creationId xmlns:a16="http://schemas.microsoft.com/office/drawing/2014/main" id="{B614496E-4E5D-1856-C8EF-50CC6A04D92C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0244165" y="5364293"/>
                <a:ext cx="2165630" cy="2087472"/>
              </a:xfrm>
              <a:prstGeom prst="rect">
                <a:avLst/>
              </a:prstGeom>
            </p:spPr>
          </p:pic>
        </p:grpSp>
      </p:grpSp>
      <p:sp>
        <p:nvSpPr>
          <p:cNvPr id="73" name="object 3">
            <a:extLst>
              <a:ext uri="{FF2B5EF4-FFF2-40B4-BE49-F238E27FC236}">
                <a16:creationId xmlns:a16="http://schemas.microsoft.com/office/drawing/2014/main" id="{3A0A5A28-CD98-A676-1CF4-3B86B9868D25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 algn="ctr">
              <a:spcBef>
                <a:spcPts val="1216"/>
              </a:spcBef>
            </a:pPr>
            <a:r>
              <a:rPr lang="en-GB" sz="4000" b="1" dirty="0">
                <a:solidFill>
                  <a:srgbClr val="000000"/>
                </a:solidFill>
                <a:latin typeface="Comic Sans MS"/>
                <a:cs typeface="Comic Sans MS"/>
              </a:rPr>
              <a:t>Who is responsible for this?</a:t>
            </a:r>
          </a:p>
        </p:txBody>
      </p:sp>
    </p:spTree>
    <p:extLst>
      <p:ext uri="{BB962C8B-B14F-4D97-AF65-F5344CB8AC3E}">
        <p14:creationId xmlns:p14="http://schemas.microsoft.com/office/powerpoint/2010/main" val="1833245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8CD56-5B88-3B95-893C-4239D98DD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88B915BB-E97D-E491-BA92-CACE4E27512D}"/>
              </a:ext>
            </a:extLst>
          </p:cNvPr>
          <p:cNvGrpSpPr/>
          <p:nvPr/>
        </p:nvGrpSpPr>
        <p:grpSpPr>
          <a:xfrm>
            <a:off x="491767" y="1494928"/>
            <a:ext cx="12427665" cy="7068543"/>
            <a:chOff x="491767" y="1494928"/>
            <a:chExt cx="12427665" cy="706854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05BA27-0EBE-7E59-2E7A-89C4C62D8436}"/>
                </a:ext>
              </a:extLst>
            </p:cNvPr>
            <p:cNvGrpSpPr/>
            <p:nvPr/>
          </p:nvGrpSpPr>
          <p:grpSpPr>
            <a:xfrm>
              <a:off x="10475555" y="2923537"/>
              <a:ext cx="1632693" cy="612706"/>
              <a:chOff x="3022853" y="7464552"/>
              <a:chExt cx="345186" cy="129539"/>
            </a:xfrm>
          </p:grpSpPr>
          <p:pic>
            <p:nvPicPr>
              <p:cNvPr id="12" name="object 34">
                <a:extLst>
                  <a:ext uri="{FF2B5EF4-FFF2-40B4-BE49-F238E27FC236}">
                    <a16:creationId xmlns:a16="http://schemas.microsoft.com/office/drawing/2014/main" id="{16438CD4-81DC-60BF-0E10-A8FBFDA3A772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243072" y="7464552"/>
                <a:ext cx="124967" cy="118872"/>
              </a:xfrm>
              <a:prstGeom prst="rect">
                <a:avLst/>
              </a:prstGeom>
            </p:spPr>
          </p:pic>
          <p:pic>
            <p:nvPicPr>
              <p:cNvPr id="13" name="object 35">
                <a:extLst>
                  <a:ext uri="{FF2B5EF4-FFF2-40B4-BE49-F238E27FC236}">
                    <a16:creationId xmlns:a16="http://schemas.microsoft.com/office/drawing/2014/main" id="{7DE598EE-D3B0-E74C-7E0D-545B09F2E0C0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22853" y="7470648"/>
                <a:ext cx="124955" cy="123443"/>
              </a:xfrm>
              <a:prstGeom prst="rect">
                <a:avLst/>
              </a:prstGeom>
            </p:spPr>
          </p:pic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FD578B82-620F-1D23-07C5-CBF12FECDE3C}"/>
                </a:ext>
              </a:extLst>
            </p:cNvPr>
            <p:cNvGrpSpPr/>
            <p:nvPr/>
          </p:nvGrpSpPr>
          <p:grpSpPr>
            <a:xfrm>
              <a:off x="491767" y="1494928"/>
              <a:ext cx="12427665" cy="7068543"/>
              <a:chOff x="394447" y="721786"/>
              <a:chExt cx="12427665" cy="7068543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CC38941D-280F-92A2-0FBD-A443787E5860}"/>
                  </a:ext>
                </a:extLst>
              </p:cNvPr>
              <p:cNvGrpSpPr/>
              <p:nvPr/>
            </p:nvGrpSpPr>
            <p:grpSpPr>
              <a:xfrm>
                <a:off x="9946130" y="1449706"/>
                <a:ext cx="2528504" cy="513266"/>
                <a:chOff x="4526909" y="7635790"/>
                <a:chExt cx="444264" cy="90182"/>
              </a:xfrm>
            </p:grpSpPr>
            <p:pic>
              <p:nvPicPr>
                <p:cNvPr id="69" name="object 11">
                  <a:extLst>
                    <a:ext uri="{FF2B5EF4-FFF2-40B4-BE49-F238E27FC236}">
                      <a16:creationId xmlns:a16="http://schemas.microsoft.com/office/drawing/2014/main" id="{ADE801E6-0E92-1784-401D-4558E067A6B8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4754747" y="7635790"/>
                  <a:ext cx="203720" cy="90182"/>
                </a:xfrm>
                <a:prstGeom prst="rect">
                  <a:avLst/>
                </a:prstGeom>
              </p:spPr>
            </p:pic>
            <p:pic>
              <p:nvPicPr>
                <p:cNvPr id="70" name="object 12">
                  <a:extLst>
                    <a:ext uri="{FF2B5EF4-FFF2-40B4-BE49-F238E27FC236}">
                      <a16:creationId xmlns:a16="http://schemas.microsoft.com/office/drawing/2014/main" id="{EC918289-CDE8-7752-5394-ED28FE29FD03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526909" y="7635790"/>
                  <a:ext cx="203720" cy="90182"/>
                </a:xfrm>
                <a:prstGeom prst="rect">
                  <a:avLst/>
                </a:prstGeom>
              </p:spPr>
            </p:pic>
            <p:sp>
              <p:nvSpPr>
                <p:cNvPr id="71" name="object 13">
                  <a:extLst>
                    <a:ext uri="{FF2B5EF4-FFF2-40B4-BE49-F238E27FC236}">
                      <a16:creationId xmlns:a16="http://schemas.microsoft.com/office/drawing/2014/main" id="{4478B8D6-4CFB-0DCD-3772-37CC7491375F}"/>
                    </a:ext>
                  </a:extLst>
                </p:cNvPr>
                <p:cNvSpPr txBox="1"/>
                <p:nvPr/>
              </p:nvSpPr>
              <p:spPr>
                <a:xfrm>
                  <a:off x="4532240" y="7636975"/>
                  <a:ext cx="438933" cy="55594"/>
                </a:xfrm>
                <a:prstGeom prst="rect">
                  <a:avLst/>
                </a:prstGeom>
              </p:spPr>
              <p:txBody>
                <a:bodyPr vert="horz" wrap="square" lIns="0" tIns="24105" rIns="0" bIns="0" rtlCol="0">
                  <a:spAutoFit/>
                </a:bodyPr>
                <a:lstStyle/>
                <a:p>
                  <a:pPr>
                    <a:spcBef>
                      <a:spcPts val="190"/>
                    </a:spcBef>
                  </a:pPr>
                  <a:r>
                    <a:rPr sz="1898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Packet2</a:t>
                  </a:r>
                  <a:r>
                    <a:rPr sz="1898" spc="544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 </a:t>
                  </a:r>
                  <a:r>
                    <a:rPr lang="sv-SE" sz="1898" spc="544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  </a:t>
                  </a:r>
                  <a:r>
                    <a:rPr sz="1898" spc="-17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Packet1</a:t>
                  </a:r>
                  <a:endParaRPr sz="1898" dirty="0">
                    <a:latin typeface="Calibri"/>
                    <a:cs typeface="Calibri"/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7CFE0B46-015A-E67B-AD9C-23F7765FBB34}"/>
                  </a:ext>
                </a:extLst>
              </p:cNvPr>
              <p:cNvGrpSpPr/>
              <p:nvPr/>
            </p:nvGrpSpPr>
            <p:grpSpPr>
              <a:xfrm>
                <a:off x="394447" y="721786"/>
                <a:ext cx="12427665" cy="7068543"/>
                <a:chOff x="394447" y="721786"/>
                <a:chExt cx="12427665" cy="7068543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FFFA36D0-D82E-F474-7B36-BF025F4AA1FF}"/>
                    </a:ext>
                  </a:extLst>
                </p:cNvPr>
                <p:cNvGrpSpPr/>
                <p:nvPr/>
              </p:nvGrpSpPr>
              <p:grpSpPr>
                <a:xfrm>
                  <a:off x="394447" y="721786"/>
                  <a:ext cx="9122936" cy="7068543"/>
                  <a:chOff x="544829" y="7048499"/>
                  <a:chExt cx="2311147" cy="1790700"/>
                </a:xfrm>
              </p:grpSpPr>
              <p:pic>
                <p:nvPicPr>
                  <p:cNvPr id="61" name="object 31">
                    <a:extLst>
                      <a:ext uri="{FF2B5EF4-FFF2-40B4-BE49-F238E27FC236}">
                        <a16:creationId xmlns:a16="http://schemas.microsoft.com/office/drawing/2014/main" id="{5D23E6B0-5C85-8813-FE4C-29B155C9317D}"/>
                      </a:ext>
                    </a:extLst>
                  </p:cNvPr>
                  <p:cNvPicPr/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544829" y="7048499"/>
                    <a:ext cx="524256" cy="1790700"/>
                  </a:xfrm>
                  <a:prstGeom prst="rect">
                    <a:avLst/>
                  </a:prstGeom>
                </p:spPr>
              </p:pic>
              <p:pic>
                <p:nvPicPr>
                  <p:cNvPr id="62" name="object 32">
                    <a:extLst>
                      <a:ext uri="{FF2B5EF4-FFF2-40B4-BE49-F238E27FC236}">
                        <a16:creationId xmlns:a16="http://schemas.microsoft.com/office/drawing/2014/main" id="{472BFDFD-C7A6-7A79-CE0D-669740380C71}"/>
                      </a:ext>
                    </a:extLst>
                  </p:cNvPr>
                  <p:cNvPicPr/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1098041" y="7421879"/>
                    <a:ext cx="655573" cy="664463"/>
                  </a:xfrm>
                  <a:prstGeom prst="rect">
                    <a:avLst/>
                  </a:prstGeom>
                </p:spPr>
              </p:pic>
              <p:pic>
                <p:nvPicPr>
                  <p:cNvPr id="63" name="object 33">
                    <a:extLst>
                      <a:ext uri="{FF2B5EF4-FFF2-40B4-BE49-F238E27FC236}">
                        <a16:creationId xmlns:a16="http://schemas.microsoft.com/office/drawing/2014/main" id="{65E3F9E8-1A84-8D28-A553-4DEF4E5D0D7C}"/>
                      </a:ext>
                    </a:extLst>
                  </p:cNvPr>
                  <p:cNvPicPr/>
                  <p:nvPr/>
                </p:nvPicPr>
                <p:blipFill>
                  <a:blip r:embed="rId8" cstate="print"/>
                  <a:stretch>
                    <a:fillRect/>
                  </a:stretch>
                </p:blipFill>
                <p:spPr>
                  <a:xfrm>
                    <a:off x="1160525" y="7232903"/>
                    <a:ext cx="548627" cy="528827"/>
                  </a:xfrm>
                  <a:prstGeom prst="rect">
                    <a:avLst/>
                  </a:prstGeom>
                </p:spPr>
              </p:pic>
              <p:pic>
                <p:nvPicPr>
                  <p:cNvPr id="64" name="object 34">
                    <a:extLst>
                      <a:ext uri="{FF2B5EF4-FFF2-40B4-BE49-F238E27FC236}">
                        <a16:creationId xmlns:a16="http://schemas.microsoft.com/office/drawing/2014/main" id="{5A8B63EE-0088-9182-26B7-E93170D33073}"/>
                      </a:ext>
                    </a:extLst>
                  </p:cNvPr>
                  <p:cNvPicPr/>
                  <p:nvPr/>
                </p:nvPicPr>
                <p:blipFill>
                  <a:blip r:embed="rId9" cstate="print"/>
                  <a:stretch>
                    <a:fillRect/>
                  </a:stretch>
                </p:blipFill>
                <p:spPr>
                  <a:xfrm>
                    <a:off x="1092707" y="8086343"/>
                    <a:ext cx="667600" cy="659130"/>
                  </a:xfrm>
                  <a:prstGeom prst="rect">
                    <a:avLst/>
                  </a:prstGeom>
                </p:spPr>
              </p:pic>
              <p:pic>
                <p:nvPicPr>
                  <p:cNvPr id="65" name="object 35">
                    <a:extLst>
                      <a:ext uri="{FF2B5EF4-FFF2-40B4-BE49-F238E27FC236}">
                        <a16:creationId xmlns:a16="http://schemas.microsoft.com/office/drawing/2014/main" id="{006AF7C3-086D-7E8F-87EC-B6C7BAEB5456}"/>
                      </a:ext>
                    </a:extLst>
                  </p:cNvPr>
                  <p:cNvPicPr/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301495" y="8307323"/>
                    <a:ext cx="124968" cy="119633"/>
                  </a:xfrm>
                  <a:prstGeom prst="rect">
                    <a:avLst/>
                  </a:prstGeom>
                </p:spPr>
              </p:pic>
              <p:pic>
                <p:nvPicPr>
                  <p:cNvPr id="66" name="object 36">
                    <a:extLst>
                      <a:ext uri="{FF2B5EF4-FFF2-40B4-BE49-F238E27FC236}">
                        <a16:creationId xmlns:a16="http://schemas.microsoft.com/office/drawing/2014/main" id="{875A371E-6156-1008-FCAE-5137EB791316}"/>
                      </a:ext>
                    </a:extLst>
                  </p:cNvPr>
                  <p:cNvPicPr/>
                  <p:nvPr/>
                </p:nvPicPr>
                <p:blipFill>
                  <a:blip r:embed="rId11" cstate="print"/>
                  <a:stretch>
                    <a:fillRect/>
                  </a:stretch>
                </p:blipFill>
                <p:spPr>
                  <a:xfrm>
                    <a:off x="1533906" y="8307323"/>
                    <a:ext cx="106673" cy="103631"/>
                  </a:xfrm>
                  <a:prstGeom prst="rect">
                    <a:avLst/>
                  </a:prstGeom>
                </p:spPr>
              </p:pic>
              <p:sp>
                <p:nvSpPr>
                  <p:cNvPr id="67" name="object 37">
                    <a:extLst>
                      <a:ext uri="{FF2B5EF4-FFF2-40B4-BE49-F238E27FC236}">
                        <a16:creationId xmlns:a16="http://schemas.microsoft.com/office/drawing/2014/main" id="{CC6B3B6C-2F18-CFA8-6E14-B916282C357A}"/>
                      </a:ext>
                    </a:extLst>
                  </p:cNvPr>
                  <p:cNvSpPr/>
                  <p:nvPr/>
                </p:nvSpPr>
                <p:spPr>
                  <a:xfrm>
                    <a:off x="1021841" y="7176515"/>
                    <a:ext cx="816610" cy="16338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610" h="1633854">
                        <a:moveTo>
                          <a:pt x="0" y="0"/>
                        </a:moveTo>
                        <a:lnTo>
                          <a:pt x="816102" y="0"/>
                        </a:lnTo>
                        <a:lnTo>
                          <a:pt x="816102" y="1633727"/>
                        </a:lnTo>
                        <a:lnTo>
                          <a:pt x="0" y="163372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3314">
                    <a:solidFill>
                      <a:srgbClr val="2E518E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pic>
                <p:nvPicPr>
                  <p:cNvPr id="68" name="object 38">
                    <a:extLst>
                      <a:ext uri="{FF2B5EF4-FFF2-40B4-BE49-F238E27FC236}">
                        <a16:creationId xmlns:a16="http://schemas.microsoft.com/office/drawing/2014/main" id="{FE928A5D-4DE9-4443-CBE9-1086C6219A3C}"/>
                      </a:ext>
                    </a:extLst>
                  </p:cNvPr>
                  <p:cNvPicPr/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1729740" y="7514081"/>
                    <a:ext cx="1126236" cy="96469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0" name="object 37">
                  <a:extLst>
                    <a:ext uri="{FF2B5EF4-FFF2-40B4-BE49-F238E27FC236}">
                      <a16:creationId xmlns:a16="http://schemas.microsoft.com/office/drawing/2014/main" id="{4893E19C-9FB4-F587-5314-0C5DCEFC5089}"/>
                    </a:ext>
                  </a:extLst>
                </p:cNvPr>
                <p:cNvSpPr/>
                <p:nvPr/>
              </p:nvSpPr>
              <p:spPr>
                <a:xfrm>
                  <a:off x="9598656" y="1227114"/>
                  <a:ext cx="3223456" cy="6449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610" h="1633854">
                      <a:moveTo>
                        <a:pt x="0" y="0"/>
                      </a:moveTo>
                      <a:lnTo>
                        <a:pt x="816102" y="0"/>
                      </a:lnTo>
                      <a:lnTo>
                        <a:pt x="816102" y="1633727"/>
                      </a:lnTo>
                      <a:lnTo>
                        <a:pt x="0" y="16337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3314">
                  <a:solidFill>
                    <a:srgbClr val="2E518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pic>
            <p:nvPicPr>
              <p:cNvPr id="58" name="object 33">
                <a:extLst>
                  <a:ext uri="{FF2B5EF4-FFF2-40B4-BE49-F238E27FC236}">
                    <a16:creationId xmlns:a16="http://schemas.microsoft.com/office/drawing/2014/main" id="{F73FF5E1-889B-F479-C8DE-E30AEA4CAEE2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0244165" y="5364293"/>
                <a:ext cx="2165630" cy="2087472"/>
              </a:xfrm>
              <a:prstGeom prst="rect">
                <a:avLst/>
              </a:prstGeom>
            </p:spPr>
          </p:pic>
        </p:grpSp>
      </p:grpSp>
      <p:sp>
        <p:nvSpPr>
          <p:cNvPr id="73" name="object 3">
            <a:extLst>
              <a:ext uri="{FF2B5EF4-FFF2-40B4-BE49-F238E27FC236}">
                <a16:creationId xmlns:a16="http://schemas.microsoft.com/office/drawing/2014/main" id="{BDB45196-AAB2-FB48-768D-3E58524168D7}"/>
              </a:ext>
            </a:extLst>
          </p:cNvPr>
          <p:cNvSpPr txBox="1"/>
          <p:nvPr/>
        </p:nvSpPr>
        <p:spPr>
          <a:xfrm>
            <a:off x="381000" y="888075"/>
            <a:ext cx="12352767" cy="7648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459095" marR="8766" indent="-438277" algn="ctr">
              <a:lnSpc>
                <a:spcPct val="104400"/>
              </a:lnSpc>
              <a:spcBef>
                <a:spcPts val="155"/>
              </a:spcBef>
            </a:pPr>
            <a:r>
              <a:rPr lang="sv-SE" sz="4000" b="1" spc="-43" dirty="0">
                <a:latin typeface="Comic Sans MS"/>
                <a:cs typeface="Comic Sans MS"/>
              </a:rPr>
              <a:t>TCP </a:t>
            </a:r>
            <a:r>
              <a:rPr lang="sv-SE" sz="4000" b="1" dirty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lang="sv-SE" sz="4000" b="1" dirty="0">
                <a:latin typeface="Comic Sans MS"/>
                <a:cs typeface="Comic Sans MS"/>
              </a:rPr>
              <a:t>ransmission</a:t>
            </a:r>
            <a:r>
              <a:rPr lang="sv-SE" sz="4000" b="1" spc="250" dirty="0">
                <a:latin typeface="Comic Sans MS"/>
                <a:cs typeface="Comic Sans MS"/>
              </a:rPr>
              <a:t> 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C</a:t>
            </a:r>
            <a:r>
              <a:rPr lang="sv-SE" sz="4000" b="1" spc="-17" dirty="0">
                <a:latin typeface="Comic Sans MS"/>
                <a:cs typeface="Comic Sans MS"/>
              </a:rPr>
              <a:t>ontrol</a:t>
            </a:r>
            <a:r>
              <a:rPr lang="sv-SE" sz="4000" b="1" spc="863" dirty="0">
                <a:latin typeface="Comic Sans MS"/>
                <a:cs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lang="sv-SE" sz="4000" b="1" spc="-17" dirty="0" err="1">
                <a:latin typeface="Comic Sans MS"/>
                <a:cs typeface="Comic Sans MS"/>
              </a:rPr>
              <a:t>rotocol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79474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B97743-63A8-4CC6-F04C-F877AACEB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FB3C340-2104-F09E-B6B9-7F185A1C6D45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2400" dirty="0">
                <a:latin typeface="Comic Sans MS"/>
                <a:cs typeface="Comic Sans MS"/>
              </a:rPr>
              <a:t>TCP:</a:t>
            </a:r>
            <a:r>
              <a:rPr lang="en-GB" sz="2400" spc="173" dirty="0"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lang="en-GB" sz="2400" dirty="0">
                <a:latin typeface="Comic Sans MS"/>
                <a:cs typeface="Comic Sans MS"/>
              </a:rPr>
              <a:t>ransmission</a:t>
            </a:r>
            <a:r>
              <a:rPr lang="en-GB" sz="2400" spc="224" dirty="0"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C</a:t>
            </a:r>
            <a:r>
              <a:rPr lang="en-GB" sz="2400" dirty="0">
                <a:latin typeface="Comic Sans MS"/>
                <a:cs typeface="Comic Sans MS"/>
              </a:rPr>
              <a:t>ontrol</a:t>
            </a:r>
            <a:r>
              <a:rPr lang="en-GB" sz="2400" spc="173" dirty="0">
                <a:latin typeface="Comic Sans MS"/>
                <a:cs typeface="Comic Sans MS"/>
              </a:rPr>
              <a:t> </a:t>
            </a:r>
            <a:r>
              <a:rPr lang="en-GB" sz="2400" spc="-17" dirty="0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lang="en-GB" sz="2400" spc="-17" dirty="0">
                <a:latin typeface="Comic Sans MS"/>
                <a:cs typeface="Comic Sans MS"/>
              </a:rPr>
              <a:t>rotocol </a:t>
            </a:r>
            <a:r>
              <a:rPr lang="en-GB" sz="2400" dirty="0">
                <a:latin typeface="Comic Sans MS"/>
                <a:cs typeface="Comic Sans MS"/>
              </a:rPr>
              <a:t>Responsible</a:t>
            </a:r>
            <a:r>
              <a:rPr lang="en-GB" sz="2400" spc="259" dirty="0">
                <a:latin typeface="Comic Sans MS"/>
                <a:cs typeface="Comic Sans MS"/>
              </a:rPr>
              <a:t> </a:t>
            </a:r>
            <a:r>
              <a:rPr lang="en-GB" sz="2400" spc="-35" dirty="0">
                <a:latin typeface="Comic Sans MS"/>
                <a:cs typeface="Comic Sans MS"/>
              </a:rPr>
              <a:t>for:</a:t>
            </a: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Comic Sans MS"/>
                <a:cs typeface="Comic Sans MS"/>
              </a:rPr>
              <a:t>TCP</a:t>
            </a:r>
            <a:r>
              <a:rPr lang="en-GB" sz="2400" spc="9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defines</a:t>
            </a:r>
            <a:r>
              <a:rPr lang="en-GB" sz="2400" spc="104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how</a:t>
            </a:r>
            <a:r>
              <a:rPr lang="en-GB" sz="2400" spc="9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applications</a:t>
            </a:r>
            <a:r>
              <a:rPr lang="en-GB" sz="2400" spc="112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can</a:t>
            </a:r>
            <a:r>
              <a:rPr lang="en-GB" sz="2400" spc="104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create</a:t>
            </a:r>
            <a:r>
              <a:rPr lang="en-GB" sz="2400" spc="9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channels</a:t>
            </a:r>
            <a:r>
              <a:rPr lang="en-GB" sz="2400" spc="9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9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communication</a:t>
            </a:r>
            <a:r>
              <a:rPr lang="en-GB" sz="2400" spc="112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across</a:t>
            </a:r>
            <a:r>
              <a:rPr lang="en-GB" sz="2400" spc="104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95" dirty="0">
                <a:latin typeface="Comic Sans MS"/>
                <a:cs typeface="Comic Sans MS"/>
              </a:rPr>
              <a:t> </a:t>
            </a:r>
            <a:r>
              <a:rPr lang="en-GB" sz="2400" spc="-17" dirty="0">
                <a:latin typeface="Comic Sans MS"/>
                <a:cs typeface="Comic Sans MS"/>
              </a:rPr>
              <a:t>network.</a:t>
            </a: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endParaRPr lang="en-GB" sz="2400" spc="-17" dirty="0"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Comic Sans MS"/>
                <a:cs typeface="Comic Sans MS"/>
              </a:rPr>
              <a:t>It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also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manages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how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message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52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assembled</a:t>
            </a:r>
            <a:r>
              <a:rPr lang="en-GB" sz="2400" spc="8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into</a:t>
            </a:r>
            <a:r>
              <a:rPr lang="en-GB" sz="2400" spc="43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smaller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spc="-17" dirty="0">
                <a:latin typeface="Comic Sans MS"/>
                <a:cs typeface="Comic Sans MS"/>
              </a:rPr>
              <a:t>packets</a:t>
            </a:r>
            <a:r>
              <a:rPr lang="en-GB" sz="2400" spc="863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before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they</a:t>
            </a:r>
            <a:r>
              <a:rPr lang="en-GB" sz="2400" spc="8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are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then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transmitted</a:t>
            </a:r>
            <a:r>
              <a:rPr lang="en-GB" sz="2400" spc="8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over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spc="-17" dirty="0">
                <a:latin typeface="Comic Sans MS"/>
                <a:cs typeface="Comic Sans MS"/>
              </a:rPr>
              <a:t>internet. </a:t>
            </a:r>
            <a:r>
              <a:rPr lang="en-GB" sz="2400" dirty="0">
                <a:latin typeface="Comic Sans MS"/>
                <a:cs typeface="Comic Sans MS"/>
              </a:rPr>
              <a:t>and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reassembled</a:t>
            </a:r>
            <a:r>
              <a:rPr lang="en-GB" sz="2400" spc="8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in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right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order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at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8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destination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spc="-17" dirty="0">
                <a:latin typeface="Comic Sans MS"/>
                <a:cs typeface="Comic Sans MS"/>
              </a:rPr>
              <a:t>address.</a:t>
            </a:r>
            <a:endParaRPr lang="en-GB" sz="2400" dirty="0"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sv-SE" sz="24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906377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1507FE-8676-A800-D56B-4E2180208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0899FD-CF4F-DB02-4F16-04D7F33075D1}"/>
              </a:ext>
            </a:extLst>
          </p:cNvPr>
          <p:cNvSpPr txBox="1"/>
          <p:nvPr/>
        </p:nvSpPr>
        <p:spPr>
          <a:xfrm>
            <a:off x="0" y="4130300"/>
            <a:ext cx="13411200" cy="1868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87950" marR="8766" indent="-1466037" algn="ctr">
              <a:lnSpc>
                <a:spcPct val="100600"/>
              </a:lnSpc>
              <a:spcBef>
                <a:spcPts val="173"/>
              </a:spcBef>
            </a:pPr>
            <a:r>
              <a:rPr lang="sv-SE" sz="5522" spc="-17" dirty="0"/>
              <a:t>BUT!!!</a:t>
            </a:r>
          </a:p>
          <a:p>
            <a:pPr marL="1487842" marR="8766" indent="-1465930" algn="ctr">
              <a:lnSpc>
                <a:spcPct val="100600"/>
              </a:lnSpc>
              <a:spcBef>
                <a:spcPts val="173"/>
              </a:spcBef>
            </a:pPr>
            <a:r>
              <a:rPr lang="en-GB" sz="6000" dirty="0">
                <a:latin typeface="Comic Sans MS"/>
                <a:cs typeface="Comic Sans MS"/>
              </a:rPr>
              <a:t>Something is missing!!</a:t>
            </a:r>
          </a:p>
        </p:txBody>
      </p:sp>
    </p:spTree>
    <p:extLst>
      <p:ext uri="{BB962C8B-B14F-4D97-AF65-F5344CB8AC3E}">
        <p14:creationId xmlns:p14="http://schemas.microsoft.com/office/powerpoint/2010/main" val="104064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AC84F-85FF-AC1F-97FD-EAE512A31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64DCCE51-F330-1944-BF37-D2ADDAF9123F}"/>
              </a:ext>
            </a:extLst>
          </p:cNvPr>
          <p:cNvGrpSpPr/>
          <p:nvPr/>
        </p:nvGrpSpPr>
        <p:grpSpPr>
          <a:xfrm>
            <a:off x="491767" y="1494928"/>
            <a:ext cx="12427665" cy="7068543"/>
            <a:chOff x="491767" y="1494928"/>
            <a:chExt cx="12427665" cy="706854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3570922-C850-F7CA-8DCE-1DF9E28E3305}"/>
                </a:ext>
              </a:extLst>
            </p:cNvPr>
            <p:cNvGrpSpPr/>
            <p:nvPr/>
          </p:nvGrpSpPr>
          <p:grpSpPr>
            <a:xfrm>
              <a:off x="10475555" y="2923537"/>
              <a:ext cx="1632693" cy="612706"/>
              <a:chOff x="3022853" y="7464552"/>
              <a:chExt cx="345186" cy="129539"/>
            </a:xfrm>
          </p:grpSpPr>
          <p:pic>
            <p:nvPicPr>
              <p:cNvPr id="12" name="object 34">
                <a:extLst>
                  <a:ext uri="{FF2B5EF4-FFF2-40B4-BE49-F238E27FC236}">
                    <a16:creationId xmlns:a16="http://schemas.microsoft.com/office/drawing/2014/main" id="{C24A648C-472D-7C09-2CE2-E326FBDD8FA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243072" y="7464552"/>
                <a:ext cx="124967" cy="118872"/>
              </a:xfrm>
              <a:prstGeom prst="rect">
                <a:avLst/>
              </a:prstGeom>
            </p:spPr>
          </p:pic>
          <p:pic>
            <p:nvPicPr>
              <p:cNvPr id="13" name="object 35">
                <a:extLst>
                  <a:ext uri="{FF2B5EF4-FFF2-40B4-BE49-F238E27FC236}">
                    <a16:creationId xmlns:a16="http://schemas.microsoft.com/office/drawing/2014/main" id="{077E87B3-C1A6-CE31-4707-C3606EBB58D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22853" y="7470648"/>
                <a:ext cx="124955" cy="123443"/>
              </a:xfrm>
              <a:prstGeom prst="rect">
                <a:avLst/>
              </a:prstGeom>
            </p:spPr>
          </p:pic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3586EF4-707B-BA81-01A0-9935D88BD039}"/>
                </a:ext>
              </a:extLst>
            </p:cNvPr>
            <p:cNvGrpSpPr/>
            <p:nvPr/>
          </p:nvGrpSpPr>
          <p:grpSpPr>
            <a:xfrm>
              <a:off x="491767" y="1494928"/>
              <a:ext cx="12427665" cy="7068543"/>
              <a:chOff x="394447" y="721786"/>
              <a:chExt cx="12427665" cy="7068543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F5D25465-CC04-E751-193B-BF2E2054A57C}"/>
                  </a:ext>
                </a:extLst>
              </p:cNvPr>
              <p:cNvGrpSpPr/>
              <p:nvPr/>
            </p:nvGrpSpPr>
            <p:grpSpPr>
              <a:xfrm>
                <a:off x="9946130" y="1449706"/>
                <a:ext cx="2528504" cy="513266"/>
                <a:chOff x="4526909" y="7635790"/>
                <a:chExt cx="444264" cy="90182"/>
              </a:xfrm>
            </p:grpSpPr>
            <p:pic>
              <p:nvPicPr>
                <p:cNvPr id="69" name="object 11">
                  <a:extLst>
                    <a:ext uri="{FF2B5EF4-FFF2-40B4-BE49-F238E27FC236}">
                      <a16:creationId xmlns:a16="http://schemas.microsoft.com/office/drawing/2014/main" id="{08C900B9-DC6E-ACA2-A95A-3312675C7794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4754747" y="7635790"/>
                  <a:ext cx="203720" cy="90182"/>
                </a:xfrm>
                <a:prstGeom prst="rect">
                  <a:avLst/>
                </a:prstGeom>
              </p:spPr>
            </p:pic>
            <p:pic>
              <p:nvPicPr>
                <p:cNvPr id="70" name="object 12">
                  <a:extLst>
                    <a:ext uri="{FF2B5EF4-FFF2-40B4-BE49-F238E27FC236}">
                      <a16:creationId xmlns:a16="http://schemas.microsoft.com/office/drawing/2014/main" id="{AF27484E-B858-4818-E63B-711E6EDFE914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526909" y="7635790"/>
                  <a:ext cx="203720" cy="90182"/>
                </a:xfrm>
                <a:prstGeom prst="rect">
                  <a:avLst/>
                </a:prstGeom>
              </p:spPr>
            </p:pic>
            <p:sp>
              <p:nvSpPr>
                <p:cNvPr id="71" name="object 13">
                  <a:extLst>
                    <a:ext uri="{FF2B5EF4-FFF2-40B4-BE49-F238E27FC236}">
                      <a16:creationId xmlns:a16="http://schemas.microsoft.com/office/drawing/2014/main" id="{49D76372-6C73-B244-F673-A4E10B5AF2D3}"/>
                    </a:ext>
                  </a:extLst>
                </p:cNvPr>
                <p:cNvSpPr txBox="1"/>
                <p:nvPr/>
              </p:nvSpPr>
              <p:spPr>
                <a:xfrm>
                  <a:off x="4532240" y="7636975"/>
                  <a:ext cx="438933" cy="55594"/>
                </a:xfrm>
                <a:prstGeom prst="rect">
                  <a:avLst/>
                </a:prstGeom>
              </p:spPr>
              <p:txBody>
                <a:bodyPr vert="horz" wrap="square" lIns="0" tIns="24105" rIns="0" bIns="0" rtlCol="0">
                  <a:spAutoFit/>
                </a:bodyPr>
                <a:lstStyle/>
                <a:p>
                  <a:pPr>
                    <a:spcBef>
                      <a:spcPts val="190"/>
                    </a:spcBef>
                  </a:pPr>
                  <a:r>
                    <a:rPr sz="1898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Packet2</a:t>
                  </a:r>
                  <a:r>
                    <a:rPr sz="1898" spc="544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 </a:t>
                  </a:r>
                  <a:r>
                    <a:rPr lang="sv-SE" sz="1898" spc="544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  </a:t>
                  </a:r>
                  <a:r>
                    <a:rPr sz="1898" spc="-17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Packet1</a:t>
                  </a:r>
                  <a:endParaRPr sz="1898" dirty="0">
                    <a:latin typeface="Calibri"/>
                    <a:cs typeface="Calibri"/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6BECCBAD-B71B-CFD4-4A92-FFFA866C7400}"/>
                  </a:ext>
                </a:extLst>
              </p:cNvPr>
              <p:cNvGrpSpPr/>
              <p:nvPr/>
            </p:nvGrpSpPr>
            <p:grpSpPr>
              <a:xfrm>
                <a:off x="394447" y="721786"/>
                <a:ext cx="12427665" cy="7068543"/>
                <a:chOff x="394447" y="721786"/>
                <a:chExt cx="12427665" cy="7068543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433CF8FF-2E7C-6975-ECE7-5152CED8414C}"/>
                    </a:ext>
                  </a:extLst>
                </p:cNvPr>
                <p:cNvGrpSpPr/>
                <p:nvPr/>
              </p:nvGrpSpPr>
              <p:grpSpPr>
                <a:xfrm>
                  <a:off x="394447" y="721786"/>
                  <a:ext cx="9122936" cy="7068543"/>
                  <a:chOff x="544829" y="7048499"/>
                  <a:chExt cx="2311147" cy="1790700"/>
                </a:xfrm>
              </p:grpSpPr>
              <p:pic>
                <p:nvPicPr>
                  <p:cNvPr id="61" name="object 31">
                    <a:extLst>
                      <a:ext uri="{FF2B5EF4-FFF2-40B4-BE49-F238E27FC236}">
                        <a16:creationId xmlns:a16="http://schemas.microsoft.com/office/drawing/2014/main" id="{E243033D-7861-299D-4871-57D674C63926}"/>
                      </a:ext>
                    </a:extLst>
                  </p:cNvPr>
                  <p:cNvPicPr/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544829" y="7048499"/>
                    <a:ext cx="524256" cy="1790700"/>
                  </a:xfrm>
                  <a:prstGeom prst="rect">
                    <a:avLst/>
                  </a:prstGeom>
                </p:spPr>
              </p:pic>
              <p:pic>
                <p:nvPicPr>
                  <p:cNvPr id="62" name="object 32">
                    <a:extLst>
                      <a:ext uri="{FF2B5EF4-FFF2-40B4-BE49-F238E27FC236}">
                        <a16:creationId xmlns:a16="http://schemas.microsoft.com/office/drawing/2014/main" id="{3E910AE9-CCE5-EE1D-E236-7F9F2AC16153}"/>
                      </a:ext>
                    </a:extLst>
                  </p:cNvPr>
                  <p:cNvPicPr/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1098041" y="7421879"/>
                    <a:ext cx="655573" cy="664463"/>
                  </a:xfrm>
                  <a:prstGeom prst="rect">
                    <a:avLst/>
                  </a:prstGeom>
                </p:spPr>
              </p:pic>
              <p:pic>
                <p:nvPicPr>
                  <p:cNvPr id="63" name="object 33">
                    <a:extLst>
                      <a:ext uri="{FF2B5EF4-FFF2-40B4-BE49-F238E27FC236}">
                        <a16:creationId xmlns:a16="http://schemas.microsoft.com/office/drawing/2014/main" id="{995DB941-8B15-032E-E11B-89EB00D17462}"/>
                      </a:ext>
                    </a:extLst>
                  </p:cNvPr>
                  <p:cNvPicPr/>
                  <p:nvPr/>
                </p:nvPicPr>
                <p:blipFill>
                  <a:blip r:embed="rId8" cstate="print"/>
                  <a:stretch>
                    <a:fillRect/>
                  </a:stretch>
                </p:blipFill>
                <p:spPr>
                  <a:xfrm>
                    <a:off x="1160525" y="7232903"/>
                    <a:ext cx="548627" cy="528827"/>
                  </a:xfrm>
                  <a:prstGeom prst="rect">
                    <a:avLst/>
                  </a:prstGeom>
                </p:spPr>
              </p:pic>
              <p:pic>
                <p:nvPicPr>
                  <p:cNvPr id="64" name="object 34">
                    <a:extLst>
                      <a:ext uri="{FF2B5EF4-FFF2-40B4-BE49-F238E27FC236}">
                        <a16:creationId xmlns:a16="http://schemas.microsoft.com/office/drawing/2014/main" id="{D3E88B27-7783-7BFB-5F84-A9BF7E655223}"/>
                      </a:ext>
                    </a:extLst>
                  </p:cNvPr>
                  <p:cNvPicPr/>
                  <p:nvPr/>
                </p:nvPicPr>
                <p:blipFill>
                  <a:blip r:embed="rId9" cstate="print"/>
                  <a:stretch>
                    <a:fillRect/>
                  </a:stretch>
                </p:blipFill>
                <p:spPr>
                  <a:xfrm>
                    <a:off x="1092707" y="8086343"/>
                    <a:ext cx="667600" cy="659130"/>
                  </a:xfrm>
                  <a:prstGeom prst="rect">
                    <a:avLst/>
                  </a:prstGeom>
                </p:spPr>
              </p:pic>
              <p:pic>
                <p:nvPicPr>
                  <p:cNvPr id="65" name="object 35">
                    <a:extLst>
                      <a:ext uri="{FF2B5EF4-FFF2-40B4-BE49-F238E27FC236}">
                        <a16:creationId xmlns:a16="http://schemas.microsoft.com/office/drawing/2014/main" id="{3B8C83A4-D95E-DD05-4E88-F3DFE522BF74}"/>
                      </a:ext>
                    </a:extLst>
                  </p:cNvPr>
                  <p:cNvPicPr/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301495" y="8307323"/>
                    <a:ext cx="124968" cy="119633"/>
                  </a:xfrm>
                  <a:prstGeom prst="rect">
                    <a:avLst/>
                  </a:prstGeom>
                </p:spPr>
              </p:pic>
              <p:pic>
                <p:nvPicPr>
                  <p:cNvPr id="66" name="object 36">
                    <a:extLst>
                      <a:ext uri="{FF2B5EF4-FFF2-40B4-BE49-F238E27FC236}">
                        <a16:creationId xmlns:a16="http://schemas.microsoft.com/office/drawing/2014/main" id="{D308F5EE-34FB-C951-2D7A-FE94E03EF6CA}"/>
                      </a:ext>
                    </a:extLst>
                  </p:cNvPr>
                  <p:cNvPicPr/>
                  <p:nvPr/>
                </p:nvPicPr>
                <p:blipFill>
                  <a:blip r:embed="rId11" cstate="print"/>
                  <a:stretch>
                    <a:fillRect/>
                  </a:stretch>
                </p:blipFill>
                <p:spPr>
                  <a:xfrm>
                    <a:off x="1533906" y="8307323"/>
                    <a:ext cx="106673" cy="103631"/>
                  </a:xfrm>
                  <a:prstGeom prst="rect">
                    <a:avLst/>
                  </a:prstGeom>
                </p:spPr>
              </p:pic>
              <p:sp>
                <p:nvSpPr>
                  <p:cNvPr id="67" name="object 37">
                    <a:extLst>
                      <a:ext uri="{FF2B5EF4-FFF2-40B4-BE49-F238E27FC236}">
                        <a16:creationId xmlns:a16="http://schemas.microsoft.com/office/drawing/2014/main" id="{F74218CE-4077-0B5F-86D6-942AD63AA77C}"/>
                      </a:ext>
                    </a:extLst>
                  </p:cNvPr>
                  <p:cNvSpPr/>
                  <p:nvPr/>
                </p:nvSpPr>
                <p:spPr>
                  <a:xfrm>
                    <a:off x="1021841" y="7176515"/>
                    <a:ext cx="816610" cy="16338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610" h="1633854">
                        <a:moveTo>
                          <a:pt x="0" y="0"/>
                        </a:moveTo>
                        <a:lnTo>
                          <a:pt x="816102" y="0"/>
                        </a:lnTo>
                        <a:lnTo>
                          <a:pt x="816102" y="1633727"/>
                        </a:lnTo>
                        <a:lnTo>
                          <a:pt x="0" y="163372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3314">
                    <a:solidFill>
                      <a:srgbClr val="2E518E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pic>
                <p:nvPicPr>
                  <p:cNvPr id="68" name="object 38">
                    <a:extLst>
                      <a:ext uri="{FF2B5EF4-FFF2-40B4-BE49-F238E27FC236}">
                        <a16:creationId xmlns:a16="http://schemas.microsoft.com/office/drawing/2014/main" id="{41754FBC-06C9-3A04-F468-086F127EC382}"/>
                      </a:ext>
                    </a:extLst>
                  </p:cNvPr>
                  <p:cNvPicPr/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1729740" y="7514081"/>
                    <a:ext cx="1126236" cy="96469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0" name="object 37">
                  <a:extLst>
                    <a:ext uri="{FF2B5EF4-FFF2-40B4-BE49-F238E27FC236}">
                      <a16:creationId xmlns:a16="http://schemas.microsoft.com/office/drawing/2014/main" id="{4ADC44AA-2F7C-3419-8121-8703DF46BCE9}"/>
                    </a:ext>
                  </a:extLst>
                </p:cNvPr>
                <p:cNvSpPr/>
                <p:nvPr/>
              </p:nvSpPr>
              <p:spPr>
                <a:xfrm>
                  <a:off x="9598656" y="1227114"/>
                  <a:ext cx="3223456" cy="6449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610" h="1633854">
                      <a:moveTo>
                        <a:pt x="0" y="0"/>
                      </a:moveTo>
                      <a:lnTo>
                        <a:pt x="816102" y="0"/>
                      </a:lnTo>
                      <a:lnTo>
                        <a:pt x="816102" y="1633727"/>
                      </a:lnTo>
                      <a:lnTo>
                        <a:pt x="0" y="16337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3314">
                  <a:solidFill>
                    <a:srgbClr val="2E518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pic>
            <p:nvPicPr>
              <p:cNvPr id="58" name="object 33">
                <a:extLst>
                  <a:ext uri="{FF2B5EF4-FFF2-40B4-BE49-F238E27FC236}">
                    <a16:creationId xmlns:a16="http://schemas.microsoft.com/office/drawing/2014/main" id="{50B10A00-F525-0BFE-D855-F3A97D1133AF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0244165" y="5364293"/>
                <a:ext cx="2165630" cy="2087472"/>
              </a:xfrm>
              <a:prstGeom prst="rect">
                <a:avLst/>
              </a:prstGeom>
            </p:spPr>
          </p:pic>
        </p:grpSp>
      </p:grpSp>
      <p:sp>
        <p:nvSpPr>
          <p:cNvPr id="73" name="object 3">
            <a:extLst>
              <a:ext uri="{FF2B5EF4-FFF2-40B4-BE49-F238E27FC236}">
                <a16:creationId xmlns:a16="http://schemas.microsoft.com/office/drawing/2014/main" id="{9215C0D8-BA73-4B3F-1CCD-9DFD00F03388}"/>
              </a:ext>
            </a:extLst>
          </p:cNvPr>
          <p:cNvSpPr txBox="1"/>
          <p:nvPr/>
        </p:nvSpPr>
        <p:spPr>
          <a:xfrm>
            <a:off x="381000" y="888075"/>
            <a:ext cx="12352767" cy="140506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459095" marR="8766" indent="-438277" algn="ctr">
              <a:lnSpc>
                <a:spcPct val="104400"/>
              </a:lnSpc>
              <a:spcBef>
                <a:spcPts val="155"/>
              </a:spcBef>
            </a:pPr>
            <a:r>
              <a:rPr lang="en-GB" sz="4000" b="1" dirty="0">
                <a:latin typeface="Comic Sans MS"/>
                <a:cs typeface="Comic Sans MS"/>
              </a:rPr>
              <a:t>How</a:t>
            </a:r>
            <a:r>
              <a:rPr lang="en-GB" sz="4000" b="1" spc="86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Computers</a:t>
            </a:r>
            <a:r>
              <a:rPr lang="en-GB" sz="4000" b="1" spc="86" dirty="0">
                <a:latin typeface="Comic Sans MS"/>
                <a:cs typeface="Comic Sans MS"/>
              </a:rPr>
              <a:t> </a:t>
            </a:r>
            <a:r>
              <a:rPr lang="en-GB" sz="4000" b="1" spc="-35" dirty="0">
                <a:latin typeface="Comic Sans MS"/>
                <a:cs typeface="Comic Sans MS"/>
              </a:rPr>
              <a:t>Know</a:t>
            </a:r>
            <a:r>
              <a:rPr lang="en-GB" sz="4000" b="1" spc="863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the</a:t>
            </a:r>
            <a:r>
              <a:rPr lang="en-GB" sz="4000" b="1" spc="69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address</a:t>
            </a:r>
            <a:r>
              <a:rPr lang="en-GB" sz="4000" b="1" spc="69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of</a:t>
            </a:r>
            <a:r>
              <a:rPr lang="en-GB" sz="4000" b="1" spc="78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each</a:t>
            </a:r>
            <a:r>
              <a:rPr lang="en-GB" sz="4000" b="1" spc="69" dirty="0">
                <a:latin typeface="Comic Sans MS"/>
                <a:cs typeface="Comic Sans MS"/>
              </a:rPr>
              <a:t> </a:t>
            </a:r>
            <a:r>
              <a:rPr lang="en-GB" sz="4000" b="1" spc="-17" dirty="0">
                <a:latin typeface="Comic Sans MS"/>
                <a:cs typeface="Comic Sans MS"/>
              </a:rPr>
              <a:t>others?</a:t>
            </a:r>
            <a:endParaRPr lang="en-GB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245535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501B8F-CA0F-ECB0-49E0-02C1A18E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F01317-DD1B-EE08-5A60-B9DF8A0F3C70}"/>
              </a:ext>
            </a:extLst>
          </p:cNvPr>
          <p:cNvSpPr txBox="1"/>
          <p:nvPr/>
        </p:nvSpPr>
        <p:spPr>
          <a:xfrm>
            <a:off x="0" y="4130300"/>
            <a:ext cx="13411200" cy="1794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8766" indent="101891" algn="ctr">
              <a:lnSpc>
                <a:spcPct val="101299"/>
              </a:lnSpc>
              <a:spcBef>
                <a:spcPts val="155"/>
              </a:spcBef>
            </a:pPr>
            <a:r>
              <a:rPr lang="en-GB" sz="5522" dirty="0">
                <a:latin typeface="Comic Sans MS"/>
                <a:cs typeface="Comic Sans MS"/>
              </a:rPr>
              <a:t>Will</a:t>
            </a:r>
            <a:r>
              <a:rPr lang="en-GB" sz="5522" spc="43" dirty="0">
                <a:latin typeface="Comic Sans MS"/>
                <a:cs typeface="Comic Sans MS"/>
              </a:rPr>
              <a:t> </a:t>
            </a:r>
            <a:r>
              <a:rPr lang="en-GB" sz="5522" dirty="0">
                <a:latin typeface="Comic Sans MS"/>
                <a:cs typeface="Comic Sans MS"/>
              </a:rPr>
              <a:t>answer</a:t>
            </a:r>
            <a:r>
              <a:rPr lang="en-GB" sz="5522" spc="43" dirty="0">
                <a:latin typeface="Comic Sans MS"/>
                <a:cs typeface="Comic Sans MS"/>
              </a:rPr>
              <a:t> </a:t>
            </a:r>
            <a:r>
              <a:rPr lang="en-GB" sz="5522" dirty="0">
                <a:latin typeface="Comic Sans MS"/>
                <a:cs typeface="Comic Sans MS"/>
              </a:rPr>
              <a:t>you</a:t>
            </a:r>
            <a:r>
              <a:rPr lang="en-GB" sz="5522" spc="35" dirty="0">
                <a:latin typeface="Comic Sans MS"/>
                <a:cs typeface="Comic Sans MS"/>
              </a:rPr>
              <a:t> </a:t>
            </a:r>
            <a:r>
              <a:rPr lang="en-GB" sz="5522" spc="-60" dirty="0">
                <a:latin typeface="Comic Sans MS"/>
                <a:cs typeface="Comic Sans MS"/>
              </a:rPr>
              <a:t>in</a:t>
            </a:r>
          </a:p>
          <a:p>
            <a:pPr marR="8766" indent="101891" algn="ctr">
              <a:lnSpc>
                <a:spcPct val="101299"/>
              </a:lnSpc>
              <a:spcBef>
                <a:spcPts val="155"/>
              </a:spcBef>
            </a:pPr>
            <a:r>
              <a:rPr lang="en-GB" sz="5522" dirty="0">
                <a:latin typeface="Comic Sans MS"/>
                <a:cs typeface="Comic Sans MS"/>
              </a:rPr>
              <a:t>the</a:t>
            </a:r>
            <a:r>
              <a:rPr lang="en-GB" sz="5522" spc="60" dirty="0">
                <a:latin typeface="Comic Sans MS"/>
                <a:cs typeface="Comic Sans MS"/>
              </a:rPr>
              <a:t> </a:t>
            </a:r>
            <a:r>
              <a:rPr lang="en-GB" sz="5522" dirty="0">
                <a:latin typeface="Comic Sans MS"/>
                <a:cs typeface="Comic Sans MS"/>
              </a:rPr>
              <a:t>coming</a:t>
            </a:r>
            <a:r>
              <a:rPr lang="en-GB" sz="5522" spc="60" dirty="0">
                <a:latin typeface="Comic Sans MS"/>
                <a:cs typeface="Comic Sans MS"/>
              </a:rPr>
              <a:t> </a:t>
            </a:r>
            <a:r>
              <a:rPr lang="en-GB" sz="5522" dirty="0">
                <a:latin typeface="Comic Sans MS"/>
                <a:cs typeface="Comic Sans MS"/>
              </a:rPr>
              <a:t>lessons</a:t>
            </a:r>
            <a:r>
              <a:rPr lang="en-GB" sz="5522" spc="60" dirty="0">
                <a:latin typeface="Comic Sans MS"/>
                <a:cs typeface="Comic Sans MS"/>
              </a:rPr>
              <a:t> </a:t>
            </a:r>
            <a:r>
              <a:rPr lang="en-GB" sz="5522" spc="-86" dirty="0">
                <a:latin typeface="Wingdings"/>
                <a:cs typeface="Wingdings"/>
              </a:rPr>
              <a:t></a:t>
            </a:r>
            <a:endParaRPr lang="en-GB" sz="5522" dirty="0"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93832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41C9F7-9A4E-8ADE-F459-033126BE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E670957-A763-3056-1A5E-3D1DF53CA2C5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72119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110</Words>
  <Application>Microsoft Office PowerPoint</Application>
  <PresentationFormat>Custom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- 02 MAN</dc:title>
  <dc:creator>USER</dc:creator>
  <cp:lastModifiedBy>Sara Alterkawi</cp:lastModifiedBy>
  <cp:revision>12</cp:revision>
  <dcterms:created xsi:type="dcterms:W3CDTF">2025-12-09T11:57:53Z</dcterms:created>
  <dcterms:modified xsi:type="dcterms:W3CDTF">2026-01-16T18:51:56Z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2022-10-16T00:00:00Z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2025-12-09T00:00:00Z</vt:filetime>
  </property>
  <property fmtid="{D5CDD505-2E9C-101B-9397-08002B2CF9AE}" pid="5" name="Producer">
    <vt:lpwstr>Acrobat Distiller 22.0 (Windows)</vt:lpwstr>
  </property>
</Properties>
</file>