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09" r:id="rId3"/>
    <p:sldId id="266" r:id="rId4"/>
    <p:sldId id="267" r:id="rId5"/>
    <p:sldId id="268" r:id="rId6"/>
    <p:sldId id="269" r:id="rId7"/>
    <p:sldId id="270" r:id="rId8"/>
    <p:sldId id="296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131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6"/>
            <a:ext cx="11399520" cy="5443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37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9792" y="4410932"/>
            <a:ext cx="1308248" cy="544316"/>
          </a:xfrm>
        </p:spPr>
        <p:txBody>
          <a:bodyPr lIns="0" tIns="0" rIns="0" bIns="0"/>
          <a:lstStyle>
            <a:lvl1pPr>
              <a:defRPr sz="3537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9792" y="4410932"/>
            <a:ext cx="1308248" cy="544316"/>
          </a:xfrm>
        </p:spPr>
        <p:txBody>
          <a:bodyPr lIns="0" tIns="0" rIns="0" bIns="0"/>
          <a:lstStyle>
            <a:lvl1pPr>
              <a:defRPr sz="3537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9792" y="4410932"/>
            <a:ext cx="1308248" cy="544316"/>
          </a:xfrm>
        </p:spPr>
        <p:txBody>
          <a:bodyPr lIns="0" tIns="0" rIns="0" bIns="0"/>
          <a:lstStyle>
            <a:lvl1pPr>
              <a:defRPr sz="3537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7951" y="2874481"/>
            <a:ext cx="861316" cy="1323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9792" y="4410932"/>
            <a:ext cx="1308248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560" y="2313434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901" y="9545011"/>
            <a:ext cx="3191734" cy="2949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040416" y="9545010"/>
            <a:ext cx="300218" cy="58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2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14.png"/><Relationship Id="rId10" Type="http://schemas.openxmlformats.org/officeDocument/2006/relationships/image" Target="../media/image8.jpg"/><Relationship Id="rId4" Type="http://schemas.openxmlformats.org/officeDocument/2006/relationships/image" Target="../media/image13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Computer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107A-E4A9-BA90-F5A3-C229DB12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2">
            <a:extLst>
              <a:ext uri="{FF2B5EF4-FFF2-40B4-BE49-F238E27FC236}">
                <a16:creationId xmlns:a16="http://schemas.microsoft.com/office/drawing/2014/main" id="{4F713914-C67E-EC70-5690-A9C8ED00107D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179F7471-4E7E-53B3-2E54-EF7A85E1414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03851D2B-237F-FE3E-7106-4734C1D5CE1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67C14E92-AB20-7DF0-C084-76ACBEC1448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11" name="object 30">
            <a:extLst>
              <a:ext uri="{FF2B5EF4-FFF2-40B4-BE49-F238E27FC236}">
                <a16:creationId xmlns:a16="http://schemas.microsoft.com/office/drawing/2014/main" id="{F34627A3-ED1A-F781-EF16-738B56524D73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MAN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How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Data is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Transferred?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0286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F252-7F95-9272-7CF1-6C13A3AF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D75BE59-3DEB-8BC1-E851-CFA4ABC9BF8B}"/>
              </a:ext>
            </a:extLst>
          </p:cNvPr>
          <p:cNvGrpSpPr/>
          <p:nvPr/>
        </p:nvGrpSpPr>
        <p:grpSpPr>
          <a:xfrm>
            <a:off x="394447" y="721786"/>
            <a:ext cx="9122936" cy="7068543"/>
            <a:chOff x="544829" y="7048499"/>
            <a:chExt cx="2311147" cy="179070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829" y="7048499"/>
              <a:ext cx="524256" cy="17907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041" y="7421879"/>
              <a:ext cx="655573" cy="6644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525" y="7232903"/>
              <a:ext cx="548627" cy="52882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2707" y="8086343"/>
              <a:ext cx="667600" cy="65913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1495" y="8307323"/>
              <a:ext cx="124968" cy="11963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3906" y="8307323"/>
              <a:ext cx="106673" cy="10363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21841" y="7176515"/>
              <a:ext cx="816610" cy="1633855"/>
            </a:xfrm>
            <a:custGeom>
              <a:avLst/>
              <a:gdLst/>
              <a:ahLst/>
              <a:cxnLst/>
              <a:rect l="l" t="t" r="r" b="b"/>
              <a:pathLst>
                <a:path w="816610" h="1633854">
                  <a:moveTo>
                    <a:pt x="0" y="0"/>
                  </a:moveTo>
                  <a:lnTo>
                    <a:pt x="816102" y="0"/>
                  </a:lnTo>
                  <a:lnTo>
                    <a:pt x="816102" y="1633727"/>
                  </a:lnTo>
                  <a:lnTo>
                    <a:pt x="0" y="1633727"/>
                  </a:lnTo>
                  <a:lnTo>
                    <a:pt x="0" y="0"/>
                  </a:lnTo>
                  <a:close/>
                </a:path>
              </a:pathLst>
            </a:custGeom>
            <a:ln w="3314">
              <a:solidFill>
                <a:srgbClr val="2E5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9740" y="7514081"/>
              <a:ext cx="1126236" cy="964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708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EB226-C984-7F23-694D-50D877EE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7F50DB7-D890-1D4F-16AD-2BC42FD71D2D}"/>
              </a:ext>
            </a:extLst>
          </p:cNvPr>
          <p:cNvGrpSpPr/>
          <p:nvPr/>
        </p:nvGrpSpPr>
        <p:grpSpPr>
          <a:xfrm>
            <a:off x="491767" y="1494928"/>
            <a:ext cx="12427665" cy="7068543"/>
            <a:chOff x="394447" y="721786"/>
            <a:chExt cx="12427665" cy="706854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D1E985E-42C8-33A0-FAEF-0EA8824BB4DB}"/>
                </a:ext>
              </a:extLst>
            </p:cNvPr>
            <p:cNvGrpSpPr/>
            <p:nvPr/>
          </p:nvGrpSpPr>
          <p:grpSpPr>
            <a:xfrm>
              <a:off x="394447" y="721786"/>
              <a:ext cx="12427665" cy="7068543"/>
              <a:chOff x="394447" y="721786"/>
              <a:chExt cx="12427665" cy="706854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1FB136D-6122-4E7B-C431-C3774C85339E}"/>
                  </a:ext>
                </a:extLst>
              </p:cNvPr>
              <p:cNvGrpSpPr/>
              <p:nvPr/>
            </p:nvGrpSpPr>
            <p:grpSpPr>
              <a:xfrm>
                <a:off x="394447" y="721786"/>
                <a:ext cx="9122936" cy="7068543"/>
                <a:chOff x="544829" y="7048499"/>
                <a:chExt cx="2311147" cy="1790700"/>
              </a:xfrm>
            </p:grpSpPr>
            <p:pic>
              <p:nvPicPr>
                <p:cNvPr id="31" name="object 31">
                  <a:extLst>
                    <a:ext uri="{FF2B5EF4-FFF2-40B4-BE49-F238E27FC236}">
                      <a16:creationId xmlns:a16="http://schemas.microsoft.com/office/drawing/2014/main" id="{585B01DC-F152-C545-EC5B-7BDF49688A22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544829" y="7048499"/>
                  <a:ext cx="524256" cy="1790700"/>
                </a:xfrm>
                <a:prstGeom prst="rect">
                  <a:avLst/>
                </a:prstGeom>
              </p:spPr>
            </p:pic>
            <p:pic>
              <p:nvPicPr>
                <p:cNvPr id="32" name="object 32">
                  <a:extLst>
                    <a:ext uri="{FF2B5EF4-FFF2-40B4-BE49-F238E27FC236}">
                      <a16:creationId xmlns:a16="http://schemas.microsoft.com/office/drawing/2014/main" id="{7E39D4B1-FD10-E16D-3ADB-E81ACCF79126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1098041" y="7421879"/>
                  <a:ext cx="655573" cy="664463"/>
                </a:xfrm>
                <a:prstGeom prst="rect">
                  <a:avLst/>
                </a:prstGeom>
              </p:spPr>
            </p:pic>
            <p:pic>
              <p:nvPicPr>
                <p:cNvPr id="33" name="object 33">
                  <a:extLst>
                    <a:ext uri="{FF2B5EF4-FFF2-40B4-BE49-F238E27FC236}">
                      <a16:creationId xmlns:a16="http://schemas.microsoft.com/office/drawing/2014/main" id="{69C5C905-0F01-69E0-1DFE-30ACBB075470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1160525" y="7232903"/>
                  <a:ext cx="548627" cy="528827"/>
                </a:xfrm>
                <a:prstGeom prst="rect">
                  <a:avLst/>
                </a:prstGeom>
              </p:spPr>
            </p:pic>
            <p:pic>
              <p:nvPicPr>
                <p:cNvPr id="34" name="object 34">
                  <a:extLst>
                    <a:ext uri="{FF2B5EF4-FFF2-40B4-BE49-F238E27FC236}">
                      <a16:creationId xmlns:a16="http://schemas.microsoft.com/office/drawing/2014/main" id="{202E6704-E939-DE85-BD66-85F01D26F37F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1092707" y="8086343"/>
                  <a:ext cx="667600" cy="659130"/>
                </a:xfrm>
                <a:prstGeom prst="rect">
                  <a:avLst/>
                </a:prstGeom>
              </p:spPr>
            </p:pic>
            <p:pic>
              <p:nvPicPr>
                <p:cNvPr id="35" name="object 35">
                  <a:extLst>
                    <a:ext uri="{FF2B5EF4-FFF2-40B4-BE49-F238E27FC236}">
                      <a16:creationId xmlns:a16="http://schemas.microsoft.com/office/drawing/2014/main" id="{A5D815C4-F4EF-34A7-7452-63D9BE95B84A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1301495" y="8307323"/>
                  <a:ext cx="124968" cy="119633"/>
                </a:xfrm>
                <a:prstGeom prst="rect">
                  <a:avLst/>
                </a:prstGeom>
              </p:spPr>
            </p:pic>
            <p:pic>
              <p:nvPicPr>
                <p:cNvPr id="36" name="object 36">
                  <a:extLst>
                    <a:ext uri="{FF2B5EF4-FFF2-40B4-BE49-F238E27FC236}">
                      <a16:creationId xmlns:a16="http://schemas.microsoft.com/office/drawing/2014/main" id="{102A2ADF-AAFF-8EA4-62C6-3017D23D1BF1}"/>
                    </a:ext>
                  </a:extLst>
                </p:cNvPr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1533906" y="8307323"/>
                  <a:ext cx="106673" cy="103631"/>
                </a:xfrm>
                <a:prstGeom prst="rect">
                  <a:avLst/>
                </a:prstGeom>
              </p:spPr>
            </p:pic>
            <p:sp>
              <p:nvSpPr>
                <p:cNvPr id="37" name="object 37">
                  <a:extLst>
                    <a:ext uri="{FF2B5EF4-FFF2-40B4-BE49-F238E27FC236}">
                      <a16:creationId xmlns:a16="http://schemas.microsoft.com/office/drawing/2014/main" id="{8FDD7463-3EFE-9165-475F-A4281EA296D4}"/>
                    </a:ext>
                  </a:extLst>
                </p:cNvPr>
                <p:cNvSpPr/>
                <p:nvPr/>
              </p:nvSpPr>
              <p:spPr>
                <a:xfrm>
                  <a:off x="1021841" y="7176515"/>
                  <a:ext cx="816610" cy="1633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610" h="1633854">
                      <a:moveTo>
                        <a:pt x="0" y="0"/>
                      </a:moveTo>
                      <a:lnTo>
                        <a:pt x="816102" y="0"/>
                      </a:lnTo>
                      <a:lnTo>
                        <a:pt x="816102" y="1633727"/>
                      </a:lnTo>
                      <a:lnTo>
                        <a:pt x="0" y="16337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3314">
                  <a:solidFill>
                    <a:srgbClr val="2E518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38" name="object 38">
                  <a:extLst>
                    <a:ext uri="{FF2B5EF4-FFF2-40B4-BE49-F238E27FC236}">
                      <a16:creationId xmlns:a16="http://schemas.microsoft.com/office/drawing/2014/main" id="{4C3BADA5-265A-0385-6390-2CAC0CC8820B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1729740" y="7514081"/>
                  <a:ext cx="1126236" cy="964691"/>
                </a:xfrm>
                <a:prstGeom prst="rect">
                  <a:avLst/>
                </a:prstGeom>
              </p:spPr>
            </p:pic>
          </p:grpSp>
          <p:sp>
            <p:nvSpPr>
              <p:cNvPr id="30" name="object 37">
                <a:extLst>
                  <a:ext uri="{FF2B5EF4-FFF2-40B4-BE49-F238E27FC236}">
                    <a16:creationId xmlns:a16="http://schemas.microsoft.com/office/drawing/2014/main" id="{4EB18820-2455-BAFE-5C51-7ED5B893BEE3}"/>
                  </a:ext>
                </a:extLst>
              </p:cNvPr>
              <p:cNvSpPr/>
              <p:nvPr/>
            </p:nvSpPr>
            <p:spPr>
              <a:xfrm>
                <a:off x="9598656" y="1227114"/>
                <a:ext cx="3223456" cy="6449418"/>
              </a:xfrm>
              <a:custGeom>
                <a:avLst/>
                <a:gdLst/>
                <a:ahLst/>
                <a:cxnLst/>
                <a:rect l="l" t="t" r="r" b="b"/>
                <a:pathLst>
                  <a:path w="816610" h="1633854">
                    <a:moveTo>
                      <a:pt x="0" y="0"/>
                    </a:moveTo>
                    <a:lnTo>
                      <a:pt x="816102" y="0"/>
                    </a:lnTo>
                    <a:lnTo>
                      <a:pt x="816102" y="1633727"/>
                    </a:lnTo>
                    <a:lnTo>
                      <a:pt x="0" y="1633727"/>
                    </a:lnTo>
                    <a:lnTo>
                      <a:pt x="0" y="0"/>
                    </a:lnTo>
                    <a:close/>
                  </a:path>
                </a:pathLst>
              </a:custGeom>
              <a:ln w="3314">
                <a:solidFill>
                  <a:srgbClr val="2E518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9" name="object 33">
              <a:extLst>
                <a:ext uri="{FF2B5EF4-FFF2-40B4-BE49-F238E27FC236}">
                  <a16:creationId xmlns:a16="http://schemas.microsoft.com/office/drawing/2014/main" id="{84527995-FBEB-BD3E-5611-C65713D59B9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4165" y="5364293"/>
              <a:ext cx="2165630" cy="2087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299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FE79D-8418-135C-AE5F-ABA9508FB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0899FD-CF4F-DB02-4F16-04D7F33075D1}"/>
              </a:ext>
            </a:extLst>
          </p:cNvPr>
          <p:cNvSpPr txBox="1"/>
          <p:nvPr/>
        </p:nvSpPr>
        <p:spPr>
          <a:xfrm>
            <a:off x="0" y="4130300"/>
            <a:ext cx="13411200" cy="1797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7950" marR="8766" indent="-1466037" algn="ctr">
              <a:lnSpc>
                <a:spcPct val="100600"/>
              </a:lnSpc>
              <a:spcBef>
                <a:spcPts val="173"/>
              </a:spcBef>
            </a:pPr>
            <a:r>
              <a:rPr lang="sv-SE" sz="5522" spc="-17" dirty="0"/>
              <a:t>BUT!!!</a:t>
            </a:r>
          </a:p>
          <a:p>
            <a:pPr marL="1487950" marR="8766" indent="-1466037" algn="ctr">
              <a:lnSpc>
                <a:spcPct val="100600"/>
              </a:lnSpc>
              <a:spcBef>
                <a:spcPts val="173"/>
              </a:spcBef>
            </a:pPr>
            <a:r>
              <a:rPr lang="en-GB" sz="5522" dirty="0">
                <a:latin typeface="Comic Sans MS"/>
                <a:cs typeface="Comic Sans MS"/>
              </a:rPr>
              <a:t>Who</a:t>
            </a:r>
            <a:r>
              <a:rPr lang="en-GB" sz="5522" spc="69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is</a:t>
            </a:r>
            <a:r>
              <a:rPr lang="en-GB" sz="5522" spc="69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Responsible</a:t>
            </a:r>
            <a:r>
              <a:rPr lang="en-GB" sz="5522" spc="121" dirty="0">
                <a:latin typeface="Comic Sans MS"/>
                <a:cs typeface="Comic Sans MS"/>
              </a:rPr>
              <a:t> </a:t>
            </a:r>
            <a:r>
              <a:rPr lang="en-GB" sz="5522" spc="-43" dirty="0">
                <a:latin typeface="Comic Sans MS"/>
                <a:cs typeface="Comic Sans MS"/>
              </a:rPr>
              <a:t>for </a:t>
            </a:r>
            <a:r>
              <a:rPr lang="en-GB" sz="5522" spc="-17" dirty="0">
                <a:latin typeface="Comic Sans MS"/>
                <a:cs typeface="Comic Sans MS"/>
              </a:rPr>
              <a:t>this?</a:t>
            </a:r>
            <a:endParaRPr lang="en-GB" sz="5522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60547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9D85-A147-9A5E-A56D-E55D4015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9EB41E7A-80DC-1656-C21B-3BF5EE2D5B10}"/>
              </a:ext>
            </a:extLst>
          </p:cNvPr>
          <p:cNvGrpSpPr/>
          <p:nvPr/>
        </p:nvGrpSpPr>
        <p:grpSpPr>
          <a:xfrm>
            <a:off x="491767" y="1494928"/>
            <a:ext cx="12427665" cy="7068543"/>
            <a:chOff x="491767" y="1494928"/>
            <a:chExt cx="12427665" cy="70685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B8C0D8F-1F6F-0B4B-CECE-7E6BBB08FEE9}"/>
                </a:ext>
              </a:extLst>
            </p:cNvPr>
            <p:cNvGrpSpPr/>
            <p:nvPr/>
          </p:nvGrpSpPr>
          <p:grpSpPr>
            <a:xfrm>
              <a:off x="10475555" y="2923537"/>
              <a:ext cx="1632693" cy="612706"/>
              <a:chOff x="3022853" y="7464552"/>
              <a:chExt cx="345186" cy="129539"/>
            </a:xfrm>
          </p:grpSpPr>
          <p:pic>
            <p:nvPicPr>
              <p:cNvPr id="12" name="object 3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43072" y="7464552"/>
                <a:ext cx="124967" cy="118872"/>
              </a:xfrm>
              <a:prstGeom prst="rect">
                <a:avLst/>
              </a:prstGeom>
            </p:spPr>
          </p:pic>
          <p:pic>
            <p:nvPicPr>
              <p:cNvPr id="13" name="object 3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22853" y="7470648"/>
                <a:ext cx="124955" cy="123443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42474F7-4D77-DE75-00F2-FA85A56AFD66}"/>
                </a:ext>
              </a:extLst>
            </p:cNvPr>
            <p:cNvGrpSpPr/>
            <p:nvPr/>
          </p:nvGrpSpPr>
          <p:grpSpPr>
            <a:xfrm>
              <a:off x="491767" y="1494928"/>
              <a:ext cx="12427665" cy="7068543"/>
              <a:chOff x="394447" y="721786"/>
              <a:chExt cx="12427665" cy="706854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8C9BAD82-74C5-5218-9D0C-B9C289E83DD9}"/>
                  </a:ext>
                </a:extLst>
              </p:cNvPr>
              <p:cNvGrpSpPr/>
              <p:nvPr/>
            </p:nvGrpSpPr>
            <p:grpSpPr>
              <a:xfrm>
                <a:off x="9946130" y="1449706"/>
                <a:ext cx="2528504" cy="513266"/>
                <a:chOff x="4526909" y="7635790"/>
                <a:chExt cx="444264" cy="90182"/>
              </a:xfrm>
            </p:grpSpPr>
            <p:pic>
              <p:nvPicPr>
                <p:cNvPr id="69" name="object 11">
                  <a:extLst>
                    <a:ext uri="{FF2B5EF4-FFF2-40B4-BE49-F238E27FC236}">
                      <a16:creationId xmlns:a16="http://schemas.microsoft.com/office/drawing/2014/main" id="{63DBB17A-3637-6599-1235-97C63FF9EE6D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54747" y="7635790"/>
                  <a:ext cx="203720" cy="90182"/>
                </a:xfrm>
                <a:prstGeom prst="rect">
                  <a:avLst/>
                </a:prstGeom>
              </p:spPr>
            </p:pic>
            <p:pic>
              <p:nvPicPr>
                <p:cNvPr id="70" name="object 12">
                  <a:extLst>
                    <a:ext uri="{FF2B5EF4-FFF2-40B4-BE49-F238E27FC236}">
                      <a16:creationId xmlns:a16="http://schemas.microsoft.com/office/drawing/2014/main" id="{8DDB916F-3C36-7B9E-2122-414A86F4DD51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526909" y="7635790"/>
                  <a:ext cx="203720" cy="90182"/>
                </a:xfrm>
                <a:prstGeom prst="rect">
                  <a:avLst/>
                </a:prstGeom>
              </p:spPr>
            </p:pic>
            <p:sp>
              <p:nvSpPr>
                <p:cNvPr id="71" name="object 13">
                  <a:extLst>
                    <a:ext uri="{FF2B5EF4-FFF2-40B4-BE49-F238E27FC236}">
                      <a16:creationId xmlns:a16="http://schemas.microsoft.com/office/drawing/2014/main" id="{8B446340-4290-46F2-9C0E-F3BA63B211A2}"/>
                    </a:ext>
                  </a:extLst>
                </p:cNvPr>
                <p:cNvSpPr txBox="1"/>
                <p:nvPr/>
              </p:nvSpPr>
              <p:spPr>
                <a:xfrm>
                  <a:off x="4532240" y="7636975"/>
                  <a:ext cx="438933" cy="55594"/>
                </a:xfrm>
                <a:prstGeom prst="rect">
                  <a:avLst/>
                </a:prstGeom>
              </p:spPr>
              <p:txBody>
                <a:bodyPr vert="horz" wrap="square" lIns="0" tIns="24105" rIns="0" bIns="0" rtlCol="0">
                  <a:spAutoFit/>
                </a:bodyPr>
                <a:lstStyle/>
                <a:p>
                  <a:pPr>
                    <a:spcBef>
                      <a:spcPts val="190"/>
                    </a:spcBef>
                  </a:pPr>
                  <a:r>
                    <a:rPr sz="189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Packet2</a:t>
                  </a:r>
                  <a:r>
                    <a:rPr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</a:t>
                  </a:r>
                  <a:r>
                    <a:rPr lang="sv-SE"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 </a:t>
                  </a:r>
                  <a:r>
                    <a:rPr sz="1898" spc="-1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Packet1</a:t>
                  </a:r>
                  <a:endParaRPr sz="1898" dirty="0">
                    <a:latin typeface="Calibri"/>
                    <a:cs typeface="Calibri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EB250C2-3656-AA27-2CD8-089EB1D4FA5E}"/>
                  </a:ext>
                </a:extLst>
              </p:cNvPr>
              <p:cNvGrpSpPr/>
              <p:nvPr/>
            </p:nvGrpSpPr>
            <p:grpSpPr>
              <a:xfrm>
                <a:off x="394447" y="721786"/>
                <a:ext cx="12427665" cy="7068543"/>
                <a:chOff x="394447" y="721786"/>
                <a:chExt cx="12427665" cy="706854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BE7D48B1-681F-FF4A-C093-5ED1EC10BF26}"/>
                    </a:ext>
                  </a:extLst>
                </p:cNvPr>
                <p:cNvGrpSpPr/>
                <p:nvPr/>
              </p:nvGrpSpPr>
              <p:grpSpPr>
                <a:xfrm>
                  <a:off x="394447" y="721786"/>
                  <a:ext cx="9122936" cy="7068543"/>
                  <a:chOff x="544829" y="7048499"/>
                  <a:chExt cx="2311147" cy="1790700"/>
                </a:xfrm>
              </p:grpSpPr>
              <p:pic>
                <p:nvPicPr>
                  <p:cNvPr id="61" name="object 31">
                    <a:extLst>
                      <a:ext uri="{FF2B5EF4-FFF2-40B4-BE49-F238E27FC236}">
                        <a16:creationId xmlns:a16="http://schemas.microsoft.com/office/drawing/2014/main" id="{08A093A5-9B12-7CA9-B60B-D9A0BD3754DF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544829" y="7048499"/>
                    <a:ext cx="524256" cy="1790700"/>
                  </a:xfrm>
                  <a:prstGeom prst="rect">
                    <a:avLst/>
                  </a:prstGeom>
                </p:spPr>
              </p:pic>
              <p:pic>
                <p:nvPicPr>
                  <p:cNvPr id="62" name="object 32">
                    <a:extLst>
                      <a:ext uri="{FF2B5EF4-FFF2-40B4-BE49-F238E27FC236}">
                        <a16:creationId xmlns:a16="http://schemas.microsoft.com/office/drawing/2014/main" id="{75A0E920-D45F-E735-F6F1-414FF090D332}"/>
                      </a:ext>
                    </a:extLst>
                  </p:cNvPr>
                  <p:cNvPicPr/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1098041" y="7421879"/>
                    <a:ext cx="655573" cy="664463"/>
                  </a:xfrm>
                  <a:prstGeom prst="rect">
                    <a:avLst/>
                  </a:prstGeom>
                </p:spPr>
              </p:pic>
              <p:pic>
                <p:nvPicPr>
                  <p:cNvPr id="63" name="object 33">
                    <a:extLst>
                      <a:ext uri="{FF2B5EF4-FFF2-40B4-BE49-F238E27FC236}">
                        <a16:creationId xmlns:a16="http://schemas.microsoft.com/office/drawing/2014/main" id="{E814443F-A081-7DEC-617F-2DBAFDADBF65}"/>
                      </a:ext>
                    </a:extLst>
                  </p:cNvPr>
                  <p:cNvPicPr/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1160525" y="7232903"/>
                    <a:ext cx="548627" cy="528827"/>
                  </a:xfrm>
                  <a:prstGeom prst="rect">
                    <a:avLst/>
                  </a:prstGeom>
                </p:spPr>
              </p:pic>
              <p:pic>
                <p:nvPicPr>
                  <p:cNvPr id="64" name="object 34">
                    <a:extLst>
                      <a:ext uri="{FF2B5EF4-FFF2-40B4-BE49-F238E27FC236}">
                        <a16:creationId xmlns:a16="http://schemas.microsoft.com/office/drawing/2014/main" id="{449DDD95-D5EC-8D04-1364-4204FE268BB6}"/>
                      </a:ext>
                    </a:extLst>
                  </p:cNvPr>
                  <p:cNvPicPr/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1092707" y="8086343"/>
                    <a:ext cx="667600" cy="659130"/>
                  </a:xfrm>
                  <a:prstGeom prst="rect">
                    <a:avLst/>
                  </a:prstGeom>
                </p:spPr>
              </p:pic>
              <p:pic>
                <p:nvPicPr>
                  <p:cNvPr id="65" name="object 35">
                    <a:extLst>
                      <a:ext uri="{FF2B5EF4-FFF2-40B4-BE49-F238E27FC236}">
                        <a16:creationId xmlns:a16="http://schemas.microsoft.com/office/drawing/2014/main" id="{82AF021B-3421-05D8-F10B-D869EB8E25C2}"/>
                      </a:ext>
                    </a:extLst>
                  </p:cNvPr>
                  <p:cNvPicPr/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01495" y="8307323"/>
                    <a:ext cx="124968" cy="119633"/>
                  </a:xfrm>
                  <a:prstGeom prst="rect">
                    <a:avLst/>
                  </a:prstGeom>
                </p:spPr>
              </p:pic>
              <p:pic>
                <p:nvPicPr>
                  <p:cNvPr id="66" name="object 36">
                    <a:extLst>
                      <a:ext uri="{FF2B5EF4-FFF2-40B4-BE49-F238E27FC236}">
                        <a16:creationId xmlns:a16="http://schemas.microsoft.com/office/drawing/2014/main" id="{F4EB6864-7E00-8913-395E-21002456FDB6}"/>
                      </a:ext>
                    </a:extLst>
                  </p:cNvPr>
                  <p:cNvPicPr/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1533906" y="8307323"/>
                    <a:ext cx="106673" cy="103631"/>
                  </a:xfrm>
                  <a:prstGeom prst="rect">
                    <a:avLst/>
                  </a:prstGeom>
                </p:spPr>
              </p:pic>
              <p:sp>
                <p:nvSpPr>
                  <p:cNvPr id="67" name="object 37">
                    <a:extLst>
                      <a:ext uri="{FF2B5EF4-FFF2-40B4-BE49-F238E27FC236}">
                        <a16:creationId xmlns:a16="http://schemas.microsoft.com/office/drawing/2014/main" id="{07E65B19-2F07-8A58-ABE1-54B410B9E915}"/>
                      </a:ext>
                    </a:extLst>
                  </p:cNvPr>
                  <p:cNvSpPr/>
                  <p:nvPr/>
                </p:nvSpPr>
                <p:spPr>
                  <a:xfrm>
                    <a:off x="1021841" y="7176515"/>
                    <a:ext cx="816610" cy="1633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610" h="1633854">
                        <a:moveTo>
                          <a:pt x="0" y="0"/>
                        </a:moveTo>
                        <a:lnTo>
                          <a:pt x="816102" y="0"/>
                        </a:lnTo>
                        <a:lnTo>
                          <a:pt x="816102" y="1633727"/>
                        </a:lnTo>
                        <a:lnTo>
                          <a:pt x="0" y="163372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3314">
                    <a:solidFill>
                      <a:srgbClr val="2E518E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68" name="object 38">
                    <a:extLst>
                      <a:ext uri="{FF2B5EF4-FFF2-40B4-BE49-F238E27FC236}">
                        <a16:creationId xmlns:a16="http://schemas.microsoft.com/office/drawing/2014/main" id="{92E917B6-BAB3-B176-EF15-01E44A504616}"/>
                      </a:ext>
                    </a:extLst>
                  </p:cNvPr>
                  <p:cNvPicPr/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729740" y="7514081"/>
                    <a:ext cx="1126236" cy="96469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0" name="object 37">
                  <a:extLst>
                    <a:ext uri="{FF2B5EF4-FFF2-40B4-BE49-F238E27FC236}">
                      <a16:creationId xmlns:a16="http://schemas.microsoft.com/office/drawing/2014/main" id="{F7C1EEF3-7A47-ABE5-971E-5E8193A2B2B9}"/>
                    </a:ext>
                  </a:extLst>
                </p:cNvPr>
                <p:cNvSpPr/>
                <p:nvPr/>
              </p:nvSpPr>
              <p:spPr>
                <a:xfrm>
                  <a:off x="9598656" y="1227114"/>
                  <a:ext cx="3223456" cy="6449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610" h="1633854">
                      <a:moveTo>
                        <a:pt x="0" y="0"/>
                      </a:moveTo>
                      <a:lnTo>
                        <a:pt x="816102" y="0"/>
                      </a:lnTo>
                      <a:lnTo>
                        <a:pt x="816102" y="1633727"/>
                      </a:lnTo>
                      <a:lnTo>
                        <a:pt x="0" y="16337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3314">
                  <a:solidFill>
                    <a:srgbClr val="2E518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pic>
            <p:nvPicPr>
              <p:cNvPr id="58" name="object 33">
                <a:extLst>
                  <a:ext uri="{FF2B5EF4-FFF2-40B4-BE49-F238E27FC236}">
                    <a16:creationId xmlns:a16="http://schemas.microsoft.com/office/drawing/2014/main" id="{B614496E-4E5D-1856-C8EF-50CC6A04D92C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244165" y="5364293"/>
                <a:ext cx="2165630" cy="2087472"/>
              </a:xfrm>
              <a:prstGeom prst="rect">
                <a:avLst/>
              </a:prstGeom>
            </p:spPr>
          </p:pic>
        </p:grpSp>
      </p:grpSp>
      <p:sp>
        <p:nvSpPr>
          <p:cNvPr id="73" name="object 3">
            <a:extLst>
              <a:ext uri="{FF2B5EF4-FFF2-40B4-BE49-F238E27FC236}">
                <a16:creationId xmlns:a16="http://schemas.microsoft.com/office/drawing/2014/main" id="{3A0A5A28-CD98-A676-1CF4-3B86B9868D25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 algn="ctr">
              <a:spcBef>
                <a:spcPts val="1216"/>
              </a:spcBef>
            </a:pPr>
            <a:r>
              <a:rPr lang="en-GB" sz="4000" b="1" dirty="0">
                <a:solidFill>
                  <a:srgbClr val="000000"/>
                </a:solidFill>
                <a:latin typeface="Comic Sans MS"/>
                <a:cs typeface="Comic Sans MS"/>
              </a:rPr>
              <a:t>Who is responsible for this?</a:t>
            </a:r>
          </a:p>
        </p:txBody>
      </p:sp>
    </p:spTree>
    <p:extLst>
      <p:ext uri="{BB962C8B-B14F-4D97-AF65-F5344CB8AC3E}">
        <p14:creationId xmlns:p14="http://schemas.microsoft.com/office/powerpoint/2010/main" val="183324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6C87-D504-3BE5-94C8-10E31986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7C317A-E012-A4C3-89A9-17DF007C7BB1}"/>
              </a:ext>
            </a:extLst>
          </p:cNvPr>
          <p:cNvSpPr txBox="1"/>
          <p:nvPr/>
        </p:nvSpPr>
        <p:spPr>
          <a:xfrm>
            <a:off x="328706" y="3188451"/>
            <a:ext cx="12753788" cy="1794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8766" indent="101899" algn="ctr">
              <a:lnSpc>
                <a:spcPct val="101299"/>
              </a:lnSpc>
              <a:spcBef>
                <a:spcPts val="155"/>
              </a:spcBef>
            </a:pPr>
            <a:r>
              <a:rPr lang="en-GB" sz="5522" dirty="0">
                <a:latin typeface="Comic Sans MS"/>
                <a:cs typeface="Comic Sans MS"/>
              </a:rPr>
              <a:t>Will</a:t>
            </a:r>
            <a:r>
              <a:rPr lang="en-GB" sz="5522" spc="43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answer</a:t>
            </a:r>
            <a:r>
              <a:rPr lang="en-GB" sz="5522" spc="43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you</a:t>
            </a:r>
            <a:r>
              <a:rPr lang="en-GB" sz="5522" spc="35" dirty="0">
                <a:latin typeface="Comic Sans MS"/>
                <a:cs typeface="Comic Sans MS"/>
              </a:rPr>
              <a:t> </a:t>
            </a:r>
            <a:r>
              <a:rPr lang="en-GB" sz="5522" spc="-60" dirty="0">
                <a:latin typeface="Comic Sans MS"/>
                <a:cs typeface="Comic Sans MS"/>
              </a:rPr>
              <a:t>in</a:t>
            </a:r>
          </a:p>
          <a:p>
            <a:pPr marR="8766" indent="101899" algn="ctr">
              <a:lnSpc>
                <a:spcPct val="101299"/>
              </a:lnSpc>
              <a:spcBef>
                <a:spcPts val="155"/>
              </a:spcBef>
            </a:pPr>
            <a:r>
              <a:rPr lang="en-GB" sz="5522" dirty="0">
                <a:latin typeface="Comic Sans MS"/>
                <a:cs typeface="Comic Sans MS"/>
              </a:rPr>
              <a:t>the</a:t>
            </a:r>
            <a:r>
              <a:rPr lang="en-GB" sz="5522" spc="60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coming</a:t>
            </a:r>
            <a:r>
              <a:rPr lang="en-GB" sz="5522" spc="60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lessons</a:t>
            </a:r>
            <a:r>
              <a:rPr lang="en-GB" sz="5522" spc="60" dirty="0">
                <a:latin typeface="Comic Sans MS"/>
                <a:cs typeface="Comic Sans MS"/>
              </a:rPr>
              <a:t> </a:t>
            </a:r>
            <a:r>
              <a:rPr lang="en-GB" sz="5522" spc="-86" dirty="0">
                <a:latin typeface="Wingdings"/>
                <a:cs typeface="Wingdings"/>
              </a:rPr>
              <a:t></a:t>
            </a:r>
            <a:endParaRPr lang="en-GB" sz="5522" dirty="0"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72058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C9F7-9A4E-8ADE-F459-033126BE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7211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43</Words>
  <Application>Microsoft Office PowerPoint</Application>
  <PresentationFormat>Custom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How data is transfered</dc:title>
  <dc:creator>USER</dc:creator>
  <cp:lastModifiedBy>Sara Alterkawi</cp:lastModifiedBy>
  <cp:revision>8</cp:revision>
  <dcterms:created xsi:type="dcterms:W3CDTF">2025-12-09T16:40:45Z</dcterms:created>
  <dcterms:modified xsi:type="dcterms:W3CDTF">2026-01-16T18:48:17Z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2025-12-09T00:00:00Z</vt:filetime>
  </property>
  <property fmtid="{D5CDD505-2E9C-101B-9397-08002B2CF9AE}" pid="5" name="Producer">
    <vt:lpwstr>Acrobat Distiller 22.0 (Windows)</vt:lpwstr>
  </property>
</Properties>
</file>