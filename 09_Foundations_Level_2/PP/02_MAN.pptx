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09" r:id="rId3"/>
    <p:sldId id="348" r:id="rId4"/>
    <p:sldId id="307" r:id="rId5"/>
    <p:sldId id="311" r:id="rId6"/>
    <p:sldId id="269" r:id="rId7"/>
    <p:sldId id="312" r:id="rId8"/>
    <p:sldId id="313" r:id="rId9"/>
    <p:sldId id="314" r:id="rId10"/>
    <p:sldId id="315" r:id="rId11"/>
    <p:sldId id="316" r:id="rId12"/>
    <p:sldId id="317" r:id="rId13"/>
    <p:sldId id="272" r:id="rId14"/>
    <p:sldId id="277" r:id="rId15"/>
    <p:sldId id="280" r:id="rId16"/>
    <p:sldId id="318" r:id="rId17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4"/>
            <a:ext cx="93878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2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2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7951" y="2874481"/>
            <a:ext cx="861316" cy="1323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560" y="402336"/>
            <a:ext cx="12070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560" y="2313432"/>
            <a:ext cx="12070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901" y="9545011"/>
            <a:ext cx="3191734" cy="2949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1914">
              <a:lnSpc>
                <a:spcPts val="2260"/>
              </a:lnSpc>
            </a:pPr>
            <a:r>
              <a:rPr lang="sv-SE" spc="-17"/>
              <a:t>ProgrammingAdvices.com</a:t>
            </a:r>
            <a:endParaRPr lang="sv-SE" spc="-17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2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040416" y="9545010"/>
            <a:ext cx="300218" cy="589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65742">
              <a:lnSpc>
                <a:spcPts val="2260"/>
              </a:lnSpc>
            </a:pPr>
            <a:fld id="{81D60167-4931-47E6-BA6A-407CBD079E47}" type="slidenum">
              <a:rPr lang="en-SE" spc="-86" smtClean="0"/>
              <a:pPr marL="65742">
                <a:lnSpc>
                  <a:spcPts val="2260"/>
                </a:lnSpc>
              </a:pPr>
              <a:t>‹#›</a:t>
            </a:fld>
            <a:endParaRPr lang="en-SE" spc="-86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99">
        <a:defRPr>
          <a:latin typeface="+mn-lt"/>
          <a:ea typeface="+mn-ea"/>
          <a:cs typeface="+mn-cs"/>
        </a:defRPr>
      </a:lvl2pPr>
      <a:lvl3pPr marL="1577797">
        <a:defRPr>
          <a:latin typeface="+mn-lt"/>
          <a:ea typeface="+mn-ea"/>
          <a:cs typeface="+mn-cs"/>
        </a:defRPr>
      </a:lvl3pPr>
      <a:lvl4pPr marL="2366696">
        <a:defRPr>
          <a:latin typeface="+mn-lt"/>
          <a:ea typeface="+mn-ea"/>
          <a:cs typeface="+mn-cs"/>
        </a:defRPr>
      </a:lvl4pPr>
      <a:lvl5pPr marL="3155594">
        <a:defRPr>
          <a:latin typeface="+mn-lt"/>
          <a:ea typeface="+mn-ea"/>
          <a:cs typeface="+mn-cs"/>
        </a:defRPr>
      </a:lvl5pPr>
      <a:lvl6pPr marL="3944493">
        <a:defRPr>
          <a:latin typeface="+mn-lt"/>
          <a:ea typeface="+mn-ea"/>
          <a:cs typeface="+mn-cs"/>
        </a:defRPr>
      </a:lvl6pPr>
      <a:lvl7pPr marL="4733392">
        <a:defRPr>
          <a:latin typeface="+mn-lt"/>
          <a:ea typeface="+mn-ea"/>
          <a:cs typeface="+mn-cs"/>
        </a:defRPr>
      </a:lvl7pPr>
      <a:lvl8pPr marL="5522290">
        <a:defRPr>
          <a:latin typeface="+mn-lt"/>
          <a:ea typeface="+mn-ea"/>
          <a:cs typeface="+mn-cs"/>
        </a:defRPr>
      </a:lvl8pPr>
      <a:lvl9pPr marL="631118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99">
        <a:defRPr>
          <a:latin typeface="+mn-lt"/>
          <a:ea typeface="+mn-ea"/>
          <a:cs typeface="+mn-cs"/>
        </a:defRPr>
      </a:lvl2pPr>
      <a:lvl3pPr marL="1577797">
        <a:defRPr>
          <a:latin typeface="+mn-lt"/>
          <a:ea typeface="+mn-ea"/>
          <a:cs typeface="+mn-cs"/>
        </a:defRPr>
      </a:lvl3pPr>
      <a:lvl4pPr marL="2366696">
        <a:defRPr>
          <a:latin typeface="+mn-lt"/>
          <a:ea typeface="+mn-ea"/>
          <a:cs typeface="+mn-cs"/>
        </a:defRPr>
      </a:lvl4pPr>
      <a:lvl5pPr marL="3155594">
        <a:defRPr>
          <a:latin typeface="+mn-lt"/>
          <a:ea typeface="+mn-ea"/>
          <a:cs typeface="+mn-cs"/>
        </a:defRPr>
      </a:lvl5pPr>
      <a:lvl6pPr marL="3944493">
        <a:defRPr>
          <a:latin typeface="+mn-lt"/>
          <a:ea typeface="+mn-ea"/>
          <a:cs typeface="+mn-cs"/>
        </a:defRPr>
      </a:lvl6pPr>
      <a:lvl7pPr marL="4733392">
        <a:defRPr>
          <a:latin typeface="+mn-lt"/>
          <a:ea typeface="+mn-ea"/>
          <a:cs typeface="+mn-cs"/>
        </a:defRPr>
      </a:lvl7pPr>
      <a:lvl8pPr marL="5522290">
        <a:defRPr>
          <a:latin typeface="+mn-lt"/>
          <a:ea typeface="+mn-ea"/>
          <a:cs typeface="+mn-cs"/>
        </a:defRPr>
      </a:lvl8pPr>
      <a:lvl9pPr marL="631118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E73107A-E4A9-BA90-F5A3-C229DB12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2">
            <a:extLst>
              <a:ext uri="{FF2B5EF4-FFF2-40B4-BE49-F238E27FC236}">
                <a16:creationId xmlns:a16="http://schemas.microsoft.com/office/drawing/2014/main" id="{4F713914-C67E-EC70-5690-A9C8ED00107D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6" name="object 3">
              <a:extLst>
                <a:ext uri="{FF2B5EF4-FFF2-40B4-BE49-F238E27FC236}">
                  <a16:creationId xmlns:a16="http://schemas.microsoft.com/office/drawing/2014/main" id="{179F7471-4E7E-53B3-2E54-EF7A85E1414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03851D2B-237F-FE3E-7106-4734C1D5CE10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8">
            <a:extLst>
              <a:ext uri="{FF2B5EF4-FFF2-40B4-BE49-F238E27FC236}">
                <a16:creationId xmlns:a16="http://schemas.microsoft.com/office/drawing/2014/main" id="{67C14E92-AB20-7DF0-C084-76ACBEC1448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11" name="object 30">
            <a:extLst>
              <a:ext uri="{FF2B5EF4-FFF2-40B4-BE49-F238E27FC236}">
                <a16:creationId xmlns:a16="http://schemas.microsoft.com/office/drawing/2014/main" id="{F34627A3-ED1A-F781-EF16-738B56524D73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MAN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Metropolitan </a:t>
            </a:r>
            <a:r>
              <a:rPr lang="sv-SE" sz="4000" b="1">
                <a:solidFill>
                  <a:srgbClr val="FFCE53"/>
                </a:solidFill>
                <a:latin typeface="Comic Sans MS"/>
              </a:rPr>
              <a:t>Area Network</a:t>
            </a:r>
            <a:endParaRPr lang="sv-SE" sz="4000" b="1" dirty="0">
              <a:solidFill>
                <a:srgbClr val="FFCE53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50286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758B9A-9C3D-21FD-7FD6-CCDBD5C8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2">
            <a:extLst>
              <a:ext uri="{FF2B5EF4-FFF2-40B4-BE49-F238E27FC236}">
                <a16:creationId xmlns:a16="http://schemas.microsoft.com/office/drawing/2014/main" id="{5615B62A-2A7A-AD5D-2E11-84C3B6EC5A2A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6" name="object 3">
              <a:extLst>
                <a:ext uri="{FF2B5EF4-FFF2-40B4-BE49-F238E27FC236}">
                  <a16:creationId xmlns:a16="http://schemas.microsoft.com/office/drawing/2014/main" id="{1A74DE40-C26F-70CD-2E5B-BBBFDE305F2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A4F76A85-657D-2AB0-D3AD-646F5CC7292B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8">
            <a:extLst>
              <a:ext uri="{FF2B5EF4-FFF2-40B4-BE49-F238E27FC236}">
                <a16:creationId xmlns:a16="http://schemas.microsoft.com/office/drawing/2014/main" id="{3AFBEA1F-5E02-810B-906C-2DE603BF6946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11" name="object 30">
            <a:extLst>
              <a:ext uri="{FF2B5EF4-FFF2-40B4-BE49-F238E27FC236}">
                <a16:creationId xmlns:a16="http://schemas.microsoft.com/office/drawing/2014/main" id="{0EFE5E7A-DF3B-202A-DC60-DB47879E204D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What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is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Networks</a:t>
            </a: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811233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E8E733-FA83-5B95-1503-A188D3FB4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C1B4EF1B-7AB6-6B38-2F94-38E0F055638C}"/>
              </a:ext>
            </a:extLst>
          </p:cNvPr>
          <p:cNvSpPr txBox="1"/>
          <p:nvPr/>
        </p:nvSpPr>
        <p:spPr>
          <a:xfrm>
            <a:off x="381000" y="888075"/>
            <a:ext cx="12352767" cy="58937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sv-SE" sz="4000" b="1" dirty="0" err="1">
                <a:solidFill>
                  <a:srgbClr val="000000"/>
                </a:solidFill>
                <a:latin typeface="Comic Sans MS"/>
                <a:cs typeface="Comic Sans MS"/>
              </a:rPr>
              <a:t>What</a:t>
            </a:r>
            <a:r>
              <a:rPr lang="sv-SE" sz="4000" b="1" spc="-104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sv-SE" sz="4000" b="1" dirty="0">
                <a:solidFill>
                  <a:srgbClr val="000000"/>
                </a:solidFill>
                <a:latin typeface="Comic Sans MS"/>
                <a:cs typeface="Comic Sans MS"/>
              </a:rPr>
              <a:t>is</a:t>
            </a:r>
            <a:r>
              <a:rPr lang="sv-SE" sz="4000" b="1" spc="-95" dirty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sv-SE" sz="4000" b="1" spc="-17" dirty="0" err="1">
                <a:solidFill>
                  <a:srgbClr val="000000"/>
                </a:solidFill>
                <a:latin typeface="Comic Sans MS"/>
                <a:cs typeface="Comic Sans MS"/>
              </a:rPr>
              <a:t>Network</a:t>
            </a:r>
            <a:r>
              <a:rPr lang="sv-SE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?</a:t>
            </a:r>
            <a:endParaRPr lang="sv-SE" sz="4000" b="1" dirty="0">
              <a:solidFill>
                <a:srgbClr val="FF0000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sz="2400" b="1" dirty="0">
                <a:solidFill>
                  <a:srgbClr val="FF0000"/>
                </a:solidFill>
                <a:latin typeface="Comic Sans MS"/>
                <a:cs typeface="Comic Sans MS"/>
              </a:rPr>
              <a:t>Network:</a:t>
            </a:r>
            <a:r>
              <a:rPr sz="2400" b="1" spc="78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is</a:t>
            </a:r>
            <a:r>
              <a:rPr sz="2400" b="1" spc="26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a</a:t>
            </a:r>
            <a:r>
              <a:rPr sz="2400" b="1" spc="35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group</a:t>
            </a:r>
            <a:r>
              <a:rPr sz="2400" b="1" spc="69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of</a:t>
            </a:r>
            <a:r>
              <a:rPr sz="2400" b="1" spc="43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connected</a:t>
            </a:r>
            <a:r>
              <a:rPr sz="2400" b="1" spc="121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computer</a:t>
            </a:r>
            <a:r>
              <a:rPr sz="2400" b="1" spc="69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and</a:t>
            </a:r>
            <a:r>
              <a:rPr sz="2400" b="1" spc="35" dirty="0">
                <a:latin typeface="Comic Sans MS"/>
                <a:cs typeface="Comic Sans MS"/>
              </a:rPr>
              <a:t> </a:t>
            </a:r>
            <a:r>
              <a:rPr sz="2400" b="1" spc="-17" dirty="0">
                <a:latin typeface="Comic Sans MS"/>
                <a:cs typeface="Comic Sans MS"/>
              </a:rPr>
              <a:t>devices.</a:t>
            </a:r>
            <a:endParaRPr sz="2400" dirty="0">
              <a:latin typeface="Comic Sans MS"/>
              <a:cs typeface="Comic Sans MS"/>
            </a:endParaRPr>
          </a:p>
          <a:p>
            <a:pPr marL="485330" marR="312250" indent="-342900">
              <a:spcBef>
                <a:spcPts val="878"/>
              </a:spcBef>
              <a:buSzPct val="92857"/>
              <a:buFont typeface="Arial" panose="020B0604020202020204" pitchFamily="34" charset="0"/>
              <a:buChar char="•"/>
              <a:tabLst>
                <a:tab pos="273902" algn="l"/>
              </a:tabLst>
            </a:pP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For</a:t>
            </a:r>
            <a:r>
              <a:rPr sz="2400" spc="-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example</a:t>
            </a:r>
            <a:r>
              <a:rPr sz="2400" dirty="0">
                <a:latin typeface="Comic Sans MS"/>
                <a:cs typeface="Comic Sans MS"/>
              </a:rPr>
              <a:t>,</a:t>
            </a:r>
            <a:r>
              <a:rPr sz="2400" spc="-2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2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computers,</a:t>
            </a:r>
            <a:r>
              <a:rPr sz="2400" spc="9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phones,</a:t>
            </a:r>
            <a:r>
              <a:rPr sz="2400" spc="2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-17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other</a:t>
            </a:r>
            <a:r>
              <a:rPr sz="2400" spc="-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devices</a:t>
            </a:r>
            <a:r>
              <a:rPr sz="2400" spc="293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that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your</a:t>
            </a:r>
            <a:r>
              <a:rPr sz="2400" spc="-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family</a:t>
            </a:r>
            <a:r>
              <a:rPr sz="2400" spc="52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owns</a:t>
            </a:r>
            <a:r>
              <a:rPr sz="2400" spc="9" dirty="0">
                <a:latin typeface="Comic Sans MS"/>
                <a:cs typeface="Comic Sans MS"/>
              </a:rPr>
              <a:t> </a:t>
            </a:r>
            <a:r>
              <a:rPr sz="2400" spc="-43" dirty="0">
                <a:latin typeface="Comic Sans MS"/>
                <a:cs typeface="Comic Sans MS"/>
              </a:rPr>
              <a:t>are </a:t>
            </a:r>
            <a:r>
              <a:rPr sz="2400" dirty="0">
                <a:latin typeface="Comic Sans MS"/>
                <a:cs typeface="Comic Sans MS"/>
              </a:rPr>
              <a:t>all</a:t>
            </a:r>
            <a:r>
              <a:rPr sz="2400" spc="682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part</a:t>
            </a:r>
            <a:r>
              <a:rPr sz="2400" spc="27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of</a:t>
            </a:r>
            <a:r>
              <a:rPr sz="2400" spc="-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your</a:t>
            </a:r>
            <a:r>
              <a:rPr sz="2400" spc="9" dirty="0"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home</a:t>
            </a:r>
            <a:r>
              <a:rPr sz="2400" spc="17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FF0000"/>
                </a:solidFill>
                <a:latin typeface="Comic Sans MS"/>
                <a:cs typeface="Comic Sans MS"/>
              </a:rPr>
              <a:t>computer</a:t>
            </a:r>
            <a:r>
              <a:rPr sz="2400" spc="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17" dirty="0">
                <a:solidFill>
                  <a:srgbClr val="FF0000"/>
                </a:solidFill>
                <a:latin typeface="Comic Sans MS"/>
                <a:cs typeface="Comic Sans MS"/>
              </a:rPr>
              <a:t>network</a:t>
            </a:r>
            <a:r>
              <a:rPr sz="2400" spc="-17" dirty="0">
                <a:latin typeface="Comic Sans MS"/>
                <a:cs typeface="Comic Sans MS"/>
              </a:rPr>
              <a:t>.</a:t>
            </a:r>
            <a:endParaRPr lang="sv-SE" sz="2400" spc="-17" dirty="0">
              <a:latin typeface="Comic Sans MS"/>
              <a:cs typeface="Comic Sans MS"/>
            </a:endParaRPr>
          </a:p>
          <a:p>
            <a:pPr marL="485330" marR="312250" indent="-342900">
              <a:spcBef>
                <a:spcPts val="878"/>
              </a:spcBef>
              <a:buSzPct val="92857"/>
              <a:buFont typeface="Arial" panose="020B0604020202020204" pitchFamily="34" charset="0"/>
              <a:buChar char="•"/>
              <a:tabLst>
                <a:tab pos="273902" algn="l"/>
              </a:tabLst>
            </a:pPr>
            <a:r>
              <a:rPr sz="2400" dirty="0">
                <a:latin typeface="Comic Sans MS"/>
                <a:cs typeface="Comic Sans MS"/>
              </a:rPr>
              <a:t>When</a:t>
            </a:r>
            <a:r>
              <a:rPr sz="2400" spc="2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</a:t>
            </a:r>
            <a:r>
              <a:rPr sz="2400" spc="-17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get</a:t>
            </a:r>
            <a:r>
              <a:rPr sz="2400" spc="-2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26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new</a:t>
            </a:r>
            <a:r>
              <a:rPr sz="2400" u="sng" spc="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tablet</a:t>
            </a:r>
            <a:r>
              <a:rPr sz="2400" u="sng" spc="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and</a:t>
            </a:r>
            <a:r>
              <a:rPr sz="2400" u="sng" spc="26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enter</a:t>
            </a:r>
            <a:r>
              <a:rPr sz="2400" u="sng" spc="4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in</a:t>
            </a:r>
            <a:r>
              <a:rPr sz="2400" u="sng" spc="-2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the </a:t>
            </a:r>
            <a:r>
              <a:rPr sz="2400" u="sng" spc="-5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Wi-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Fi</a:t>
            </a:r>
            <a:r>
              <a:rPr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password</a:t>
            </a:r>
            <a:r>
              <a:rPr sz="2400" dirty="0">
                <a:latin typeface="Comic Sans MS"/>
                <a:cs typeface="Comic Sans MS"/>
              </a:rPr>
              <a:t>,</a:t>
            </a:r>
            <a:r>
              <a:rPr sz="2400" spc="104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you’re</a:t>
            </a:r>
            <a:r>
              <a:rPr sz="2400" spc="293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joining</a:t>
            </a:r>
            <a:r>
              <a:rPr sz="2400" spc="5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400" spc="-35" dirty="0">
                <a:latin typeface="Comic Sans MS"/>
                <a:cs typeface="Comic Sans MS"/>
              </a:rPr>
              <a:t>that</a:t>
            </a:r>
            <a:r>
              <a:rPr lang="sv-SE" sz="2400" spc="-35" dirty="0">
                <a:latin typeface="Comic Sans MS"/>
                <a:cs typeface="Comic Sans MS"/>
              </a:rPr>
              <a:t> t</a:t>
            </a:r>
            <a:r>
              <a:rPr sz="2400" dirty="0">
                <a:latin typeface="Comic Sans MS"/>
                <a:cs typeface="Comic Sans MS"/>
              </a:rPr>
              <a:t>ablet</a:t>
            </a:r>
            <a:r>
              <a:rPr lang="sv-SE" sz="2400" spc="682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to</a:t>
            </a:r>
            <a:r>
              <a:rPr sz="2400" spc="17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</a:t>
            </a:r>
            <a:r>
              <a:rPr sz="2400" u="sng" spc="-2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home</a:t>
            </a:r>
            <a:r>
              <a:rPr sz="2400" u="sng" spc="27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computer</a:t>
            </a:r>
            <a:r>
              <a:rPr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spc="-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</a:t>
            </a:r>
            <a:r>
              <a:rPr sz="2400" spc="-17" dirty="0">
                <a:latin typeface="Comic Sans MS"/>
                <a:cs typeface="Comic Sans MS"/>
              </a:rPr>
              <a:t>.</a:t>
            </a:r>
            <a:endParaRPr sz="2400" dirty="0">
              <a:latin typeface="Comic Sans MS"/>
              <a:cs typeface="Comic Sans MS"/>
            </a:endParaRPr>
          </a:p>
          <a:p>
            <a:pPr>
              <a:spcBef>
                <a:spcPts val="371"/>
              </a:spcBef>
            </a:pPr>
            <a:endParaRPr sz="2416" dirty="0">
              <a:latin typeface="Comic Sans MS"/>
              <a:cs typeface="Comic Sans MS"/>
            </a:endParaRPr>
          </a:p>
          <a:p>
            <a:pPr marL="116135"/>
            <a:r>
              <a:rPr sz="4000" b="1" dirty="0">
                <a:latin typeface="Comic Sans MS"/>
                <a:cs typeface="Comic Sans MS"/>
              </a:rPr>
              <a:t>Why</a:t>
            </a:r>
            <a:r>
              <a:rPr sz="4000" b="1" spc="35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do</a:t>
            </a:r>
            <a:r>
              <a:rPr sz="4000" b="1" spc="9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we</a:t>
            </a:r>
            <a:r>
              <a:rPr sz="4000" b="1" spc="52" dirty="0">
                <a:latin typeface="Comic Sans MS"/>
                <a:cs typeface="Comic Sans MS"/>
              </a:rPr>
              <a:t> </a:t>
            </a:r>
            <a:r>
              <a:rPr sz="4000" b="1" dirty="0">
                <a:latin typeface="Comic Sans MS"/>
                <a:cs typeface="Comic Sans MS"/>
              </a:rPr>
              <a:t>need</a:t>
            </a:r>
            <a:r>
              <a:rPr sz="4000" b="1" spc="43" dirty="0">
                <a:latin typeface="Comic Sans MS"/>
                <a:cs typeface="Comic Sans MS"/>
              </a:rPr>
              <a:t> </a:t>
            </a:r>
            <a:r>
              <a:rPr sz="4000" b="1" spc="-17" dirty="0">
                <a:latin typeface="Comic Sans MS"/>
                <a:cs typeface="Comic Sans MS"/>
              </a:rPr>
              <a:t>Network?</a:t>
            </a:r>
            <a:endParaRPr sz="4000" dirty="0">
              <a:latin typeface="Comic Sans MS"/>
              <a:cs typeface="Comic Sans MS"/>
            </a:endParaRPr>
          </a:p>
          <a:p>
            <a:pPr marL="485330" marR="8766" indent="-342900">
              <a:spcBef>
                <a:spcPts val="984"/>
              </a:spcBef>
              <a:buSzPct val="92857"/>
              <a:buFont typeface="Arial" panose="020B0604020202020204" pitchFamily="34" charset="0"/>
              <a:buChar char="•"/>
              <a:tabLst>
                <a:tab pos="273902" algn="l"/>
              </a:tabLst>
            </a:pPr>
            <a:r>
              <a:rPr sz="2400" dirty="0">
                <a:latin typeface="Comic Sans MS"/>
                <a:cs typeface="Comic Sans MS"/>
              </a:rPr>
              <a:t>Devices in</a:t>
            </a:r>
            <a:r>
              <a:rPr sz="2400" spc="-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the</a:t>
            </a:r>
            <a:r>
              <a:rPr sz="2400" spc="-2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same</a:t>
            </a:r>
            <a:r>
              <a:rPr sz="2400" spc="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network</a:t>
            </a:r>
            <a:r>
              <a:rPr sz="2400" spc="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can</a:t>
            </a:r>
            <a:r>
              <a:rPr sz="2400" spc="-43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easily</a:t>
            </a:r>
            <a:r>
              <a:rPr sz="2400" u="sng" spc="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communicate</a:t>
            </a:r>
            <a:r>
              <a:rPr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</a:t>
            </a:r>
            <a:r>
              <a:rPr sz="2400" spc="285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share</a:t>
            </a:r>
            <a:r>
              <a:rPr sz="2400" u="sng" spc="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resources</a:t>
            </a:r>
            <a:r>
              <a:rPr sz="2400" u="sng" spc="5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with</a:t>
            </a:r>
            <a:r>
              <a:rPr sz="2400" spc="26" dirty="0">
                <a:latin typeface="Comic Sans MS"/>
                <a:cs typeface="Comic Sans MS"/>
              </a:rPr>
              <a:t> </a:t>
            </a:r>
            <a:r>
              <a:rPr sz="2400" spc="-35" dirty="0">
                <a:latin typeface="Comic Sans MS"/>
                <a:cs typeface="Comic Sans MS"/>
              </a:rPr>
              <a:t>each </a:t>
            </a:r>
            <a:r>
              <a:rPr sz="2400" spc="-17" dirty="0">
                <a:latin typeface="Comic Sans MS"/>
                <a:cs typeface="Comic Sans MS"/>
              </a:rPr>
              <a:t>other.</a:t>
            </a:r>
            <a:endParaRPr lang="sv-SE" sz="2400" spc="-17" dirty="0">
              <a:latin typeface="Comic Sans MS"/>
              <a:cs typeface="Comic Sans MS"/>
            </a:endParaRPr>
          </a:p>
          <a:p>
            <a:pPr marL="485330" marR="8766" indent="-342900">
              <a:spcBef>
                <a:spcPts val="984"/>
              </a:spcBef>
              <a:buSzPct val="92857"/>
              <a:buFont typeface="Arial" panose="020B0604020202020204" pitchFamily="34" charset="0"/>
              <a:buChar char="•"/>
              <a:tabLst>
                <a:tab pos="273902" algn="l"/>
              </a:tabLst>
            </a:pPr>
            <a:r>
              <a:rPr sz="2400" dirty="0">
                <a:latin typeface="Comic Sans MS"/>
                <a:cs typeface="Comic Sans MS"/>
              </a:rPr>
              <a:t>For</a:t>
            </a:r>
            <a:r>
              <a:rPr sz="2400" spc="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example</a:t>
            </a:r>
            <a:r>
              <a:rPr sz="2400" spc="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:</a:t>
            </a:r>
            <a:r>
              <a:rPr sz="2400" spc="-17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 can</a:t>
            </a:r>
            <a:r>
              <a:rPr sz="2400" spc="-9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control</a:t>
            </a:r>
            <a:r>
              <a:rPr sz="2400" u="sng" spc="8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 TV</a:t>
            </a:r>
            <a:r>
              <a:rPr sz="2400" u="sng" spc="4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with</a:t>
            </a:r>
            <a:r>
              <a:rPr sz="2400" u="sng" spc="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</a:t>
            </a:r>
            <a:r>
              <a:rPr sz="2400" u="sng" spc="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mobile</a:t>
            </a:r>
            <a:r>
              <a:rPr sz="2400" dirty="0">
                <a:latin typeface="Comic Sans MS"/>
                <a:cs typeface="Comic Sans MS"/>
              </a:rPr>
              <a:t>,</a:t>
            </a:r>
            <a:r>
              <a:rPr sz="2400" spc="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or</a:t>
            </a:r>
            <a:r>
              <a:rPr sz="2400" spc="-3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</a:t>
            </a:r>
            <a:r>
              <a:rPr sz="2400" spc="-9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can</a:t>
            </a:r>
            <a:r>
              <a:rPr sz="2400" spc="35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stream</a:t>
            </a:r>
            <a:r>
              <a:rPr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spc="-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videos</a:t>
            </a:r>
            <a:r>
              <a:rPr sz="2400" spc="-17" dirty="0">
                <a:solidFill>
                  <a:srgbClr val="FF0000"/>
                </a:solidFill>
                <a:latin typeface="Comic Sans MS"/>
                <a:cs typeface="Comic Sans MS"/>
              </a:rPr>
              <a:t> 	</a:t>
            </a:r>
            <a:r>
              <a:rPr sz="2400" dirty="0">
                <a:latin typeface="Comic Sans MS"/>
                <a:cs typeface="Comic Sans MS"/>
              </a:rPr>
              <a:t>from</a:t>
            </a:r>
            <a:r>
              <a:rPr sz="2400" spc="6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your</a:t>
            </a:r>
            <a:r>
              <a:rPr sz="2400" spc="656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mobile</a:t>
            </a:r>
            <a:r>
              <a:rPr sz="2400" spc="-17" dirty="0"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to</a:t>
            </a:r>
            <a:r>
              <a:rPr sz="2400" u="sng" spc="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</a:t>
            </a:r>
            <a:r>
              <a:rPr sz="2400" u="sng" spc="-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sng" spc="-43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TV</a:t>
            </a:r>
            <a:r>
              <a:rPr sz="2400" spc="-43" dirty="0">
                <a:latin typeface="Comic Sans MS"/>
                <a:cs typeface="Comic Sans MS"/>
              </a:rPr>
              <a:t>.</a:t>
            </a:r>
            <a:endParaRPr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88174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81FB52-C2C7-C8F0-0962-D7A7D3C8F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CE1DF7B-FF2A-1893-EDB4-6D5F579E49F4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DE37017-378A-24A4-B6F4-586EA76E865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40A69F0-1C81-3208-C10D-D4A8267179D9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A8EA83-C439-96AA-2656-E90B42A3D326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7BB3045-FD20-BC9D-8E7C-F16395F16B22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Network</a:t>
            </a:r>
            <a:r>
              <a:rPr lang="sv-SE" sz="4000" b="1" spc="17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17" dirty="0" err="1">
                <a:solidFill>
                  <a:srgbClr val="FFCE53"/>
                </a:solidFill>
                <a:latin typeface="Comic Sans MS"/>
                <a:cs typeface="Comic Sans MS"/>
              </a:rPr>
              <a:t>Types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8897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C806E9-8544-F5AA-16C4-F4A1CECD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6">
            <a:extLst>
              <a:ext uri="{FF2B5EF4-FFF2-40B4-BE49-F238E27FC236}">
                <a16:creationId xmlns:a16="http://schemas.microsoft.com/office/drawing/2014/main" id="{2BE2E6C1-3AC2-D36A-6EF5-9F3DDD950DAA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59354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1912">
              <a:spcBef>
                <a:spcPts val="173"/>
              </a:spcBef>
            </a:pPr>
            <a:r>
              <a:rPr lang="sv-SE" sz="4141" b="1" dirty="0" err="1">
                <a:latin typeface="Comic Sans MS"/>
                <a:cs typeface="Comic Sans MS"/>
              </a:rPr>
              <a:t>Network</a:t>
            </a:r>
            <a:r>
              <a:rPr lang="sv-SE" sz="4141" b="1" spc="-250" dirty="0">
                <a:latin typeface="Arial MT"/>
                <a:cs typeface="Arial MT"/>
              </a:rPr>
              <a:t> </a:t>
            </a:r>
            <a:r>
              <a:rPr lang="sv-SE" sz="4141" b="1" spc="-35" dirty="0" err="1">
                <a:latin typeface="Arial MT"/>
                <a:cs typeface="Arial MT"/>
              </a:rPr>
              <a:t>Types</a:t>
            </a:r>
            <a:endParaRPr lang="sv-SE" sz="4141" b="1" dirty="0">
              <a:latin typeface="Arial MT"/>
              <a:cs typeface="Arial M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AE2C312-8077-95CD-6852-8FB6911817CB}"/>
              </a:ext>
            </a:extLst>
          </p:cNvPr>
          <p:cNvGrpSpPr/>
          <p:nvPr/>
        </p:nvGrpSpPr>
        <p:grpSpPr>
          <a:xfrm>
            <a:off x="902323" y="2150869"/>
            <a:ext cx="11606553" cy="5756661"/>
            <a:chOff x="1000254" y="1704464"/>
            <a:chExt cx="11606553" cy="5756661"/>
          </a:xfrm>
        </p:grpSpPr>
        <p:pic>
          <p:nvPicPr>
            <p:cNvPr id="4" name="object 16">
              <a:extLst>
                <a:ext uri="{FF2B5EF4-FFF2-40B4-BE49-F238E27FC236}">
                  <a16:creationId xmlns:a16="http://schemas.microsoft.com/office/drawing/2014/main" id="{9BE03F97-9E70-A681-5C2A-623FEFF5CB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0254" y="1704464"/>
              <a:ext cx="3513236" cy="3284303"/>
            </a:xfrm>
            <a:prstGeom prst="rect">
              <a:avLst/>
            </a:prstGeom>
          </p:spPr>
        </p:pic>
        <p:pic>
          <p:nvPicPr>
            <p:cNvPr id="10" name="object 18">
              <a:extLst>
                <a:ext uri="{FF2B5EF4-FFF2-40B4-BE49-F238E27FC236}">
                  <a16:creationId xmlns:a16="http://schemas.microsoft.com/office/drawing/2014/main" id="{FB9DBA02-2DFD-2BD9-A7F4-2D0CE3B24E6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5260" y="1722710"/>
              <a:ext cx="4181547" cy="3183949"/>
            </a:xfrm>
            <a:prstGeom prst="rect">
              <a:avLst/>
            </a:prstGeom>
          </p:spPr>
        </p:pic>
        <p:pic>
          <p:nvPicPr>
            <p:cNvPr id="11" name="object 19">
              <a:extLst>
                <a:ext uri="{FF2B5EF4-FFF2-40B4-BE49-F238E27FC236}">
                  <a16:creationId xmlns:a16="http://schemas.microsoft.com/office/drawing/2014/main" id="{D7D859D9-A088-24D7-A527-2FD98945471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6782" y="4325828"/>
              <a:ext cx="4144760" cy="31352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7600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1CD8D9C-845E-16C6-B701-2C71D0C95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215F3F7-1A94-4494-24E2-9E5F6EA28B55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18825B2-A5D6-DE3B-57B4-9A4582292AB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5DCCB04-9C02-B549-5CFD-8EC6E4822E02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ACDB7E9-0A42-80AE-3847-8E44B38098EB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8040105-D5D2-EF97-5305-D5FB15F05455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1-</a:t>
            </a:r>
            <a:r>
              <a:rPr lang="sv-SE" sz="4000" b="1" spc="-26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43" dirty="0">
                <a:solidFill>
                  <a:srgbClr val="FFCE53"/>
                </a:solidFill>
                <a:latin typeface="Comic Sans MS"/>
                <a:cs typeface="Comic Sans MS"/>
              </a:rPr>
              <a:t>LAN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614558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F6B935-06D5-A2E4-772F-BB606FD5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FA4462CB-F529-B429-69D6-4AC69E44ED56}"/>
              </a:ext>
            </a:extLst>
          </p:cNvPr>
          <p:cNvSpPr txBox="1"/>
          <p:nvPr/>
        </p:nvSpPr>
        <p:spPr>
          <a:xfrm>
            <a:off x="391225" y="1026885"/>
            <a:ext cx="12628751" cy="3030050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>
              <a:spcBef>
                <a:spcPts val="164"/>
              </a:spcBef>
            </a:pPr>
            <a:r>
              <a:rPr lang="en-GB" sz="4000" b="1" dirty="0">
                <a:latin typeface="Comic Sans MS"/>
                <a:cs typeface="Comic Sans MS"/>
              </a:rPr>
              <a:t>What</a:t>
            </a:r>
            <a:r>
              <a:rPr lang="en-GB" sz="4000" b="1" spc="-17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is</a:t>
            </a:r>
            <a:r>
              <a:rPr lang="en-GB" sz="4000" b="1" spc="-43" dirty="0">
                <a:latin typeface="Comic Sans MS"/>
                <a:cs typeface="Comic Sans MS"/>
              </a:rPr>
              <a:t> </a:t>
            </a:r>
            <a:r>
              <a:rPr lang="en-GB" sz="4000" b="1" spc="-35" dirty="0">
                <a:latin typeface="Comic Sans MS"/>
                <a:cs typeface="Comic Sans MS"/>
              </a:rPr>
              <a:t>LAN?</a:t>
            </a:r>
            <a:endParaRPr lang="en-GB" sz="4000" b="1" dirty="0">
              <a:latin typeface="Comic Sans MS"/>
              <a:cs typeface="Comic Sans MS"/>
            </a:endParaRPr>
          </a:p>
          <a:p>
            <a:pPr marL="93134">
              <a:spcBef>
                <a:spcPts val="1277"/>
              </a:spcBef>
            </a:pP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LAN:</a:t>
            </a:r>
            <a:r>
              <a:rPr lang="en-GB" sz="2400" b="1" spc="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L</a:t>
            </a:r>
            <a:r>
              <a:rPr lang="en-GB" sz="2400" b="1" dirty="0">
                <a:latin typeface="Comic Sans MS"/>
                <a:cs typeface="Comic Sans MS"/>
              </a:rPr>
              <a:t>ocal</a:t>
            </a:r>
            <a:r>
              <a:rPr lang="en-GB" sz="2400" b="1" spc="104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b="1" dirty="0">
                <a:latin typeface="Comic Sans MS"/>
                <a:cs typeface="Comic Sans MS"/>
              </a:rPr>
              <a:t>rea</a:t>
            </a:r>
            <a:r>
              <a:rPr lang="en-GB" sz="2400" b="1" spc="86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lang="en-GB" sz="2400" b="1" dirty="0">
                <a:latin typeface="Comic Sans MS"/>
                <a:cs typeface="Comic Sans MS"/>
              </a:rPr>
              <a:t>etwork</a:t>
            </a:r>
            <a:r>
              <a:rPr lang="en-GB" sz="2400" b="1" spc="104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that</a:t>
            </a:r>
            <a:r>
              <a:rPr lang="en-GB" sz="2400" b="1" spc="95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has</a:t>
            </a:r>
            <a:r>
              <a:rPr lang="en-GB" sz="2400" b="1" spc="78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a</a:t>
            </a:r>
            <a:r>
              <a:rPr lang="en-GB" sz="2400" b="1" spc="95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group</a:t>
            </a:r>
            <a:r>
              <a:rPr lang="en-GB" sz="2400" b="1" spc="95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of</a:t>
            </a:r>
            <a:r>
              <a:rPr lang="en-GB" sz="2400" b="1" spc="86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connected</a:t>
            </a:r>
            <a:r>
              <a:rPr lang="en-GB" sz="2400" b="1" spc="121" dirty="0">
                <a:latin typeface="Comic Sans MS"/>
                <a:cs typeface="Comic Sans MS"/>
              </a:rPr>
              <a:t> </a:t>
            </a:r>
            <a:r>
              <a:rPr lang="en-GB" sz="2400" b="1" spc="-17" dirty="0">
                <a:latin typeface="Comic Sans MS"/>
                <a:cs typeface="Comic Sans MS"/>
              </a:rPr>
              <a:t>devices.</a:t>
            </a:r>
            <a:endParaRPr lang="en-GB" sz="2400" dirty="0">
              <a:latin typeface="Comic Sans MS"/>
              <a:cs typeface="Comic Sans MS"/>
            </a:endParaRPr>
          </a:p>
          <a:p>
            <a:pPr marL="470001" indent="-342900">
              <a:spcBef>
                <a:spcPts val="923"/>
              </a:spcBef>
              <a:buFont typeface="Arial" panose="020B0604020202020204" pitchFamily="34" charset="0"/>
              <a:buChar char="•"/>
              <a:tabLst>
                <a:tab pos="254201" algn="l"/>
              </a:tabLst>
            </a:pPr>
            <a:r>
              <a:rPr lang="en-GB" sz="2400" dirty="0">
                <a:latin typeface="Comic Sans MS"/>
                <a:cs typeface="Comic Sans MS"/>
              </a:rPr>
              <a:t>LAN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type</a:t>
            </a:r>
            <a:r>
              <a:rPr lang="en-GB" sz="2400" spc="43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43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network</a:t>
            </a:r>
            <a:r>
              <a:rPr lang="en-GB" sz="2400" spc="3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made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up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43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nearby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computers</a:t>
            </a:r>
            <a:r>
              <a:rPr lang="en-GB" sz="2400" spc="-17" dirty="0">
                <a:latin typeface="Comic Sans MS"/>
                <a:cs typeface="Comic Sans MS"/>
              </a:rPr>
              <a:t>.</a:t>
            </a:r>
          </a:p>
          <a:p>
            <a:pPr marL="470001" indent="-342900">
              <a:spcBef>
                <a:spcPts val="923"/>
              </a:spcBef>
              <a:buFont typeface="Arial" panose="020B0604020202020204" pitchFamily="34" charset="0"/>
              <a:buChar char="•"/>
              <a:tabLst>
                <a:tab pos="254201" algn="l"/>
              </a:tabLst>
            </a:pP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52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LAN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can</a:t>
            </a:r>
            <a:r>
              <a:rPr lang="en-GB" sz="2400" spc="52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have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anywhere</a:t>
            </a:r>
            <a:r>
              <a:rPr lang="en-GB" sz="2400" spc="371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from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few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devices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(like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</a:t>
            </a:r>
            <a:r>
              <a:rPr lang="en-GB"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home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network)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hundreds</a:t>
            </a:r>
            <a:r>
              <a:rPr lang="en-GB" sz="2400" spc="6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spc="-43" dirty="0">
                <a:solidFill>
                  <a:srgbClr val="FF0000"/>
                </a:solidFill>
                <a:latin typeface="Comic Sans MS"/>
                <a:cs typeface="Comic Sans MS"/>
              </a:rPr>
              <a:t>of</a:t>
            </a:r>
            <a:r>
              <a:rPr lang="en-GB" sz="2400" spc="863" dirty="0">
                <a:solidFill>
                  <a:srgbClr val="FF0000"/>
                </a:solidFill>
                <a:latin typeface="Comic Sans MS"/>
                <a:cs typeface="Comic Sans MS"/>
              </a:rPr>
              <a:t> 	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devices</a:t>
            </a:r>
            <a:r>
              <a:rPr lang="en-GB" sz="2400" spc="6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(like</a:t>
            </a:r>
            <a:r>
              <a:rPr lang="en-GB" sz="2400" spc="6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spc="6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school</a:t>
            </a:r>
            <a:r>
              <a:rPr lang="en-GB" sz="2400" spc="6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or</a:t>
            </a:r>
            <a:r>
              <a:rPr lang="en-GB" sz="2400" spc="6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spc="-17" dirty="0">
                <a:solidFill>
                  <a:srgbClr val="FF0000"/>
                </a:solidFill>
                <a:latin typeface="Comic Sans MS"/>
                <a:cs typeface="Comic Sans MS"/>
              </a:rPr>
              <a:t>hospital)</a:t>
            </a:r>
          </a:p>
          <a:p>
            <a:pPr marL="470001" indent="-342900">
              <a:spcBef>
                <a:spcPts val="923"/>
              </a:spcBef>
              <a:buFont typeface="Arial" panose="020B0604020202020204" pitchFamily="34" charset="0"/>
              <a:buChar char="•"/>
              <a:tabLst>
                <a:tab pos="254201" algn="l"/>
              </a:tabLst>
            </a:pPr>
            <a:r>
              <a:rPr lang="en-GB" sz="2400" dirty="0">
                <a:latin typeface="Comic Sans MS"/>
                <a:cs typeface="Comic Sans MS"/>
              </a:rPr>
              <a:t>Large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organizations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like</a:t>
            </a:r>
            <a:r>
              <a:rPr lang="en-GB" sz="2400" spc="352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colleges</a:t>
            </a:r>
            <a:r>
              <a:rPr lang="en-GB" sz="2400" u="sng" spc="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can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have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multiple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LANs</a:t>
            </a:r>
            <a:r>
              <a:rPr lang="en-GB"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-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maybe</a:t>
            </a:r>
            <a:r>
              <a:rPr lang="en-GB" sz="2400" spc="8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one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per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latin typeface="Comic Sans MS"/>
                <a:cs typeface="Comic Sans MS"/>
              </a:rPr>
              <a:t>building.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614532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F3B01A-B85E-EEB0-1BAA-E035FF80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E954FCD-A1F5-7AA5-5378-9F28DC99C8A6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12F151C-23B8-C0BE-3F20-69D36D6C18A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3B648E2-32E6-3D56-BBD7-91D08DD7FAD0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C4EBE71-EAE8-D493-1AFC-BA246AA0ADED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E13C0AB1-1867-F1EF-2203-61E9239280BD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2-</a:t>
            </a:r>
            <a:r>
              <a:rPr lang="sv-SE" sz="4000" b="1" spc="-9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43" dirty="0">
                <a:solidFill>
                  <a:srgbClr val="FFCE53"/>
                </a:solidFill>
                <a:latin typeface="Comic Sans MS"/>
                <a:cs typeface="Comic Sans MS"/>
              </a:rPr>
              <a:t>WAN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53939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8ABA7D-0AB4-3752-9F7C-713BBA6E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642AD211-5F57-A42A-4AD3-3BCC4EC3F428}"/>
              </a:ext>
            </a:extLst>
          </p:cNvPr>
          <p:cNvSpPr txBox="1"/>
          <p:nvPr/>
        </p:nvSpPr>
        <p:spPr>
          <a:xfrm>
            <a:off x="391225" y="1026884"/>
            <a:ext cx="12628751" cy="256864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>
              <a:spcBef>
                <a:spcPts val="164"/>
              </a:spcBef>
            </a:pPr>
            <a:r>
              <a:rPr lang="en-GB" sz="4000" b="1" dirty="0">
                <a:latin typeface="Comic Sans MS"/>
                <a:cs typeface="Comic Sans MS"/>
              </a:rPr>
              <a:t>What</a:t>
            </a:r>
            <a:r>
              <a:rPr lang="en-GB" sz="4000" b="1" spc="-17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is</a:t>
            </a:r>
            <a:r>
              <a:rPr lang="en-GB" sz="4000" b="1" spc="-43" dirty="0">
                <a:latin typeface="Comic Sans MS"/>
                <a:cs typeface="Comic Sans MS"/>
              </a:rPr>
              <a:t> </a:t>
            </a:r>
            <a:r>
              <a:rPr lang="en-GB" sz="4000" b="1" spc="-35" dirty="0">
                <a:latin typeface="Comic Sans MS"/>
                <a:cs typeface="Comic Sans MS"/>
              </a:rPr>
              <a:t>WAN?</a:t>
            </a:r>
            <a:endParaRPr lang="en-GB" sz="4000" b="1" dirty="0">
              <a:latin typeface="Comic Sans MS"/>
              <a:cs typeface="Comic Sans MS"/>
            </a:endParaRPr>
          </a:p>
          <a:p>
            <a:pPr marL="93134">
              <a:spcBef>
                <a:spcPts val="1277"/>
              </a:spcBef>
            </a:pP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WAN:</a:t>
            </a:r>
            <a:r>
              <a:rPr lang="en-GB" sz="2400" b="1" spc="112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W</a:t>
            </a:r>
            <a:r>
              <a:rPr lang="en-GB" sz="2400" b="1" dirty="0">
                <a:latin typeface="Comic Sans MS"/>
                <a:cs typeface="Comic Sans MS"/>
              </a:rPr>
              <a:t>ide</a:t>
            </a:r>
            <a:r>
              <a:rPr lang="en-GB" sz="2400" b="1" spc="121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b="1" dirty="0">
                <a:latin typeface="Comic Sans MS"/>
                <a:cs typeface="Comic Sans MS"/>
              </a:rPr>
              <a:t>rea</a:t>
            </a:r>
            <a:r>
              <a:rPr lang="en-GB" sz="2400" b="1" spc="104" dirty="0">
                <a:latin typeface="Comic Sans MS"/>
                <a:cs typeface="Comic Sans MS"/>
              </a:rPr>
              <a:t> </a:t>
            </a:r>
            <a:r>
              <a:rPr lang="en-GB" sz="2400" b="1" spc="-17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lang="en-GB" sz="2400" b="1" spc="-17" dirty="0">
                <a:latin typeface="Comic Sans MS"/>
                <a:cs typeface="Comic Sans MS"/>
              </a:rPr>
              <a:t>etwork.</a:t>
            </a:r>
            <a:endParaRPr lang="en-GB" sz="2400" dirty="0">
              <a:latin typeface="Comic Sans MS"/>
              <a:cs typeface="Comic Sans MS"/>
            </a:endParaRPr>
          </a:p>
          <a:p>
            <a:pPr marL="468905" marR="8766" indent="-342900">
              <a:lnSpc>
                <a:spcPct val="104400"/>
              </a:lnSpc>
              <a:spcBef>
                <a:spcPts val="878"/>
              </a:spcBef>
              <a:buFont typeface="Arial" panose="020B0604020202020204" pitchFamily="34" charset="0"/>
              <a:buChar char="•"/>
              <a:tabLst>
                <a:tab pos="255296" algn="l"/>
              </a:tabLst>
            </a:pPr>
            <a:r>
              <a:rPr lang="en-GB" sz="2400" dirty="0">
                <a:latin typeface="Comic Sans MS"/>
                <a:cs typeface="Comic Sans MS"/>
              </a:rPr>
              <a:t>WAN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made</a:t>
            </a:r>
            <a:r>
              <a:rPr lang="en-GB" sz="2400" spc="352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connected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LANs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that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are</a:t>
            </a:r>
            <a:r>
              <a:rPr lang="en-GB" sz="2400" spc="52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far</a:t>
            </a:r>
            <a:r>
              <a:rPr lang="en-GB"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from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each</a:t>
            </a:r>
            <a:r>
              <a:rPr lang="en-GB"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other</a:t>
            </a:r>
            <a:r>
              <a:rPr lang="en-GB" sz="2400" u="sng" spc="3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(like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</a:t>
            </a:r>
            <a:r>
              <a:rPr lang="en-GB" sz="2400" spc="52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latin typeface="Comic Sans MS"/>
                <a:cs typeface="Comic Sans MS"/>
              </a:rPr>
              <a:t>different</a:t>
            </a:r>
            <a:r>
              <a:rPr lang="en-GB" sz="2400" spc="863" dirty="0">
                <a:latin typeface="Comic Sans MS"/>
                <a:cs typeface="Comic Sans MS"/>
              </a:rPr>
              <a:t> 	</a:t>
            </a:r>
            <a:r>
              <a:rPr lang="en-GB" sz="2400" dirty="0">
                <a:latin typeface="Comic Sans MS"/>
                <a:cs typeface="Comic Sans MS"/>
              </a:rPr>
              <a:t>parts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country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or</a:t>
            </a:r>
            <a:r>
              <a:rPr lang="en-GB" sz="2400" spc="52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latin typeface="Comic Sans MS"/>
                <a:cs typeface="Comic Sans MS"/>
              </a:rPr>
              <a:t>world).</a:t>
            </a:r>
          </a:p>
          <a:p>
            <a:pPr marL="468905" marR="8766" indent="-342900">
              <a:lnSpc>
                <a:spcPct val="104400"/>
              </a:lnSpc>
              <a:spcBef>
                <a:spcPts val="878"/>
              </a:spcBef>
              <a:buFont typeface="Arial" panose="020B0604020202020204" pitchFamily="34" charset="0"/>
              <a:buChar char="•"/>
              <a:tabLst>
                <a:tab pos="255296" algn="l"/>
              </a:tabLst>
            </a:pPr>
            <a:r>
              <a:rPr lang="en-GB" sz="2400" dirty="0">
                <a:latin typeface="Comic Sans MS"/>
                <a:cs typeface="Comic Sans MS"/>
              </a:rPr>
              <a:t>WANs</a:t>
            </a:r>
            <a:r>
              <a:rPr lang="en-GB" sz="2400" spc="38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connect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thousands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or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even</a:t>
            </a:r>
            <a:r>
              <a:rPr lang="en-GB" sz="2400" u="sng" spc="5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millions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of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spc="-17" dirty="0">
                <a:latin typeface="Comic Sans MS"/>
                <a:cs typeface="Comic Sans MS"/>
              </a:rPr>
              <a:t>devices.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575461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5095E0-D0F0-179E-E286-3E34D30C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91E7BA-37D4-EFC8-BF55-B24BA5DC011D}"/>
              </a:ext>
            </a:extLst>
          </p:cNvPr>
          <p:cNvGrpSpPr/>
          <p:nvPr/>
        </p:nvGrpSpPr>
        <p:grpSpPr>
          <a:xfrm>
            <a:off x="299904" y="1471642"/>
            <a:ext cx="12763844" cy="7115116"/>
            <a:chOff x="290550" y="695732"/>
            <a:chExt cx="12763844" cy="7115116"/>
          </a:xfrm>
        </p:grpSpPr>
        <p:pic>
          <p:nvPicPr>
            <p:cNvPr id="12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550" y="695732"/>
              <a:ext cx="12763844" cy="7115116"/>
            </a:xfrm>
            <a:prstGeom prst="rect">
              <a:avLst/>
            </a:prstGeom>
          </p:spPr>
        </p:pic>
        <p:pic>
          <p:nvPicPr>
            <p:cNvPr id="14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4995" y="2170225"/>
              <a:ext cx="6370572" cy="39390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3212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A8CA8B-CE32-E742-D7F6-9E57D03A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CCCE990-E087-CBE8-72DC-BADAC753DC63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BD67C29-0A4A-F4DC-BC77-5B951D8C1C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8A3003F-7164-2644-575C-8BC980FAAD76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C03A0ACA-3ABE-31B3-2626-5C30FC3A1D19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A681AD86-4255-DF6E-E0D3-984A4EB21177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3-</a:t>
            </a:r>
            <a:r>
              <a:rPr lang="sv-SE" sz="4000" b="1" spc="-9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sv-SE" sz="4000" b="1" spc="-43" dirty="0">
                <a:solidFill>
                  <a:srgbClr val="FFCE53"/>
                </a:solidFill>
                <a:latin typeface="Comic Sans MS"/>
                <a:cs typeface="Comic Sans MS"/>
              </a:rPr>
              <a:t>MAN</a:t>
            </a:r>
            <a:endParaRPr lang="sv-SE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69670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875B2A-F7C6-6A20-9D9B-60439D6B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2FFABE29-5382-5676-F60E-42EEF09EF879}"/>
              </a:ext>
            </a:extLst>
          </p:cNvPr>
          <p:cNvSpPr txBox="1"/>
          <p:nvPr/>
        </p:nvSpPr>
        <p:spPr>
          <a:xfrm>
            <a:off x="391225" y="1026885"/>
            <a:ext cx="12628751" cy="2171097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>
              <a:spcBef>
                <a:spcPts val="164"/>
              </a:spcBef>
            </a:pPr>
            <a:r>
              <a:rPr lang="en-GB" sz="4000" b="1" dirty="0">
                <a:latin typeface="Comic Sans MS"/>
                <a:cs typeface="Comic Sans MS"/>
              </a:rPr>
              <a:t>What</a:t>
            </a:r>
            <a:r>
              <a:rPr lang="en-GB" sz="4000" b="1" spc="-17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is</a:t>
            </a:r>
            <a:r>
              <a:rPr lang="en-GB" sz="4000" b="1" spc="-43" dirty="0">
                <a:latin typeface="Comic Sans MS"/>
                <a:cs typeface="Comic Sans MS"/>
              </a:rPr>
              <a:t> </a:t>
            </a:r>
            <a:r>
              <a:rPr lang="en-GB" sz="4000" b="1" spc="-35" dirty="0">
                <a:latin typeface="Comic Sans MS"/>
                <a:cs typeface="Comic Sans MS"/>
              </a:rPr>
              <a:t>MAN?</a:t>
            </a:r>
            <a:endParaRPr lang="en-GB" sz="4000" b="1" dirty="0">
              <a:latin typeface="Comic Sans MS"/>
              <a:cs typeface="Comic Sans MS"/>
            </a:endParaRPr>
          </a:p>
          <a:p>
            <a:pPr marL="93134">
              <a:spcBef>
                <a:spcPts val="1277"/>
              </a:spcBef>
            </a:pP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MAN:</a:t>
            </a:r>
            <a:r>
              <a:rPr lang="en-GB" sz="2400" b="1" spc="129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M</a:t>
            </a:r>
            <a:r>
              <a:rPr lang="en-GB" sz="2400" b="1" dirty="0">
                <a:latin typeface="Comic Sans MS"/>
                <a:cs typeface="Comic Sans MS"/>
              </a:rPr>
              <a:t>etropolitan</a:t>
            </a:r>
            <a:r>
              <a:rPr lang="en-GB" sz="2400" b="1" spc="699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b="1" dirty="0">
                <a:latin typeface="Comic Sans MS"/>
                <a:cs typeface="Comic Sans MS"/>
              </a:rPr>
              <a:t>rea</a:t>
            </a:r>
            <a:r>
              <a:rPr lang="en-GB" sz="2400" b="1" spc="129" dirty="0">
                <a:latin typeface="Comic Sans MS"/>
                <a:cs typeface="Comic Sans MS"/>
              </a:rPr>
              <a:t> </a:t>
            </a:r>
            <a:r>
              <a:rPr lang="en-GB" sz="2400" b="1" spc="-17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lang="en-GB" sz="2400" b="1" spc="-17" dirty="0">
                <a:latin typeface="Comic Sans MS"/>
                <a:cs typeface="Comic Sans MS"/>
              </a:rPr>
              <a:t>etwork.</a:t>
            </a:r>
            <a:endParaRPr lang="en-GB" sz="2400" dirty="0">
              <a:latin typeface="Comic Sans MS"/>
              <a:cs typeface="Comic Sans MS"/>
            </a:endParaRPr>
          </a:p>
          <a:p>
            <a:pPr marL="470001" indent="-342900">
              <a:spcBef>
                <a:spcPts val="923"/>
              </a:spcBef>
              <a:buFont typeface="Arial" panose="020B0604020202020204" pitchFamily="34" charset="0"/>
              <a:buChar char="•"/>
              <a:tabLst>
                <a:tab pos="254201" algn="l"/>
              </a:tabLst>
            </a:pPr>
            <a:r>
              <a:rPr lang="en-GB" sz="2400" dirty="0">
                <a:latin typeface="Comic Sans MS"/>
                <a:cs typeface="Comic Sans MS"/>
              </a:rPr>
              <a:t>It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medium-sized</a:t>
            </a:r>
            <a:r>
              <a:rPr lang="en-GB"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</a:t>
            </a:r>
            <a:r>
              <a:rPr lang="en-GB" sz="2400" u="sng" spc="9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Larger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than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LAN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and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Smaller</a:t>
            </a:r>
            <a:r>
              <a:rPr lang="en-GB" sz="2400" spc="86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than</a:t>
            </a:r>
            <a:r>
              <a:rPr lang="en-GB" sz="2400" spc="69" dirty="0">
                <a:latin typeface="Comic Sans MS"/>
                <a:cs typeface="Comic Sans MS"/>
              </a:rPr>
              <a:t> </a:t>
            </a:r>
            <a:r>
              <a:rPr lang="en-GB" sz="2400" spc="-35" dirty="0">
                <a:latin typeface="Comic Sans MS"/>
                <a:cs typeface="Comic Sans MS"/>
              </a:rPr>
              <a:t>WAN.</a:t>
            </a:r>
          </a:p>
          <a:p>
            <a:pPr marL="470001" indent="-342900">
              <a:spcBef>
                <a:spcPts val="923"/>
              </a:spcBef>
              <a:buFont typeface="Arial" panose="020B0604020202020204" pitchFamily="34" charset="0"/>
              <a:buChar char="•"/>
              <a:tabLst>
                <a:tab pos="254201" algn="l"/>
              </a:tabLst>
            </a:pPr>
            <a:r>
              <a:rPr lang="en-GB" sz="2400" dirty="0">
                <a:latin typeface="Comic Sans MS"/>
                <a:cs typeface="Comic Sans MS"/>
              </a:rPr>
              <a:t>MAN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can</a:t>
            </a:r>
            <a:r>
              <a:rPr lang="en-GB" sz="2400" spc="78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cover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</a:t>
            </a:r>
            <a:r>
              <a:rPr lang="en-GB" sz="2400" u="sng" spc="5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broad</a:t>
            </a:r>
            <a:r>
              <a:rPr lang="en-GB" sz="2400" u="sng" spc="86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area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such</a:t>
            </a:r>
            <a:r>
              <a:rPr lang="en-GB" sz="2400" u="sng" spc="69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as</a:t>
            </a:r>
            <a:r>
              <a:rPr lang="en-GB" sz="2400" u="sng" spc="78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cities</a:t>
            </a:r>
            <a:r>
              <a:rPr lang="en-GB" sz="2400" u="sng" spc="52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and</a:t>
            </a:r>
            <a:r>
              <a:rPr lang="en-GB" sz="2400" u="sng" spc="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17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towns</a:t>
            </a:r>
            <a:r>
              <a:rPr lang="en-GB" sz="2400" spc="-17" dirty="0">
                <a:latin typeface="Comic Sans MS"/>
                <a:cs typeface="Comic Sans MS"/>
              </a:rPr>
              <a:t>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867824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5335F98-7EE6-2E3A-0C7B-92FCDC93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E8B02C1-53EF-7BCA-2E3B-627CB1F7B063}"/>
              </a:ext>
            </a:extLst>
          </p:cNvPr>
          <p:cNvGrpSpPr/>
          <p:nvPr/>
        </p:nvGrpSpPr>
        <p:grpSpPr>
          <a:xfrm>
            <a:off x="1133891" y="3529089"/>
            <a:ext cx="11143417" cy="3000222"/>
            <a:chOff x="982264" y="2756675"/>
            <a:chExt cx="11143417" cy="3000222"/>
          </a:xfrm>
        </p:grpSpPr>
        <p:pic>
          <p:nvPicPr>
            <p:cNvPr id="6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264" y="2756675"/>
              <a:ext cx="4709030" cy="3000222"/>
            </a:xfrm>
            <a:prstGeom prst="rect">
              <a:avLst/>
            </a:prstGeom>
          </p:spPr>
        </p:pic>
        <p:pic>
          <p:nvPicPr>
            <p:cNvPr id="7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0622" y="2904797"/>
              <a:ext cx="5375059" cy="26072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4260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303EF8-D9BC-BBB2-4EBA-67EB5097A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13">
            <a:extLst>
              <a:ext uri="{FF2B5EF4-FFF2-40B4-BE49-F238E27FC236}">
                <a16:creationId xmlns:a16="http://schemas.microsoft.com/office/drawing/2014/main" id="{A39712BA-8A28-4346-B23D-932183E49040}"/>
              </a:ext>
            </a:extLst>
          </p:cNvPr>
          <p:cNvSpPr/>
          <p:nvPr/>
        </p:nvSpPr>
        <p:spPr>
          <a:xfrm>
            <a:off x="228600" y="1455995"/>
            <a:ext cx="12753788" cy="7146409"/>
          </a:xfrm>
          <a:custGeom>
            <a:avLst/>
            <a:gdLst/>
            <a:ahLst/>
            <a:cxnLst/>
            <a:rect l="l" t="t" r="r" b="b"/>
            <a:pathLst>
              <a:path w="3186429" h="1790700">
                <a:moveTo>
                  <a:pt x="3185922" y="0"/>
                </a:moveTo>
                <a:lnTo>
                  <a:pt x="0" y="0"/>
                </a:lnTo>
                <a:lnTo>
                  <a:pt x="0" y="1790700"/>
                </a:lnTo>
                <a:lnTo>
                  <a:pt x="3185922" y="1790700"/>
                </a:lnTo>
                <a:lnTo>
                  <a:pt x="318592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24">
            <a:extLst>
              <a:ext uri="{FF2B5EF4-FFF2-40B4-BE49-F238E27FC236}">
                <a16:creationId xmlns:a16="http://schemas.microsoft.com/office/drawing/2014/main" id="{D5E32005-F2CD-8A44-2999-4C93B56721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4492190"/>
            <a:ext cx="5979588" cy="629031"/>
          </a:xfrm>
          <a:prstGeom prst="rect">
            <a:avLst/>
          </a:prstGeom>
        </p:spPr>
      </p:pic>
      <p:pic>
        <p:nvPicPr>
          <p:cNvPr id="4" name="object 24">
            <a:extLst>
              <a:ext uri="{FF2B5EF4-FFF2-40B4-BE49-F238E27FC236}">
                <a16:creationId xmlns:a16="http://schemas.microsoft.com/office/drawing/2014/main" id="{6A8ABAF5-1CB5-FDC7-F805-1DA1D27018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3719576"/>
            <a:ext cx="5979588" cy="629031"/>
          </a:xfrm>
          <a:prstGeom prst="rect">
            <a:avLst/>
          </a:prstGeom>
        </p:spPr>
      </p:pic>
      <p:sp>
        <p:nvSpPr>
          <p:cNvPr id="9" name="object 17">
            <a:extLst>
              <a:ext uri="{FF2B5EF4-FFF2-40B4-BE49-F238E27FC236}">
                <a16:creationId xmlns:a16="http://schemas.microsoft.com/office/drawing/2014/main" id="{1A4C1755-EBBE-D605-466B-D0BC189581EC}"/>
              </a:ext>
            </a:extLst>
          </p:cNvPr>
          <p:cNvSpPr/>
          <p:nvPr/>
        </p:nvSpPr>
        <p:spPr>
          <a:xfrm>
            <a:off x="2259648" y="2073580"/>
            <a:ext cx="1493917" cy="1500329"/>
          </a:xfrm>
          <a:custGeom>
            <a:avLst/>
            <a:gdLst/>
            <a:ahLst/>
            <a:cxnLst/>
            <a:rect l="l" t="t" r="r" b="b"/>
            <a:pathLst>
              <a:path w="295909" h="297179">
                <a:moveTo>
                  <a:pt x="0" y="148589"/>
                </a:moveTo>
                <a:lnTo>
                  <a:pt x="7546" y="101827"/>
                </a:lnTo>
                <a:lnTo>
                  <a:pt x="28553" y="61063"/>
                </a:lnTo>
                <a:lnTo>
                  <a:pt x="60569" y="28821"/>
                </a:lnTo>
                <a:lnTo>
                  <a:pt x="101144" y="7626"/>
                </a:lnTo>
                <a:lnTo>
                  <a:pt x="147828" y="0"/>
                </a:lnTo>
                <a:lnTo>
                  <a:pt x="194511" y="7626"/>
                </a:lnTo>
                <a:lnTo>
                  <a:pt x="235086" y="28821"/>
                </a:lnTo>
                <a:lnTo>
                  <a:pt x="267102" y="61063"/>
                </a:lnTo>
                <a:lnTo>
                  <a:pt x="288109" y="101827"/>
                </a:lnTo>
                <a:lnTo>
                  <a:pt x="295656" y="148589"/>
                </a:lnTo>
                <a:lnTo>
                  <a:pt x="288109" y="195645"/>
                </a:lnTo>
                <a:lnTo>
                  <a:pt x="267102" y="236445"/>
                </a:lnTo>
                <a:lnTo>
                  <a:pt x="235086" y="268577"/>
                </a:lnTo>
                <a:lnTo>
                  <a:pt x="194511" y="289627"/>
                </a:lnTo>
                <a:lnTo>
                  <a:pt x="147828" y="297179"/>
                </a:lnTo>
                <a:lnTo>
                  <a:pt x="101144" y="289627"/>
                </a:lnTo>
                <a:lnTo>
                  <a:pt x="60569" y="268577"/>
                </a:lnTo>
                <a:lnTo>
                  <a:pt x="28553" y="236445"/>
                </a:lnTo>
                <a:lnTo>
                  <a:pt x="7546" y="195645"/>
                </a:lnTo>
                <a:lnTo>
                  <a:pt x="0" y="148589"/>
                </a:lnTo>
                <a:close/>
              </a:path>
            </a:pathLst>
          </a:custGeom>
          <a:ln w="4978">
            <a:solidFill>
              <a:srgbClr val="8EA9DB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9">
            <a:extLst>
              <a:ext uri="{FF2B5EF4-FFF2-40B4-BE49-F238E27FC236}">
                <a16:creationId xmlns:a16="http://schemas.microsoft.com/office/drawing/2014/main" id="{7C7E1986-5F7D-5EC1-32B2-23FC457123B5}"/>
              </a:ext>
            </a:extLst>
          </p:cNvPr>
          <p:cNvSpPr txBox="1"/>
          <p:nvPr/>
        </p:nvSpPr>
        <p:spPr>
          <a:xfrm>
            <a:off x="2639954" y="2583179"/>
            <a:ext cx="881603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sz="2416" b="1" spc="-43" dirty="0">
                <a:solidFill>
                  <a:srgbClr val="8FAADC"/>
                </a:solidFill>
                <a:latin typeface="Comic Sans MS"/>
                <a:cs typeface="Comic Sans MS"/>
              </a:rPr>
              <a:t>MAN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12" name="object 20">
            <a:extLst>
              <a:ext uri="{FF2B5EF4-FFF2-40B4-BE49-F238E27FC236}">
                <a16:creationId xmlns:a16="http://schemas.microsoft.com/office/drawing/2014/main" id="{D0507EF7-4B76-C1DB-BDA9-4671F91ED2BB}"/>
              </a:ext>
            </a:extLst>
          </p:cNvPr>
          <p:cNvSpPr/>
          <p:nvPr/>
        </p:nvSpPr>
        <p:spPr>
          <a:xfrm>
            <a:off x="9457428" y="2108753"/>
            <a:ext cx="1497123" cy="1493917"/>
          </a:xfrm>
          <a:custGeom>
            <a:avLst/>
            <a:gdLst/>
            <a:ahLst/>
            <a:cxnLst/>
            <a:rect l="l" t="t" r="r" b="b"/>
            <a:pathLst>
              <a:path w="296544" h="295909">
                <a:moveTo>
                  <a:pt x="0" y="147828"/>
                </a:moveTo>
                <a:lnTo>
                  <a:pt x="7546" y="101144"/>
                </a:lnTo>
                <a:lnTo>
                  <a:pt x="28553" y="60569"/>
                </a:lnTo>
                <a:lnTo>
                  <a:pt x="60569" y="28553"/>
                </a:lnTo>
                <a:lnTo>
                  <a:pt x="101144" y="7546"/>
                </a:lnTo>
                <a:lnTo>
                  <a:pt x="147827" y="0"/>
                </a:lnTo>
                <a:lnTo>
                  <a:pt x="194883" y="7546"/>
                </a:lnTo>
                <a:lnTo>
                  <a:pt x="235683" y="28553"/>
                </a:lnTo>
                <a:lnTo>
                  <a:pt x="267815" y="60569"/>
                </a:lnTo>
                <a:lnTo>
                  <a:pt x="288865" y="101144"/>
                </a:lnTo>
                <a:lnTo>
                  <a:pt x="296418" y="147828"/>
                </a:lnTo>
                <a:lnTo>
                  <a:pt x="288865" y="194511"/>
                </a:lnTo>
                <a:lnTo>
                  <a:pt x="267815" y="235086"/>
                </a:lnTo>
                <a:lnTo>
                  <a:pt x="235683" y="267102"/>
                </a:lnTo>
                <a:lnTo>
                  <a:pt x="194883" y="288109"/>
                </a:lnTo>
                <a:lnTo>
                  <a:pt x="147827" y="295656"/>
                </a:lnTo>
                <a:lnTo>
                  <a:pt x="101144" y="288109"/>
                </a:lnTo>
                <a:lnTo>
                  <a:pt x="60569" y="267102"/>
                </a:lnTo>
                <a:lnTo>
                  <a:pt x="28553" y="235086"/>
                </a:lnTo>
                <a:lnTo>
                  <a:pt x="7546" y="194511"/>
                </a:lnTo>
                <a:lnTo>
                  <a:pt x="0" y="147828"/>
                </a:lnTo>
                <a:close/>
              </a:path>
            </a:pathLst>
          </a:custGeom>
          <a:ln w="4978">
            <a:solidFill>
              <a:srgbClr val="FFBD4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22">
            <a:extLst>
              <a:ext uri="{FF2B5EF4-FFF2-40B4-BE49-F238E27FC236}">
                <a16:creationId xmlns:a16="http://schemas.microsoft.com/office/drawing/2014/main" id="{4729C2AC-7721-8031-6F6C-E79E489511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9565" y="2583179"/>
            <a:ext cx="990728" cy="990728"/>
          </a:xfrm>
          <a:prstGeom prst="rect">
            <a:avLst/>
          </a:prstGeom>
        </p:spPr>
      </p:pic>
      <p:sp>
        <p:nvSpPr>
          <p:cNvPr id="15" name="object 23">
            <a:extLst>
              <a:ext uri="{FF2B5EF4-FFF2-40B4-BE49-F238E27FC236}">
                <a16:creationId xmlns:a16="http://schemas.microsoft.com/office/drawing/2014/main" id="{E01E92FD-6E26-D249-4542-51FC9D183325}"/>
              </a:ext>
            </a:extLst>
          </p:cNvPr>
          <p:cNvSpPr txBox="1"/>
          <p:nvPr/>
        </p:nvSpPr>
        <p:spPr>
          <a:xfrm>
            <a:off x="6362164" y="2855710"/>
            <a:ext cx="612314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sz="2416" b="1" spc="-43" dirty="0">
                <a:solidFill>
                  <a:srgbClr val="6FAD46"/>
                </a:solidFill>
                <a:latin typeface="Comic Sans MS"/>
                <a:cs typeface="Comic Sans MS"/>
              </a:rPr>
              <a:t>VS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2" name="object 21">
            <a:extLst>
              <a:ext uri="{FF2B5EF4-FFF2-40B4-BE49-F238E27FC236}">
                <a16:creationId xmlns:a16="http://schemas.microsoft.com/office/drawing/2014/main" id="{8697CF63-FA55-DD91-1FB8-2302881C1FEB}"/>
              </a:ext>
            </a:extLst>
          </p:cNvPr>
          <p:cNvSpPr txBox="1"/>
          <p:nvPr/>
        </p:nvSpPr>
        <p:spPr>
          <a:xfrm>
            <a:off x="9741143" y="2624594"/>
            <a:ext cx="929691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sz="2416" b="1" spc="-43" dirty="0">
                <a:solidFill>
                  <a:srgbClr val="FFBE44"/>
                </a:solidFill>
                <a:latin typeface="Comic Sans MS"/>
                <a:cs typeface="Comic Sans MS"/>
              </a:rPr>
              <a:t>WAN</a:t>
            </a:r>
            <a:endParaRPr sz="2416" dirty="0">
              <a:latin typeface="Comic Sans MS"/>
              <a:cs typeface="Comic Sans MS"/>
            </a:endParaRPr>
          </a:p>
        </p:txBody>
      </p:sp>
      <p:sp>
        <p:nvSpPr>
          <p:cNvPr id="17" name="object 25">
            <a:extLst>
              <a:ext uri="{FF2B5EF4-FFF2-40B4-BE49-F238E27FC236}">
                <a16:creationId xmlns:a16="http://schemas.microsoft.com/office/drawing/2014/main" id="{7B519E9D-39A2-92D7-3603-412F7F3689FD}"/>
              </a:ext>
            </a:extLst>
          </p:cNvPr>
          <p:cNvSpPr txBox="1"/>
          <p:nvPr/>
        </p:nvSpPr>
        <p:spPr>
          <a:xfrm>
            <a:off x="552124" y="3871933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1898" dirty="0">
                <a:latin typeface="Comic Sans MS"/>
                <a:cs typeface="Comic Sans MS"/>
              </a:rPr>
              <a:t>MAN</a:t>
            </a:r>
            <a:r>
              <a:rPr lang="sv-SE" sz="1898" spc="86" dirty="0">
                <a:latin typeface="Comic Sans MS"/>
                <a:cs typeface="Comic Sans MS"/>
              </a:rPr>
              <a:t> </a:t>
            </a:r>
            <a:r>
              <a:rPr lang="sv-SE" sz="1898" dirty="0" err="1">
                <a:latin typeface="Comic Sans MS"/>
                <a:cs typeface="Comic Sans MS"/>
              </a:rPr>
              <a:t>stands</a:t>
            </a:r>
            <a:r>
              <a:rPr lang="sv-SE" sz="1898" spc="95" dirty="0">
                <a:latin typeface="Comic Sans MS"/>
                <a:cs typeface="Comic Sans MS"/>
              </a:rPr>
              <a:t> </a:t>
            </a:r>
            <a:r>
              <a:rPr lang="sv-SE" sz="1898" dirty="0">
                <a:latin typeface="Comic Sans MS"/>
                <a:cs typeface="Comic Sans MS"/>
              </a:rPr>
              <a:t>for</a:t>
            </a:r>
            <a:r>
              <a:rPr lang="sv-SE" sz="1898" spc="78" dirty="0">
                <a:latin typeface="Comic Sans MS"/>
                <a:cs typeface="Comic Sans MS"/>
              </a:rPr>
              <a:t> </a:t>
            </a:r>
            <a:r>
              <a:rPr lang="sv-SE" sz="1898" dirty="0">
                <a:latin typeface="Comic Sans MS"/>
                <a:cs typeface="Comic Sans MS"/>
              </a:rPr>
              <a:t>Metropolitan</a:t>
            </a:r>
            <a:r>
              <a:rPr lang="sv-SE" sz="1898" spc="52" dirty="0">
                <a:latin typeface="Comic Sans MS"/>
                <a:cs typeface="Comic Sans MS"/>
              </a:rPr>
              <a:t> </a:t>
            </a:r>
            <a:r>
              <a:rPr lang="sv-SE" sz="1898" dirty="0">
                <a:latin typeface="Comic Sans MS"/>
                <a:cs typeface="Comic Sans MS"/>
              </a:rPr>
              <a:t>Area</a:t>
            </a:r>
            <a:r>
              <a:rPr lang="sv-SE" sz="1898" spc="104" dirty="0">
                <a:latin typeface="Comic Sans MS"/>
                <a:cs typeface="Comic Sans MS"/>
              </a:rPr>
              <a:t> </a:t>
            </a:r>
            <a:r>
              <a:rPr lang="sv-SE" sz="1898" spc="-17" dirty="0" err="1">
                <a:latin typeface="Comic Sans MS"/>
                <a:cs typeface="Comic Sans MS"/>
              </a:rPr>
              <a:t>Network</a:t>
            </a:r>
            <a:endParaRPr lang="sv-SE" sz="1898" dirty="0">
              <a:latin typeface="Comic Sans MS"/>
              <a:cs typeface="Comic Sans MS"/>
            </a:endParaRPr>
          </a:p>
        </p:txBody>
      </p:sp>
      <p:sp>
        <p:nvSpPr>
          <p:cNvPr id="8" name="object 25">
            <a:extLst>
              <a:ext uri="{FF2B5EF4-FFF2-40B4-BE49-F238E27FC236}">
                <a16:creationId xmlns:a16="http://schemas.microsoft.com/office/drawing/2014/main" id="{DA15B289-D18F-0959-8C86-3BA02F4E46CA}"/>
              </a:ext>
            </a:extLst>
          </p:cNvPr>
          <p:cNvSpPr txBox="1"/>
          <p:nvPr/>
        </p:nvSpPr>
        <p:spPr>
          <a:xfrm>
            <a:off x="552124" y="4644547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Faster</a:t>
            </a:r>
            <a:r>
              <a:rPr lang="en-GB" sz="1898" spc="60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Transmission</a:t>
            </a:r>
            <a:r>
              <a:rPr lang="en-GB" sz="1898" spc="9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Speed,</a:t>
            </a:r>
            <a:r>
              <a:rPr lang="en-GB" sz="1898" spc="43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less</a:t>
            </a:r>
            <a:r>
              <a:rPr lang="en-GB" sz="1898" spc="60" dirty="0">
                <a:latin typeface="Comic Sans MS"/>
                <a:cs typeface="Comic Sans MS"/>
              </a:rPr>
              <a:t> </a:t>
            </a:r>
            <a:r>
              <a:rPr lang="en-GB" sz="1898" spc="-17" dirty="0">
                <a:latin typeface="Comic Sans MS"/>
                <a:cs typeface="Comic Sans MS"/>
              </a:rPr>
              <a:t>latency</a:t>
            </a:r>
            <a:endParaRPr lang="en-GB" sz="1898" dirty="0">
              <a:latin typeface="Comic Sans MS"/>
              <a:cs typeface="Comic Sans MS"/>
            </a:endParaRPr>
          </a:p>
        </p:txBody>
      </p:sp>
      <p:pic>
        <p:nvPicPr>
          <p:cNvPr id="16" name="object 24">
            <a:extLst>
              <a:ext uri="{FF2B5EF4-FFF2-40B4-BE49-F238E27FC236}">
                <a16:creationId xmlns:a16="http://schemas.microsoft.com/office/drawing/2014/main" id="{74FB834E-FEFE-E1F4-4C96-D86F7D094A6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5287077"/>
            <a:ext cx="5979588" cy="629031"/>
          </a:xfrm>
          <a:prstGeom prst="rect">
            <a:avLst/>
          </a:prstGeom>
        </p:spPr>
      </p:pic>
      <p:sp>
        <p:nvSpPr>
          <p:cNvPr id="18" name="object 25">
            <a:extLst>
              <a:ext uri="{FF2B5EF4-FFF2-40B4-BE49-F238E27FC236}">
                <a16:creationId xmlns:a16="http://schemas.microsoft.com/office/drawing/2014/main" id="{17241B5F-6FE8-2B9A-06A3-3AC1BE73E5A3}"/>
              </a:ext>
            </a:extLst>
          </p:cNvPr>
          <p:cNvSpPr txBox="1"/>
          <p:nvPr/>
        </p:nvSpPr>
        <p:spPr>
          <a:xfrm>
            <a:off x="552124" y="5439433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1898" dirty="0">
                <a:latin typeface="Comic Sans MS"/>
                <a:cs typeface="Comic Sans MS"/>
              </a:rPr>
              <a:t>Less</a:t>
            </a:r>
            <a:r>
              <a:rPr lang="sv-SE" sz="1898" spc="17" dirty="0">
                <a:latin typeface="Comic Sans MS"/>
                <a:cs typeface="Comic Sans MS"/>
              </a:rPr>
              <a:t> </a:t>
            </a:r>
            <a:r>
              <a:rPr lang="sv-SE" sz="1898" dirty="0" err="1">
                <a:latin typeface="Comic Sans MS"/>
                <a:cs typeface="Comic Sans MS"/>
              </a:rPr>
              <a:t>noise</a:t>
            </a:r>
            <a:r>
              <a:rPr lang="sv-SE" sz="1898" spc="17" dirty="0">
                <a:latin typeface="Comic Sans MS"/>
                <a:cs typeface="Comic Sans MS"/>
              </a:rPr>
              <a:t> </a:t>
            </a:r>
            <a:r>
              <a:rPr lang="sv-SE" sz="1898" dirty="0">
                <a:latin typeface="Comic Sans MS"/>
                <a:cs typeface="Comic Sans MS"/>
              </a:rPr>
              <a:t>and</a:t>
            </a:r>
            <a:r>
              <a:rPr lang="sv-SE" sz="1898" spc="26" dirty="0">
                <a:latin typeface="Comic Sans MS"/>
                <a:cs typeface="Comic Sans MS"/>
              </a:rPr>
              <a:t> </a:t>
            </a:r>
            <a:r>
              <a:rPr lang="sv-SE" sz="1898" spc="-17" dirty="0" err="1">
                <a:latin typeface="Comic Sans MS"/>
                <a:cs typeface="Comic Sans MS"/>
              </a:rPr>
              <a:t>error</a:t>
            </a:r>
            <a:endParaRPr lang="sv-SE" sz="1898" dirty="0">
              <a:latin typeface="Comic Sans MS"/>
              <a:cs typeface="Comic Sans MS"/>
            </a:endParaRPr>
          </a:p>
        </p:txBody>
      </p:sp>
      <p:pic>
        <p:nvPicPr>
          <p:cNvPr id="21" name="object 24">
            <a:extLst>
              <a:ext uri="{FF2B5EF4-FFF2-40B4-BE49-F238E27FC236}">
                <a16:creationId xmlns:a16="http://schemas.microsoft.com/office/drawing/2014/main" id="{AED0D458-39DE-2E64-6A67-74BF527830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84" y="6066393"/>
            <a:ext cx="5979588" cy="629031"/>
          </a:xfrm>
          <a:prstGeom prst="rect">
            <a:avLst/>
          </a:prstGeom>
        </p:spPr>
      </p:pic>
      <p:sp>
        <p:nvSpPr>
          <p:cNvPr id="22" name="object 25">
            <a:extLst>
              <a:ext uri="{FF2B5EF4-FFF2-40B4-BE49-F238E27FC236}">
                <a16:creationId xmlns:a16="http://schemas.microsoft.com/office/drawing/2014/main" id="{06040845-C7DD-4574-A251-F76A6B2152BD}"/>
              </a:ext>
            </a:extLst>
          </p:cNvPr>
          <p:cNvSpPr txBox="1"/>
          <p:nvPr/>
        </p:nvSpPr>
        <p:spPr>
          <a:xfrm>
            <a:off x="552124" y="6218750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sv-SE" sz="1898" dirty="0">
                <a:latin typeface="Comic Sans MS"/>
                <a:cs typeface="Comic Sans MS"/>
              </a:rPr>
              <a:t>MAN</a:t>
            </a:r>
            <a:r>
              <a:rPr lang="sv-SE" sz="1898" spc="78" dirty="0">
                <a:latin typeface="Comic Sans MS"/>
                <a:cs typeface="Comic Sans MS"/>
              </a:rPr>
              <a:t> </a:t>
            </a:r>
            <a:r>
              <a:rPr lang="sv-SE" sz="1898" dirty="0">
                <a:latin typeface="Comic Sans MS"/>
                <a:cs typeface="Comic Sans MS"/>
              </a:rPr>
              <a:t>has</a:t>
            </a:r>
            <a:r>
              <a:rPr lang="sv-SE" sz="1898" spc="86" dirty="0">
                <a:latin typeface="Comic Sans MS"/>
                <a:cs typeface="Comic Sans MS"/>
              </a:rPr>
              <a:t> </a:t>
            </a:r>
            <a:r>
              <a:rPr lang="sv-SE" sz="1898" dirty="0">
                <a:latin typeface="Comic Sans MS"/>
                <a:cs typeface="Comic Sans MS"/>
              </a:rPr>
              <a:t>moderate</a:t>
            </a:r>
            <a:r>
              <a:rPr lang="sv-SE" sz="1898" spc="69" dirty="0">
                <a:latin typeface="Comic Sans MS"/>
                <a:cs typeface="Comic Sans MS"/>
              </a:rPr>
              <a:t> </a:t>
            </a:r>
            <a:r>
              <a:rPr lang="sv-SE" sz="1898" spc="-17" dirty="0" err="1">
                <a:latin typeface="Comic Sans MS"/>
                <a:cs typeface="Comic Sans MS"/>
              </a:rPr>
              <a:t>congestion</a:t>
            </a:r>
            <a:r>
              <a:rPr lang="sv-SE" sz="1898" spc="-17" dirty="0">
                <a:latin typeface="Comic Sans MS"/>
                <a:cs typeface="Comic Sans MS"/>
              </a:rPr>
              <a:t>.</a:t>
            </a:r>
            <a:endParaRPr lang="sv-SE" sz="1898" dirty="0">
              <a:latin typeface="Comic Sans MS"/>
              <a:cs typeface="Comic Sans MS"/>
            </a:endParaRPr>
          </a:p>
        </p:txBody>
      </p:sp>
      <p:pic>
        <p:nvPicPr>
          <p:cNvPr id="23" name="object 24">
            <a:extLst>
              <a:ext uri="{FF2B5EF4-FFF2-40B4-BE49-F238E27FC236}">
                <a16:creationId xmlns:a16="http://schemas.microsoft.com/office/drawing/2014/main" id="{405A113B-1677-01A6-4623-3EDB1DD3810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957" y="6845709"/>
            <a:ext cx="5979588" cy="629031"/>
          </a:xfrm>
          <a:prstGeom prst="rect">
            <a:avLst/>
          </a:prstGeom>
        </p:spPr>
      </p:pic>
      <p:sp>
        <p:nvSpPr>
          <p:cNvPr id="24" name="object 25">
            <a:extLst>
              <a:ext uri="{FF2B5EF4-FFF2-40B4-BE49-F238E27FC236}">
                <a16:creationId xmlns:a16="http://schemas.microsoft.com/office/drawing/2014/main" id="{46E72B7D-B118-24AE-4A5D-62E849886C2B}"/>
              </a:ext>
            </a:extLst>
          </p:cNvPr>
          <p:cNvSpPr txBox="1"/>
          <p:nvPr/>
        </p:nvSpPr>
        <p:spPr>
          <a:xfrm>
            <a:off x="539797" y="6998065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Low</a:t>
            </a:r>
            <a:r>
              <a:rPr lang="en-GB" sz="1898" spc="52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cost</a:t>
            </a:r>
            <a:r>
              <a:rPr lang="en-GB" sz="1898" spc="60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of</a:t>
            </a:r>
            <a:r>
              <a:rPr lang="en-GB" sz="1898" spc="43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installation</a:t>
            </a:r>
            <a:r>
              <a:rPr lang="en-GB" sz="1898" spc="35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&amp;</a:t>
            </a:r>
            <a:r>
              <a:rPr lang="en-GB" sz="1898" spc="69" dirty="0">
                <a:latin typeface="Comic Sans MS"/>
                <a:cs typeface="Comic Sans MS"/>
              </a:rPr>
              <a:t> </a:t>
            </a:r>
            <a:r>
              <a:rPr lang="en-GB" sz="1898" spc="-17" dirty="0">
                <a:latin typeface="Comic Sans MS"/>
                <a:cs typeface="Comic Sans MS"/>
              </a:rPr>
              <a:t>design</a:t>
            </a:r>
            <a:endParaRPr lang="en-GB" sz="1898" dirty="0">
              <a:latin typeface="Comic Sans MS"/>
              <a:cs typeface="Comic Sans MS"/>
            </a:endParaRPr>
          </a:p>
        </p:txBody>
      </p:sp>
      <p:pic>
        <p:nvPicPr>
          <p:cNvPr id="25" name="object 24">
            <a:extLst>
              <a:ext uri="{FF2B5EF4-FFF2-40B4-BE49-F238E27FC236}">
                <a16:creationId xmlns:a16="http://schemas.microsoft.com/office/drawing/2014/main" id="{CFDF339A-19A7-A15D-17DB-6E514F901C6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4492190"/>
            <a:ext cx="5979588" cy="629031"/>
          </a:xfrm>
          <a:prstGeom prst="rect">
            <a:avLst/>
          </a:prstGeom>
        </p:spPr>
      </p:pic>
      <p:pic>
        <p:nvPicPr>
          <p:cNvPr id="26" name="object 24">
            <a:extLst>
              <a:ext uri="{FF2B5EF4-FFF2-40B4-BE49-F238E27FC236}">
                <a16:creationId xmlns:a16="http://schemas.microsoft.com/office/drawing/2014/main" id="{1C8C3876-010B-A42B-8857-A94DA5D16A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3719576"/>
            <a:ext cx="5979588" cy="629031"/>
          </a:xfrm>
          <a:prstGeom prst="rect">
            <a:avLst/>
          </a:prstGeom>
        </p:spPr>
      </p:pic>
      <p:sp>
        <p:nvSpPr>
          <p:cNvPr id="27" name="object 25">
            <a:extLst>
              <a:ext uri="{FF2B5EF4-FFF2-40B4-BE49-F238E27FC236}">
                <a16:creationId xmlns:a16="http://schemas.microsoft.com/office/drawing/2014/main" id="{BC82A151-7454-B238-179E-792D69359B4F}"/>
              </a:ext>
            </a:extLst>
          </p:cNvPr>
          <p:cNvSpPr txBox="1"/>
          <p:nvPr/>
        </p:nvSpPr>
        <p:spPr>
          <a:xfrm>
            <a:off x="6728935" y="3871933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WAN</a:t>
            </a:r>
            <a:r>
              <a:rPr lang="en-GB" sz="1898" spc="69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stands</a:t>
            </a:r>
            <a:r>
              <a:rPr lang="en-GB" sz="1898" spc="43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for</a:t>
            </a:r>
            <a:r>
              <a:rPr lang="en-GB" sz="1898" spc="69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Wide</a:t>
            </a:r>
            <a:r>
              <a:rPr lang="en-GB" sz="1898" spc="60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area</a:t>
            </a:r>
            <a:r>
              <a:rPr lang="en-GB" sz="1898" spc="69" dirty="0">
                <a:latin typeface="Comic Sans MS"/>
                <a:cs typeface="Comic Sans MS"/>
              </a:rPr>
              <a:t> </a:t>
            </a:r>
            <a:r>
              <a:rPr lang="en-GB" sz="1898" spc="-17" dirty="0">
                <a:latin typeface="Comic Sans MS"/>
                <a:cs typeface="Comic Sans MS"/>
              </a:rPr>
              <a:t>network.</a:t>
            </a:r>
            <a:endParaRPr lang="en-GB" sz="1898" dirty="0">
              <a:latin typeface="Comic Sans MS"/>
              <a:cs typeface="Comic Sans MS"/>
            </a:endParaRPr>
          </a:p>
        </p:txBody>
      </p:sp>
      <p:sp>
        <p:nvSpPr>
          <p:cNvPr id="28" name="object 25">
            <a:extLst>
              <a:ext uri="{FF2B5EF4-FFF2-40B4-BE49-F238E27FC236}">
                <a16:creationId xmlns:a16="http://schemas.microsoft.com/office/drawing/2014/main" id="{0D23EA7B-9EEE-4429-08F0-5B82F7DFAD81}"/>
              </a:ext>
            </a:extLst>
          </p:cNvPr>
          <p:cNvSpPr txBox="1"/>
          <p:nvPr/>
        </p:nvSpPr>
        <p:spPr>
          <a:xfrm>
            <a:off x="6728935" y="4644547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Slower</a:t>
            </a:r>
            <a:r>
              <a:rPr lang="en-GB" sz="1898" spc="60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Transmission</a:t>
            </a:r>
            <a:r>
              <a:rPr lang="en-GB" sz="1898" spc="17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Speed,</a:t>
            </a:r>
            <a:r>
              <a:rPr lang="en-GB" sz="1898" spc="60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high</a:t>
            </a:r>
            <a:r>
              <a:rPr lang="en-GB" sz="1898" spc="86" dirty="0">
                <a:latin typeface="Comic Sans MS"/>
                <a:cs typeface="Comic Sans MS"/>
              </a:rPr>
              <a:t> </a:t>
            </a:r>
            <a:r>
              <a:rPr lang="en-GB" sz="1898" spc="-17" dirty="0" err="1">
                <a:latin typeface="Comic Sans MS"/>
                <a:cs typeface="Comic Sans MS"/>
              </a:rPr>
              <a:t>letancy</a:t>
            </a:r>
            <a:endParaRPr lang="en-GB" sz="1898" dirty="0">
              <a:latin typeface="Comic Sans MS"/>
              <a:cs typeface="Comic Sans MS"/>
            </a:endParaRPr>
          </a:p>
        </p:txBody>
      </p:sp>
      <p:pic>
        <p:nvPicPr>
          <p:cNvPr id="29" name="object 24">
            <a:extLst>
              <a:ext uri="{FF2B5EF4-FFF2-40B4-BE49-F238E27FC236}">
                <a16:creationId xmlns:a16="http://schemas.microsoft.com/office/drawing/2014/main" id="{AE9B1177-3E77-75D1-B49B-6C8CB3C48E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5287077"/>
            <a:ext cx="5979588" cy="629031"/>
          </a:xfrm>
          <a:prstGeom prst="rect">
            <a:avLst/>
          </a:prstGeom>
        </p:spPr>
      </p:pic>
      <p:sp>
        <p:nvSpPr>
          <p:cNvPr id="30" name="object 25">
            <a:extLst>
              <a:ext uri="{FF2B5EF4-FFF2-40B4-BE49-F238E27FC236}">
                <a16:creationId xmlns:a16="http://schemas.microsoft.com/office/drawing/2014/main" id="{03D16BC2-1631-CBB3-8297-2CD4CD82310E}"/>
              </a:ext>
            </a:extLst>
          </p:cNvPr>
          <p:cNvSpPr txBox="1"/>
          <p:nvPr/>
        </p:nvSpPr>
        <p:spPr>
          <a:xfrm>
            <a:off x="6728935" y="5439433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sv-SE" sz="1898" dirty="0" err="1">
                <a:latin typeface="Comic Sans MS"/>
                <a:cs typeface="Comic Sans MS"/>
              </a:rPr>
              <a:t>More</a:t>
            </a:r>
            <a:r>
              <a:rPr lang="sv-SE" sz="1898" spc="35" dirty="0">
                <a:latin typeface="Comic Sans MS"/>
                <a:cs typeface="Comic Sans MS"/>
              </a:rPr>
              <a:t> </a:t>
            </a:r>
            <a:r>
              <a:rPr lang="sv-SE" sz="1898" dirty="0" err="1">
                <a:latin typeface="Comic Sans MS"/>
                <a:cs typeface="Comic Sans MS"/>
              </a:rPr>
              <a:t>noise</a:t>
            </a:r>
            <a:r>
              <a:rPr lang="sv-SE" sz="1898" spc="35" dirty="0">
                <a:latin typeface="Comic Sans MS"/>
                <a:cs typeface="Comic Sans MS"/>
              </a:rPr>
              <a:t> </a:t>
            </a:r>
            <a:r>
              <a:rPr lang="sv-SE" sz="1898" dirty="0">
                <a:latin typeface="Comic Sans MS"/>
                <a:cs typeface="Comic Sans MS"/>
              </a:rPr>
              <a:t>and</a:t>
            </a:r>
            <a:r>
              <a:rPr lang="sv-SE" sz="1898" spc="43" dirty="0">
                <a:latin typeface="Comic Sans MS"/>
                <a:cs typeface="Comic Sans MS"/>
              </a:rPr>
              <a:t> </a:t>
            </a:r>
            <a:r>
              <a:rPr lang="sv-SE" sz="1898" spc="-17" dirty="0" err="1">
                <a:latin typeface="Comic Sans MS"/>
                <a:cs typeface="Comic Sans MS"/>
              </a:rPr>
              <a:t>error</a:t>
            </a:r>
            <a:endParaRPr lang="sv-SE" sz="1898" dirty="0">
              <a:latin typeface="Comic Sans MS"/>
              <a:cs typeface="Comic Sans MS"/>
            </a:endParaRPr>
          </a:p>
        </p:txBody>
      </p:sp>
      <p:pic>
        <p:nvPicPr>
          <p:cNvPr id="31" name="object 24">
            <a:extLst>
              <a:ext uri="{FF2B5EF4-FFF2-40B4-BE49-F238E27FC236}">
                <a16:creationId xmlns:a16="http://schemas.microsoft.com/office/drawing/2014/main" id="{A39578EC-52BE-6046-070F-1203A5862B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4095" y="6066393"/>
            <a:ext cx="5979588" cy="629031"/>
          </a:xfrm>
          <a:prstGeom prst="rect">
            <a:avLst/>
          </a:prstGeom>
        </p:spPr>
      </p:pic>
      <p:sp>
        <p:nvSpPr>
          <p:cNvPr id="32" name="object 25">
            <a:extLst>
              <a:ext uri="{FF2B5EF4-FFF2-40B4-BE49-F238E27FC236}">
                <a16:creationId xmlns:a16="http://schemas.microsoft.com/office/drawing/2014/main" id="{FE9BAF4E-EA45-8CFA-E986-82FCF72494AC}"/>
              </a:ext>
            </a:extLst>
          </p:cNvPr>
          <p:cNvSpPr txBox="1"/>
          <p:nvPr/>
        </p:nvSpPr>
        <p:spPr>
          <a:xfrm>
            <a:off x="6728935" y="6218749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sv-SE" sz="1898" dirty="0">
                <a:latin typeface="Comic Sans MS"/>
                <a:cs typeface="Comic Sans MS"/>
              </a:rPr>
              <a:t>WAN</a:t>
            </a:r>
            <a:r>
              <a:rPr lang="sv-SE" sz="1898" spc="17" dirty="0">
                <a:latin typeface="Comic Sans MS"/>
                <a:cs typeface="Comic Sans MS"/>
              </a:rPr>
              <a:t> </a:t>
            </a:r>
            <a:r>
              <a:rPr lang="sv-SE" sz="1898" dirty="0">
                <a:latin typeface="Comic Sans MS"/>
                <a:cs typeface="Comic Sans MS"/>
              </a:rPr>
              <a:t>has</a:t>
            </a:r>
            <a:r>
              <a:rPr lang="sv-SE" sz="1898" spc="69" dirty="0">
                <a:latin typeface="Comic Sans MS"/>
                <a:cs typeface="Comic Sans MS"/>
              </a:rPr>
              <a:t> </a:t>
            </a:r>
            <a:r>
              <a:rPr lang="sv-SE" sz="1898" dirty="0" err="1">
                <a:latin typeface="Comic Sans MS"/>
                <a:cs typeface="Comic Sans MS"/>
              </a:rPr>
              <a:t>high</a:t>
            </a:r>
            <a:r>
              <a:rPr lang="sv-SE" sz="1898" spc="60" dirty="0">
                <a:latin typeface="Comic Sans MS"/>
                <a:cs typeface="Comic Sans MS"/>
              </a:rPr>
              <a:t> </a:t>
            </a:r>
            <a:r>
              <a:rPr lang="sv-SE" sz="1898" spc="-17" dirty="0" err="1">
                <a:latin typeface="Comic Sans MS"/>
                <a:cs typeface="Comic Sans MS"/>
              </a:rPr>
              <a:t>congestion</a:t>
            </a:r>
            <a:endParaRPr lang="sv-SE" sz="1898" dirty="0">
              <a:latin typeface="Comic Sans MS"/>
              <a:cs typeface="Comic Sans MS"/>
            </a:endParaRPr>
          </a:p>
        </p:txBody>
      </p:sp>
      <p:pic>
        <p:nvPicPr>
          <p:cNvPr id="33" name="object 24">
            <a:extLst>
              <a:ext uri="{FF2B5EF4-FFF2-40B4-BE49-F238E27FC236}">
                <a16:creationId xmlns:a16="http://schemas.microsoft.com/office/drawing/2014/main" id="{4FF62AB9-0A8E-6C89-FCE7-A4715622EA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1768" y="6845709"/>
            <a:ext cx="5979588" cy="629031"/>
          </a:xfrm>
          <a:prstGeom prst="rect">
            <a:avLst/>
          </a:prstGeom>
        </p:spPr>
      </p:pic>
      <p:sp>
        <p:nvSpPr>
          <p:cNvPr id="34" name="object 25">
            <a:extLst>
              <a:ext uri="{FF2B5EF4-FFF2-40B4-BE49-F238E27FC236}">
                <a16:creationId xmlns:a16="http://schemas.microsoft.com/office/drawing/2014/main" id="{D295A3A8-FA12-4E02-74BD-FD3504EEF572}"/>
              </a:ext>
            </a:extLst>
          </p:cNvPr>
          <p:cNvSpPr txBox="1"/>
          <p:nvPr/>
        </p:nvSpPr>
        <p:spPr>
          <a:xfrm>
            <a:off x="6716609" y="6998065"/>
            <a:ext cx="5924747" cy="318620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r">
              <a:spcBef>
                <a:spcPts val="207"/>
              </a:spcBef>
            </a:pPr>
            <a:r>
              <a:rPr lang="en-GB" sz="1898" dirty="0">
                <a:latin typeface="Comic Sans MS"/>
                <a:cs typeface="Comic Sans MS"/>
              </a:rPr>
              <a:t>High</a:t>
            </a:r>
            <a:r>
              <a:rPr lang="en-GB" sz="1898" spc="35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cost</a:t>
            </a:r>
            <a:r>
              <a:rPr lang="en-GB" sz="1898" spc="52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of</a:t>
            </a:r>
            <a:r>
              <a:rPr lang="en-GB" sz="1898" spc="52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installation</a:t>
            </a:r>
            <a:r>
              <a:rPr lang="en-GB" sz="1898" spc="9" dirty="0">
                <a:latin typeface="Comic Sans MS"/>
                <a:cs typeface="Comic Sans MS"/>
              </a:rPr>
              <a:t> </a:t>
            </a:r>
            <a:r>
              <a:rPr lang="en-GB" sz="1898" dirty="0">
                <a:latin typeface="Comic Sans MS"/>
                <a:cs typeface="Comic Sans MS"/>
              </a:rPr>
              <a:t>and</a:t>
            </a:r>
            <a:r>
              <a:rPr lang="en-GB" sz="1898" spc="60" dirty="0">
                <a:latin typeface="Comic Sans MS"/>
                <a:cs typeface="Comic Sans MS"/>
              </a:rPr>
              <a:t> </a:t>
            </a:r>
            <a:r>
              <a:rPr lang="en-GB" sz="1898" spc="-17" dirty="0">
                <a:latin typeface="Comic Sans MS"/>
                <a:cs typeface="Comic Sans MS"/>
              </a:rPr>
              <a:t>design</a:t>
            </a:r>
            <a:endParaRPr lang="en-GB" sz="1898" dirty="0">
              <a:latin typeface="Comic Sans MS"/>
              <a:cs typeface="Comic Sans MS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3EFEC92-5B25-70BD-3D95-A5A88BC9A2F0}"/>
              </a:ext>
            </a:extLst>
          </p:cNvPr>
          <p:cNvGrpSpPr/>
          <p:nvPr/>
        </p:nvGrpSpPr>
        <p:grpSpPr>
          <a:xfrm>
            <a:off x="5155353" y="4155876"/>
            <a:ext cx="2899019" cy="2885753"/>
            <a:chOff x="2867973" y="3663202"/>
            <a:chExt cx="1591716" cy="1584432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464523DE-30FD-6CEC-13D9-199295BB5617}"/>
                </a:ext>
              </a:extLst>
            </p:cNvPr>
            <p:cNvGrpSpPr/>
            <p:nvPr/>
          </p:nvGrpSpPr>
          <p:grpSpPr>
            <a:xfrm>
              <a:off x="2870354" y="3663202"/>
              <a:ext cx="1589335" cy="1584432"/>
              <a:chOff x="3799750" y="219186"/>
              <a:chExt cx="1680112" cy="1674929"/>
            </a:xfrm>
          </p:grpSpPr>
          <p:pic>
            <p:nvPicPr>
              <p:cNvPr id="114" name="object 44">
                <a:extLst>
                  <a:ext uri="{FF2B5EF4-FFF2-40B4-BE49-F238E27FC236}">
                    <a16:creationId xmlns:a16="http://schemas.microsoft.com/office/drawing/2014/main" id="{CCAF437A-9AE0-4A3E-C64F-6E987215599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799750" y="219186"/>
                <a:ext cx="1680112" cy="1674929"/>
              </a:xfrm>
              <a:prstGeom prst="rect">
                <a:avLst/>
              </a:prstGeom>
            </p:spPr>
          </p:pic>
          <p:pic>
            <p:nvPicPr>
              <p:cNvPr id="115" name="object 46">
                <a:extLst>
                  <a:ext uri="{FF2B5EF4-FFF2-40B4-BE49-F238E27FC236}">
                    <a16:creationId xmlns:a16="http://schemas.microsoft.com/office/drawing/2014/main" id="{DB1530CC-146D-2DA3-D77F-0860B1CD6BD6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403074" y="812178"/>
                <a:ext cx="473464" cy="473464"/>
              </a:xfrm>
              <a:prstGeom prst="rect">
                <a:avLst/>
              </a:prstGeom>
            </p:spPr>
          </p:pic>
        </p:grpSp>
        <p:sp>
          <p:nvSpPr>
            <p:cNvPr id="99" name="object 48">
              <a:extLst>
                <a:ext uri="{FF2B5EF4-FFF2-40B4-BE49-F238E27FC236}">
                  <a16:creationId xmlns:a16="http://schemas.microsoft.com/office/drawing/2014/main" id="{CDF5A0FB-F64D-1D1C-E616-DFF09E084925}"/>
                </a:ext>
              </a:extLst>
            </p:cNvPr>
            <p:cNvSpPr/>
            <p:nvPr/>
          </p:nvSpPr>
          <p:spPr>
            <a:xfrm>
              <a:off x="3660801" y="3663202"/>
              <a:ext cx="0" cy="1584432"/>
            </a:xfrm>
            <a:custGeom>
              <a:avLst/>
              <a:gdLst/>
              <a:ahLst/>
              <a:cxnLst/>
              <a:rect l="l" t="t" r="r" b="b"/>
              <a:pathLst>
                <a:path h="822325">
                  <a:moveTo>
                    <a:pt x="0" y="0"/>
                  </a:moveTo>
                  <a:lnTo>
                    <a:pt x="0" y="822198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49">
              <a:extLst>
                <a:ext uri="{FF2B5EF4-FFF2-40B4-BE49-F238E27FC236}">
                  <a16:creationId xmlns:a16="http://schemas.microsoft.com/office/drawing/2014/main" id="{E5E02C9D-856B-D34D-397D-F91E677E71E5}"/>
                </a:ext>
              </a:extLst>
            </p:cNvPr>
            <p:cNvSpPr/>
            <p:nvPr/>
          </p:nvSpPr>
          <p:spPr>
            <a:xfrm>
              <a:off x="2867973" y="4454562"/>
              <a:ext cx="1585656" cy="0"/>
            </a:xfrm>
            <a:custGeom>
              <a:avLst/>
              <a:gdLst/>
              <a:ahLst/>
              <a:cxnLst/>
              <a:rect l="l" t="t" r="r" b="b"/>
              <a:pathLst>
                <a:path w="822960">
                  <a:moveTo>
                    <a:pt x="0" y="0"/>
                  </a:moveTo>
                  <a:lnTo>
                    <a:pt x="82296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50">
              <a:extLst>
                <a:ext uri="{FF2B5EF4-FFF2-40B4-BE49-F238E27FC236}">
                  <a16:creationId xmlns:a16="http://schemas.microsoft.com/office/drawing/2014/main" id="{98444F0C-1F7D-0B10-9DD5-F95F683952AC}"/>
                </a:ext>
              </a:extLst>
            </p:cNvPr>
            <p:cNvSpPr/>
            <p:nvPr/>
          </p:nvSpPr>
          <p:spPr>
            <a:xfrm>
              <a:off x="3594732" y="3746889"/>
              <a:ext cx="134585" cy="0"/>
            </a:xfrm>
            <a:custGeom>
              <a:avLst/>
              <a:gdLst/>
              <a:ahLst/>
              <a:cxnLst/>
              <a:rect l="l" t="t" r="r" b="b"/>
              <a:pathLst>
                <a:path w="69850">
                  <a:moveTo>
                    <a:pt x="0" y="0"/>
                  </a:moveTo>
                  <a:lnTo>
                    <a:pt x="69342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51">
              <a:extLst>
                <a:ext uri="{FF2B5EF4-FFF2-40B4-BE49-F238E27FC236}">
                  <a16:creationId xmlns:a16="http://schemas.microsoft.com/office/drawing/2014/main" id="{ACC175D9-FE94-2983-99C8-9D15093BDD66}"/>
                </a:ext>
              </a:extLst>
            </p:cNvPr>
            <p:cNvSpPr/>
            <p:nvPr/>
          </p:nvSpPr>
          <p:spPr>
            <a:xfrm>
              <a:off x="3613819" y="3805617"/>
              <a:ext cx="95433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53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52">
              <a:extLst>
                <a:ext uri="{FF2B5EF4-FFF2-40B4-BE49-F238E27FC236}">
                  <a16:creationId xmlns:a16="http://schemas.microsoft.com/office/drawing/2014/main" id="{292245B5-F707-03F5-7DF4-126787583A56}"/>
                </a:ext>
              </a:extLst>
            </p:cNvPr>
            <p:cNvSpPr/>
            <p:nvPr/>
          </p:nvSpPr>
          <p:spPr>
            <a:xfrm>
              <a:off x="3632906" y="3862877"/>
              <a:ext cx="57504" cy="0"/>
            </a:xfrm>
            <a:custGeom>
              <a:avLst/>
              <a:gdLst/>
              <a:ahLst/>
              <a:cxnLst/>
              <a:rect l="l" t="t" r="r" b="b"/>
              <a:pathLst>
                <a:path w="29844">
                  <a:moveTo>
                    <a:pt x="0" y="0"/>
                  </a:moveTo>
                  <a:lnTo>
                    <a:pt x="29718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53">
              <a:extLst>
                <a:ext uri="{FF2B5EF4-FFF2-40B4-BE49-F238E27FC236}">
                  <a16:creationId xmlns:a16="http://schemas.microsoft.com/office/drawing/2014/main" id="{4328DCBC-ADCF-D45A-DAF0-6942F71A3E2E}"/>
                </a:ext>
              </a:extLst>
            </p:cNvPr>
            <p:cNvSpPr/>
            <p:nvPr/>
          </p:nvSpPr>
          <p:spPr>
            <a:xfrm>
              <a:off x="4371410" y="4387024"/>
              <a:ext cx="0" cy="134585"/>
            </a:xfrm>
            <a:custGeom>
              <a:avLst/>
              <a:gdLst/>
              <a:ahLst/>
              <a:cxnLst/>
              <a:rect l="l" t="t" r="r" b="b"/>
              <a:pathLst>
                <a:path h="69850">
                  <a:moveTo>
                    <a:pt x="0" y="0"/>
                  </a:moveTo>
                  <a:lnTo>
                    <a:pt x="0" y="69342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54">
              <a:extLst>
                <a:ext uri="{FF2B5EF4-FFF2-40B4-BE49-F238E27FC236}">
                  <a16:creationId xmlns:a16="http://schemas.microsoft.com/office/drawing/2014/main" id="{98853CCF-E145-7D5B-6F9D-4A793EADCB9C}"/>
                </a:ext>
              </a:extLst>
            </p:cNvPr>
            <p:cNvSpPr/>
            <p:nvPr/>
          </p:nvSpPr>
          <p:spPr>
            <a:xfrm>
              <a:off x="4312684" y="4406111"/>
              <a:ext cx="0" cy="95433"/>
            </a:xfrm>
            <a:custGeom>
              <a:avLst/>
              <a:gdLst/>
              <a:ahLst/>
              <a:cxnLst/>
              <a:rect l="l" t="t" r="r" b="b"/>
              <a:pathLst>
                <a:path h="49529">
                  <a:moveTo>
                    <a:pt x="0" y="0"/>
                  </a:moveTo>
                  <a:lnTo>
                    <a:pt x="0" y="4953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55">
              <a:extLst>
                <a:ext uri="{FF2B5EF4-FFF2-40B4-BE49-F238E27FC236}">
                  <a16:creationId xmlns:a16="http://schemas.microsoft.com/office/drawing/2014/main" id="{B1193F42-BF9F-E4C0-1E17-2A5C19D59E4C}"/>
                </a:ext>
              </a:extLst>
            </p:cNvPr>
            <p:cNvSpPr/>
            <p:nvPr/>
          </p:nvSpPr>
          <p:spPr>
            <a:xfrm>
              <a:off x="4253954" y="4425198"/>
              <a:ext cx="0" cy="57504"/>
            </a:xfrm>
            <a:custGeom>
              <a:avLst/>
              <a:gdLst/>
              <a:ahLst/>
              <a:cxnLst/>
              <a:rect l="l" t="t" r="r" b="b"/>
              <a:pathLst>
                <a:path h="29845">
                  <a:moveTo>
                    <a:pt x="0" y="0"/>
                  </a:moveTo>
                  <a:lnTo>
                    <a:pt x="0" y="29717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56">
              <a:extLst>
                <a:ext uri="{FF2B5EF4-FFF2-40B4-BE49-F238E27FC236}">
                  <a16:creationId xmlns:a16="http://schemas.microsoft.com/office/drawing/2014/main" id="{CC0C349B-4575-ABCF-FD18-955E1D48FD87}"/>
                </a:ext>
              </a:extLst>
            </p:cNvPr>
            <p:cNvSpPr/>
            <p:nvPr/>
          </p:nvSpPr>
          <p:spPr>
            <a:xfrm>
              <a:off x="3593266" y="5163702"/>
              <a:ext cx="135808" cy="0"/>
            </a:xfrm>
            <a:custGeom>
              <a:avLst/>
              <a:gdLst/>
              <a:ahLst/>
              <a:cxnLst/>
              <a:rect l="l" t="t" r="r" b="b"/>
              <a:pathLst>
                <a:path w="70485">
                  <a:moveTo>
                    <a:pt x="70104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57">
              <a:extLst>
                <a:ext uri="{FF2B5EF4-FFF2-40B4-BE49-F238E27FC236}">
                  <a16:creationId xmlns:a16="http://schemas.microsoft.com/office/drawing/2014/main" id="{31666E7E-1B43-BC00-23FD-DF27F9CE8682}"/>
                </a:ext>
              </a:extLst>
            </p:cNvPr>
            <p:cNvSpPr/>
            <p:nvPr/>
          </p:nvSpPr>
          <p:spPr>
            <a:xfrm>
              <a:off x="3613819" y="5106442"/>
              <a:ext cx="95433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4953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58">
              <a:extLst>
                <a:ext uri="{FF2B5EF4-FFF2-40B4-BE49-F238E27FC236}">
                  <a16:creationId xmlns:a16="http://schemas.microsoft.com/office/drawing/2014/main" id="{16F10205-7828-BD44-C85A-3E2CBC533C58}"/>
                </a:ext>
              </a:extLst>
            </p:cNvPr>
            <p:cNvSpPr/>
            <p:nvPr/>
          </p:nvSpPr>
          <p:spPr>
            <a:xfrm>
              <a:off x="3632906" y="5047714"/>
              <a:ext cx="57504" cy="0"/>
            </a:xfrm>
            <a:custGeom>
              <a:avLst/>
              <a:gdLst/>
              <a:ahLst/>
              <a:cxnLst/>
              <a:rect l="l" t="t" r="r" b="b"/>
              <a:pathLst>
                <a:path w="29844">
                  <a:moveTo>
                    <a:pt x="2971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59">
              <a:extLst>
                <a:ext uri="{FF2B5EF4-FFF2-40B4-BE49-F238E27FC236}">
                  <a16:creationId xmlns:a16="http://schemas.microsoft.com/office/drawing/2014/main" id="{F9753F09-2790-3E66-BC95-8F52D9F6C10C}"/>
                </a:ext>
              </a:extLst>
            </p:cNvPr>
            <p:cNvSpPr/>
            <p:nvPr/>
          </p:nvSpPr>
          <p:spPr>
            <a:xfrm>
              <a:off x="2950193" y="4388493"/>
              <a:ext cx="0" cy="134585"/>
            </a:xfrm>
            <a:custGeom>
              <a:avLst/>
              <a:gdLst/>
              <a:ahLst/>
              <a:cxnLst/>
              <a:rect l="l" t="t" r="r" b="b"/>
              <a:pathLst>
                <a:path h="69850">
                  <a:moveTo>
                    <a:pt x="0" y="6934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60">
              <a:extLst>
                <a:ext uri="{FF2B5EF4-FFF2-40B4-BE49-F238E27FC236}">
                  <a16:creationId xmlns:a16="http://schemas.microsoft.com/office/drawing/2014/main" id="{AE81C139-9239-A520-46AE-24902D1668D1}"/>
                </a:ext>
              </a:extLst>
            </p:cNvPr>
            <p:cNvSpPr/>
            <p:nvPr/>
          </p:nvSpPr>
          <p:spPr>
            <a:xfrm>
              <a:off x="3008921" y="4407579"/>
              <a:ext cx="0" cy="95433"/>
            </a:xfrm>
            <a:custGeom>
              <a:avLst/>
              <a:gdLst/>
              <a:ahLst/>
              <a:cxnLst/>
              <a:rect l="l" t="t" r="r" b="b"/>
              <a:pathLst>
                <a:path h="49529">
                  <a:moveTo>
                    <a:pt x="0" y="4952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61">
              <a:extLst>
                <a:ext uri="{FF2B5EF4-FFF2-40B4-BE49-F238E27FC236}">
                  <a16:creationId xmlns:a16="http://schemas.microsoft.com/office/drawing/2014/main" id="{68608E00-4ED6-5F71-26C9-B72CE1B11606}"/>
                </a:ext>
              </a:extLst>
            </p:cNvPr>
            <p:cNvSpPr/>
            <p:nvPr/>
          </p:nvSpPr>
          <p:spPr>
            <a:xfrm>
              <a:off x="3066182" y="4426666"/>
              <a:ext cx="0" cy="57504"/>
            </a:xfrm>
            <a:custGeom>
              <a:avLst/>
              <a:gdLst/>
              <a:ahLst/>
              <a:cxnLst/>
              <a:rect l="l" t="t" r="r" b="b"/>
              <a:pathLst>
                <a:path h="29845">
                  <a:moveTo>
                    <a:pt x="0" y="297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63">
              <a:extLst>
                <a:ext uri="{FF2B5EF4-FFF2-40B4-BE49-F238E27FC236}">
                  <a16:creationId xmlns:a16="http://schemas.microsoft.com/office/drawing/2014/main" id="{392CB6C1-DC0B-4EE2-111B-2CB80000ED47}"/>
                </a:ext>
              </a:extLst>
            </p:cNvPr>
            <p:cNvSpPr/>
            <p:nvPr/>
          </p:nvSpPr>
          <p:spPr>
            <a:xfrm>
              <a:off x="2867973" y="3663202"/>
              <a:ext cx="1585656" cy="1584432"/>
            </a:xfrm>
            <a:custGeom>
              <a:avLst/>
              <a:gdLst/>
              <a:ahLst/>
              <a:cxnLst/>
              <a:rect l="l" t="t" r="r" b="b"/>
              <a:pathLst>
                <a:path w="822960" h="822325">
                  <a:moveTo>
                    <a:pt x="0" y="410718"/>
                  </a:moveTo>
                  <a:lnTo>
                    <a:pt x="2770" y="362774"/>
                  </a:lnTo>
                  <a:lnTo>
                    <a:pt x="10876" y="316467"/>
                  </a:lnTo>
                  <a:lnTo>
                    <a:pt x="24007" y="272103"/>
                  </a:lnTo>
                  <a:lnTo>
                    <a:pt x="41854" y="229988"/>
                  </a:lnTo>
                  <a:lnTo>
                    <a:pt x="64106" y="190429"/>
                  </a:lnTo>
                  <a:lnTo>
                    <a:pt x="90453" y="153732"/>
                  </a:lnTo>
                  <a:lnTo>
                    <a:pt x="120586" y="120205"/>
                  </a:lnTo>
                  <a:lnTo>
                    <a:pt x="154195" y="90153"/>
                  </a:lnTo>
                  <a:lnTo>
                    <a:pt x="190969" y="63884"/>
                  </a:lnTo>
                  <a:lnTo>
                    <a:pt x="230599" y="41703"/>
                  </a:lnTo>
                  <a:lnTo>
                    <a:pt x="272775" y="23918"/>
                  </a:lnTo>
                  <a:lnTo>
                    <a:pt x="317187" y="10834"/>
                  </a:lnTo>
                  <a:lnTo>
                    <a:pt x="363525" y="2759"/>
                  </a:lnTo>
                  <a:lnTo>
                    <a:pt x="411480" y="0"/>
                  </a:lnTo>
                  <a:lnTo>
                    <a:pt x="459434" y="2759"/>
                  </a:lnTo>
                  <a:lnTo>
                    <a:pt x="505772" y="10834"/>
                  </a:lnTo>
                  <a:lnTo>
                    <a:pt x="550184" y="23918"/>
                  </a:lnTo>
                  <a:lnTo>
                    <a:pt x="592360" y="41703"/>
                  </a:lnTo>
                  <a:lnTo>
                    <a:pt x="631990" y="63884"/>
                  </a:lnTo>
                  <a:lnTo>
                    <a:pt x="668764" y="90153"/>
                  </a:lnTo>
                  <a:lnTo>
                    <a:pt x="702373" y="120205"/>
                  </a:lnTo>
                  <a:lnTo>
                    <a:pt x="732506" y="153732"/>
                  </a:lnTo>
                  <a:lnTo>
                    <a:pt x="758853" y="190429"/>
                  </a:lnTo>
                  <a:lnTo>
                    <a:pt x="781105" y="229988"/>
                  </a:lnTo>
                  <a:lnTo>
                    <a:pt x="798952" y="272103"/>
                  </a:lnTo>
                  <a:lnTo>
                    <a:pt x="812083" y="316467"/>
                  </a:lnTo>
                  <a:lnTo>
                    <a:pt x="820189" y="362774"/>
                  </a:lnTo>
                  <a:lnTo>
                    <a:pt x="822960" y="410718"/>
                  </a:lnTo>
                  <a:lnTo>
                    <a:pt x="820189" y="458672"/>
                  </a:lnTo>
                  <a:lnTo>
                    <a:pt x="812083" y="505010"/>
                  </a:lnTo>
                  <a:lnTo>
                    <a:pt x="798952" y="549422"/>
                  </a:lnTo>
                  <a:lnTo>
                    <a:pt x="781105" y="591598"/>
                  </a:lnTo>
                  <a:lnTo>
                    <a:pt x="758853" y="631228"/>
                  </a:lnTo>
                  <a:lnTo>
                    <a:pt x="732506" y="668002"/>
                  </a:lnTo>
                  <a:lnTo>
                    <a:pt x="702373" y="701611"/>
                  </a:lnTo>
                  <a:lnTo>
                    <a:pt x="668764" y="731744"/>
                  </a:lnTo>
                  <a:lnTo>
                    <a:pt x="631990" y="758091"/>
                  </a:lnTo>
                  <a:lnTo>
                    <a:pt x="592360" y="780343"/>
                  </a:lnTo>
                  <a:lnTo>
                    <a:pt x="550184" y="798190"/>
                  </a:lnTo>
                  <a:lnTo>
                    <a:pt x="505772" y="811321"/>
                  </a:lnTo>
                  <a:lnTo>
                    <a:pt x="459434" y="819427"/>
                  </a:lnTo>
                  <a:lnTo>
                    <a:pt x="411480" y="822198"/>
                  </a:lnTo>
                  <a:lnTo>
                    <a:pt x="363525" y="819427"/>
                  </a:lnTo>
                  <a:lnTo>
                    <a:pt x="317187" y="811321"/>
                  </a:lnTo>
                  <a:lnTo>
                    <a:pt x="272775" y="798190"/>
                  </a:lnTo>
                  <a:lnTo>
                    <a:pt x="230599" y="780343"/>
                  </a:lnTo>
                  <a:lnTo>
                    <a:pt x="190969" y="758091"/>
                  </a:lnTo>
                  <a:lnTo>
                    <a:pt x="154195" y="731744"/>
                  </a:lnTo>
                  <a:lnTo>
                    <a:pt x="120586" y="701611"/>
                  </a:lnTo>
                  <a:lnTo>
                    <a:pt x="90453" y="668002"/>
                  </a:lnTo>
                  <a:lnTo>
                    <a:pt x="64106" y="631228"/>
                  </a:lnTo>
                  <a:lnTo>
                    <a:pt x="41854" y="591598"/>
                  </a:lnTo>
                  <a:lnTo>
                    <a:pt x="24007" y="549422"/>
                  </a:lnTo>
                  <a:lnTo>
                    <a:pt x="10876" y="505010"/>
                  </a:lnTo>
                  <a:lnTo>
                    <a:pt x="2770" y="458672"/>
                  </a:lnTo>
                  <a:lnTo>
                    <a:pt x="0" y="410718"/>
                  </a:lnTo>
                  <a:close/>
                </a:path>
                <a:path w="822960" h="822325">
                  <a:moveTo>
                    <a:pt x="0" y="410718"/>
                  </a:moveTo>
                  <a:lnTo>
                    <a:pt x="2770" y="362774"/>
                  </a:lnTo>
                  <a:lnTo>
                    <a:pt x="10876" y="316467"/>
                  </a:lnTo>
                  <a:lnTo>
                    <a:pt x="24007" y="272103"/>
                  </a:lnTo>
                  <a:lnTo>
                    <a:pt x="41854" y="229988"/>
                  </a:lnTo>
                  <a:lnTo>
                    <a:pt x="64106" y="190429"/>
                  </a:lnTo>
                  <a:lnTo>
                    <a:pt x="90453" y="153732"/>
                  </a:lnTo>
                  <a:lnTo>
                    <a:pt x="120586" y="120205"/>
                  </a:lnTo>
                  <a:lnTo>
                    <a:pt x="154195" y="90153"/>
                  </a:lnTo>
                  <a:lnTo>
                    <a:pt x="190969" y="63884"/>
                  </a:lnTo>
                  <a:lnTo>
                    <a:pt x="230599" y="41703"/>
                  </a:lnTo>
                  <a:lnTo>
                    <a:pt x="272775" y="23918"/>
                  </a:lnTo>
                  <a:lnTo>
                    <a:pt x="317187" y="10834"/>
                  </a:lnTo>
                  <a:lnTo>
                    <a:pt x="363525" y="2759"/>
                  </a:lnTo>
                  <a:lnTo>
                    <a:pt x="411480" y="0"/>
                  </a:lnTo>
                  <a:lnTo>
                    <a:pt x="459434" y="2759"/>
                  </a:lnTo>
                  <a:lnTo>
                    <a:pt x="505772" y="10834"/>
                  </a:lnTo>
                  <a:lnTo>
                    <a:pt x="550184" y="23918"/>
                  </a:lnTo>
                  <a:lnTo>
                    <a:pt x="592360" y="41703"/>
                  </a:lnTo>
                  <a:lnTo>
                    <a:pt x="631990" y="63884"/>
                  </a:lnTo>
                  <a:lnTo>
                    <a:pt x="668764" y="90153"/>
                  </a:lnTo>
                  <a:lnTo>
                    <a:pt x="702373" y="120205"/>
                  </a:lnTo>
                  <a:lnTo>
                    <a:pt x="732506" y="153732"/>
                  </a:lnTo>
                  <a:lnTo>
                    <a:pt x="758853" y="190429"/>
                  </a:lnTo>
                  <a:lnTo>
                    <a:pt x="781105" y="229988"/>
                  </a:lnTo>
                  <a:lnTo>
                    <a:pt x="798952" y="272103"/>
                  </a:lnTo>
                  <a:lnTo>
                    <a:pt x="812083" y="316467"/>
                  </a:lnTo>
                  <a:lnTo>
                    <a:pt x="820189" y="362774"/>
                  </a:lnTo>
                  <a:lnTo>
                    <a:pt x="822960" y="410718"/>
                  </a:lnTo>
                  <a:lnTo>
                    <a:pt x="820189" y="458672"/>
                  </a:lnTo>
                  <a:lnTo>
                    <a:pt x="812083" y="505010"/>
                  </a:lnTo>
                  <a:lnTo>
                    <a:pt x="798952" y="549422"/>
                  </a:lnTo>
                  <a:lnTo>
                    <a:pt x="781105" y="591598"/>
                  </a:lnTo>
                  <a:lnTo>
                    <a:pt x="758853" y="631228"/>
                  </a:lnTo>
                  <a:lnTo>
                    <a:pt x="732506" y="668002"/>
                  </a:lnTo>
                  <a:lnTo>
                    <a:pt x="702373" y="701611"/>
                  </a:lnTo>
                  <a:lnTo>
                    <a:pt x="668764" y="731744"/>
                  </a:lnTo>
                  <a:lnTo>
                    <a:pt x="631990" y="758091"/>
                  </a:lnTo>
                  <a:lnTo>
                    <a:pt x="592360" y="780343"/>
                  </a:lnTo>
                  <a:lnTo>
                    <a:pt x="550184" y="798190"/>
                  </a:lnTo>
                  <a:lnTo>
                    <a:pt x="505772" y="811321"/>
                  </a:lnTo>
                  <a:lnTo>
                    <a:pt x="459434" y="819427"/>
                  </a:lnTo>
                  <a:lnTo>
                    <a:pt x="411480" y="822198"/>
                  </a:lnTo>
                  <a:lnTo>
                    <a:pt x="363525" y="819427"/>
                  </a:lnTo>
                  <a:lnTo>
                    <a:pt x="317187" y="811321"/>
                  </a:lnTo>
                  <a:lnTo>
                    <a:pt x="272775" y="798190"/>
                  </a:lnTo>
                  <a:lnTo>
                    <a:pt x="230599" y="780343"/>
                  </a:lnTo>
                  <a:lnTo>
                    <a:pt x="190969" y="758091"/>
                  </a:lnTo>
                  <a:lnTo>
                    <a:pt x="154195" y="731744"/>
                  </a:lnTo>
                  <a:lnTo>
                    <a:pt x="120586" y="701611"/>
                  </a:lnTo>
                  <a:lnTo>
                    <a:pt x="90453" y="668002"/>
                  </a:lnTo>
                  <a:lnTo>
                    <a:pt x="64106" y="631228"/>
                  </a:lnTo>
                  <a:lnTo>
                    <a:pt x="41854" y="591598"/>
                  </a:lnTo>
                  <a:lnTo>
                    <a:pt x="24007" y="549422"/>
                  </a:lnTo>
                  <a:lnTo>
                    <a:pt x="10876" y="505010"/>
                  </a:lnTo>
                  <a:lnTo>
                    <a:pt x="2770" y="458672"/>
                  </a:lnTo>
                  <a:lnTo>
                    <a:pt x="0" y="410718"/>
                  </a:lnTo>
                  <a:close/>
                </a:path>
              </a:pathLst>
            </a:custGeom>
            <a:ln w="26555">
              <a:solidFill>
                <a:srgbClr val="6363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45">
            <a:extLst>
              <a:ext uri="{FF2B5EF4-FFF2-40B4-BE49-F238E27FC236}">
                <a16:creationId xmlns:a16="http://schemas.microsoft.com/office/drawing/2014/main" id="{5F832E81-9649-50B8-800C-466A3659DDB9}"/>
              </a:ext>
            </a:extLst>
          </p:cNvPr>
          <p:cNvSpPr txBox="1"/>
          <p:nvPr/>
        </p:nvSpPr>
        <p:spPr>
          <a:xfrm>
            <a:off x="5149834" y="5396615"/>
            <a:ext cx="2899017" cy="398321"/>
          </a:xfrm>
          <a:prstGeom prst="rect">
            <a:avLst/>
          </a:prstGeom>
        </p:spPr>
        <p:txBody>
          <a:bodyPr vert="horz" wrap="square" lIns="0" tIns="26296" rIns="0" bIns="0" rtlCol="0">
            <a:spAutoFit/>
          </a:bodyPr>
          <a:lstStyle/>
          <a:p>
            <a:pPr algn="ctr">
              <a:spcBef>
                <a:spcPts val="207"/>
              </a:spcBef>
            </a:pPr>
            <a:r>
              <a:rPr sz="2416" spc="-17" dirty="0" err="1">
                <a:solidFill>
                  <a:srgbClr val="C00000"/>
                </a:solidFill>
                <a:latin typeface="Comic Sans MS"/>
                <a:cs typeface="Comic Sans MS"/>
              </a:rPr>
              <a:t>Diffrence</a:t>
            </a:r>
            <a:r>
              <a:rPr lang="sv-SE" sz="2416" spc="-17" dirty="0">
                <a:solidFill>
                  <a:srgbClr val="C00000"/>
                </a:solidFill>
                <a:latin typeface="Comic Sans MS"/>
                <a:cs typeface="Comic Sans MS"/>
              </a:rPr>
              <a:t>s</a:t>
            </a:r>
            <a:endParaRPr sz="2416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931627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372</Words>
  <Application>Microsoft Office PowerPoint</Application>
  <PresentationFormat>Custom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- 02 MAN</dc:title>
  <dc:creator>USER</dc:creator>
  <cp:lastModifiedBy>Sara Alterkawi</cp:lastModifiedBy>
  <cp:revision>20</cp:revision>
  <dcterms:created xsi:type="dcterms:W3CDTF">2025-12-09T11:57:53Z</dcterms:created>
  <dcterms:modified xsi:type="dcterms:W3CDTF">2026-01-16T19:32:27Z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2022-10-16T00:00:00Z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2025-12-09T00:00:00Z</vt:filetime>
  </property>
  <property fmtid="{D5CDD505-2E9C-101B-9397-08002B2CF9AE}" pid="5" name="Producer">
    <vt:lpwstr>Acrobat Distiller 22.0 (Windows)</vt:lpwstr>
  </property>
</Properties>
</file>