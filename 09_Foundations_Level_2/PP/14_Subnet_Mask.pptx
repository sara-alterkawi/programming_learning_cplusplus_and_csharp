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04" r:id="rId4"/>
    <p:sldId id="309" r:id="rId5"/>
    <p:sldId id="348" r:id="rId6"/>
    <p:sldId id="317" r:id="rId7"/>
    <p:sldId id="318" r:id="rId8"/>
    <p:sldId id="319" r:id="rId9"/>
    <p:sldId id="311" r:id="rId10"/>
    <p:sldId id="320" r:id="rId11"/>
    <p:sldId id="314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Subnet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F252-7F95-9272-7CF1-6C13A3AF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31">
            <a:extLst>
              <a:ext uri="{FF2B5EF4-FFF2-40B4-BE49-F238E27FC236}">
                <a16:creationId xmlns:a16="http://schemas.microsoft.com/office/drawing/2014/main" id="{D5719D06-5643-C30B-5264-45658D785C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925" y="1357503"/>
            <a:ext cx="11107349" cy="734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21C6-1A38-55E9-1509-A6B3B16C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>
            <a:extLst>
              <a:ext uri="{FF2B5EF4-FFF2-40B4-BE49-F238E27FC236}">
                <a16:creationId xmlns:a16="http://schemas.microsoft.com/office/drawing/2014/main" id="{473DB9C4-9D6D-BFC2-3D68-B53DC158EA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1925" y="1378054"/>
            <a:ext cx="11107349" cy="730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3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5F46E-50C2-5DA6-A67F-347DBE3C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F291262-7CC5-0782-80CC-72B255F7605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504970E-4E36-4F1A-AFEC-3C0D3521F7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07BF96-09C6-4429-74BB-C1AFD17F15BE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0C51A5D-903C-1F46-DCEB-729EE731E40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A4CEA63-CA1B-3359-DA55-AB3063202A07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Subnetting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1320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BD3D246C-4AA2-F9C5-91C0-72141DA2AB1E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85904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25" dirty="0">
                <a:latin typeface="Comic Sans MS"/>
                <a:cs typeface="Comic Sans MS"/>
              </a:rPr>
              <a:t> </a:t>
            </a:r>
            <a:r>
              <a:rPr lang="en-GB" sz="4000" b="1" spc="-10" dirty="0">
                <a:latin typeface="Comic Sans MS"/>
                <a:cs typeface="Comic Sans MS"/>
              </a:rPr>
              <a:t>Subnetting?</a:t>
            </a:r>
            <a:endParaRPr lang="en-GB" sz="4000" b="1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 marL="39370" marR="5080">
              <a:lnSpc>
                <a:spcPct val="104400"/>
              </a:lnSpc>
              <a:spcBef>
                <a:spcPts val="710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Subnetting</a:t>
            </a:r>
            <a:r>
              <a:rPr lang="en-GB" sz="2400" spc="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practice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of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dividing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into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two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or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more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smaller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networks</a:t>
            </a:r>
            <a:r>
              <a:rPr lang="en-GB" sz="2400" dirty="0">
                <a:latin typeface="Comic Sans MS"/>
                <a:cs typeface="Comic Sans MS"/>
              </a:rPr>
              <a:t>.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It</a:t>
            </a:r>
            <a:r>
              <a:rPr lang="en-GB" sz="2400" spc="50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increases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routing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efficiency</a:t>
            </a:r>
            <a:r>
              <a:rPr lang="en-GB" sz="2400" dirty="0">
                <a:latin typeface="Comic Sans MS"/>
                <a:cs typeface="Comic Sans MS"/>
              </a:rPr>
              <a:t>,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enhances</a:t>
            </a:r>
            <a:r>
              <a:rPr lang="en-GB" sz="2400" spc="6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security</a:t>
            </a:r>
            <a:r>
              <a:rPr lang="en-GB" sz="2400" u="sng" spc="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network.</a:t>
            </a:r>
            <a:endParaRPr lang="en-GB" sz="2400" dirty="0">
              <a:latin typeface="Comic Sans MS"/>
              <a:cs typeface="Comic Sans MS"/>
            </a:endParaRPr>
          </a:p>
        </p:txBody>
      </p:sp>
      <p:pic>
        <p:nvPicPr>
          <p:cNvPr id="6" name="object 31">
            <a:extLst>
              <a:ext uri="{FF2B5EF4-FFF2-40B4-BE49-F238E27FC236}">
                <a16:creationId xmlns:a16="http://schemas.microsoft.com/office/drawing/2014/main" id="{B7A8FFD4-47BA-906D-8039-CE8C6804BC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0583" y="2897047"/>
            <a:ext cx="6450033" cy="42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8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F2DA-7CF9-7E13-35A0-9462AE57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11792A81-9D7A-6525-C49A-923328CDC117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570496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723900" algn="ctr">
              <a:lnSpc>
                <a:spcPct val="100000"/>
              </a:lnSpc>
              <a:spcBef>
                <a:spcPts val="115"/>
              </a:spcBef>
            </a:pPr>
            <a:r>
              <a:rPr lang="en-GB" sz="4000" b="1" spc="-10" dirty="0">
                <a:solidFill>
                  <a:srgbClr val="488CAE"/>
                </a:solidFill>
                <a:latin typeface="Comic Sans MS"/>
                <a:cs typeface="Comic Sans MS"/>
              </a:rPr>
              <a:t>203.177.100.2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 marL="723900" algn="l">
              <a:lnSpc>
                <a:spcPct val="100000"/>
              </a:lnSpc>
              <a:spcBef>
                <a:spcPts val="115"/>
              </a:spcBef>
            </a:pPr>
            <a:r>
              <a:rPr lang="en-GB" sz="2400" b="1" dirty="0">
                <a:latin typeface="Comic Sans MS"/>
                <a:cs typeface="Comic Sans MS"/>
              </a:rPr>
              <a:t>			Network</a:t>
            </a:r>
            <a:r>
              <a:rPr lang="en-GB" sz="2400" b="1" spc="85" dirty="0">
                <a:latin typeface="Comic Sans MS"/>
                <a:cs typeface="Comic Sans MS"/>
              </a:rPr>
              <a:t> </a:t>
            </a:r>
            <a:r>
              <a:rPr lang="en-GB" sz="2400" b="1" spc="-25" dirty="0">
                <a:latin typeface="Comic Sans MS"/>
                <a:cs typeface="Comic Sans MS"/>
              </a:rPr>
              <a:t>ID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r>
              <a:rPr lang="en-GB" sz="2400" b="1" spc="-25" dirty="0">
                <a:latin typeface="Comic Sans MS"/>
                <a:cs typeface="Comic Sans MS"/>
              </a:rPr>
              <a:t>IP</a:t>
            </a:r>
            <a:endParaRPr lang="en-GB" sz="2400" dirty="0">
              <a:latin typeface="Comic Sans MS"/>
              <a:cs typeface="Comic Sans MS"/>
            </a:endParaRPr>
          </a:p>
          <a:p>
            <a:pPr marL="725170">
              <a:lnSpc>
                <a:spcPct val="100000"/>
              </a:lnSpc>
              <a:spcBef>
                <a:spcPts val="240"/>
              </a:spcBef>
            </a:pPr>
            <a:r>
              <a:rPr lang="en-GB" sz="2400" b="1" dirty="0">
                <a:latin typeface="Comic Sans MS"/>
                <a:cs typeface="Comic Sans MS"/>
              </a:rPr>
              <a:t>			Host</a:t>
            </a:r>
            <a:r>
              <a:rPr lang="en-GB" sz="2400" b="1" spc="40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(Device)</a:t>
            </a:r>
            <a:r>
              <a:rPr lang="en-GB" sz="2400" b="1" spc="65" dirty="0">
                <a:latin typeface="Comic Sans MS"/>
                <a:cs typeface="Comic Sans MS"/>
              </a:rPr>
              <a:t> </a:t>
            </a:r>
            <a:r>
              <a:rPr lang="en-GB" sz="2400" b="1" spc="-25" dirty="0">
                <a:latin typeface="Comic Sans MS"/>
                <a:cs typeface="Comic Sans MS"/>
              </a:rPr>
              <a:t>ID</a:t>
            </a:r>
            <a:endParaRPr lang="en-GB" sz="2400" dirty="0"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b="1" dirty="0">
                <a:solidFill>
                  <a:srgbClr val="1A6D99"/>
                </a:solidFill>
                <a:latin typeface="Comic Sans MS"/>
                <a:cs typeface="Comic Sans MS"/>
              </a:rPr>
              <a:t>Network</a:t>
            </a:r>
            <a:r>
              <a:rPr lang="en-GB" sz="2400" b="1" spc="75" dirty="0">
                <a:solidFill>
                  <a:srgbClr val="1A6D99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1A6D99"/>
                </a:solidFill>
                <a:latin typeface="Comic Sans MS"/>
                <a:cs typeface="Comic Sans MS"/>
              </a:rPr>
              <a:t>Identifier:</a:t>
            </a:r>
            <a:r>
              <a:rPr lang="en-GB" sz="2400" b="1" spc="75" dirty="0">
                <a:solidFill>
                  <a:srgbClr val="1A6D99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first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part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of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IP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address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is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network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identifier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that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chemeClr val="tx1"/>
                </a:solidFill>
                <a:latin typeface="Comic Sans MS"/>
                <a:cs typeface="Comic Sans MS"/>
              </a:rPr>
              <a:t>identifies</a:t>
            </a:r>
            <a:r>
              <a:rPr lang="en-GB" sz="2400" spc="500" dirty="0">
                <a:solidFill>
                  <a:schemeClr val="tx1"/>
                </a:solidFill>
                <a:latin typeface="Comic Sans MS"/>
                <a:cs typeface="Comic Sans MS"/>
              </a:rPr>
              <a:t> 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network</a:t>
            </a:r>
            <a:r>
              <a:rPr lang="en-GB" sz="2400" spc="5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segment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in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which</a:t>
            </a:r>
            <a:r>
              <a:rPr lang="en-GB" sz="2400" spc="5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computer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is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located.</a:t>
            </a:r>
            <a:r>
              <a:rPr lang="en-GB" sz="2400" spc="5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same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network</a:t>
            </a:r>
            <a:r>
              <a:rPr lang="en-GB" sz="2400" spc="5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identifier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is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required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25" dirty="0">
                <a:solidFill>
                  <a:schemeClr val="tx1"/>
                </a:solidFill>
                <a:latin typeface="Comic Sans MS"/>
                <a:cs typeface="Comic Sans MS"/>
              </a:rPr>
              <a:t>for</a:t>
            </a:r>
            <a:r>
              <a:rPr lang="en-GB" sz="2400" spc="5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all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computers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in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same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segment,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just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as</a:t>
            </a:r>
            <a:r>
              <a:rPr lang="en-GB" sz="2400" spc="2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all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houses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in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particular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county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must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have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20" dirty="0">
                <a:solidFill>
                  <a:schemeClr val="tx1"/>
                </a:solidFill>
                <a:latin typeface="Comic Sans MS"/>
                <a:cs typeface="Comic Sans MS"/>
              </a:rPr>
              <a:t>same</a:t>
            </a:r>
            <a:r>
              <a:rPr lang="en-GB" sz="2400" spc="5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postal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chemeClr val="tx1"/>
                </a:solidFill>
                <a:latin typeface="Comic Sans MS"/>
                <a:cs typeface="Comic Sans MS"/>
              </a:rPr>
              <a:t>code.</a:t>
            </a: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R="45720">
              <a:lnSpc>
                <a:spcPct val="104400"/>
              </a:lnSpc>
              <a:spcBef>
                <a:spcPts val="5"/>
              </a:spcBef>
            </a:pPr>
            <a:r>
              <a:rPr lang="en-GB" sz="2400" b="1" dirty="0">
                <a:solidFill>
                  <a:srgbClr val="1A6D99"/>
                </a:solidFill>
                <a:latin typeface="Comic Sans MS"/>
                <a:cs typeface="Comic Sans MS"/>
              </a:rPr>
              <a:t>Host</a:t>
            </a:r>
            <a:r>
              <a:rPr lang="en-GB" sz="2400" b="1" spc="65" dirty="0">
                <a:solidFill>
                  <a:srgbClr val="1A6D99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1A6D99"/>
                </a:solidFill>
                <a:latin typeface="Comic Sans MS"/>
                <a:cs typeface="Comic Sans MS"/>
              </a:rPr>
              <a:t>identifier:</a:t>
            </a:r>
            <a:r>
              <a:rPr lang="en-GB" sz="2400" b="1" spc="55" dirty="0">
                <a:solidFill>
                  <a:srgbClr val="1A6D99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second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part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of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IP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address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is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host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identifier,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which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identifies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50" dirty="0">
                <a:solidFill>
                  <a:schemeClr val="tx1"/>
                </a:solidFill>
                <a:latin typeface="Comic Sans MS"/>
                <a:cs typeface="Comic Sans MS"/>
              </a:rPr>
              <a:t>a</a:t>
            </a:r>
            <a:r>
              <a:rPr lang="en-GB" sz="2400" spc="5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computer,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router,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or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other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device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within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segment.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host</a:t>
            </a:r>
            <a:r>
              <a:rPr lang="en-GB" sz="2400" spc="5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identifier</a:t>
            </a:r>
            <a:r>
              <a:rPr lang="en-GB" sz="2400" spc="2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must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be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unique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within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25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5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network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segment,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just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as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street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name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for</a:t>
            </a:r>
            <a:r>
              <a:rPr lang="en-GB" sz="2400" spc="3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house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within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the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postcode</a:t>
            </a:r>
            <a:r>
              <a:rPr lang="en-GB" sz="2400" spc="4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area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must</a:t>
            </a:r>
            <a:r>
              <a:rPr lang="en-GB" sz="2400" spc="35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be</a:t>
            </a:r>
            <a:r>
              <a:rPr lang="en-GB" sz="2400" spc="4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chemeClr val="tx1"/>
                </a:solidFill>
                <a:latin typeface="Comic Sans MS"/>
                <a:cs typeface="Comic Sans MS"/>
              </a:rPr>
              <a:t>unique.</a:t>
            </a: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586C6B2C-BE8F-5E9A-616A-494CF9B87039}"/>
              </a:ext>
            </a:extLst>
          </p:cNvPr>
          <p:cNvSpPr/>
          <p:nvPr/>
        </p:nvSpPr>
        <p:spPr>
          <a:xfrm>
            <a:off x="838200" y="1905000"/>
            <a:ext cx="2243251" cy="1138510"/>
          </a:xfrm>
          <a:custGeom>
            <a:avLst/>
            <a:gdLst/>
            <a:ahLst/>
            <a:cxnLst/>
            <a:rect l="l" t="t" r="r" b="b"/>
            <a:pathLst>
              <a:path w="590550" h="299719">
                <a:moveTo>
                  <a:pt x="590550" y="29718"/>
                </a:moveTo>
                <a:lnTo>
                  <a:pt x="570738" y="19812"/>
                </a:lnTo>
                <a:lnTo>
                  <a:pt x="531114" y="0"/>
                </a:lnTo>
                <a:lnTo>
                  <a:pt x="531114" y="19812"/>
                </a:lnTo>
                <a:lnTo>
                  <a:pt x="284988" y="19812"/>
                </a:lnTo>
                <a:lnTo>
                  <a:pt x="284988" y="137922"/>
                </a:lnTo>
                <a:lnTo>
                  <a:pt x="0" y="137922"/>
                </a:lnTo>
                <a:lnTo>
                  <a:pt x="0" y="158496"/>
                </a:lnTo>
                <a:lnTo>
                  <a:pt x="8382" y="158496"/>
                </a:lnTo>
                <a:lnTo>
                  <a:pt x="8382" y="160782"/>
                </a:lnTo>
                <a:lnTo>
                  <a:pt x="284988" y="160782"/>
                </a:lnTo>
                <a:lnTo>
                  <a:pt x="284988" y="279654"/>
                </a:lnTo>
                <a:lnTo>
                  <a:pt x="521970" y="279654"/>
                </a:lnTo>
                <a:lnTo>
                  <a:pt x="521970" y="299466"/>
                </a:lnTo>
                <a:lnTo>
                  <a:pt x="562102" y="279654"/>
                </a:lnTo>
                <a:lnTo>
                  <a:pt x="582168" y="269748"/>
                </a:lnTo>
                <a:lnTo>
                  <a:pt x="562102" y="259842"/>
                </a:lnTo>
                <a:lnTo>
                  <a:pt x="521970" y="240030"/>
                </a:lnTo>
                <a:lnTo>
                  <a:pt x="521970" y="259842"/>
                </a:lnTo>
                <a:lnTo>
                  <a:pt x="305562" y="259842"/>
                </a:lnTo>
                <a:lnTo>
                  <a:pt x="305562" y="160782"/>
                </a:lnTo>
                <a:lnTo>
                  <a:pt x="305562" y="158496"/>
                </a:lnTo>
                <a:lnTo>
                  <a:pt x="305562" y="39624"/>
                </a:lnTo>
                <a:lnTo>
                  <a:pt x="531114" y="39624"/>
                </a:lnTo>
                <a:lnTo>
                  <a:pt x="531114" y="59436"/>
                </a:lnTo>
                <a:lnTo>
                  <a:pt x="570738" y="39624"/>
                </a:lnTo>
                <a:lnTo>
                  <a:pt x="590550" y="29718"/>
                </a:lnTo>
                <a:close/>
              </a:path>
            </a:pathLst>
          </a:custGeom>
          <a:solidFill>
            <a:srgbClr val="488BA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112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E51E-D669-4440-A784-9E24344D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5DCE0180-8416-70A2-6E66-B4949C842478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 err="1">
                <a:latin typeface="Comic Sans MS"/>
                <a:cs typeface="Comic Sans MS"/>
              </a:rPr>
              <a:t>Subnet</a:t>
            </a:r>
            <a:r>
              <a:rPr lang="sv-SE" sz="4000" b="1" dirty="0">
                <a:latin typeface="Comic Sans MS"/>
                <a:cs typeface="Comic Sans MS"/>
              </a:rPr>
              <a:t> Mask</a:t>
            </a: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04B4576A-11F5-D87F-668B-B0E304CE45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3900" y="2522950"/>
            <a:ext cx="4343400" cy="501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3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A7B51-C26E-262F-5735-351A5AA9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767971-9371-4AEF-9F6B-971AF6712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858" y="1199242"/>
            <a:ext cx="12125484" cy="765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72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2C66-2941-A7A6-C1BC-494772AD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9EC579DF-BA4C-5964-F2DB-357D56F53015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768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 err="1">
                <a:latin typeface="Comic Sans MS"/>
                <a:cs typeface="Comic Sans MS"/>
              </a:rPr>
              <a:t>Subnet</a:t>
            </a:r>
            <a:r>
              <a:rPr lang="sv-SE" sz="4000" b="1" dirty="0">
                <a:latin typeface="Comic Sans MS"/>
                <a:cs typeface="Comic Sans MS"/>
              </a:rPr>
              <a:t> Mask</a:t>
            </a:r>
          </a:p>
        </p:txBody>
      </p:sp>
      <p:pic>
        <p:nvPicPr>
          <p:cNvPr id="2" name="object 10">
            <a:extLst>
              <a:ext uri="{FF2B5EF4-FFF2-40B4-BE49-F238E27FC236}">
                <a16:creationId xmlns:a16="http://schemas.microsoft.com/office/drawing/2014/main" id="{B71F4C2C-E73E-F278-D916-0E7A9AC0CC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3900" y="2522950"/>
            <a:ext cx="4343400" cy="501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7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AEFF72D-6F1E-B550-BBE6-416A85DFBD91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8525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184</Words>
  <Application>Microsoft Office PowerPoint</Application>
  <PresentationFormat>Custom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34</cp:revision>
  <dcterms:created xsi:type="dcterms:W3CDTF">2025-12-09T17:44:59Z</dcterms:created>
  <dcterms:modified xsi:type="dcterms:W3CDTF">2026-01-16T19:38:05Z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