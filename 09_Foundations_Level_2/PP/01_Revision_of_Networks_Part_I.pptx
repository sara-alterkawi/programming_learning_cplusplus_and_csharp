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258" r:id="rId4"/>
    <p:sldId id="301" r:id="rId5"/>
    <p:sldId id="306" r:id="rId6"/>
    <p:sldId id="302" r:id="rId7"/>
    <p:sldId id="278" r:id="rId8"/>
    <p:sldId id="303" r:id="rId9"/>
    <p:sldId id="307" r:id="rId10"/>
    <p:sldId id="304" r:id="rId11"/>
    <p:sldId id="279" r:id="rId12"/>
    <p:sldId id="280" r:id="rId13"/>
    <p:sldId id="282" r:id="rId14"/>
    <p:sldId id="269" r:id="rId15"/>
    <p:sldId id="272" r:id="rId16"/>
    <p:sldId id="313" r:id="rId1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176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Computer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What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is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Networks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888075"/>
            <a:ext cx="12352767" cy="58937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sv-SE" sz="4000" b="1" dirty="0" err="1">
                <a:solidFill>
                  <a:srgbClr val="000000"/>
                </a:solidFill>
                <a:latin typeface="Comic Sans MS"/>
                <a:cs typeface="Comic Sans MS"/>
              </a:rPr>
              <a:t>What</a:t>
            </a:r>
            <a:r>
              <a:rPr lang="sv-SE" sz="4000" b="1" spc="-104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/>
                <a:cs typeface="Comic Sans MS"/>
              </a:rPr>
              <a:t>is</a:t>
            </a:r>
            <a:r>
              <a:rPr lang="sv-SE" sz="4000" b="1" spc="-95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sv-SE" sz="4000" b="1" spc="-17" dirty="0" err="1">
                <a:solidFill>
                  <a:srgbClr val="000000"/>
                </a:solidFill>
                <a:latin typeface="Comic Sans MS"/>
                <a:cs typeface="Comic Sans MS"/>
              </a:rPr>
              <a:t>Network</a:t>
            </a:r>
            <a:r>
              <a:rPr lang="sv-SE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?</a:t>
            </a:r>
            <a:endParaRPr lang="sv-SE" sz="4000" b="1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sz="2400" b="1" dirty="0">
                <a:solidFill>
                  <a:srgbClr val="FF0000"/>
                </a:solidFill>
                <a:latin typeface="Comic Sans MS"/>
                <a:cs typeface="Comic Sans MS"/>
              </a:rPr>
              <a:t>Network:</a:t>
            </a:r>
            <a:r>
              <a:rPr sz="2400" b="1" spc="78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is</a:t>
            </a:r>
            <a:r>
              <a:rPr sz="2400" b="1" spc="26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a</a:t>
            </a:r>
            <a:r>
              <a:rPr sz="2400" b="1" spc="35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group</a:t>
            </a:r>
            <a:r>
              <a:rPr sz="2400" b="1" spc="69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of</a:t>
            </a:r>
            <a:r>
              <a:rPr sz="2400" b="1" spc="43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connected</a:t>
            </a:r>
            <a:r>
              <a:rPr sz="2400" b="1" spc="121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computer</a:t>
            </a:r>
            <a:r>
              <a:rPr sz="2400" b="1" spc="69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and</a:t>
            </a:r>
            <a:r>
              <a:rPr sz="2400" b="1" spc="35" dirty="0">
                <a:latin typeface="Comic Sans MS"/>
                <a:cs typeface="Comic Sans MS"/>
              </a:rPr>
              <a:t> </a:t>
            </a:r>
            <a:r>
              <a:rPr sz="2400" b="1" spc="-17" dirty="0">
                <a:latin typeface="Comic Sans MS"/>
                <a:cs typeface="Comic Sans MS"/>
              </a:rPr>
              <a:t>devices.</a:t>
            </a:r>
            <a:endParaRPr sz="2400" dirty="0">
              <a:latin typeface="Comic Sans MS"/>
              <a:cs typeface="Comic Sans MS"/>
            </a:endParaRPr>
          </a:p>
          <a:p>
            <a:pPr marL="485330" marR="312250" indent="-342900">
              <a:spcBef>
                <a:spcPts val="878"/>
              </a:spcBef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</a:pP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For</a:t>
            </a:r>
            <a:r>
              <a:rPr sz="2400" spc="-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example</a:t>
            </a:r>
            <a:r>
              <a:rPr sz="2400" dirty="0">
                <a:latin typeface="Comic Sans MS"/>
                <a:cs typeface="Comic Sans MS"/>
              </a:rPr>
              <a:t>,</a:t>
            </a:r>
            <a:r>
              <a:rPr sz="2400" spc="-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computers,</a:t>
            </a:r>
            <a:r>
              <a:rPr sz="2400" spc="9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phones,</a:t>
            </a:r>
            <a:r>
              <a:rPr sz="2400" spc="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17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other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devices</a:t>
            </a:r>
            <a:r>
              <a:rPr sz="2400" spc="293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that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your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family</a:t>
            </a:r>
            <a:r>
              <a:rPr sz="2400" spc="52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owns</a:t>
            </a:r>
            <a:r>
              <a:rPr sz="2400" spc="9" dirty="0">
                <a:latin typeface="Comic Sans MS"/>
                <a:cs typeface="Comic Sans MS"/>
              </a:rPr>
              <a:t> </a:t>
            </a:r>
            <a:r>
              <a:rPr sz="2400" spc="-43" dirty="0">
                <a:latin typeface="Comic Sans MS"/>
                <a:cs typeface="Comic Sans MS"/>
              </a:rPr>
              <a:t>are </a:t>
            </a:r>
            <a:r>
              <a:rPr sz="2400" dirty="0">
                <a:latin typeface="Comic Sans MS"/>
                <a:cs typeface="Comic Sans MS"/>
              </a:rPr>
              <a:t>all</a:t>
            </a:r>
            <a:r>
              <a:rPr sz="2400" spc="682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part</a:t>
            </a:r>
            <a:r>
              <a:rPr sz="2400" spc="27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your</a:t>
            </a:r>
            <a:r>
              <a:rPr sz="2400" spc="9" dirty="0"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home</a:t>
            </a:r>
            <a:r>
              <a:rPr sz="2400" spc="17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computer</a:t>
            </a:r>
            <a:r>
              <a:rPr sz="2400" spc="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7" dirty="0">
                <a:solidFill>
                  <a:srgbClr val="FF0000"/>
                </a:solidFill>
                <a:latin typeface="Comic Sans MS"/>
                <a:cs typeface="Comic Sans MS"/>
              </a:rPr>
              <a:t>network</a:t>
            </a:r>
            <a:r>
              <a:rPr sz="2400" spc="-17" dirty="0">
                <a:latin typeface="Comic Sans MS"/>
                <a:cs typeface="Comic Sans MS"/>
              </a:rPr>
              <a:t>.</a:t>
            </a:r>
            <a:endParaRPr lang="sv-SE" sz="2400" spc="-17" dirty="0">
              <a:latin typeface="Comic Sans MS"/>
              <a:cs typeface="Comic Sans MS"/>
            </a:endParaRPr>
          </a:p>
          <a:p>
            <a:pPr marL="485330" marR="312250" indent="-342900">
              <a:spcBef>
                <a:spcPts val="878"/>
              </a:spcBef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</a:pPr>
            <a:r>
              <a:rPr sz="2400" dirty="0">
                <a:latin typeface="Comic Sans MS"/>
                <a:cs typeface="Comic Sans MS"/>
              </a:rPr>
              <a:t>When</a:t>
            </a:r>
            <a:r>
              <a:rPr sz="2400" spc="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</a:t>
            </a:r>
            <a:r>
              <a:rPr sz="2400" spc="-17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get</a:t>
            </a:r>
            <a:r>
              <a:rPr sz="2400" spc="-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26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new</a:t>
            </a:r>
            <a:r>
              <a:rPr sz="24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tablet</a:t>
            </a:r>
            <a:r>
              <a:rPr sz="24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and</a:t>
            </a:r>
            <a:r>
              <a:rPr sz="2400" u="sng" spc="26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enter</a:t>
            </a:r>
            <a:r>
              <a:rPr sz="2400" u="sng" spc="4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in</a:t>
            </a:r>
            <a:r>
              <a:rPr sz="2400" u="sng" spc="-2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the </a:t>
            </a:r>
            <a:r>
              <a:rPr sz="2400" u="sng" spc="-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Wi-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Fi</a:t>
            </a:r>
            <a:r>
              <a:rPr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password</a:t>
            </a:r>
            <a:r>
              <a:rPr sz="2400" dirty="0">
                <a:latin typeface="Comic Sans MS"/>
                <a:cs typeface="Comic Sans MS"/>
              </a:rPr>
              <a:t>,</a:t>
            </a:r>
            <a:r>
              <a:rPr sz="2400" spc="10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you’re</a:t>
            </a:r>
            <a:r>
              <a:rPr sz="2400" spc="293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joining</a:t>
            </a:r>
            <a:r>
              <a:rPr sz="2400" spc="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35" dirty="0">
                <a:latin typeface="Comic Sans MS"/>
                <a:cs typeface="Comic Sans MS"/>
              </a:rPr>
              <a:t>that</a:t>
            </a:r>
            <a:r>
              <a:rPr lang="sv-SE" sz="2400" spc="-35" dirty="0">
                <a:latin typeface="Comic Sans MS"/>
                <a:cs typeface="Comic Sans MS"/>
              </a:rPr>
              <a:t> t</a:t>
            </a:r>
            <a:r>
              <a:rPr sz="2400" dirty="0">
                <a:latin typeface="Comic Sans MS"/>
                <a:cs typeface="Comic Sans MS"/>
              </a:rPr>
              <a:t>ablet</a:t>
            </a:r>
            <a:r>
              <a:rPr lang="sv-SE" sz="2400" spc="682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17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</a:t>
            </a:r>
            <a:r>
              <a:rPr sz="2400" u="sng" spc="-2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home</a:t>
            </a:r>
            <a:r>
              <a:rPr sz="2400" u="sng" spc="27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computer</a:t>
            </a:r>
            <a:r>
              <a:rPr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spc="-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</a:t>
            </a:r>
            <a:r>
              <a:rPr sz="2400" spc="-17" dirty="0">
                <a:latin typeface="Comic Sans MS"/>
                <a:cs typeface="Comic Sans MS"/>
              </a:rPr>
              <a:t>.</a:t>
            </a:r>
            <a:endParaRPr sz="2400" dirty="0">
              <a:latin typeface="Comic Sans MS"/>
              <a:cs typeface="Comic Sans MS"/>
            </a:endParaRPr>
          </a:p>
          <a:p>
            <a:pPr>
              <a:spcBef>
                <a:spcPts val="371"/>
              </a:spcBef>
            </a:pPr>
            <a:endParaRPr sz="2416" dirty="0">
              <a:latin typeface="Comic Sans MS"/>
              <a:cs typeface="Comic Sans MS"/>
            </a:endParaRPr>
          </a:p>
          <a:p>
            <a:pPr marL="116135"/>
            <a:r>
              <a:rPr sz="4000" b="1" dirty="0">
                <a:latin typeface="Comic Sans MS"/>
                <a:cs typeface="Comic Sans MS"/>
              </a:rPr>
              <a:t>Why</a:t>
            </a:r>
            <a:r>
              <a:rPr sz="4000" b="1" spc="35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do</a:t>
            </a:r>
            <a:r>
              <a:rPr sz="4000" b="1" spc="9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we</a:t>
            </a:r>
            <a:r>
              <a:rPr sz="4000" b="1" spc="52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need</a:t>
            </a:r>
            <a:r>
              <a:rPr sz="4000" b="1" spc="43" dirty="0">
                <a:latin typeface="Comic Sans MS"/>
                <a:cs typeface="Comic Sans MS"/>
              </a:rPr>
              <a:t> </a:t>
            </a:r>
            <a:r>
              <a:rPr sz="4000" b="1" spc="-17" dirty="0">
                <a:latin typeface="Comic Sans MS"/>
                <a:cs typeface="Comic Sans MS"/>
              </a:rPr>
              <a:t>Network?</a:t>
            </a:r>
            <a:endParaRPr sz="4000" dirty="0">
              <a:latin typeface="Comic Sans MS"/>
              <a:cs typeface="Comic Sans MS"/>
            </a:endParaRPr>
          </a:p>
          <a:p>
            <a:pPr marL="485330" marR="8766" indent="-342900">
              <a:spcBef>
                <a:spcPts val="984"/>
              </a:spcBef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</a:pPr>
            <a:r>
              <a:rPr sz="2400" dirty="0">
                <a:latin typeface="Comic Sans MS"/>
                <a:cs typeface="Comic Sans MS"/>
              </a:rPr>
              <a:t>Devices in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same</a:t>
            </a:r>
            <a:r>
              <a:rPr sz="2400" spc="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network</a:t>
            </a:r>
            <a:r>
              <a:rPr sz="2400" spc="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-43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easily</a:t>
            </a:r>
            <a:r>
              <a:rPr sz="24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communicate</a:t>
            </a:r>
            <a:r>
              <a:rPr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285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share</a:t>
            </a:r>
            <a:r>
              <a:rPr sz="2400" u="sng" spc="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resources</a:t>
            </a:r>
            <a:r>
              <a:rPr sz="2400" u="sng" spc="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with</a:t>
            </a:r>
            <a:r>
              <a:rPr sz="2400" spc="26" dirty="0">
                <a:latin typeface="Comic Sans MS"/>
                <a:cs typeface="Comic Sans MS"/>
              </a:rPr>
              <a:t> </a:t>
            </a:r>
            <a:r>
              <a:rPr sz="2400" spc="-35" dirty="0">
                <a:latin typeface="Comic Sans MS"/>
                <a:cs typeface="Comic Sans MS"/>
              </a:rPr>
              <a:t>each </a:t>
            </a:r>
            <a:r>
              <a:rPr sz="2400" spc="-17" dirty="0">
                <a:latin typeface="Comic Sans MS"/>
                <a:cs typeface="Comic Sans MS"/>
              </a:rPr>
              <a:t>other.</a:t>
            </a:r>
            <a:endParaRPr lang="sv-SE" sz="2400" spc="-17" dirty="0">
              <a:latin typeface="Comic Sans MS"/>
              <a:cs typeface="Comic Sans MS"/>
            </a:endParaRPr>
          </a:p>
          <a:p>
            <a:pPr marL="485330" marR="8766" indent="-342900">
              <a:spcBef>
                <a:spcPts val="984"/>
              </a:spcBef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</a:pPr>
            <a:r>
              <a:rPr sz="2400" dirty="0">
                <a:latin typeface="Comic Sans MS"/>
                <a:cs typeface="Comic Sans MS"/>
              </a:rPr>
              <a:t>For</a:t>
            </a:r>
            <a:r>
              <a:rPr sz="2400" spc="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example</a:t>
            </a:r>
            <a:r>
              <a:rPr sz="2400" spc="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:</a:t>
            </a:r>
            <a:r>
              <a:rPr sz="2400" spc="-17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 can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control</a:t>
            </a:r>
            <a:r>
              <a:rPr sz="2400" u="sng" spc="8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 TV</a:t>
            </a:r>
            <a:r>
              <a:rPr sz="2400" u="sng" spc="4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with</a:t>
            </a:r>
            <a:r>
              <a:rPr sz="2400" u="sng" spc="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</a:t>
            </a:r>
            <a:r>
              <a:rPr sz="24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mobile</a:t>
            </a:r>
            <a:r>
              <a:rPr sz="2400" dirty="0">
                <a:latin typeface="Comic Sans MS"/>
                <a:cs typeface="Comic Sans MS"/>
              </a:rPr>
              <a:t>,</a:t>
            </a:r>
            <a:r>
              <a:rPr sz="2400" spc="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or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35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stream</a:t>
            </a:r>
            <a:r>
              <a:rPr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spc="-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videos</a:t>
            </a:r>
            <a:r>
              <a:rPr sz="2400" spc="-17" dirty="0">
                <a:solidFill>
                  <a:srgbClr val="FF0000"/>
                </a:solidFill>
                <a:latin typeface="Comic Sans MS"/>
                <a:cs typeface="Comic Sans MS"/>
              </a:rPr>
              <a:t> 	</a:t>
            </a:r>
            <a:r>
              <a:rPr sz="2400" dirty="0">
                <a:latin typeface="Comic Sans MS"/>
                <a:cs typeface="Comic Sans MS"/>
              </a:rPr>
              <a:t>from</a:t>
            </a:r>
            <a:r>
              <a:rPr sz="2400" spc="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your</a:t>
            </a:r>
            <a:r>
              <a:rPr sz="2400" spc="65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mobile</a:t>
            </a:r>
            <a:r>
              <a:rPr sz="2400" spc="-17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to</a:t>
            </a:r>
            <a:r>
              <a:rPr sz="24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</a:t>
            </a:r>
            <a:r>
              <a:rPr sz="2400" u="sng" spc="-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spc="-4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TV</a:t>
            </a:r>
            <a:r>
              <a:rPr sz="2400" spc="-43" dirty="0">
                <a:latin typeface="Comic Sans MS"/>
                <a:cs typeface="Comic Sans MS"/>
              </a:rPr>
              <a:t>.</a:t>
            </a:r>
            <a:endParaRPr sz="24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8716B-EAF1-0708-F1A6-C76CFBC0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CE1DF7B-FF2A-1893-EDB4-6D5F579E49F4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DE37017-378A-24A4-B6F4-586EA76E865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40A69F0-1C81-3208-C10D-D4A8267179D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A8EA83-C439-96AA-2656-E90B42A3D326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7BB3045-FD20-BC9D-8E7C-F16395F16B22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Network</a:t>
            </a:r>
            <a:r>
              <a:rPr lang="sv-SE" sz="4000" b="1" spc="17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17" dirty="0" err="1">
                <a:solidFill>
                  <a:srgbClr val="FFCE53"/>
                </a:solidFill>
                <a:latin typeface="Comic Sans MS"/>
                <a:cs typeface="Comic Sans MS"/>
              </a:rPr>
              <a:t>Types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25538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61E1-C3CD-D9E4-5409-FCF370B1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2BE2E6C1-3AC2-D36A-6EF5-9F3DDD950DAA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1912">
              <a:spcBef>
                <a:spcPts val="173"/>
              </a:spcBef>
            </a:pPr>
            <a:r>
              <a:rPr lang="sv-SE" sz="4141" b="1" dirty="0" err="1">
                <a:latin typeface="Comic Sans MS"/>
                <a:cs typeface="Comic Sans MS"/>
              </a:rPr>
              <a:t>Network</a:t>
            </a:r>
            <a:r>
              <a:rPr lang="sv-SE" sz="4141" b="1" spc="-250" dirty="0">
                <a:latin typeface="Arial MT"/>
                <a:cs typeface="Arial MT"/>
              </a:rPr>
              <a:t> </a:t>
            </a:r>
            <a:r>
              <a:rPr lang="sv-SE" sz="4141" b="1" spc="-35" dirty="0" err="1">
                <a:latin typeface="Arial MT"/>
                <a:cs typeface="Arial MT"/>
              </a:rPr>
              <a:t>Types</a:t>
            </a:r>
            <a:endParaRPr lang="sv-SE" sz="4141" b="1" dirty="0">
              <a:latin typeface="Arial MT"/>
              <a:cs typeface="Arial M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2F7C58-B762-39AC-F419-0691DA775FC3}"/>
              </a:ext>
            </a:extLst>
          </p:cNvPr>
          <p:cNvGrpSpPr/>
          <p:nvPr/>
        </p:nvGrpSpPr>
        <p:grpSpPr>
          <a:xfrm>
            <a:off x="801974" y="2719131"/>
            <a:ext cx="11807251" cy="4620137"/>
            <a:chOff x="781779" y="2596589"/>
            <a:chExt cx="11807251" cy="4620137"/>
          </a:xfrm>
        </p:grpSpPr>
        <p:pic>
          <p:nvPicPr>
            <p:cNvPr id="7" name="object 16">
              <a:extLst>
                <a:ext uri="{FF2B5EF4-FFF2-40B4-BE49-F238E27FC236}">
                  <a16:creationId xmlns:a16="http://schemas.microsoft.com/office/drawing/2014/main" id="{9BE03F97-9E70-A681-5C2A-623FEFF5CB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779" y="2596589"/>
              <a:ext cx="4942185" cy="4620137"/>
            </a:xfrm>
            <a:prstGeom prst="rect">
              <a:avLst/>
            </a:prstGeom>
          </p:spPr>
        </p:pic>
        <p:pic>
          <p:nvPicPr>
            <p:cNvPr id="9" name="object 18">
              <a:extLst>
                <a:ext uri="{FF2B5EF4-FFF2-40B4-BE49-F238E27FC236}">
                  <a16:creationId xmlns:a16="http://schemas.microsoft.com/office/drawing/2014/main" id="{FB9DBA02-2DFD-2BD9-A7F4-2D0CE3B24E6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200" y="2780851"/>
              <a:ext cx="5654830" cy="43057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1233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3EBC-4E61-3CBE-6240-E43E6B83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215F3F7-1A94-4494-24E2-9E5F6EA28B55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18825B2-A5D6-DE3B-57B4-9A4582292AB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5DCCB04-9C02-B549-5CFD-8EC6E4822E02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ACDB7E9-0A42-80AE-3847-8E44B38098EB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8040105-D5D2-EF97-5305-D5FB15F05455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1-</a:t>
            </a:r>
            <a:r>
              <a:rPr lang="sv-SE" sz="4000" b="1" spc="-26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43" dirty="0">
                <a:solidFill>
                  <a:srgbClr val="FFCE53"/>
                </a:solidFill>
                <a:latin typeface="Comic Sans MS"/>
                <a:cs typeface="Comic Sans MS"/>
              </a:rPr>
              <a:t>LAN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300501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97743-63A8-4CC6-F04C-F877AACE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FA4462CB-F529-B429-69D6-4AC69E44ED56}"/>
              </a:ext>
            </a:extLst>
          </p:cNvPr>
          <p:cNvSpPr txBox="1"/>
          <p:nvPr/>
        </p:nvSpPr>
        <p:spPr>
          <a:xfrm>
            <a:off x="391225" y="1026885"/>
            <a:ext cx="12628751" cy="3030050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>
              <a:spcBef>
                <a:spcPts val="164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17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43" dirty="0">
                <a:latin typeface="Comic Sans MS"/>
                <a:cs typeface="Comic Sans MS"/>
              </a:rPr>
              <a:t> </a:t>
            </a:r>
            <a:r>
              <a:rPr lang="en-GB" sz="4000" b="1" spc="-35" dirty="0">
                <a:latin typeface="Comic Sans MS"/>
                <a:cs typeface="Comic Sans MS"/>
              </a:rPr>
              <a:t>LAN?</a:t>
            </a:r>
            <a:endParaRPr lang="en-GB" sz="4000" b="1" dirty="0">
              <a:latin typeface="Comic Sans MS"/>
              <a:cs typeface="Comic Sans MS"/>
            </a:endParaRPr>
          </a:p>
          <a:p>
            <a:pPr marL="93134">
              <a:spcBef>
                <a:spcPts val="1277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LAN:</a:t>
            </a:r>
            <a:r>
              <a:rPr lang="en-GB" sz="2400" b="1" spc="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L</a:t>
            </a:r>
            <a:r>
              <a:rPr lang="en-GB" sz="2400" b="1" dirty="0">
                <a:latin typeface="Comic Sans MS"/>
                <a:cs typeface="Comic Sans MS"/>
              </a:rPr>
              <a:t>ocal</a:t>
            </a:r>
            <a:r>
              <a:rPr lang="en-GB" sz="2400" b="1" spc="104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b="1" dirty="0">
                <a:latin typeface="Comic Sans MS"/>
                <a:cs typeface="Comic Sans MS"/>
              </a:rPr>
              <a:t>rea</a:t>
            </a:r>
            <a:r>
              <a:rPr lang="en-GB" sz="2400" b="1" spc="86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lang="en-GB" sz="2400" b="1" dirty="0">
                <a:latin typeface="Comic Sans MS"/>
                <a:cs typeface="Comic Sans MS"/>
              </a:rPr>
              <a:t>etwork</a:t>
            </a:r>
            <a:r>
              <a:rPr lang="en-GB" sz="2400" b="1" spc="104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that</a:t>
            </a:r>
            <a:r>
              <a:rPr lang="en-GB" sz="2400" b="1" spc="95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has</a:t>
            </a:r>
            <a:r>
              <a:rPr lang="en-GB" sz="2400" b="1" spc="78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a</a:t>
            </a:r>
            <a:r>
              <a:rPr lang="en-GB" sz="2400" b="1" spc="95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group</a:t>
            </a:r>
            <a:r>
              <a:rPr lang="en-GB" sz="2400" b="1" spc="95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of</a:t>
            </a:r>
            <a:r>
              <a:rPr lang="en-GB" sz="2400" b="1" spc="86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connected</a:t>
            </a:r>
            <a:r>
              <a:rPr lang="en-GB" sz="2400" b="1" spc="121" dirty="0">
                <a:latin typeface="Comic Sans MS"/>
                <a:cs typeface="Comic Sans MS"/>
              </a:rPr>
              <a:t> </a:t>
            </a:r>
            <a:r>
              <a:rPr lang="en-GB" sz="2400" b="1" spc="-17" dirty="0">
                <a:latin typeface="Comic Sans MS"/>
                <a:cs typeface="Comic Sans MS"/>
              </a:rPr>
              <a:t>devices.</a:t>
            </a:r>
            <a:endParaRPr lang="en-GB" sz="2400" dirty="0">
              <a:latin typeface="Comic Sans MS"/>
              <a:cs typeface="Comic Sans MS"/>
            </a:endParaRPr>
          </a:p>
          <a:p>
            <a:pPr marL="470001" indent="-342900">
              <a:spcBef>
                <a:spcPts val="923"/>
              </a:spcBef>
              <a:buFont typeface="Arial" panose="020B0604020202020204" pitchFamily="34" charset="0"/>
              <a:buChar char="•"/>
              <a:tabLst>
                <a:tab pos="254201" algn="l"/>
              </a:tabLst>
            </a:pPr>
            <a:r>
              <a:rPr lang="en-GB" sz="2400" dirty="0">
                <a:latin typeface="Comic Sans MS"/>
                <a:cs typeface="Comic Sans MS"/>
              </a:rPr>
              <a:t>LAN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type</a:t>
            </a:r>
            <a:r>
              <a:rPr lang="en-GB" sz="2400" spc="43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43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network</a:t>
            </a:r>
            <a:r>
              <a:rPr lang="en-GB" sz="2400" spc="3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made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up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43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nearby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computers</a:t>
            </a:r>
            <a:r>
              <a:rPr lang="en-GB" sz="2400" spc="-17" dirty="0">
                <a:latin typeface="Comic Sans MS"/>
                <a:cs typeface="Comic Sans MS"/>
              </a:rPr>
              <a:t>.</a:t>
            </a:r>
          </a:p>
          <a:p>
            <a:pPr marL="470001" indent="-342900">
              <a:spcBef>
                <a:spcPts val="923"/>
              </a:spcBef>
              <a:buFont typeface="Arial" panose="020B0604020202020204" pitchFamily="34" charset="0"/>
              <a:buChar char="•"/>
              <a:tabLst>
                <a:tab pos="254201" algn="l"/>
              </a:tabLst>
            </a:pP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LAN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can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have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anywhere</a:t>
            </a:r>
            <a:r>
              <a:rPr lang="en-GB" sz="2400" spc="371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from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few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devices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(like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home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network)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hundreds</a:t>
            </a:r>
            <a:r>
              <a:rPr lang="en-GB" sz="2400" spc="6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spc="-43" dirty="0">
                <a:solidFill>
                  <a:srgbClr val="FF0000"/>
                </a:solidFill>
                <a:latin typeface="Comic Sans MS"/>
                <a:cs typeface="Comic Sans MS"/>
              </a:rPr>
              <a:t>of</a:t>
            </a:r>
            <a:r>
              <a:rPr lang="en-GB" sz="2400" spc="863" dirty="0">
                <a:solidFill>
                  <a:srgbClr val="FF0000"/>
                </a:solidFill>
                <a:latin typeface="Comic Sans MS"/>
                <a:cs typeface="Comic Sans MS"/>
              </a:rPr>
              <a:t> 	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devices</a:t>
            </a:r>
            <a:r>
              <a:rPr lang="en-GB" sz="240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(like</a:t>
            </a:r>
            <a:r>
              <a:rPr lang="en-GB" sz="2400" spc="6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spc="6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school</a:t>
            </a:r>
            <a:r>
              <a:rPr lang="en-GB" sz="2400" spc="6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or</a:t>
            </a:r>
            <a:r>
              <a:rPr lang="en-GB" sz="2400" spc="6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rgbClr val="FF0000"/>
                </a:solidFill>
                <a:latin typeface="Comic Sans MS"/>
                <a:cs typeface="Comic Sans MS"/>
              </a:rPr>
              <a:t>hospital)</a:t>
            </a:r>
          </a:p>
          <a:p>
            <a:pPr marL="470001" indent="-342900">
              <a:spcBef>
                <a:spcPts val="923"/>
              </a:spcBef>
              <a:buFont typeface="Arial" panose="020B0604020202020204" pitchFamily="34" charset="0"/>
              <a:buChar char="•"/>
              <a:tabLst>
                <a:tab pos="254201" algn="l"/>
              </a:tabLst>
            </a:pPr>
            <a:r>
              <a:rPr lang="en-GB" sz="2400" dirty="0">
                <a:latin typeface="Comic Sans MS"/>
                <a:cs typeface="Comic Sans MS"/>
              </a:rPr>
              <a:t>Large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organizations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like</a:t>
            </a:r>
            <a:r>
              <a:rPr lang="en-GB" sz="2400" spc="352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colleges</a:t>
            </a:r>
            <a:r>
              <a:rPr lang="en-GB" sz="2400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can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have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multiple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LANs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-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maybe</a:t>
            </a:r>
            <a:r>
              <a:rPr lang="en-GB" sz="2400" spc="8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one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per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building.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90637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19EF-F84A-7E7D-A5CD-325FAC5F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1925CD2-0380-7201-7D55-215C79C44E17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CB0E5D6-6C14-1053-BD2F-A8538DA2A1E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618332D-EE3A-CE3A-3F7D-7586F43A070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806BEC4-D87B-6998-41C3-FF601EDD0726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D8DEBF04-A5C3-AB2B-EF6B-DF7863ADA05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spc="-17" dirty="0" err="1">
                <a:solidFill>
                  <a:srgbClr val="FFCD53"/>
                </a:solidFill>
                <a:latin typeface="Comic Sans MS"/>
                <a:cs typeface="Comic Sans MS"/>
              </a:rPr>
              <a:t>Communicating</a:t>
            </a:r>
            <a:r>
              <a:rPr lang="sv-SE" sz="4000" b="1" spc="-233" dirty="0">
                <a:solidFill>
                  <a:srgbClr val="FFCD53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>
                <a:solidFill>
                  <a:srgbClr val="FFCD53"/>
                </a:solidFill>
                <a:latin typeface="Comic Sans MS"/>
                <a:cs typeface="Comic Sans MS"/>
              </a:rPr>
              <a:t>on</a:t>
            </a:r>
            <a:r>
              <a:rPr lang="sv-SE" sz="4000" b="1" spc="-293" dirty="0">
                <a:solidFill>
                  <a:srgbClr val="FFCD5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43" dirty="0">
                <a:solidFill>
                  <a:srgbClr val="FFCD53"/>
                </a:solidFill>
                <a:latin typeface="Comic Sans MS"/>
                <a:cs typeface="Comic Sans MS"/>
              </a:rPr>
              <a:t>LAN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217894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61E1-C3CD-D9E4-5409-FCF370B1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2BE2E6C1-3AC2-D36A-6EF5-9F3DDD950DAA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1912">
              <a:spcBef>
                <a:spcPts val="173"/>
              </a:spcBef>
            </a:pPr>
            <a:r>
              <a:rPr lang="sv-SE" sz="4141" b="1" dirty="0">
                <a:latin typeface="Arial MT"/>
                <a:cs typeface="Arial MT"/>
              </a:rPr>
              <a:t>Connection</a:t>
            </a:r>
            <a:r>
              <a:rPr lang="sv-SE" sz="4141" b="1" spc="-250" dirty="0">
                <a:latin typeface="Arial MT"/>
                <a:cs typeface="Arial MT"/>
              </a:rPr>
              <a:t> </a:t>
            </a:r>
            <a:r>
              <a:rPr lang="sv-SE" sz="4141" b="1" spc="-35" dirty="0" err="1">
                <a:latin typeface="Arial MT"/>
                <a:cs typeface="Arial MT"/>
              </a:rPr>
              <a:t>Types</a:t>
            </a:r>
            <a:endParaRPr lang="sv-SE" sz="4141" b="1" dirty="0">
              <a:latin typeface="Arial MT"/>
              <a:cs typeface="Arial M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A061995-B8F1-ED76-4AE2-ABD757426EE4}"/>
              </a:ext>
            </a:extLst>
          </p:cNvPr>
          <p:cNvGrpSpPr/>
          <p:nvPr/>
        </p:nvGrpSpPr>
        <p:grpSpPr>
          <a:xfrm>
            <a:off x="917746" y="2780851"/>
            <a:ext cx="11575707" cy="4496698"/>
            <a:chOff x="1146524" y="2494220"/>
            <a:chExt cx="11575707" cy="4496698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FC105C9-7079-5A78-5E54-C3E2C4F820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6524" y="2494220"/>
              <a:ext cx="4670253" cy="4496696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E918F76-495F-DE96-1E3D-55A717093FA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4916" y="2531037"/>
              <a:ext cx="5967315" cy="4459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3014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A7072-7442-EF41-A49E-651DE972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E954FCD-A1F5-7AA5-5378-9F28DC99C8A6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2F151C-23B8-C0BE-3F20-69D36D6C18A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3B648E2-32E6-3D56-BBD7-91D08DD7FAD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C4EBE71-EAE8-D493-1AFC-BA246AA0ADED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E13C0AB1-1867-F1EF-2203-61E9239280BD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2-</a:t>
            </a:r>
            <a:r>
              <a:rPr lang="sv-SE" sz="4000" b="1" spc="-9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43" dirty="0">
                <a:solidFill>
                  <a:srgbClr val="FFCE53"/>
                </a:solidFill>
                <a:latin typeface="Comic Sans MS"/>
                <a:cs typeface="Comic Sans MS"/>
              </a:rPr>
              <a:t>WAN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120466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D9289-9742-2BB2-035A-869BF1F8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642AD211-5F57-A42A-4AD3-3BCC4EC3F428}"/>
              </a:ext>
            </a:extLst>
          </p:cNvPr>
          <p:cNvSpPr txBox="1"/>
          <p:nvPr/>
        </p:nvSpPr>
        <p:spPr>
          <a:xfrm>
            <a:off x="391225" y="1026884"/>
            <a:ext cx="12628751" cy="256864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>
              <a:spcBef>
                <a:spcPts val="164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17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43" dirty="0">
                <a:latin typeface="Comic Sans MS"/>
                <a:cs typeface="Comic Sans MS"/>
              </a:rPr>
              <a:t> </a:t>
            </a:r>
            <a:r>
              <a:rPr lang="en-GB" sz="4000" b="1" spc="-35" dirty="0">
                <a:latin typeface="Comic Sans MS"/>
                <a:cs typeface="Comic Sans MS"/>
              </a:rPr>
              <a:t>WAN?</a:t>
            </a:r>
            <a:endParaRPr lang="en-GB" sz="4000" b="1" dirty="0">
              <a:latin typeface="Comic Sans MS"/>
              <a:cs typeface="Comic Sans MS"/>
            </a:endParaRPr>
          </a:p>
          <a:p>
            <a:pPr marL="93134">
              <a:spcBef>
                <a:spcPts val="1277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WAN:</a:t>
            </a:r>
            <a:r>
              <a:rPr lang="en-GB" sz="2400" b="1" spc="11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W</a:t>
            </a:r>
            <a:r>
              <a:rPr lang="en-GB" sz="2400" b="1" dirty="0">
                <a:latin typeface="Comic Sans MS"/>
                <a:cs typeface="Comic Sans MS"/>
              </a:rPr>
              <a:t>ide</a:t>
            </a:r>
            <a:r>
              <a:rPr lang="en-GB" sz="2400" b="1" spc="121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b="1" dirty="0">
                <a:latin typeface="Comic Sans MS"/>
                <a:cs typeface="Comic Sans MS"/>
              </a:rPr>
              <a:t>rea</a:t>
            </a:r>
            <a:r>
              <a:rPr lang="en-GB" sz="2400" b="1" spc="104" dirty="0">
                <a:latin typeface="Comic Sans MS"/>
                <a:cs typeface="Comic Sans MS"/>
              </a:rPr>
              <a:t> </a:t>
            </a:r>
            <a:r>
              <a:rPr lang="en-GB" sz="2400" b="1" spc="-17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lang="en-GB" sz="2400" b="1" spc="-17" dirty="0">
                <a:latin typeface="Comic Sans MS"/>
                <a:cs typeface="Comic Sans MS"/>
              </a:rPr>
              <a:t>etwork.</a:t>
            </a:r>
            <a:endParaRPr lang="en-GB" sz="2400" dirty="0">
              <a:latin typeface="Comic Sans MS"/>
              <a:cs typeface="Comic Sans MS"/>
            </a:endParaRPr>
          </a:p>
          <a:p>
            <a:pPr marL="468905" marR="8766" indent="-342900">
              <a:lnSpc>
                <a:spcPct val="104400"/>
              </a:lnSpc>
              <a:spcBef>
                <a:spcPts val="878"/>
              </a:spcBef>
              <a:buFont typeface="Arial" panose="020B0604020202020204" pitchFamily="34" charset="0"/>
              <a:buChar char="•"/>
              <a:tabLst>
                <a:tab pos="255296" algn="l"/>
              </a:tabLst>
            </a:pPr>
            <a:r>
              <a:rPr lang="en-GB" sz="2400" dirty="0">
                <a:latin typeface="Comic Sans MS"/>
                <a:cs typeface="Comic Sans MS"/>
              </a:rPr>
              <a:t>WAN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made</a:t>
            </a:r>
            <a:r>
              <a:rPr lang="en-GB" sz="2400" spc="352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connected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LANs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that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are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far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from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each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other</a:t>
            </a:r>
            <a:r>
              <a:rPr lang="en-GB" sz="2400" u="sng" spc="3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(like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different</a:t>
            </a:r>
            <a:r>
              <a:rPr lang="en-GB" sz="2400" spc="863" dirty="0">
                <a:latin typeface="Comic Sans MS"/>
                <a:cs typeface="Comic Sans MS"/>
              </a:rPr>
              <a:t> 	</a:t>
            </a:r>
            <a:r>
              <a:rPr lang="en-GB" sz="2400" dirty="0">
                <a:latin typeface="Comic Sans MS"/>
                <a:cs typeface="Comic Sans MS"/>
              </a:rPr>
              <a:t>parts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country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or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world).</a:t>
            </a:r>
          </a:p>
          <a:p>
            <a:pPr marL="468905" marR="8766" indent="-342900">
              <a:lnSpc>
                <a:spcPct val="104400"/>
              </a:lnSpc>
              <a:spcBef>
                <a:spcPts val="878"/>
              </a:spcBef>
              <a:buFont typeface="Arial" panose="020B0604020202020204" pitchFamily="34" charset="0"/>
              <a:buChar char="•"/>
              <a:tabLst>
                <a:tab pos="255296" algn="l"/>
              </a:tabLst>
            </a:pPr>
            <a:r>
              <a:rPr lang="en-GB" sz="2400" dirty="0">
                <a:latin typeface="Comic Sans MS"/>
                <a:cs typeface="Comic Sans MS"/>
              </a:rPr>
              <a:t>WANs</a:t>
            </a:r>
            <a:r>
              <a:rPr lang="en-GB" sz="2400" spc="38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connect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thousands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or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even</a:t>
            </a:r>
            <a:r>
              <a:rPr lang="en-GB" sz="2400" u="sng" spc="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millions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devices.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497591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8DF0-11DC-9D9B-EB1B-DF64039A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91E7BA-37D4-EFC8-BF55-B24BA5DC011D}"/>
              </a:ext>
            </a:extLst>
          </p:cNvPr>
          <p:cNvGrpSpPr/>
          <p:nvPr/>
        </p:nvGrpSpPr>
        <p:grpSpPr>
          <a:xfrm>
            <a:off x="299904" y="1471642"/>
            <a:ext cx="12763844" cy="7115116"/>
            <a:chOff x="290550" y="695732"/>
            <a:chExt cx="12763844" cy="7115116"/>
          </a:xfrm>
        </p:grpSpPr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550" y="695732"/>
              <a:ext cx="12763844" cy="7115116"/>
            </a:xfrm>
            <a:prstGeom prst="rect">
              <a:avLst/>
            </a:prstGeom>
          </p:spPr>
        </p:pic>
        <p:pic>
          <p:nvPicPr>
            <p:cNvPr id="14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4995" y="2170225"/>
              <a:ext cx="6370572" cy="39390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2981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A1AC5-63AC-A6B2-5B63-D9F111D5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AF385AF-921B-914C-2FFC-1FE85EDC4E87}"/>
              </a:ext>
            </a:extLst>
          </p:cNvPr>
          <p:cNvGrpSpPr/>
          <p:nvPr/>
        </p:nvGrpSpPr>
        <p:grpSpPr>
          <a:xfrm>
            <a:off x="392999" y="1471642"/>
            <a:ext cx="12625202" cy="7115116"/>
            <a:chOff x="252598" y="821765"/>
            <a:chExt cx="12625202" cy="686836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F26A889-7E43-42F9-FECD-4C6E4753F449}"/>
                </a:ext>
              </a:extLst>
            </p:cNvPr>
            <p:cNvGrpSpPr/>
            <p:nvPr/>
          </p:nvGrpSpPr>
          <p:grpSpPr>
            <a:xfrm>
              <a:off x="809930" y="821765"/>
              <a:ext cx="12067870" cy="6868369"/>
              <a:chOff x="809930" y="821765"/>
              <a:chExt cx="12067870" cy="6868369"/>
            </a:xfrm>
          </p:grpSpPr>
          <p:pic>
            <p:nvPicPr>
              <p:cNvPr id="2" name="object 2">
                <a:extLst>
                  <a:ext uri="{FF2B5EF4-FFF2-40B4-BE49-F238E27FC236}">
                    <a16:creationId xmlns:a16="http://schemas.microsoft.com/office/drawing/2014/main" id="{475F39A8-68C9-548F-DBE3-442CF13E31F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72600" y="1594879"/>
                <a:ext cx="3818248" cy="2419275"/>
              </a:xfrm>
              <a:prstGeom prst="rect">
                <a:avLst/>
              </a:prstGeom>
            </p:spPr>
          </p:pic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F736E19C-111D-82C4-C100-1C48A9C583B6}"/>
                  </a:ext>
                </a:extLst>
              </p:cNvPr>
              <p:cNvSpPr txBox="1"/>
              <p:nvPr/>
            </p:nvSpPr>
            <p:spPr>
              <a:xfrm>
                <a:off x="1709270" y="4503270"/>
                <a:ext cx="899557" cy="317985"/>
              </a:xfrm>
              <a:prstGeom prst="rect">
                <a:avLst/>
              </a:prstGeom>
              <a:ln w="12192">
                <a:solidFill>
                  <a:srgbClr val="FF0000"/>
                </a:solidFill>
              </a:ln>
            </p:spPr>
            <p:txBody>
              <a:bodyPr vert="horz" wrap="square" lIns="0" tIns="48210" rIns="0" bIns="0" rtlCol="0">
                <a:spAutoFit/>
              </a:bodyPr>
              <a:lstStyle/>
              <a:p>
                <a:pPr marL="136951">
                  <a:lnSpc>
                    <a:spcPts val="2140"/>
                  </a:lnSpc>
                  <a:spcBef>
                    <a:spcPts val="380"/>
                  </a:spcBef>
                </a:pPr>
                <a:r>
                  <a:rPr sz="1898" spc="-17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Rules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EA1FA53E-33D8-D0FD-66CA-557A7B0D51C9}"/>
                  </a:ext>
                </a:extLst>
              </p:cNvPr>
              <p:cNvSpPr txBox="1"/>
              <p:nvPr/>
            </p:nvSpPr>
            <p:spPr>
              <a:xfrm>
                <a:off x="2638849" y="4092148"/>
                <a:ext cx="2618690" cy="756228"/>
              </a:xfrm>
              <a:prstGeom prst="rect">
                <a:avLst/>
              </a:prstGeom>
            </p:spPr>
            <p:txBody>
              <a:bodyPr vert="horz" wrap="square" lIns="0" tIns="94229" rIns="0" bIns="0" rtlCol="0">
                <a:spAutoFit/>
              </a:bodyPr>
              <a:lstStyle/>
              <a:p>
                <a:pPr marL="614639">
                  <a:spcBef>
                    <a:spcPts val="742"/>
                  </a:spcBef>
                </a:pPr>
                <a:r>
                  <a:rPr sz="1898" b="1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Ethernet</a:t>
                </a:r>
                <a:endParaRPr sz="1898">
                  <a:latin typeface="Comic Sans MS"/>
                  <a:cs typeface="Comic Sans MS"/>
                </a:endParaRPr>
              </a:p>
              <a:p>
                <a:pPr marL="21912">
                  <a:spcBef>
                    <a:spcPts val="576"/>
                  </a:spcBef>
                </a:pPr>
                <a:r>
                  <a:rPr sz="1898" dirty="0">
                    <a:latin typeface="Comic Sans MS"/>
                    <a:cs typeface="Comic Sans MS"/>
                  </a:rPr>
                  <a:t>that</a:t>
                </a:r>
                <a:r>
                  <a:rPr sz="1898" spc="43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computers</a:t>
                </a:r>
                <a:r>
                  <a:rPr sz="1898" spc="664" dirty="0"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follow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4BC1038B-E54E-E99F-F41F-75038028237A}"/>
                  </a:ext>
                </a:extLst>
              </p:cNvPr>
              <p:cNvSpPr txBox="1"/>
              <p:nvPr/>
            </p:nvSpPr>
            <p:spPr>
              <a:xfrm>
                <a:off x="2285819" y="4867916"/>
                <a:ext cx="2715111" cy="600169"/>
              </a:xfrm>
              <a:prstGeom prst="rect">
                <a:avLst/>
              </a:prstGeom>
            </p:spPr>
            <p:txBody>
              <a:bodyPr vert="horz" wrap="square" lIns="0" tIns="17531" rIns="0" bIns="0" rtlCol="0">
                <a:spAutoFit/>
              </a:bodyPr>
              <a:lstStyle/>
              <a:p>
                <a:pPr marL="467826" marR="8766" indent="-447008">
                  <a:lnSpc>
                    <a:spcPct val="101800"/>
                  </a:lnSpc>
                  <a:spcBef>
                    <a:spcPts val="138"/>
                  </a:spcBef>
                </a:pPr>
                <a:r>
                  <a:rPr sz="1898" dirty="0">
                    <a:latin typeface="Comic Sans MS"/>
                    <a:cs typeface="Comic Sans MS"/>
                  </a:rPr>
                  <a:t>for</a:t>
                </a:r>
                <a:r>
                  <a:rPr sz="1898" spc="78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communicating</a:t>
                </a:r>
                <a:r>
                  <a:rPr sz="1898" spc="613" dirty="0">
                    <a:latin typeface="Comic Sans MS"/>
                    <a:cs typeface="Comic Sans MS"/>
                  </a:rPr>
                  <a:t> </a:t>
                </a:r>
                <a:r>
                  <a:rPr sz="1898" spc="-35" dirty="0">
                    <a:latin typeface="Comic Sans MS"/>
                    <a:cs typeface="Comic Sans MS"/>
                  </a:rPr>
                  <a:t>on</a:t>
                </a:r>
                <a:r>
                  <a:rPr sz="1898" spc="-112" dirty="0">
                    <a:latin typeface="Comic Sans MS"/>
                    <a:cs typeface="Comic Sans MS"/>
                  </a:rPr>
                  <a:t> </a:t>
                </a:r>
                <a:r>
                  <a:rPr sz="1898" spc="-86" dirty="0">
                    <a:latin typeface="Comic Sans MS"/>
                    <a:cs typeface="Comic Sans MS"/>
                  </a:rPr>
                  <a:t>a </a:t>
                </a:r>
                <a:r>
                  <a:rPr sz="1898" u="sng" dirty="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  <a:latin typeface="Comic Sans MS"/>
                    <a:cs typeface="Comic Sans MS"/>
                  </a:rPr>
                  <a:t>wired</a:t>
                </a:r>
                <a:r>
                  <a:rPr sz="1898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network</a:t>
                </a:r>
                <a:endParaRPr sz="1898" dirty="0">
                  <a:latin typeface="Comic Sans MS"/>
                  <a:cs typeface="Comic Sans MS"/>
                </a:endParaRPr>
              </a:p>
            </p:txBody>
          </p:sp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D952F9E8-9F42-42CF-FA44-957865B4D7AF}"/>
                  </a:ext>
                </a:extLst>
              </p:cNvPr>
              <p:cNvSpPr/>
              <p:nvPr/>
            </p:nvSpPr>
            <p:spPr>
              <a:xfrm>
                <a:off x="809930" y="1857846"/>
                <a:ext cx="552226" cy="794373"/>
              </a:xfrm>
              <a:custGeom>
                <a:avLst/>
                <a:gdLst/>
                <a:ahLst/>
                <a:cxnLst/>
                <a:rect l="l" t="t" r="r" b="b"/>
                <a:pathLst>
                  <a:path w="320040" h="460375">
                    <a:moveTo>
                      <a:pt x="18084" y="0"/>
                    </a:moveTo>
                    <a:lnTo>
                      <a:pt x="9740" y="11175"/>
                    </a:lnTo>
                    <a:lnTo>
                      <a:pt x="5562" y="18161"/>
                    </a:lnTo>
                    <a:lnTo>
                      <a:pt x="4178" y="26543"/>
                    </a:lnTo>
                    <a:lnTo>
                      <a:pt x="1396" y="34925"/>
                    </a:lnTo>
                    <a:lnTo>
                      <a:pt x="0" y="41783"/>
                    </a:lnTo>
                    <a:lnTo>
                      <a:pt x="0" y="75311"/>
                    </a:lnTo>
                    <a:lnTo>
                      <a:pt x="1396" y="82296"/>
                    </a:lnTo>
                    <a:lnTo>
                      <a:pt x="1396" y="96266"/>
                    </a:lnTo>
                    <a:lnTo>
                      <a:pt x="8343" y="139446"/>
                    </a:lnTo>
                    <a:lnTo>
                      <a:pt x="26441" y="197993"/>
                    </a:lnTo>
                    <a:lnTo>
                      <a:pt x="43141" y="232918"/>
                    </a:lnTo>
                    <a:lnTo>
                      <a:pt x="73748" y="281686"/>
                    </a:lnTo>
                    <a:lnTo>
                      <a:pt x="111315" y="323596"/>
                    </a:lnTo>
                    <a:lnTo>
                      <a:pt x="139153" y="347218"/>
                    </a:lnTo>
                    <a:lnTo>
                      <a:pt x="154457" y="359791"/>
                    </a:lnTo>
                    <a:lnTo>
                      <a:pt x="169760" y="369570"/>
                    </a:lnTo>
                    <a:lnTo>
                      <a:pt x="185064" y="380746"/>
                    </a:lnTo>
                    <a:lnTo>
                      <a:pt x="201764" y="390525"/>
                    </a:lnTo>
                    <a:lnTo>
                      <a:pt x="217068" y="398907"/>
                    </a:lnTo>
                    <a:lnTo>
                      <a:pt x="250469" y="415671"/>
                    </a:lnTo>
                    <a:lnTo>
                      <a:pt x="244906" y="421259"/>
                    </a:lnTo>
                    <a:lnTo>
                      <a:pt x="240728" y="423926"/>
                    </a:lnTo>
                    <a:lnTo>
                      <a:pt x="225425" y="429514"/>
                    </a:lnTo>
                    <a:lnTo>
                      <a:pt x="217068" y="432308"/>
                    </a:lnTo>
                    <a:lnTo>
                      <a:pt x="207327" y="442087"/>
                    </a:lnTo>
                    <a:lnTo>
                      <a:pt x="205943" y="447675"/>
                    </a:lnTo>
                    <a:lnTo>
                      <a:pt x="203161" y="453263"/>
                    </a:lnTo>
                    <a:lnTo>
                      <a:pt x="201764" y="460248"/>
                    </a:lnTo>
                    <a:lnTo>
                      <a:pt x="210108" y="460248"/>
                    </a:lnTo>
                    <a:lnTo>
                      <a:pt x="218465" y="458851"/>
                    </a:lnTo>
                    <a:lnTo>
                      <a:pt x="243509" y="458851"/>
                    </a:lnTo>
                    <a:lnTo>
                      <a:pt x="251853" y="457454"/>
                    </a:lnTo>
                    <a:lnTo>
                      <a:pt x="260210" y="457454"/>
                    </a:lnTo>
                    <a:lnTo>
                      <a:pt x="297776" y="444881"/>
                    </a:lnTo>
                    <a:lnTo>
                      <a:pt x="320039" y="417068"/>
                    </a:lnTo>
                    <a:lnTo>
                      <a:pt x="320039" y="398907"/>
                    </a:lnTo>
                    <a:lnTo>
                      <a:pt x="318642" y="391922"/>
                    </a:lnTo>
                    <a:lnTo>
                      <a:pt x="317258" y="383540"/>
                    </a:lnTo>
                    <a:lnTo>
                      <a:pt x="311696" y="366776"/>
                    </a:lnTo>
                    <a:lnTo>
                      <a:pt x="307517" y="358394"/>
                    </a:lnTo>
                    <a:lnTo>
                      <a:pt x="304736" y="350012"/>
                    </a:lnTo>
                    <a:lnTo>
                      <a:pt x="300558" y="341757"/>
                    </a:lnTo>
                    <a:lnTo>
                      <a:pt x="294995" y="333375"/>
                    </a:lnTo>
                    <a:lnTo>
                      <a:pt x="286639" y="319404"/>
                    </a:lnTo>
                    <a:lnTo>
                      <a:pt x="276898" y="306832"/>
                    </a:lnTo>
                    <a:lnTo>
                      <a:pt x="271335" y="302641"/>
                    </a:lnTo>
                    <a:lnTo>
                      <a:pt x="267169" y="298450"/>
                    </a:lnTo>
                    <a:lnTo>
                      <a:pt x="261594" y="297052"/>
                    </a:lnTo>
                    <a:lnTo>
                      <a:pt x="257428" y="295655"/>
                    </a:lnTo>
                    <a:lnTo>
                      <a:pt x="253250" y="295655"/>
                    </a:lnTo>
                    <a:lnTo>
                      <a:pt x="250469" y="311023"/>
                    </a:lnTo>
                    <a:lnTo>
                      <a:pt x="250469" y="316611"/>
                    </a:lnTo>
                    <a:lnTo>
                      <a:pt x="251853" y="323596"/>
                    </a:lnTo>
                    <a:lnTo>
                      <a:pt x="251853" y="327787"/>
                    </a:lnTo>
                    <a:lnTo>
                      <a:pt x="254634" y="333375"/>
                    </a:lnTo>
                    <a:lnTo>
                      <a:pt x="256031" y="337566"/>
                    </a:lnTo>
                    <a:lnTo>
                      <a:pt x="258813" y="341757"/>
                    </a:lnTo>
                    <a:lnTo>
                      <a:pt x="261594" y="344550"/>
                    </a:lnTo>
                    <a:lnTo>
                      <a:pt x="262991" y="348615"/>
                    </a:lnTo>
                    <a:lnTo>
                      <a:pt x="268554" y="356997"/>
                    </a:lnTo>
                    <a:lnTo>
                      <a:pt x="269951" y="362585"/>
                    </a:lnTo>
                    <a:lnTo>
                      <a:pt x="271335" y="366776"/>
                    </a:lnTo>
                    <a:lnTo>
                      <a:pt x="272732" y="372364"/>
                    </a:lnTo>
                    <a:lnTo>
                      <a:pt x="272732" y="377952"/>
                    </a:lnTo>
                    <a:lnTo>
                      <a:pt x="233768" y="365379"/>
                    </a:lnTo>
                    <a:lnTo>
                      <a:pt x="196202" y="348615"/>
                    </a:lnTo>
                    <a:lnTo>
                      <a:pt x="147497" y="318008"/>
                    </a:lnTo>
                    <a:lnTo>
                      <a:pt x="105752" y="278892"/>
                    </a:lnTo>
                    <a:lnTo>
                      <a:pt x="54267" y="197993"/>
                    </a:lnTo>
                    <a:lnTo>
                      <a:pt x="34785" y="139446"/>
                    </a:lnTo>
                    <a:lnTo>
                      <a:pt x="27825" y="96266"/>
                    </a:lnTo>
                    <a:lnTo>
                      <a:pt x="25044" y="50165"/>
                    </a:lnTo>
                    <a:lnTo>
                      <a:pt x="25044" y="26543"/>
                    </a:lnTo>
                    <a:lnTo>
                      <a:pt x="26441" y="1397"/>
                    </a:lnTo>
                    <a:lnTo>
                      <a:pt x="18084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F8AFE2F9-38A4-B1AA-21AA-C3BBE2CEC207}"/>
                  </a:ext>
                </a:extLst>
              </p:cNvPr>
              <p:cNvSpPr txBox="1"/>
              <p:nvPr/>
            </p:nvSpPr>
            <p:spPr>
              <a:xfrm>
                <a:off x="8854679" y="4535044"/>
                <a:ext cx="4016786" cy="600169"/>
              </a:xfrm>
              <a:prstGeom prst="rect">
                <a:avLst/>
              </a:prstGeom>
            </p:spPr>
            <p:txBody>
              <a:bodyPr vert="horz" wrap="square" lIns="0" tIns="17531" rIns="0" bIns="0" rtlCol="0">
                <a:spAutoFit/>
              </a:bodyPr>
              <a:lstStyle/>
              <a:p>
                <a:pPr marL="1041928" marR="8766" indent="-1021111">
                  <a:lnSpc>
                    <a:spcPct val="101800"/>
                  </a:lnSpc>
                  <a:spcBef>
                    <a:spcPts val="138"/>
                  </a:spcBef>
                </a:pPr>
                <a:r>
                  <a:rPr sz="1898" dirty="0">
                    <a:latin typeface="Comic Sans MS"/>
                    <a:cs typeface="Comic Sans MS"/>
                  </a:rPr>
                  <a:t>for</a:t>
                </a:r>
                <a:r>
                  <a:rPr sz="1898" spc="86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communicating</a:t>
                </a:r>
                <a:r>
                  <a:rPr sz="1898" spc="638" dirty="0"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through</a:t>
                </a:r>
                <a:r>
                  <a:rPr sz="1898" spc="-164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a</a:t>
                </a:r>
                <a:r>
                  <a:rPr sz="1898" spc="112" dirty="0">
                    <a:latin typeface="Comic Sans MS"/>
                    <a:cs typeface="Comic Sans MS"/>
                  </a:rPr>
                  <a:t> </a:t>
                </a:r>
                <a:r>
                  <a:rPr sz="1898" u="sng" spc="-17" dirty="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  <a:latin typeface="Comic Sans MS"/>
                    <a:cs typeface="Comic Sans MS"/>
                  </a:rPr>
                  <a:t>radio</a:t>
                </a:r>
                <a:r>
                  <a:rPr sz="1898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signals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grpSp>
            <p:nvGrpSpPr>
              <p:cNvPr id="9" name="object 9">
                <a:extLst>
                  <a:ext uri="{FF2B5EF4-FFF2-40B4-BE49-F238E27FC236}">
                    <a16:creationId xmlns:a16="http://schemas.microsoft.com/office/drawing/2014/main" id="{8DE7E186-683C-0A66-8EA3-6124907A3A52}"/>
                  </a:ext>
                </a:extLst>
              </p:cNvPr>
              <p:cNvGrpSpPr/>
              <p:nvPr/>
            </p:nvGrpSpPr>
            <p:grpSpPr>
              <a:xfrm>
                <a:off x="7575774" y="821765"/>
                <a:ext cx="5302026" cy="2467485"/>
                <a:chOff x="4504944" y="2590800"/>
                <a:chExt cx="3072765" cy="1430020"/>
              </a:xfrm>
            </p:grpSpPr>
            <p:pic>
              <p:nvPicPr>
                <p:cNvPr id="10" name="object 10">
                  <a:extLst>
                    <a:ext uri="{FF2B5EF4-FFF2-40B4-BE49-F238E27FC236}">
                      <a16:creationId xmlns:a16="http://schemas.microsoft.com/office/drawing/2014/main" id="{E6522878-88F3-2071-237A-9CEBD776E412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925568" y="2590800"/>
                  <a:ext cx="2651760" cy="1429512"/>
                </a:xfrm>
                <a:prstGeom prst="rect">
                  <a:avLst/>
                </a:prstGeom>
              </p:spPr>
            </p:pic>
            <p:sp>
              <p:nvSpPr>
                <p:cNvPr id="13" name="object 11">
                  <a:extLst>
                    <a:ext uri="{FF2B5EF4-FFF2-40B4-BE49-F238E27FC236}">
                      <a16:creationId xmlns:a16="http://schemas.microsoft.com/office/drawing/2014/main" id="{C3C4DB8B-404D-EF15-C885-D44E405DC93E}"/>
                    </a:ext>
                  </a:extLst>
                </p:cNvPr>
                <p:cNvSpPr/>
                <p:nvPr/>
              </p:nvSpPr>
              <p:spPr>
                <a:xfrm>
                  <a:off x="4504944" y="3505200"/>
                  <a:ext cx="481330" cy="393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329" h="393064">
                      <a:moveTo>
                        <a:pt x="379221" y="0"/>
                      </a:moveTo>
                      <a:lnTo>
                        <a:pt x="377697" y="7620"/>
                      </a:lnTo>
                      <a:lnTo>
                        <a:pt x="377697" y="19811"/>
                      </a:lnTo>
                      <a:lnTo>
                        <a:pt x="379221" y="24383"/>
                      </a:lnTo>
                      <a:lnTo>
                        <a:pt x="382269" y="28955"/>
                      </a:lnTo>
                      <a:lnTo>
                        <a:pt x="383793" y="33527"/>
                      </a:lnTo>
                      <a:lnTo>
                        <a:pt x="389889" y="39624"/>
                      </a:lnTo>
                      <a:lnTo>
                        <a:pt x="400430" y="48641"/>
                      </a:lnTo>
                      <a:lnTo>
                        <a:pt x="405002" y="51688"/>
                      </a:lnTo>
                      <a:lnTo>
                        <a:pt x="408050" y="56261"/>
                      </a:lnTo>
                      <a:lnTo>
                        <a:pt x="409575" y="59309"/>
                      </a:lnTo>
                      <a:lnTo>
                        <a:pt x="411098" y="63880"/>
                      </a:lnTo>
                      <a:lnTo>
                        <a:pt x="371601" y="66928"/>
                      </a:lnTo>
                      <a:lnTo>
                        <a:pt x="330453" y="73025"/>
                      </a:lnTo>
                      <a:lnTo>
                        <a:pt x="289305" y="82169"/>
                      </a:lnTo>
                      <a:lnTo>
                        <a:pt x="271017" y="88264"/>
                      </a:lnTo>
                      <a:lnTo>
                        <a:pt x="231520" y="100457"/>
                      </a:lnTo>
                      <a:lnTo>
                        <a:pt x="176656" y="127888"/>
                      </a:lnTo>
                      <a:lnTo>
                        <a:pt x="158368" y="138557"/>
                      </a:lnTo>
                      <a:lnTo>
                        <a:pt x="141604" y="150622"/>
                      </a:lnTo>
                      <a:lnTo>
                        <a:pt x="126364" y="164337"/>
                      </a:lnTo>
                      <a:lnTo>
                        <a:pt x="109600" y="178053"/>
                      </a:lnTo>
                      <a:lnTo>
                        <a:pt x="79247" y="210058"/>
                      </a:lnTo>
                      <a:lnTo>
                        <a:pt x="51815" y="246507"/>
                      </a:lnTo>
                      <a:lnTo>
                        <a:pt x="28955" y="286130"/>
                      </a:lnTo>
                      <a:lnTo>
                        <a:pt x="24383" y="292226"/>
                      </a:lnTo>
                      <a:lnTo>
                        <a:pt x="18287" y="307466"/>
                      </a:lnTo>
                      <a:lnTo>
                        <a:pt x="13715" y="315087"/>
                      </a:lnTo>
                      <a:lnTo>
                        <a:pt x="7619" y="331850"/>
                      </a:lnTo>
                      <a:lnTo>
                        <a:pt x="4571" y="339471"/>
                      </a:lnTo>
                      <a:lnTo>
                        <a:pt x="0" y="366775"/>
                      </a:lnTo>
                      <a:lnTo>
                        <a:pt x="1523" y="374396"/>
                      </a:lnTo>
                      <a:lnTo>
                        <a:pt x="3047" y="383539"/>
                      </a:lnTo>
                      <a:lnTo>
                        <a:pt x="6095" y="391160"/>
                      </a:lnTo>
                      <a:lnTo>
                        <a:pt x="13715" y="392684"/>
                      </a:lnTo>
                      <a:lnTo>
                        <a:pt x="22859" y="366775"/>
                      </a:lnTo>
                      <a:lnTo>
                        <a:pt x="32003" y="342519"/>
                      </a:lnTo>
                      <a:lnTo>
                        <a:pt x="44195" y="319659"/>
                      </a:lnTo>
                      <a:lnTo>
                        <a:pt x="54863" y="296799"/>
                      </a:lnTo>
                      <a:lnTo>
                        <a:pt x="67055" y="275463"/>
                      </a:lnTo>
                      <a:lnTo>
                        <a:pt x="108076" y="220725"/>
                      </a:lnTo>
                      <a:lnTo>
                        <a:pt x="138556" y="190246"/>
                      </a:lnTo>
                      <a:lnTo>
                        <a:pt x="172084" y="164337"/>
                      </a:lnTo>
                      <a:lnTo>
                        <a:pt x="226948" y="135509"/>
                      </a:lnTo>
                      <a:lnTo>
                        <a:pt x="266445" y="121792"/>
                      </a:lnTo>
                      <a:lnTo>
                        <a:pt x="307593" y="112649"/>
                      </a:lnTo>
                      <a:lnTo>
                        <a:pt x="328929" y="109600"/>
                      </a:lnTo>
                      <a:lnTo>
                        <a:pt x="395985" y="109600"/>
                      </a:lnTo>
                      <a:lnTo>
                        <a:pt x="418718" y="111125"/>
                      </a:lnTo>
                      <a:lnTo>
                        <a:pt x="415670" y="117221"/>
                      </a:lnTo>
                      <a:lnTo>
                        <a:pt x="412622" y="121792"/>
                      </a:lnTo>
                      <a:lnTo>
                        <a:pt x="408050" y="126364"/>
                      </a:lnTo>
                      <a:lnTo>
                        <a:pt x="405002" y="130937"/>
                      </a:lnTo>
                      <a:lnTo>
                        <a:pt x="400430" y="133985"/>
                      </a:lnTo>
                      <a:lnTo>
                        <a:pt x="397509" y="137033"/>
                      </a:lnTo>
                      <a:lnTo>
                        <a:pt x="388365" y="143128"/>
                      </a:lnTo>
                      <a:lnTo>
                        <a:pt x="385317" y="146176"/>
                      </a:lnTo>
                      <a:lnTo>
                        <a:pt x="380745" y="149098"/>
                      </a:lnTo>
                      <a:lnTo>
                        <a:pt x="376173" y="153670"/>
                      </a:lnTo>
                      <a:lnTo>
                        <a:pt x="374650" y="158241"/>
                      </a:lnTo>
                      <a:lnTo>
                        <a:pt x="370077" y="164337"/>
                      </a:lnTo>
                      <a:lnTo>
                        <a:pt x="368553" y="170434"/>
                      </a:lnTo>
                      <a:lnTo>
                        <a:pt x="365505" y="178053"/>
                      </a:lnTo>
                      <a:lnTo>
                        <a:pt x="363981" y="187198"/>
                      </a:lnTo>
                      <a:lnTo>
                        <a:pt x="368553" y="188722"/>
                      </a:lnTo>
                      <a:lnTo>
                        <a:pt x="379221" y="188722"/>
                      </a:lnTo>
                      <a:lnTo>
                        <a:pt x="400430" y="181101"/>
                      </a:lnTo>
                      <a:lnTo>
                        <a:pt x="446150" y="146176"/>
                      </a:lnTo>
                      <a:lnTo>
                        <a:pt x="452246" y="138557"/>
                      </a:lnTo>
                      <a:lnTo>
                        <a:pt x="459866" y="130937"/>
                      </a:lnTo>
                      <a:lnTo>
                        <a:pt x="464438" y="123316"/>
                      </a:lnTo>
                      <a:lnTo>
                        <a:pt x="470534" y="117221"/>
                      </a:lnTo>
                      <a:lnTo>
                        <a:pt x="475106" y="109600"/>
                      </a:lnTo>
                      <a:lnTo>
                        <a:pt x="478154" y="103504"/>
                      </a:lnTo>
                      <a:lnTo>
                        <a:pt x="481202" y="91312"/>
                      </a:lnTo>
                      <a:lnTo>
                        <a:pt x="481202" y="76073"/>
                      </a:lnTo>
                      <a:lnTo>
                        <a:pt x="459866" y="42672"/>
                      </a:lnTo>
                      <a:lnTo>
                        <a:pt x="412622" y="13716"/>
                      </a:lnTo>
                      <a:lnTo>
                        <a:pt x="403478" y="10668"/>
                      </a:lnTo>
                      <a:lnTo>
                        <a:pt x="395985" y="6096"/>
                      </a:lnTo>
                      <a:lnTo>
                        <a:pt x="386841" y="3048"/>
                      </a:lnTo>
                      <a:lnTo>
                        <a:pt x="379221" y="0"/>
                      </a:lnTo>
                      <a:close/>
                    </a:path>
                  </a:pathLst>
                </a:custGeom>
                <a:solidFill>
                  <a:srgbClr val="006FB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53C889D6-8C7F-7366-040A-09AFAF472749}"/>
                  </a:ext>
                </a:extLst>
              </p:cNvPr>
              <p:cNvSpPr txBox="1"/>
              <p:nvPr/>
            </p:nvSpPr>
            <p:spPr>
              <a:xfrm>
                <a:off x="7627728" y="3370024"/>
                <a:ext cx="1018988" cy="392790"/>
              </a:xfrm>
              <a:prstGeom prst="rect">
                <a:avLst/>
              </a:prstGeom>
            </p:spPr>
            <p:txBody>
              <a:bodyPr vert="horz" wrap="square" lIns="0" tIns="20818" rIns="0" bIns="0" rtlCol="0">
                <a:spAutoFit/>
              </a:bodyPr>
              <a:lstStyle/>
              <a:p>
                <a:pPr marL="21912">
                  <a:spcBef>
                    <a:spcPts val="164"/>
                  </a:spcBef>
                </a:pPr>
                <a:r>
                  <a:rPr sz="2416" b="1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Router</a:t>
                </a:r>
                <a:endParaRPr sz="2416" dirty="0">
                  <a:latin typeface="Comic Sans MS"/>
                  <a:cs typeface="Comic Sans MS"/>
                </a:endParaRPr>
              </a:p>
            </p:txBody>
          </p:sp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A9A4FBD8-F8D1-2F03-A7BB-645AE2DD1267}"/>
                  </a:ext>
                </a:extLst>
              </p:cNvPr>
              <p:cNvSpPr txBox="1"/>
              <p:nvPr/>
            </p:nvSpPr>
            <p:spPr>
              <a:xfrm>
                <a:off x="10574031" y="3907657"/>
                <a:ext cx="1048572" cy="315301"/>
              </a:xfrm>
              <a:prstGeom prst="rect">
                <a:avLst/>
              </a:prstGeom>
            </p:spPr>
            <p:txBody>
              <a:bodyPr vert="horz" wrap="square" lIns="0" tIns="23009" rIns="0" bIns="0" rtlCol="0">
                <a:spAutoFit/>
              </a:bodyPr>
              <a:lstStyle/>
              <a:p>
                <a:pPr marL="21912">
                  <a:spcBef>
                    <a:spcPts val="181"/>
                  </a:spcBef>
                </a:pPr>
                <a:r>
                  <a:rPr sz="1898" b="1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Wireless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18" name="object 14">
                <a:extLst>
                  <a:ext uri="{FF2B5EF4-FFF2-40B4-BE49-F238E27FC236}">
                    <a16:creationId xmlns:a16="http://schemas.microsoft.com/office/drawing/2014/main" id="{338DFBBE-DB84-CAE6-D7DB-BCDD2C6F7094}"/>
                  </a:ext>
                </a:extLst>
              </p:cNvPr>
              <p:cNvSpPr txBox="1"/>
              <p:nvPr/>
            </p:nvSpPr>
            <p:spPr>
              <a:xfrm>
                <a:off x="8291276" y="4169308"/>
                <a:ext cx="983926" cy="307557"/>
              </a:xfrm>
              <a:prstGeom prst="rect">
                <a:avLst/>
              </a:prstGeom>
              <a:ln w="9144">
                <a:solidFill>
                  <a:srgbClr val="FF0000"/>
                </a:solidFill>
              </a:ln>
            </p:spPr>
            <p:txBody>
              <a:bodyPr vert="horz" wrap="square" lIns="0" tIns="15340" rIns="0" bIns="0" rtlCol="0">
                <a:spAutoFit/>
              </a:bodyPr>
              <a:lstStyle/>
              <a:p>
                <a:pPr marL="141334">
                  <a:spcBef>
                    <a:spcPts val="121"/>
                  </a:spcBef>
                </a:pPr>
                <a:r>
                  <a:rPr sz="1898" spc="-17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Rules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19" name="object 15">
                <a:extLst>
                  <a:ext uri="{FF2B5EF4-FFF2-40B4-BE49-F238E27FC236}">
                    <a16:creationId xmlns:a16="http://schemas.microsoft.com/office/drawing/2014/main" id="{A566DA04-F7AC-BA0C-2CF4-8EA481289132}"/>
                  </a:ext>
                </a:extLst>
              </p:cNvPr>
              <p:cNvSpPr txBox="1"/>
              <p:nvPr/>
            </p:nvSpPr>
            <p:spPr>
              <a:xfrm>
                <a:off x="9305005" y="4155722"/>
                <a:ext cx="3437168" cy="404956"/>
              </a:xfrm>
              <a:prstGeom prst="rect">
                <a:avLst/>
              </a:prstGeom>
            </p:spPr>
            <p:txBody>
              <a:bodyPr vert="horz" wrap="square" lIns="0" tIns="19722" rIns="0" bIns="0" rtlCol="0">
                <a:spAutoFit/>
              </a:bodyPr>
              <a:lstStyle/>
              <a:p>
                <a:pPr marL="21912">
                  <a:spcBef>
                    <a:spcPts val="155"/>
                  </a:spcBef>
                  <a:tabLst>
                    <a:tab pos="2536344" algn="l"/>
                  </a:tabLst>
                </a:pPr>
                <a:r>
                  <a:rPr sz="2502" dirty="0">
                    <a:latin typeface="Comic Sans MS"/>
                    <a:cs typeface="Comic Sans MS"/>
                  </a:rPr>
                  <a:t>that</a:t>
                </a:r>
                <a:r>
                  <a:rPr sz="2502" spc="35" dirty="0">
                    <a:latin typeface="Comic Sans MS"/>
                    <a:cs typeface="Comic Sans MS"/>
                  </a:rPr>
                  <a:t> </a:t>
                </a:r>
                <a:r>
                  <a:rPr sz="2502" spc="-17" dirty="0">
                    <a:latin typeface="Comic Sans MS"/>
                    <a:cs typeface="Comic Sans MS"/>
                  </a:rPr>
                  <a:t>computers</a:t>
                </a:r>
                <a:r>
                  <a:rPr sz="2502" dirty="0">
                    <a:latin typeface="Comic Sans MS"/>
                    <a:cs typeface="Comic Sans MS"/>
                  </a:rPr>
                  <a:t>	</a:t>
                </a:r>
                <a:r>
                  <a:rPr sz="2502" spc="-17" dirty="0">
                    <a:latin typeface="Comic Sans MS"/>
                    <a:cs typeface="Comic Sans MS"/>
                  </a:rPr>
                  <a:t>follow</a:t>
                </a:r>
                <a:endParaRPr sz="2502" dirty="0">
                  <a:latin typeface="Comic Sans MS"/>
                  <a:cs typeface="Comic Sans MS"/>
                </a:endParaRPr>
              </a:p>
            </p:txBody>
          </p:sp>
          <p:sp>
            <p:nvSpPr>
              <p:cNvPr id="20" name="object 16">
                <a:extLst>
                  <a:ext uri="{FF2B5EF4-FFF2-40B4-BE49-F238E27FC236}">
                    <a16:creationId xmlns:a16="http://schemas.microsoft.com/office/drawing/2014/main" id="{F4C138C3-0AEA-D7D5-9636-72066EC63250}"/>
                  </a:ext>
                </a:extLst>
              </p:cNvPr>
              <p:cNvSpPr/>
              <p:nvPr/>
            </p:nvSpPr>
            <p:spPr>
              <a:xfrm>
                <a:off x="10234586" y="6396615"/>
                <a:ext cx="604819" cy="867784"/>
              </a:xfrm>
              <a:custGeom>
                <a:avLst/>
                <a:gdLst/>
                <a:ahLst/>
                <a:cxnLst/>
                <a:rect l="l" t="t" r="r" b="b"/>
                <a:pathLst>
                  <a:path w="350520" h="502920">
                    <a:moveTo>
                      <a:pt x="19812" y="0"/>
                    </a:moveTo>
                    <a:lnTo>
                      <a:pt x="15239" y="6096"/>
                    </a:lnTo>
                    <a:lnTo>
                      <a:pt x="6095" y="21336"/>
                    </a:lnTo>
                    <a:lnTo>
                      <a:pt x="4571" y="28956"/>
                    </a:lnTo>
                    <a:lnTo>
                      <a:pt x="1524" y="38100"/>
                    </a:lnTo>
                    <a:lnTo>
                      <a:pt x="0" y="47244"/>
                    </a:lnTo>
                    <a:lnTo>
                      <a:pt x="0" y="82296"/>
                    </a:lnTo>
                    <a:lnTo>
                      <a:pt x="1524" y="91440"/>
                    </a:lnTo>
                    <a:lnTo>
                      <a:pt x="1524" y="105156"/>
                    </a:lnTo>
                    <a:lnTo>
                      <a:pt x="15239" y="175260"/>
                    </a:lnTo>
                    <a:lnTo>
                      <a:pt x="28955" y="216408"/>
                    </a:lnTo>
                    <a:lnTo>
                      <a:pt x="47243" y="256032"/>
                    </a:lnTo>
                    <a:lnTo>
                      <a:pt x="68579" y="291084"/>
                    </a:lnTo>
                    <a:lnTo>
                      <a:pt x="94487" y="324612"/>
                    </a:lnTo>
                    <a:lnTo>
                      <a:pt x="121919" y="353568"/>
                    </a:lnTo>
                    <a:lnTo>
                      <a:pt x="152400" y="381000"/>
                    </a:lnTo>
                    <a:lnTo>
                      <a:pt x="185927" y="405384"/>
                    </a:lnTo>
                    <a:lnTo>
                      <a:pt x="220979" y="426720"/>
                    </a:lnTo>
                    <a:lnTo>
                      <a:pt x="237743" y="437388"/>
                    </a:lnTo>
                    <a:lnTo>
                      <a:pt x="274319" y="455675"/>
                    </a:lnTo>
                    <a:lnTo>
                      <a:pt x="268224" y="461772"/>
                    </a:lnTo>
                    <a:lnTo>
                      <a:pt x="259079" y="464820"/>
                    </a:lnTo>
                    <a:lnTo>
                      <a:pt x="246887" y="469392"/>
                    </a:lnTo>
                    <a:lnTo>
                      <a:pt x="242315" y="472440"/>
                    </a:lnTo>
                    <a:lnTo>
                      <a:pt x="237743" y="473964"/>
                    </a:lnTo>
                    <a:lnTo>
                      <a:pt x="234695" y="477012"/>
                    </a:lnTo>
                    <a:lnTo>
                      <a:pt x="230124" y="480060"/>
                    </a:lnTo>
                    <a:lnTo>
                      <a:pt x="227075" y="484632"/>
                    </a:lnTo>
                    <a:lnTo>
                      <a:pt x="225551" y="489204"/>
                    </a:lnTo>
                    <a:lnTo>
                      <a:pt x="222503" y="495300"/>
                    </a:lnTo>
                    <a:lnTo>
                      <a:pt x="220979" y="502920"/>
                    </a:lnTo>
                    <a:lnTo>
                      <a:pt x="246887" y="502920"/>
                    </a:lnTo>
                    <a:lnTo>
                      <a:pt x="257555" y="501396"/>
                    </a:lnTo>
                    <a:lnTo>
                      <a:pt x="275843" y="501396"/>
                    </a:lnTo>
                    <a:lnTo>
                      <a:pt x="294131" y="498348"/>
                    </a:lnTo>
                    <a:lnTo>
                      <a:pt x="303275" y="495300"/>
                    </a:lnTo>
                    <a:lnTo>
                      <a:pt x="326136" y="486156"/>
                    </a:lnTo>
                    <a:lnTo>
                      <a:pt x="350519" y="455675"/>
                    </a:lnTo>
                    <a:lnTo>
                      <a:pt x="350519" y="435864"/>
                    </a:lnTo>
                    <a:lnTo>
                      <a:pt x="348995" y="428244"/>
                    </a:lnTo>
                    <a:lnTo>
                      <a:pt x="347471" y="419100"/>
                    </a:lnTo>
                    <a:lnTo>
                      <a:pt x="344424" y="411480"/>
                    </a:lnTo>
                    <a:lnTo>
                      <a:pt x="341375" y="402336"/>
                    </a:lnTo>
                    <a:lnTo>
                      <a:pt x="336803" y="391668"/>
                    </a:lnTo>
                    <a:lnTo>
                      <a:pt x="333755" y="382524"/>
                    </a:lnTo>
                    <a:lnTo>
                      <a:pt x="329183" y="373380"/>
                    </a:lnTo>
                    <a:lnTo>
                      <a:pt x="323088" y="365760"/>
                    </a:lnTo>
                    <a:lnTo>
                      <a:pt x="318515" y="356616"/>
                    </a:lnTo>
                    <a:lnTo>
                      <a:pt x="313943" y="348996"/>
                    </a:lnTo>
                    <a:lnTo>
                      <a:pt x="307847" y="342900"/>
                    </a:lnTo>
                    <a:lnTo>
                      <a:pt x="303275" y="336804"/>
                    </a:lnTo>
                    <a:lnTo>
                      <a:pt x="297179" y="330708"/>
                    </a:lnTo>
                    <a:lnTo>
                      <a:pt x="292607" y="327660"/>
                    </a:lnTo>
                    <a:lnTo>
                      <a:pt x="286512" y="324612"/>
                    </a:lnTo>
                    <a:lnTo>
                      <a:pt x="281939" y="323088"/>
                    </a:lnTo>
                    <a:lnTo>
                      <a:pt x="277367" y="323088"/>
                    </a:lnTo>
                    <a:lnTo>
                      <a:pt x="275843" y="332232"/>
                    </a:lnTo>
                    <a:lnTo>
                      <a:pt x="274319" y="339852"/>
                    </a:lnTo>
                    <a:lnTo>
                      <a:pt x="274319" y="347472"/>
                    </a:lnTo>
                    <a:lnTo>
                      <a:pt x="275843" y="353568"/>
                    </a:lnTo>
                    <a:lnTo>
                      <a:pt x="275843" y="359664"/>
                    </a:lnTo>
                    <a:lnTo>
                      <a:pt x="278891" y="364236"/>
                    </a:lnTo>
                    <a:lnTo>
                      <a:pt x="280415" y="368808"/>
                    </a:lnTo>
                    <a:lnTo>
                      <a:pt x="286512" y="377952"/>
                    </a:lnTo>
                    <a:lnTo>
                      <a:pt x="288036" y="382524"/>
                    </a:lnTo>
                    <a:lnTo>
                      <a:pt x="291083" y="387096"/>
                    </a:lnTo>
                    <a:lnTo>
                      <a:pt x="294131" y="390144"/>
                    </a:lnTo>
                    <a:lnTo>
                      <a:pt x="295655" y="396240"/>
                    </a:lnTo>
                    <a:lnTo>
                      <a:pt x="297179" y="400812"/>
                    </a:lnTo>
                    <a:lnTo>
                      <a:pt x="298703" y="406908"/>
                    </a:lnTo>
                    <a:lnTo>
                      <a:pt x="298703" y="413004"/>
                    </a:lnTo>
                    <a:lnTo>
                      <a:pt x="234695" y="391668"/>
                    </a:lnTo>
                    <a:lnTo>
                      <a:pt x="196595" y="371856"/>
                    </a:lnTo>
                    <a:lnTo>
                      <a:pt x="161543" y="347472"/>
                    </a:lnTo>
                    <a:lnTo>
                      <a:pt x="115824" y="306324"/>
                    </a:lnTo>
                    <a:lnTo>
                      <a:pt x="103631" y="289560"/>
                    </a:lnTo>
                    <a:lnTo>
                      <a:pt x="89915" y="272796"/>
                    </a:lnTo>
                    <a:lnTo>
                      <a:pt x="68579" y="236220"/>
                    </a:lnTo>
                    <a:lnTo>
                      <a:pt x="51815" y="196596"/>
                    </a:lnTo>
                    <a:lnTo>
                      <a:pt x="38100" y="152400"/>
                    </a:lnTo>
                    <a:lnTo>
                      <a:pt x="30479" y="106680"/>
                    </a:lnTo>
                    <a:lnTo>
                      <a:pt x="27431" y="54864"/>
                    </a:lnTo>
                    <a:lnTo>
                      <a:pt x="27431" y="28956"/>
                    </a:lnTo>
                    <a:lnTo>
                      <a:pt x="28955" y="1524"/>
                    </a:lnTo>
                    <a:lnTo>
                      <a:pt x="19812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17">
                <a:extLst>
                  <a:ext uri="{FF2B5EF4-FFF2-40B4-BE49-F238E27FC236}">
                    <a16:creationId xmlns:a16="http://schemas.microsoft.com/office/drawing/2014/main" id="{AE516A19-1A88-07E1-EDD0-383F21E22D4F}"/>
                  </a:ext>
                </a:extLst>
              </p:cNvPr>
              <p:cNvSpPr txBox="1"/>
              <p:nvPr/>
            </p:nvSpPr>
            <p:spPr>
              <a:xfrm>
                <a:off x="9969652" y="5571127"/>
                <a:ext cx="2887133" cy="1816994"/>
              </a:xfrm>
              <a:prstGeom prst="rect">
                <a:avLst/>
              </a:prstGeom>
            </p:spPr>
            <p:txBody>
              <a:bodyPr vert="horz" wrap="square" lIns="0" tIns="23009" rIns="0" bIns="0" rtlCol="0">
                <a:spAutoFit/>
              </a:bodyPr>
              <a:lstStyle/>
              <a:p>
                <a:pPr marL="21912" marR="368127">
                  <a:spcBef>
                    <a:spcPts val="181"/>
                  </a:spcBef>
                </a:pPr>
                <a:r>
                  <a:rPr sz="1898" b="1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Wi-</a:t>
                </a:r>
                <a:r>
                  <a:rPr sz="1898" b="1" spc="-35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Fi</a:t>
                </a:r>
                <a:r>
                  <a:rPr sz="1898" b="1" spc="-405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is</a:t>
                </a:r>
                <a:r>
                  <a:rPr sz="1898" spc="-26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a</a:t>
                </a:r>
                <a:r>
                  <a:rPr sz="1898" spc="9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popular</a:t>
                </a:r>
                <a:r>
                  <a:rPr sz="1898" spc="-35" dirty="0">
                    <a:latin typeface="Comic Sans MS"/>
                    <a:cs typeface="Comic Sans MS"/>
                  </a:rPr>
                  <a:t> </a:t>
                </a:r>
                <a:r>
                  <a:rPr sz="1898" spc="-43" dirty="0">
                    <a:latin typeface="Comic Sans MS"/>
                    <a:cs typeface="Comic Sans MS"/>
                  </a:rPr>
                  <a:t>way </a:t>
                </a:r>
                <a:r>
                  <a:rPr sz="1898" dirty="0">
                    <a:latin typeface="Comic Sans MS"/>
                    <a:cs typeface="Comic Sans MS"/>
                  </a:rPr>
                  <a:t>to</a:t>
                </a:r>
                <a:r>
                  <a:rPr sz="1898" spc="-69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connect </a:t>
                </a:r>
                <a:r>
                  <a:rPr sz="1898" spc="-17" dirty="0">
                    <a:latin typeface="Comic Sans MS"/>
                    <a:cs typeface="Comic Sans MS"/>
                  </a:rPr>
                  <a:t>wirelessly </a:t>
                </a:r>
                <a:r>
                  <a:rPr sz="1898" dirty="0">
                    <a:latin typeface="Comic Sans MS"/>
                    <a:cs typeface="Comic Sans MS"/>
                  </a:rPr>
                  <a:t>to</a:t>
                </a:r>
                <a:r>
                  <a:rPr sz="1898" spc="509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a</a:t>
                </a:r>
                <a:r>
                  <a:rPr sz="1898" spc="-9" dirty="0"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network.</a:t>
                </a:r>
                <a:endParaRPr sz="1898">
                  <a:latin typeface="Comic Sans MS"/>
                  <a:cs typeface="Comic Sans MS"/>
                </a:endParaRPr>
              </a:p>
              <a:p>
                <a:pPr marL="1026590" marR="8766">
                  <a:spcBef>
                    <a:spcPts val="2614"/>
                  </a:spcBef>
                </a:pPr>
                <a:r>
                  <a:rPr sz="1898" b="1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Wi-</a:t>
                </a:r>
                <a:r>
                  <a:rPr sz="1898" b="1" spc="-43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Fi:</a:t>
                </a:r>
                <a:r>
                  <a:rPr sz="1898" b="1" spc="-242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Wireless Fidelity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22" name="object 18">
                <a:extLst>
                  <a:ext uri="{FF2B5EF4-FFF2-40B4-BE49-F238E27FC236}">
                    <a16:creationId xmlns:a16="http://schemas.microsoft.com/office/drawing/2014/main" id="{B084EBB3-4C35-D82C-6D1B-F7241A5EEAEF}"/>
                  </a:ext>
                </a:extLst>
              </p:cNvPr>
              <p:cNvSpPr/>
              <p:nvPr/>
            </p:nvSpPr>
            <p:spPr>
              <a:xfrm>
                <a:off x="9182727" y="4818827"/>
                <a:ext cx="604819" cy="873262"/>
              </a:xfrm>
              <a:custGeom>
                <a:avLst/>
                <a:gdLst/>
                <a:ahLst/>
                <a:cxnLst/>
                <a:rect l="l" t="t" r="r" b="b"/>
                <a:pathLst>
                  <a:path w="350520" h="506095">
                    <a:moveTo>
                      <a:pt x="19812" y="0"/>
                    </a:moveTo>
                    <a:lnTo>
                      <a:pt x="15239" y="6096"/>
                    </a:lnTo>
                    <a:lnTo>
                      <a:pt x="6095" y="21336"/>
                    </a:lnTo>
                    <a:lnTo>
                      <a:pt x="4571" y="30607"/>
                    </a:lnTo>
                    <a:lnTo>
                      <a:pt x="1524" y="38227"/>
                    </a:lnTo>
                    <a:lnTo>
                      <a:pt x="1524" y="47371"/>
                    </a:lnTo>
                    <a:lnTo>
                      <a:pt x="0" y="56515"/>
                    </a:lnTo>
                    <a:lnTo>
                      <a:pt x="0" y="83947"/>
                    </a:lnTo>
                    <a:lnTo>
                      <a:pt x="1524" y="91694"/>
                    </a:lnTo>
                    <a:lnTo>
                      <a:pt x="1524" y="99314"/>
                    </a:lnTo>
                    <a:lnTo>
                      <a:pt x="3047" y="106934"/>
                    </a:lnTo>
                    <a:lnTo>
                      <a:pt x="15239" y="175641"/>
                    </a:lnTo>
                    <a:lnTo>
                      <a:pt x="28955" y="218440"/>
                    </a:lnTo>
                    <a:lnTo>
                      <a:pt x="47243" y="256667"/>
                    </a:lnTo>
                    <a:lnTo>
                      <a:pt x="80771" y="310134"/>
                    </a:lnTo>
                    <a:lnTo>
                      <a:pt x="121919" y="355854"/>
                    </a:lnTo>
                    <a:lnTo>
                      <a:pt x="152400" y="381889"/>
                    </a:lnTo>
                    <a:lnTo>
                      <a:pt x="202691" y="418465"/>
                    </a:lnTo>
                    <a:lnTo>
                      <a:pt x="237743" y="438404"/>
                    </a:lnTo>
                    <a:lnTo>
                      <a:pt x="275843" y="456692"/>
                    </a:lnTo>
                    <a:lnTo>
                      <a:pt x="271271" y="459740"/>
                    </a:lnTo>
                    <a:lnTo>
                      <a:pt x="268224" y="462788"/>
                    </a:lnTo>
                    <a:lnTo>
                      <a:pt x="263651" y="465836"/>
                    </a:lnTo>
                    <a:lnTo>
                      <a:pt x="259079" y="467360"/>
                    </a:lnTo>
                    <a:lnTo>
                      <a:pt x="246887" y="471932"/>
                    </a:lnTo>
                    <a:lnTo>
                      <a:pt x="237743" y="474980"/>
                    </a:lnTo>
                    <a:lnTo>
                      <a:pt x="234695" y="478028"/>
                    </a:lnTo>
                    <a:lnTo>
                      <a:pt x="230124" y="481203"/>
                    </a:lnTo>
                    <a:lnTo>
                      <a:pt x="227075" y="485775"/>
                    </a:lnTo>
                    <a:lnTo>
                      <a:pt x="225551" y="491871"/>
                    </a:lnTo>
                    <a:lnTo>
                      <a:pt x="222503" y="497967"/>
                    </a:lnTo>
                    <a:lnTo>
                      <a:pt x="220979" y="505587"/>
                    </a:lnTo>
                    <a:lnTo>
                      <a:pt x="230124" y="504063"/>
                    </a:lnTo>
                    <a:lnTo>
                      <a:pt x="257555" y="504063"/>
                    </a:lnTo>
                    <a:lnTo>
                      <a:pt x="266700" y="502539"/>
                    </a:lnTo>
                    <a:lnTo>
                      <a:pt x="275843" y="502539"/>
                    </a:lnTo>
                    <a:lnTo>
                      <a:pt x="303275" y="497967"/>
                    </a:lnTo>
                    <a:lnTo>
                      <a:pt x="318515" y="491871"/>
                    </a:lnTo>
                    <a:lnTo>
                      <a:pt x="326136" y="487299"/>
                    </a:lnTo>
                    <a:lnTo>
                      <a:pt x="332231" y="484250"/>
                    </a:lnTo>
                    <a:lnTo>
                      <a:pt x="338327" y="478028"/>
                    </a:lnTo>
                    <a:lnTo>
                      <a:pt x="347471" y="465836"/>
                    </a:lnTo>
                    <a:lnTo>
                      <a:pt x="350519" y="458216"/>
                    </a:lnTo>
                    <a:lnTo>
                      <a:pt x="350519" y="438404"/>
                    </a:lnTo>
                    <a:lnTo>
                      <a:pt x="348995" y="430784"/>
                    </a:lnTo>
                    <a:lnTo>
                      <a:pt x="347471" y="421513"/>
                    </a:lnTo>
                    <a:lnTo>
                      <a:pt x="341375" y="403225"/>
                    </a:lnTo>
                    <a:lnTo>
                      <a:pt x="336803" y="394081"/>
                    </a:lnTo>
                    <a:lnTo>
                      <a:pt x="333755" y="384937"/>
                    </a:lnTo>
                    <a:lnTo>
                      <a:pt x="329183" y="375793"/>
                    </a:lnTo>
                    <a:lnTo>
                      <a:pt x="323088" y="366649"/>
                    </a:lnTo>
                    <a:lnTo>
                      <a:pt x="313943" y="351282"/>
                    </a:lnTo>
                    <a:lnTo>
                      <a:pt x="307847" y="343662"/>
                    </a:lnTo>
                    <a:lnTo>
                      <a:pt x="303275" y="337566"/>
                    </a:lnTo>
                    <a:lnTo>
                      <a:pt x="297179" y="332994"/>
                    </a:lnTo>
                    <a:lnTo>
                      <a:pt x="292607" y="328422"/>
                    </a:lnTo>
                    <a:lnTo>
                      <a:pt x="286512" y="326898"/>
                    </a:lnTo>
                    <a:lnTo>
                      <a:pt x="281939" y="325374"/>
                    </a:lnTo>
                    <a:lnTo>
                      <a:pt x="277367" y="325374"/>
                    </a:lnTo>
                    <a:lnTo>
                      <a:pt x="275843" y="334518"/>
                    </a:lnTo>
                    <a:lnTo>
                      <a:pt x="274319" y="342138"/>
                    </a:lnTo>
                    <a:lnTo>
                      <a:pt x="274319" y="348234"/>
                    </a:lnTo>
                    <a:lnTo>
                      <a:pt x="275843" y="354330"/>
                    </a:lnTo>
                    <a:lnTo>
                      <a:pt x="275843" y="360425"/>
                    </a:lnTo>
                    <a:lnTo>
                      <a:pt x="278891" y="364998"/>
                    </a:lnTo>
                    <a:lnTo>
                      <a:pt x="280415" y="371221"/>
                    </a:lnTo>
                    <a:lnTo>
                      <a:pt x="283463" y="374269"/>
                    </a:lnTo>
                    <a:lnTo>
                      <a:pt x="286512" y="378841"/>
                    </a:lnTo>
                    <a:lnTo>
                      <a:pt x="288036" y="383413"/>
                    </a:lnTo>
                    <a:lnTo>
                      <a:pt x="294131" y="392557"/>
                    </a:lnTo>
                    <a:lnTo>
                      <a:pt x="295655" y="397129"/>
                    </a:lnTo>
                    <a:lnTo>
                      <a:pt x="298703" y="409321"/>
                    </a:lnTo>
                    <a:lnTo>
                      <a:pt x="298703" y="415417"/>
                    </a:lnTo>
                    <a:lnTo>
                      <a:pt x="236219" y="392557"/>
                    </a:lnTo>
                    <a:lnTo>
                      <a:pt x="196595" y="372745"/>
                    </a:lnTo>
                    <a:lnTo>
                      <a:pt x="161543" y="349758"/>
                    </a:lnTo>
                    <a:lnTo>
                      <a:pt x="115824" y="306959"/>
                    </a:lnTo>
                    <a:lnTo>
                      <a:pt x="103631" y="290195"/>
                    </a:lnTo>
                    <a:lnTo>
                      <a:pt x="89915" y="274955"/>
                    </a:lnTo>
                    <a:lnTo>
                      <a:pt x="68579" y="238252"/>
                    </a:lnTo>
                    <a:lnTo>
                      <a:pt x="51815" y="197104"/>
                    </a:lnTo>
                    <a:lnTo>
                      <a:pt x="39624" y="154305"/>
                    </a:lnTo>
                    <a:lnTo>
                      <a:pt x="30479" y="106934"/>
                    </a:lnTo>
                    <a:lnTo>
                      <a:pt x="27431" y="56515"/>
                    </a:lnTo>
                    <a:lnTo>
                      <a:pt x="27431" y="29083"/>
                    </a:lnTo>
                    <a:lnTo>
                      <a:pt x="28955" y="1524"/>
                    </a:lnTo>
                    <a:lnTo>
                      <a:pt x="19812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19">
                <a:extLst>
                  <a:ext uri="{FF2B5EF4-FFF2-40B4-BE49-F238E27FC236}">
                    <a16:creationId xmlns:a16="http://schemas.microsoft.com/office/drawing/2014/main" id="{14D6970A-7113-D2C9-AEC5-68D60822CFF6}"/>
                  </a:ext>
                </a:extLst>
              </p:cNvPr>
              <p:cNvSpPr txBox="1"/>
              <p:nvPr/>
            </p:nvSpPr>
            <p:spPr>
              <a:xfrm>
                <a:off x="5392089" y="5028763"/>
                <a:ext cx="2662518" cy="315301"/>
              </a:xfrm>
              <a:prstGeom prst="rect">
                <a:avLst/>
              </a:prstGeom>
            </p:spPr>
            <p:txBody>
              <a:bodyPr vert="horz" wrap="square" lIns="0" tIns="23009" rIns="0" bIns="0" rtlCol="0">
                <a:spAutoFit/>
              </a:bodyPr>
              <a:lstStyle/>
              <a:p>
                <a:pPr marL="21912">
                  <a:spcBef>
                    <a:spcPts val="181"/>
                  </a:spcBef>
                </a:pPr>
                <a:r>
                  <a:rPr sz="1898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Those</a:t>
                </a:r>
                <a:r>
                  <a:rPr sz="1898" spc="104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Rules</a:t>
                </a:r>
                <a:r>
                  <a:rPr sz="1898" spc="17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are</a:t>
                </a:r>
                <a:r>
                  <a:rPr sz="1898" spc="9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called: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24" name="object 20">
                <a:extLst>
                  <a:ext uri="{FF2B5EF4-FFF2-40B4-BE49-F238E27FC236}">
                    <a16:creationId xmlns:a16="http://schemas.microsoft.com/office/drawing/2014/main" id="{2F0A8B8A-6529-36A1-7527-1285AF9F02B8}"/>
                  </a:ext>
                </a:extLst>
              </p:cNvPr>
              <p:cNvSpPr txBox="1"/>
              <p:nvPr/>
            </p:nvSpPr>
            <p:spPr>
              <a:xfrm>
                <a:off x="6344460" y="5755201"/>
                <a:ext cx="1224977" cy="391683"/>
              </a:xfrm>
              <a:prstGeom prst="rect">
                <a:avLst/>
              </a:prstGeom>
            </p:spPr>
            <p:txBody>
              <a:bodyPr vert="horz" wrap="square" lIns="0" tIns="19722" rIns="0" bIns="0" rtlCol="0">
                <a:spAutoFit/>
              </a:bodyPr>
              <a:lstStyle/>
              <a:p>
                <a:pPr marL="21912">
                  <a:spcBef>
                    <a:spcPts val="155"/>
                  </a:spcBef>
                </a:pPr>
                <a:r>
                  <a:rPr sz="2416" b="1" spc="-17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Protocol</a:t>
                </a:r>
                <a:endParaRPr sz="2416">
                  <a:latin typeface="Comic Sans MS"/>
                  <a:cs typeface="Comic Sans MS"/>
                </a:endParaRPr>
              </a:p>
            </p:txBody>
          </p:sp>
          <p:sp>
            <p:nvSpPr>
              <p:cNvPr id="25" name="object 21">
                <a:extLst>
                  <a:ext uri="{FF2B5EF4-FFF2-40B4-BE49-F238E27FC236}">
                    <a16:creationId xmlns:a16="http://schemas.microsoft.com/office/drawing/2014/main" id="{FE7F3464-B21A-3BDB-F253-F1400A958355}"/>
                  </a:ext>
                </a:extLst>
              </p:cNvPr>
              <p:cNvSpPr txBox="1"/>
              <p:nvPr/>
            </p:nvSpPr>
            <p:spPr>
              <a:xfrm>
                <a:off x="2103895" y="7089965"/>
                <a:ext cx="7822104" cy="600169"/>
              </a:xfrm>
              <a:prstGeom prst="rect">
                <a:avLst/>
              </a:prstGeom>
            </p:spPr>
            <p:txBody>
              <a:bodyPr vert="horz" wrap="square" lIns="0" tIns="17531" rIns="0" bIns="0" rtlCol="0">
                <a:spAutoFit/>
              </a:bodyPr>
              <a:lstStyle/>
              <a:p>
                <a:pPr marL="21912" marR="8766">
                  <a:lnSpc>
                    <a:spcPct val="101800"/>
                  </a:lnSpc>
                  <a:spcBef>
                    <a:spcPts val="138"/>
                  </a:spcBef>
                </a:pPr>
                <a:r>
                  <a:rPr sz="1898" b="1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Protocol:</a:t>
                </a:r>
                <a:r>
                  <a:rPr sz="1898" b="1" spc="-43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is</a:t>
                </a:r>
                <a:r>
                  <a:rPr sz="1898" b="1" spc="69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a</a:t>
                </a:r>
                <a:r>
                  <a:rPr sz="1898" b="1" spc="104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standard</a:t>
                </a:r>
                <a:r>
                  <a:rPr sz="1898" b="1" spc="35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set</a:t>
                </a:r>
                <a:r>
                  <a:rPr sz="1898" b="1" spc="104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of</a:t>
                </a:r>
                <a:r>
                  <a:rPr sz="1898" b="1" spc="69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rules</a:t>
                </a:r>
                <a:r>
                  <a:rPr sz="1898" b="1" spc="60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for</a:t>
                </a:r>
                <a:r>
                  <a:rPr sz="1898" b="1" spc="121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how</a:t>
                </a:r>
                <a:r>
                  <a:rPr sz="1898" b="1" spc="26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devices</a:t>
                </a:r>
                <a:r>
                  <a:rPr sz="1898" b="1" spc="-173" dirty="0">
                    <a:latin typeface="Comic Sans MS"/>
                    <a:cs typeface="Comic Sans MS"/>
                  </a:rPr>
                  <a:t> </a:t>
                </a:r>
                <a:r>
                  <a:rPr sz="1898" b="1" spc="-17" dirty="0">
                    <a:latin typeface="Comic Sans MS"/>
                    <a:cs typeface="Comic Sans MS"/>
                  </a:rPr>
                  <a:t>communicate </a:t>
                </a:r>
                <a:r>
                  <a:rPr sz="1898" b="1" dirty="0">
                    <a:latin typeface="Comic Sans MS"/>
                    <a:cs typeface="Comic Sans MS"/>
                  </a:rPr>
                  <a:t>through</a:t>
                </a:r>
                <a:r>
                  <a:rPr sz="1898" b="1" spc="43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wires</a:t>
                </a:r>
                <a:r>
                  <a:rPr sz="1898" b="1" spc="95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or</a:t>
                </a:r>
                <a:r>
                  <a:rPr sz="1898" b="1" spc="147" dirty="0">
                    <a:latin typeface="Comic Sans MS"/>
                    <a:cs typeface="Comic Sans MS"/>
                  </a:rPr>
                  <a:t> </a:t>
                </a:r>
                <a:r>
                  <a:rPr sz="1898" b="1" spc="-17" dirty="0">
                    <a:latin typeface="Comic Sans MS"/>
                    <a:cs typeface="Comic Sans MS"/>
                  </a:rPr>
                  <a:t>wireless</a:t>
                </a:r>
                <a:endParaRPr sz="1898" dirty="0">
                  <a:latin typeface="Comic Sans MS"/>
                  <a:cs typeface="Comic Sans MS"/>
                </a:endParaRPr>
              </a:p>
            </p:txBody>
          </p:sp>
          <p:sp>
            <p:nvSpPr>
              <p:cNvPr id="26" name="object 22">
                <a:extLst>
                  <a:ext uri="{FF2B5EF4-FFF2-40B4-BE49-F238E27FC236}">
                    <a16:creationId xmlns:a16="http://schemas.microsoft.com/office/drawing/2014/main" id="{B5128552-C2B0-9A9B-8D9E-3010D1E96832}"/>
                  </a:ext>
                </a:extLst>
              </p:cNvPr>
              <p:cNvSpPr/>
              <p:nvPr/>
            </p:nvSpPr>
            <p:spPr>
              <a:xfrm>
                <a:off x="5916706" y="6186243"/>
                <a:ext cx="604819" cy="867784"/>
              </a:xfrm>
              <a:custGeom>
                <a:avLst/>
                <a:gdLst/>
                <a:ahLst/>
                <a:cxnLst/>
                <a:rect l="l" t="t" r="r" b="b"/>
                <a:pathLst>
                  <a:path w="350520" h="502920">
                    <a:moveTo>
                      <a:pt x="330708" y="0"/>
                    </a:moveTo>
                    <a:lnTo>
                      <a:pt x="323088" y="1524"/>
                    </a:lnTo>
                    <a:lnTo>
                      <a:pt x="323088" y="82295"/>
                    </a:lnTo>
                    <a:lnTo>
                      <a:pt x="316991" y="129539"/>
                    </a:lnTo>
                    <a:lnTo>
                      <a:pt x="306324" y="175260"/>
                    </a:lnTo>
                    <a:lnTo>
                      <a:pt x="281939" y="236219"/>
                    </a:lnTo>
                    <a:lnTo>
                      <a:pt x="260603" y="272795"/>
                    </a:lnTo>
                    <a:lnTo>
                      <a:pt x="234696" y="306324"/>
                    </a:lnTo>
                    <a:lnTo>
                      <a:pt x="205739" y="335279"/>
                    </a:lnTo>
                    <a:lnTo>
                      <a:pt x="153924" y="371855"/>
                    </a:lnTo>
                    <a:lnTo>
                      <a:pt x="115824" y="391667"/>
                    </a:lnTo>
                    <a:lnTo>
                      <a:pt x="51815" y="414527"/>
                    </a:lnTo>
                    <a:lnTo>
                      <a:pt x="51815" y="406907"/>
                    </a:lnTo>
                    <a:lnTo>
                      <a:pt x="53339" y="402336"/>
                    </a:lnTo>
                    <a:lnTo>
                      <a:pt x="54863" y="396239"/>
                    </a:lnTo>
                    <a:lnTo>
                      <a:pt x="57912" y="391667"/>
                    </a:lnTo>
                    <a:lnTo>
                      <a:pt x="59436" y="387095"/>
                    </a:lnTo>
                    <a:lnTo>
                      <a:pt x="65532" y="377951"/>
                    </a:lnTo>
                    <a:lnTo>
                      <a:pt x="67055" y="373379"/>
                    </a:lnTo>
                    <a:lnTo>
                      <a:pt x="73151" y="364236"/>
                    </a:lnTo>
                    <a:lnTo>
                      <a:pt x="74675" y="359663"/>
                    </a:lnTo>
                    <a:lnTo>
                      <a:pt x="76200" y="353567"/>
                    </a:lnTo>
                    <a:lnTo>
                      <a:pt x="76200" y="341375"/>
                    </a:lnTo>
                    <a:lnTo>
                      <a:pt x="74675" y="333755"/>
                    </a:lnTo>
                    <a:lnTo>
                      <a:pt x="73151" y="324612"/>
                    </a:lnTo>
                    <a:lnTo>
                      <a:pt x="64008" y="324612"/>
                    </a:lnTo>
                    <a:lnTo>
                      <a:pt x="57912" y="327660"/>
                    </a:lnTo>
                    <a:lnTo>
                      <a:pt x="53339" y="332231"/>
                    </a:lnTo>
                    <a:lnTo>
                      <a:pt x="47244" y="336803"/>
                    </a:lnTo>
                    <a:lnTo>
                      <a:pt x="42672" y="342900"/>
                    </a:lnTo>
                    <a:lnTo>
                      <a:pt x="38100" y="350519"/>
                    </a:lnTo>
                    <a:lnTo>
                      <a:pt x="32003" y="358139"/>
                    </a:lnTo>
                    <a:lnTo>
                      <a:pt x="27432" y="365760"/>
                    </a:lnTo>
                    <a:lnTo>
                      <a:pt x="22860" y="374903"/>
                    </a:lnTo>
                    <a:lnTo>
                      <a:pt x="16763" y="384048"/>
                    </a:lnTo>
                    <a:lnTo>
                      <a:pt x="13715" y="393191"/>
                    </a:lnTo>
                    <a:lnTo>
                      <a:pt x="9144" y="402336"/>
                    </a:lnTo>
                    <a:lnTo>
                      <a:pt x="6096" y="411479"/>
                    </a:lnTo>
                    <a:lnTo>
                      <a:pt x="4572" y="420624"/>
                    </a:lnTo>
                    <a:lnTo>
                      <a:pt x="1524" y="428243"/>
                    </a:lnTo>
                    <a:lnTo>
                      <a:pt x="0" y="437388"/>
                    </a:lnTo>
                    <a:lnTo>
                      <a:pt x="0" y="451103"/>
                    </a:lnTo>
                    <a:lnTo>
                      <a:pt x="1524" y="457200"/>
                    </a:lnTo>
                    <a:lnTo>
                      <a:pt x="3048" y="464819"/>
                    </a:lnTo>
                    <a:lnTo>
                      <a:pt x="12191" y="477012"/>
                    </a:lnTo>
                    <a:lnTo>
                      <a:pt x="18287" y="483107"/>
                    </a:lnTo>
                    <a:lnTo>
                      <a:pt x="24384" y="486155"/>
                    </a:lnTo>
                    <a:lnTo>
                      <a:pt x="32003" y="490727"/>
                    </a:lnTo>
                    <a:lnTo>
                      <a:pt x="74675" y="501395"/>
                    </a:lnTo>
                    <a:lnTo>
                      <a:pt x="83820" y="501395"/>
                    </a:lnTo>
                    <a:lnTo>
                      <a:pt x="92963" y="502919"/>
                    </a:lnTo>
                    <a:lnTo>
                      <a:pt x="129539" y="502919"/>
                    </a:lnTo>
                    <a:lnTo>
                      <a:pt x="128015" y="495300"/>
                    </a:lnTo>
                    <a:lnTo>
                      <a:pt x="103632" y="470915"/>
                    </a:lnTo>
                    <a:lnTo>
                      <a:pt x="91439" y="466343"/>
                    </a:lnTo>
                    <a:lnTo>
                      <a:pt x="86867" y="464819"/>
                    </a:lnTo>
                    <a:lnTo>
                      <a:pt x="82296" y="461772"/>
                    </a:lnTo>
                    <a:lnTo>
                      <a:pt x="76200" y="455675"/>
                    </a:lnTo>
                    <a:lnTo>
                      <a:pt x="112775" y="437388"/>
                    </a:lnTo>
                    <a:lnTo>
                      <a:pt x="131063" y="426719"/>
                    </a:lnTo>
                    <a:lnTo>
                      <a:pt x="147827" y="417575"/>
                    </a:lnTo>
                    <a:lnTo>
                      <a:pt x="198120" y="381000"/>
                    </a:lnTo>
                    <a:lnTo>
                      <a:pt x="213360" y="367284"/>
                    </a:lnTo>
                    <a:lnTo>
                      <a:pt x="228600" y="355091"/>
                    </a:lnTo>
                    <a:lnTo>
                      <a:pt x="243839" y="339851"/>
                    </a:lnTo>
                    <a:lnTo>
                      <a:pt x="257555" y="324612"/>
                    </a:lnTo>
                    <a:lnTo>
                      <a:pt x="269748" y="307848"/>
                    </a:lnTo>
                    <a:lnTo>
                      <a:pt x="281939" y="292607"/>
                    </a:lnTo>
                    <a:lnTo>
                      <a:pt x="313944" y="237743"/>
                    </a:lnTo>
                    <a:lnTo>
                      <a:pt x="329184" y="196595"/>
                    </a:lnTo>
                    <a:lnTo>
                      <a:pt x="341375" y="152400"/>
                    </a:lnTo>
                    <a:lnTo>
                      <a:pt x="348996" y="106679"/>
                    </a:lnTo>
                    <a:lnTo>
                      <a:pt x="348996" y="99060"/>
                    </a:lnTo>
                    <a:lnTo>
                      <a:pt x="350520" y="91439"/>
                    </a:lnTo>
                    <a:lnTo>
                      <a:pt x="350520" y="47243"/>
                    </a:lnTo>
                    <a:lnTo>
                      <a:pt x="348996" y="38100"/>
                    </a:lnTo>
                    <a:lnTo>
                      <a:pt x="345948" y="30479"/>
                    </a:lnTo>
                    <a:lnTo>
                      <a:pt x="344424" y="21336"/>
                    </a:lnTo>
                    <a:lnTo>
                      <a:pt x="341375" y="13715"/>
                    </a:lnTo>
                    <a:lnTo>
                      <a:pt x="335279" y="6095"/>
                    </a:lnTo>
                    <a:lnTo>
                      <a:pt x="330708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BC5D1F-726C-3BD5-A6E0-115A59C1BE47}"/>
                </a:ext>
              </a:extLst>
            </p:cNvPr>
            <p:cNvSpPr txBox="1"/>
            <p:nvPr/>
          </p:nvSpPr>
          <p:spPr>
            <a:xfrm>
              <a:off x="252598" y="1455142"/>
              <a:ext cx="1220002" cy="4514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1912">
                <a:lnSpc>
                  <a:spcPts val="2804"/>
                </a:lnSpc>
              </a:pPr>
              <a:r>
                <a:rPr lang="sv-SE" sz="2400" b="1" spc="-17" dirty="0">
                  <a:solidFill>
                    <a:srgbClr val="FF0000"/>
                  </a:solidFill>
                  <a:latin typeface="Comic Sans MS"/>
                  <a:cs typeface="Comic Sans MS"/>
                </a:rPr>
                <a:t>Switch</a:t>
              </a:r>
              <a:endParaRPr lang="sv-SE" sz="2400" dirty="0">
                <a:solidFill>
                  <a:srgbClr val="FF0000"/>
                </a:solidFill>
                <a:latin typeface="Comic Sans MS"/>
                <a:cs typeface="Comic Sans MS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76F0398-AD26-6D57-6736-0A9857BCEEB2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5744681" cy="650505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617926">
              <a:lnSpc>
                <a:spcPts val="4875"/>
              </a:lnSpc>
              <a:spcBef>
                <a:spcPts val="173"/>
              </a:spcBef>
            </a:pPr>
            <a:r>
              <a:rPr lang="sv-SE" sz="4141" spc="-17" dirty="0">
                <a:solidFill>
                  <a:srgbClr val="000000"/>
                </a:solidFill>
                <a:latin typeface="Arial MT"/>
                <a:cs typeface="Arial MT"/>
              </a:rPr>
              <a:t>Communication</a:t>
            </a:r>
            <a:r>
              <a:rPr lang="sv-SE" sz="4141" spc="-173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lang="sv-SE" sz="4141" spc="-35" dirty="0">
                <a:solidFill>
                  <a:srgbClr val="000000"/>
                </a:solidFill>
                <a:latin typeface="Arial MT"/>
                <a:cs typeface="Arial MT"/>
              </a:rPr>
              <a:t>Ways</a:t>
            </a:r>
            <a:endParaRPr lang="sv-SE" sz="4141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28746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4541"/>
            <a:ext cx="13400681" cy="88093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75B2A-F7C6-6A20-9D9B-60439D6B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2FFABE29-5382-5676-F60E-42EEF09EF879}"/>
              </a:ext>
            </a:extLst>
          </p:cNvPr>
          <p:cNvSpPr txBox="1"/>
          <p:nvPr/>
        </p:nvSpPr>
        <p:spPr>
          <a:xfrm>
            <a:off x="391225" y="1026885"/>
            <a:ext cx="12628751" cy="4832595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73"/>
              </a:spcBef>
              <a:tabLst>
                <a:tab pos="673803" algn="l"/>
              </a:tabLst>
            </a:pPr>
            <a:r>
              <a:rPr lang="sv-SE" sz="4000" b="1" dirty="0" err="1">
                <a:solidFill>
                  <a:srgbClr val="FF0000"/>
                </a:solidFill>
                <a:latin typeface="Arial MT"/>
                <a:cs typeface="Arial MT"/>
              </a:rPr>
              <a:t>Answer</a:t>
            </a:r>
            <a:r>
              <a:rPr lang="sv-SE" sz="4000" b="1" spc="-18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sv-SE" sz="4000" b="1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lang="sv-SE" sz="4000" b="1" spc="-2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Arial MT"/>
                <a:cs typeface="Arial MT"/>
              </a:rPr>
              <a:t>following</a:t>
            </a:r>
            <a:r>
              <a:rPr lang="sv-SE" sz="4000" b="1" spc="-18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Arial MT"/>
                <a:cs typeface="Arial MT"/>
              </a:rPr>
              <a:t>questions</a:t>
            </a:r>
            <a:r>
              <a:rPr lang="sv-SE" sz="4000" b="1" spc="-17" dirty="0">
                <a:solidFill>
                  <a:srgbClr val="FF0000"/>
                </a:solidFill>
                <a:latin typeface="Arial MT"/>
                <a:cs typeface="Arial MT"/>
              </a:rPr>
              <a:t>:</a:t>
            </a:r>
          </a:p>
          <a:p>
            <a:pPr marL="21914">
              <a:spcBef>
                <a:spcPts val="173"/>
              </a:spcBef>
              <a:tabLst>
                <a:tab pos="673803" algn="l"/>
              </a:tabLst>
            </a:pPr>
            <a:endParaRPr lang="en-GB" sz="4000" b="1" dirty="0">
              <a:solidFill>
                <a:srgbClr val="FF0000"/>
              </a:solidFill>
            </a:endParaRPr>
          </a:p>
          <a:p>
            <a:pPr marL="364814" indent="-342900">
              <a:spcBef>
                <a:spcPts val="173"/>
              </a:spcBef>
              <a:buFont typeface="Arial" panose="020B0604020202020204" pitchFamily="34" charset="0"/>
              <a:buChar char="•"/>
              <a:tabLst>
                <a:tab pos="673803" algn="l"/>
              </a:tabLst>
            </a:pPr>
            <a:r>
              <a:rPr lang="en-GB" sz="2400" dirty="0"/>
              <a:t>What</a:t>
            </a:r>
            <a:r>
              <a:rPr lang="en-GB" sz="2400" spc="-112" dirty="0"/>
              <a:t> </a:t>
            </a:r>
            <a:r>
              <a:rPr lang="en-GB" sz="2400" dirty="0"/>
              <a:t>is</a:t>
            </a:r>
            <a:r>
              <a:rPr lang="en-GB" sz="2400" spc="26" dirty="0"/>
              <a:t> </a:t>
            </a:r>
            <a:r>
              <a:rPr lang="en-GB" sz="2400" spc="-17" dirty="0"/>
              <a:t>network?</a:t>
            </a:r>
          </a:p>
          <a:p>
            <a:pPr marL="364814" indent="-342900">
              <a:spcBef>
                <a:spcPts val="173"/>
              </a:spcBef>
              <a:buFont typeface="Arial" panose="020B0604020202020204" pitchFamily="34" charset="0"/>
              <a:buChar char="•"/>
              <a:tabLst>
                <a:tab pos="673803" algn="l"/>
              </a:tabLst>
            </a:pPr>
            <a:r>
              <a:rPr lang="en-GB" sz="2400" dirty="0"/>
              <a:t>Why</a:t>
            </a:r>
            <a:r>
              <a:rPr lang="en-GB" sz="2400" spc="-155" dirty="0"/>
              <a:t> </a:t>
            </a:r>
            <a:r>
              <a:rPr lang="en-GB" sz="2400" dirty="0"/>
              <a:t>do we</a:t>
            </a:r>
            <a:r>
              <a:rPr lang="en-GB" sz="2400" spc="86" dirty="0"/>
              <a:t> </a:t>
            </a:r>
            <a:r>
              <a:rPr lang="en-GB" sz="2400" dirty="0"/>
              <a:t>need</a:t>
            </a:r>
            <a:r>
              <a:rPr lang="en-GB" sz="2400" spc="-60" dirty="0"/>
              <a:t> </a:t>
            </a:r>
            <a:r>
              <a:rPr lang="en-GB" sz="2400" spc="-17" dirty="0"/>
              <a:t>network?</a:t>
            </a:r>
          </a:p>
          <a:p>
            <a:pPr marL="364814" indent="-342900">
              <a:spcBef>
                <a:spcPts val="173"/>
              </a:spcBef>
              <a:buFont typeface="Arial" panose="020B0604020202020204" pitchFamily="34" charset="0"/>
              <a:buChar char="•"/>
              <a:tabLst>
                <a:tab pos="673803" algn="l"/>
              </a:tabLst>
            </a:pPr>
            <a:r>
              <a:rPr lang="en-GB" sz="2400" dirty="0"/>
              <a:t>What</a:t>
            </a:r>
            <a:r>
              <a:rPr lang="en-GB" sz="2400" spc="-104" dirty="0"/>
              <a:t> </a:t>
            </a:r>
            <a:r>
              <a:rPr lang="en-GB" sz="2400" dirty="0"/>
              <a:t>is</a:t>
            </a:r>
            <a:r>
              <a:rPr lang="en-GB" sz="2400" spc="-35" dirty="0"/>
              <a:t> </a:t>
            </a:r>
            <a:r>
              <a:rPr lang="en-GB" sz="2400" dirty="0"/>
              <a:t>LAN</a:t>
            </a:r>
            <a:r>
              <a:rPr lang="en-GB" sz="2400" spc="17" dirty="0"/>
              <a:t> </a:t>
            </a:r>
            <a:r>
              <a:rPr lang="en-GB" sz="2400" dirty="0"/>
              <a:t>vs</a:t>
            </a:r>
            <a:r>
              <a:rPr lang="en-GB" sz="2400" spc="-9" dirty="0"/>
              <a:t> </a:t>
            </a:r>
            <a:r>
              <a:rPr lang="en-GB" sz="2400" spc="-35" dirty="0"/>
              <a:t>WAN?</a:t>
            </a:r>
          </a:p>
          <a:p>
            <a:pPr marL="364814" indent="-342900">
              <a:spcBef>
                <a:spcPts val="173"/>
              </a:spcBef>
              <a:buFont typeface="Arial" panose="020B0604020202020204" pitchFamily="34" charset="0"/>
              <a:buChar char="•"/>
              <a:tabLst>
                <a:tab pos="673803" algn="l"/>
              </a:tabLst>
            </a:pPr>
            <a:r>
              <a:rPr lang="en-GB" sz="2400" dirty="0"/>
              <a:t>How</a:t>
            </a:r>
            <a:r>
              <a:rPr lang="en-GB" sz="2400" spc="-43" dirty="0"/>
              <a:t> </a:t>
            </a:r>
            <a:r>
              <a:rPr lang="en-GB" sz="2400" dirty="0"/>
              <a:t>computers</a:t>
            </a:r>
            <a:r>
              <a:rPr lang="en-GB" sz="2400" spc="-121" dirty="0"/>
              <a:t> </a:t>
            </a:r>
            <a:r>
              <a:rPr lang="en-GB" sz="2400" dirty="0"/>
              <a:t>communicate</a:t>
            </a:r>
            <a:r>
              <a:rPr lang="en-GB" sz="2400" spc="-197" dirty="0"/>
              <a:t> </a:t>
            </a:r>
            <a:r>
              <a:rPr lang="en-GB" sz="2400" spc="-17" dirty="0"/>
              <a:t>together?</a:t>
            </a:r>
          </a:p>
          <a:p>
            <a:pPr marL="364814" indent="-342900">
              <a:spcBef>
                <a:spcPts val="173"/>
              </a:spcBef>
              <a:buFont typeface="Arial" panose="020B0604020202020204" pitchFamily="34" charset="0"/>
              <a:buChar char="•"/>
              <a:tabLst>
                <a:tab pos="673803" algn="l"/>
              </a:tabLst>
            </a:pPr>
            <a:r>
              <a:rPr lang="en-GB" sz="2400" dirty="0"/>
              <a:t>What</a:t>
            </a:r>
            <a:r>
              <a:rPr lang="en-GB" sz="2400" spc="-104" dirty="0"/>
              <a:t> </a:t>
            </a:r>
            <a:r>
              <a:rPr lang="en-GB" sz="2400" dirty="0"/>
              <a:t>is</a:t>
            </a:r>
            <a:r>
              <a:rPr lang="en-GB" sz="2400" spc="35" dirty="0"/>
              <a:t> </a:t>
            </a:r>
            <a:r>
              <a:rPr lang="en-GB" sz="2400" spc="-17" dirty="0"/>
              <a:t>Ethernet?</a:t>
            </a:r>
          </a:p>
          <a:p>
            <a:pPr marL="364814" indent="-342900">
              <a:spcBef>
                <a:spcPts val="173"/>
              </a:spcBef>
              <a:buFont typeface="Arial" panose="020B0604020202020204" pitchFamily="34" charset="0"/>
              <a:buChar char="•"/>
              <a:tabLst>
                <a:tab pos="673803" algn="l"/>
              </a:tabLst>
            </a:pPr>
            <a:r>
              <a:rPr lang="en-GB" sz="2400" dirty="0"/>
              <a:t>What</a:t>
            </a:r>
            <a:r>
              <a:rPr lang="en-GB" sz="2400" spc="-112" dirty="0"/>
              <a:t> </a:t>
            </a:r>
            <a:r>
              <a:rPr lang="en-GB" sz="2400" dirty="0"/>
              <a:t>is</a:t>
            </a:r>
            <a:r>
              <a:rPr lang="en-GB" sz="2400" spc="-17" dirty="0"/>
              <a:t> Wireless?</a:t>
            </a:r>
          </a:p>
          <a:p>
            <a:pPr marL="364814" indent="-342900">
              <a:spcBef>
                <a:spcPts val="173"/>
              </a:spcBef>
              <a:buFont typeface="Arial" panose="020B0604020202020204" pitchFamily="34" charset="0"/>
              <a:buChar char="•"/>
              <a:tabLst>
                <a:tab pos="673803" algn="l"/>
              </a:tabLst>
            </a:pPr>
            <a:r>
              <a:rPr lang="en-GB" sz="2400" dirty="0"/>
              <a:t>What</a:t>
            </a:r>
            <a:r>
              <a:rPr lang="en-GB" sz="2400" spc="-112" dirty="0"/>
              <a:t> </a:t>
            </a:r>
            <a:r>
              <a:rPr lang="en-GB" sz="2400" dirty="0"/>
              <a:t>is</a:t>
            </a:r>
            <a:r>
              <a:rPr lang="en-GB" sz="2400" spc="26" dirty="0"/>
              <a:t> </a:t>
            </a:r>
            <a:r>
              <a:rPr lang="en-GB" sz="2400" spc="-17" dirty="0"/>
              <a:t>Protocol?</a:t>
            </a:r>
          </a:p>
          <a:p>
            <a:pPr marL="364814" indent="-342900">
              <a:spcBef>
                <a:spcPts val="173"/>
              </a:spcBef>
              <a:buFont typeface="Arial" panose="020B0604020202020204" pitchFamily="34" charset="0"/>
              <a:buChar char="•"/>
              <a:tabLst>
                <a:tab pos="673803" algn="l"/>
              </a:tabLst>
            </a:pPr>
            <a:r>
              <a:rPr lang="en-GB" sz="2400" dirty="0"/>
              <a:t>What</a:t>
            </a:r>
            <a:r>
              <a:rPr lang="en-GB" sz="2400" spc="-69" dirty="0"/>
              <a:t> </a:t>
            </a:r>
            <a:r>
              <a:rPr lang="en-GB" sz="2400" dirty="0"/>
              <a:t>is</a:t>
            </a:r>
            <a:r>
              <a:rPr lang="en-GB" sz="2400" spc="35" dirty="0"/>
              <a:t> </a:t>
            </a:r>
            <a:r>
              <a:rPr lang="en-GB" sz="2400" spc="-17" dirty="0"/>
              <a:t>Wi-</a:t>
            </a:r>
            <a:r>
              <a:rPr lang="en-GB" sz="2400" spc="-43" dirty="0"/>
              <a:t>Fi?</a:t>
            </a:r>
          </a:p>
          <a:p>
            <a:pPr marL="364814" indent="-342900">
              <a:spcBef>
                <a:spcPts val="173"/>
              </a:spcBef>
              <a:buFont typeface="Arial" panose="020B0604020202020204" pitchFamily="34" charset="0"/>
              <a:buChar char="•"/>
              <a:tabLst>
                <a:tab pos="673803" algn="l"/>
              </a:tabLst>
            </a:pPr>
            <a:r>
              <a:rPr lang="en-GB" sz="2400" dirty="0"/>
              <a:t>Wi-Fi</a:t>
            </a:r>
            <a:r>
              <a:rPr lang="en-GB" sz="2400" spc="-95" dirty="0"/>
              <a:t> </a:t>
            </a:r>
            <a:r>
              <a:rPr lang="en-GB" sz="2400" dirty="0"/>
              <a:t>stands</a:t>
            </a:r>
            <a:r>
              <a:rPr lang="en-GB" sz="2400" spc="-60" dirty="0"/>
              <a:t> </a:t>
            </a:r>
            <a:r>
              <a:rPr lang="en-GB" sz="2400" dirty="0"/>
              <a:t>for</a:t>
            </a:r>
            <a:r>
              <a:rPr lang="en-GB" sz="2400" spc="-9" dirty="0"/>
              <a:t> </a:t>
            </a:r>
            <a:r>
              <a:rPr lang="en-GB" sz="2400" spc="-35" dirty="0"/>
              <a:t>what?</a:t>
            </a:r>
          </a:p>
        </p:txBody>
      </p:sp>
    </p:spTree>
    <p:extLst>
      <p:ext uri="{BB962C8B-B14F-4D97-AF65-F5344CB8AC3E}">
        <p14:creationId xmlns:p14="http://schemas.microsoft.com/office/powerpoint/2010/main" val="3867824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384</Words>
  <Application>Microsoft Office PowerPoint</Application>
  <PresentationFormat>Custom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19</cp:revision>
  <dcterms:created xsi:type="dcterms:W3CDTF">2025-12-09T17:44:59Z</dcterms:created>
  <dcterms:modified xsi:type="dcterms:W3CDTF">2026-01-16T19:31:38Z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