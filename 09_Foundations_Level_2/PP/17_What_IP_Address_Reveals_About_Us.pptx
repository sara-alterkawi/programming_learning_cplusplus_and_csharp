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257" r:id="rId3"/>
    <p:sldId id="348" r:id="rId4"/>
    <p:sldId id="308" r:id="rId5"/>
    <p:sldId id="321" r:id="rId6"/>
    <p:sldId id="319" r:id="rId7"/>
    <p:sldId id="315" r:id="rId8"/>
    <p:sldId id="320" r:id="rId9"/>
    <p:sldId id="318" r:id="rId10"/>
    <p:sldId id="322" r:id="rId11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29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>
                <a:solidFill>
                  <a:srgbClr val="FFCE53"/>
                </a:solidFill>
                <a:latin typeface="Comic Sans MS"/>
              </a:rPr>
              <a:t>Computer Foundations</a:t>
            </a:r>
            <a:endParaRPr lang="en-GB" sz="5000" b="1" dirty="0">
              <a:solidFill>
                <a:srgbClr val="FFCE53"/>
              </a:solidFill>
              <a:latin typeface="Comic Sans MS"/>
            </a:endParaRP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lnSpc>
                <a:spcPct val="100000"/>
              </a:lnSpc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</a:rPr>
              <a:t>What</a:t>
            </a: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 IP </a:t>
            </a:r>
            <a:r>
              <a:rPr lang="sv-SE" sz="4000" b="1" dirty="0" err="1">
                <a:solidFill>
                  <a:srgbClr val="FFCE53"/>
                </a:solidFill>
                <a:latin typeface="Comic Sans MS"/>
              </a:rPr>
              <a:t>Address</a:t>
            </a:r>
            <a:endParaRPr lang="sv-SE" sz="4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lnSpc>
                <a:spcPct val="100000"/>
              </a:lnSpc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</a:rPr>
              <a:t>Reveals</a:t>
            </a: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 </a:t>
            </a:r>
            <a:r>
              <a:rPr lang="sv-SE" sz="4000" b="1" dirty="0" err="1">
                <a:solidFill>
                  <a:srgbClr val="FFCE53"/>
                </a:solidFill>
                <a:latin typeface="Comic Sans MS"/>
              </a:rPr>
              <a:t>about</a:t>
            </a: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 </a:t>
            </a:r>
            <a:r>
              <a:rPr lang="sv-SE" sz="4000" b="1" dirty="0" err="1">
                <a:solidFill>
                  <a:srgbClr val="FFCE53"/>
                </a:solidFill>
                <a:latin typeface="Comic Sans MS"/>
              </a:rPr>
              <a:t>us</a:t>
            </a: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5D953-2084-1817-4229-FAAFD37DF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32896AE-CE7D-81A0-AEDC-6E0BA87FB63B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01410FE-97B8-5A99-FF8F-C9230E31D4F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AD6F179-D8CB-DC2F-682D-D0FC1306B727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8C2696C-CF0D-F31B-AE58-FB7BC9F6238B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D7AF2A30-025A-F3E9-2AD4-6DEC894B9982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Where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</a:t>
            </a: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our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IP </a:t>
            </a: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Address</a:t>
            </a:r>
            <a:endParaRPr lang="sv-SE" sz="4000" b="1" dirty="0">
              <a:solidFill>
                <a:srgbClr val="FFCE53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Is </a:t>
            </a: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shared</a:t>
            </a:r>
            <a:r>
              <a:rPr lang="en-GB" sz="4000" dirty="0">
                <a:solidFill>
                  <a:srgbClr val="FFCE53"/>
                </a:solidFill>
                <a:latin typeface="Comic Sans MS"/>
                <a:cs typeface="Comic Sans M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0802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52423-358C-7195-5DDF-D9EFD029E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7">
            <a:extLst>
              <a:ext uri="{FF2B5EF4-FFF2-40B4-BE49-F238E27FC236}">
                <a16:creationId xmlns:a16="http://schemas.microsoft.com/office/drawing/2014/main" id="{A3447FED-404A-3F68-D879-E5BB6E13035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686" y="2418442"/>
            <a:ext cx="12585827" cy="522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42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11CA2-93A9-FCA4-31D3-CD3562673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7">
            <a:extLst>
              <a:ext uri="{FF2B5EF4-FFF2-40B4-BE49-F238E27FC236}">
                <a16:creationId xmlns:a16="http://schemas.microsoft.com/office/drawing/2014/main" id="{E6126CC0-B0C0-C7AD-5D82-9740D6C5C05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685" y="2819400"/>
            <a:ext cx="12388915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05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C0F03-BE38-B2FD-1544-0EB5D8548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F9181AE-D980-9F4C-F436-E12C66784F78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E2036BD-8A4E-C10D-7B8F-1AA704F7C4B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5DD5159-69FA-6A21-DC18-11BE53861FEE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056B0976-AC1A-5D6E-7198-F689D3FC56BE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45379999-4C7F-46C4-EED5-944A64C19E7E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Who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</a:t>
            </a: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wants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</a:t>
            </a: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your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IP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Address</a:t>
            </a:r>
            <a:r>
              <a:rPr lang="en-GB" sz="4000" dirty="0">
                <a:solidFill>
                  <a:srgbClr val="FFCE53"/>
                </a:solidFill>
                <a:latin typeface="Comic Sans MS"/>
                <a:cs typeface="Comic Sans M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52780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FA627-1BBC-A8F9-AE11-07440243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362855" y="2316966"/>
            <a:ext cx="12685490" cy="5424467"/>
            <a:chOff x="685793" y="1625227"/>
            <a:chExt cx="2915681" cy="12467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3" y="1625227"/>
              <a:ext cx="1048215" cy="59752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52711" y="1728978"/>
              <a:ext cx="1048763" cy="609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9169" y="2267712"/>
              <a:ext cx="1021181" cy="55702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41224" y="2336292"/>
              <a:ext cx="1048707" cy="535715"/>
            </a:xfrm>
            <a:prstGeom prst="rect">
              <a:avLst/>
            </a:prstGeom>
          </p:spPr>
        </p:pic>
      </p:grpSp>
      <p:sp>
        <p:nvSpPr>
          <p:cNvPr id="2" name="object 4">
            <a:extLst>
              <a:ext uri="{FF2B5EF4-FFF2-40B4-BE49-F238E27FC236}">
                <a16:creationId xmlns:a16="http://schemas.microsoft.com/office/drawing/2014/main" id="{BB17034B-4CB3-1AFE-9745-AB398173CC16}"/>
              </a:ext>
            </a:extLst>
          </p:cNvPr>
          <p:cNvSpPr txBox="1"/>
          <p:nvPr/>
        </p:nvSpPr>
        <p:spPr>
          <a:xfrm>
            <a:off x="391225" y="1026884"/>
            <a:ext cx="12628751" cy="636574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GB" sz="4000" b="1" dirty="0">
                <a:latin typeface="Comic Sans MS"/>
                <a:cs typeface="Comic Sans MS"/>
              </a:rPr>
              <a:t>Who wants your IP Address?</a:t>
            </a:r>
            <a:endParaRPr lang="sv-SE" sz="4000" b="1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663724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EAF40-02D3-DE6B-7725-D11A9FCF4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8DF0C01-89EA-EBEF-7E1A-3B34DFCB5892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CED6E3EF-F849-24BA-F247-06E98FEBE97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D06B139-F08B-EE1A-45A0-FC6DC6CD7C5A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026821F9-33DB-4104-C6AD-37E73B9B3F34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B1024648-A2FA-285B-948F-3C0FA801C008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How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to </a:t>
            </a: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protect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</a:t>
            </a: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your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IP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Address</a:t>
            </a:r>
            <a:r>
              <a:rPr lang="en-GB" sz="4000" dirty="0">
                <a:solidFill>
                  <a:srgbClr val="FFCE53"/>
                </a:solidFill>
                <a:latin typeface="Comic Sans MS"/>
                <a:cs typeface="Comic Sans M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91731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727CA-133E-F75D-840C-68A986A88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5B71EA78-AEB2-B966-73B8-2B49F9C4EC0C}"/>
              </a:ext>
            </a:extLst>
          </p:cNvPr>
          <p:cNvSpPr txBox="1">
            <a:spLocks/>
          </p:cNvSpPr>
          <p:nvPr/>
        </p:nvSpPr>
        <p:spPr>
          <a:xfrm>
            <a:off x="-5862" y="4097064"/>
            <a:ext cx="13411200" cy="186427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R="8766" indent="101891" algn="ctr">
              <a:lnSpc>
                <a:spcPct val="101299"/>
              </a:lnSpc>
              <a:spcBef>
                <a:spcPts val="155"/>
              </a:spcBef>
            </a:pPr>
            <a:r>
              <a:rPr lang="en-GB" sz="6000" dirty="0">
                <a:latin typeface="Comic Sans MS"/>
                <a:cs typeface="Comic Sans MS"/>
              </a:rPr>
              <a:t>How to protect your IP Address?</a:t>
            </a:r>
            <a:endParaRPr lang="en-GB" sz="6000" spc="-60" dirty="0">
              <a:latin typeface="Comic Sans MS"/>
              <a:cs typeface="Comic Sans MS"/>
            </a:endParaRPr>
          </a:p>
          <a:p>
            <a:pPr marR="8766" indent="101891" algn="ctr">
              <a:lnSpc>
                <a:spcPct val="101299"/>
              </a:lnSpc>
              <a:spcBef>
                <a:spcPts val="155"/>
              </a:spcBef>
            </a:pPr>
            <a:r>
              <a:rPr lang="en-GB" sz="6000" dirty="0">
                <a:latin typeface="Comic Sans MS"/>
                <a:cs typeface="Comic Sans MS"/>
              </a:rPr>
              <a:t>In the</a:t>
            </a:r>
            <a:r>
              <a:rPr lang="en-GB" sz="6000" spc="60" dirty="0">
                <a:latin typeface="Comic Sans MS"/>
                <a:cs typeface="Comic Sans MS"/>
              </a:rPr>
              <a:t> next </a:t>
            </a:r>
            <a:r>
              <a:rPr lang="en-GB" sz="6000" dirty="0">
                <a:latin typeface="Comic Sans MS"/>
                <a:cs typeface="Comic Sans MS"/>
              </a:rPr>
              <a:t>lessons</a:t>
            </a:r>
            <a:r>
              <a:rPr lang="en-GB" sz="6000" spc="60" dirty="0">
                <a:latin typeface="Comic Sans MS"/>
                <a:cs typeface="Comic Sans MS"/>
              </a:rPr>
              <a:t> </a:t>
            </a:r>
            <a:r>
              <a:rPr lang="en-GB" sz="6000" spc="-86" dirty="0">
                <a:latin typeface="Wingdings"/>
                <a:cs typeface="Wingdings"/>
              </a:rPr>
              <a:t></a:t>
            </a:r>
            <a:endParaRPr lang="en-GB" sz="6000" dirty="0"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3385252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9B773-0ADB-49E6-27E1-1347FA2F0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B09B7C5E-AF1B-240E-A51E-19F321AA8B69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419871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331</TotalTime>
  <Words>73</Words>
  <Application>Microsoft Office PowerPoint</Application>
  <PresentationFormat>Custom</PresentationFormat>
  <Paragraphs>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40</cp:revision>
  <dcterms:created xsi:type="dcterms:W3CDTF">2025-12-09T17:44:59Z</dcterms:created>
  <dcterms:modified xsi:type="dcterms:W3CDTF">2026-01-16T19:38:49Z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