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19" r:id="rId5"/>
    <p:sldId id="312" r:id="rId6"/>
    <p:sldId id="314" r:id="rId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Mac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2D1F-C3C0-32D0-83DE-2D106BD9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0FFEFF7-B97B-C057-4A2F-59C090A4F52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9F57528-D1E6-FEE3-F7CB-8E22966E0B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F0313A7-9A34-0853-9DF2-F05EF391E7A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7C5E346-3849-D767-B289-DF9F529E6FD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97C9A080-90A2-E815-274F-A3221FE6FB45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Mac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489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E51E-D669-4440-A784-9E24344D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5DCE0180-8416-70A2-6E66-B4949C842478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 err="1">
                <a:latin typeface="Comic Sans MS"/>
                <a:cs typeface="Comic Sans MS"/>
              </a:rPr>
              <a:t>What</a:t>
            </a:r>
            <a:r>
              <a:rPr lang="sv-SE" sz="4000" b="1" dirty="0">
                <a:latin typeface="Comic Sans MS"/>
                <a:cs typeface="Comic Sans MS"/>
              </a:rPr>
              <a:t> is Mac </a:t>
            </a:r>
            <a:r>
              <a:rPr lang="sv-SE" sz="4000" b="1" dirty="0" err="1">
                <a:latin typeface="Comic Sans MS"/>
                <a:cs typeface="Comic Sans MS"/>
              </a:rPr>
              <a:t>Address</a:t>
            </a:r>
            <a:r>
              <a:rPr lang="sv-SE" sz="4000" b="1" dirty="0">
                <a:latin typeface="Comic Sans MS"/>
                <a:cs typeface="Comic Sans MS"/>
              </a:rPr>
              <a:t>?</a:t>
            </a: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A3447FED-404A-3F68-D879-E5BB6E1303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1900" y="1512457"/>
            <a:ext cx="5867400" cy="703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3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4615-B972-B713-2905-3CE7B9BC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8E03FB5C-F297-0AC5-6398-BCF09240A5D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525856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dirty="0">
                <a:latin typeface="Comic Sans MS"/>
                <a:cs typeface="Comic Sans MS"/>
              </a:rPr>
              <a:t>What</a:t>
            </a:r>
            <a:r>
              <a:rPr lang="en-GB" sz="4000" spc="-15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is</a:t>
            </a:r>
            <a:r>
              <a:rPr lang="en-GB" sz="4000" spc="-25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Mac</a:t>
            </a:r>
            <a:r>
              <a:rPr lang="en-GB" sz="4000" spc="-10" dirty="0">
                <a:latin typeface="Comic Sans MS"/>
                <a:cs typeface="Comic Sans MS"/>
              </a:rPr>
              <a:t> Address?</a:t>
            </a:r>
            <a:endParaRPr lang="en-GB" sz="40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 marL="39370" marR="105410">
              <a:lnSpc>
                <a:spcPct val="103299"/>
              </a:lnSpc>
              <a:spcBef>
                <a:spcPts val="725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MAC</a:t>
            </a:r>
            <a:r>
              <a:rPr lang="en-GB" sz="24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: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M</a:t>
            </a:r>
            <a:r>
              <a:rPr lang="en-GB" sz="2400" dirty="0">
                <a:latin typeface="Comic Sans MS"/>
                <a:cs typeface="Comic Sans MS"/>
              </a:rPr>
              <a:t>edia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dirty="0">
                <a:latin typeface="Comic Sans MS"/>
                <a:cs typeface="Comic Sans MS"/>
              </a:rPr>
              <a:t>ccess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C</a:t>
            </a:r>
            <a:r>
              <a:rPr lang="en-GB" sz="2400" dirty="0">
                <a:latin typeface="Comic Sans MS"/>
                <a:cs typeface="Comic Sans MS"/>
              </a:rPr>
              <a:t>ontrol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address:</a:t>
            </a:r>
            <a:r>
              <a:rPr lang="en-GB" sz="2400" spc="22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hardware</a:t>
            </a:r>
            <a:r>
              <a:rPr lang="en-GB" sz="2400" u="sng" spc="5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identifier</a:t>
            </a:r>
            <a:r>
              <a:rPr lang="en-GB" sz="2400" u="sng" spc="3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that</a:t>
            </a:r>
            <a:r>
              <a:rPr lang="en-GB" sz="2400" u="sng" spc="4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uniquely</a:t>
            </a:r>
            <a:r>
              <a:rPr lang="en-GB" sz="2400" u="sng" spc="3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identifies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each</a:t>
            </a:r>
            <a:r>
              <a:rPr lang="en-GB" sz="2400" u="sng" spc="4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device</a:t>
            </a:r>
            <a:r>
              <a:rPr lang="en-GB" sz="2400" u="sng" spc="6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on</a:t>
            </a:r>
            <a:r>
              <a:rPr lang="en-GB" sz="2400" u="sng" spc="4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5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lang="en-GB" sz="2400" dirty="0">
                <a:latin typeface="Comic Sans MS"/>
                <a:cs typeface="Comic Sans MS"/>
              </a:rPr>
              <a:t>.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Primarily,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manufacturer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assigns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it.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r>
              <a:rPr lang="en-GB" sz="2400" dirty="0">
                <a:latin typeface="Comic Sans MS"/>
                <a:cs typeface="Comic Sans MS"/>
              </a:rPr>
              <a:t>MAC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unique</a:t>
            </a:r>
            <a:r>
              <a:rPr lang="en-GB" sz="240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number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which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is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used</a:t>
            </a:r>
            <a:r>
              <a:rPr lang="en-GB" sz="240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track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device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</a:t>
            </a:r>
            <a:r>
              <a:rPr lang="en-GB" sz="240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lang="en-GB" sz="2400" spc="-10" dirty="0">
                <a:latin typeface="Comic Sans MS"/>
                <a:cs typeface="Comic Sans MS"/>
              </a:rPr>
              <a:t>.</a:t>
            </a: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r>
              <a:rPr lang="en-GB" sz="2400" dirty="0">
                <a:latin typeface="Comic Sans MS"/>
                <a:cs typeface="Comic Sans MS"/>
              </a:rPr>
              <a:t>MAC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provides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secure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way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find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senders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receivers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network.</a:t>
            </a: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r>
              <a:rPr lang="en-GB" sz="2400" dirty="0">
                <a:latin typeface="Comic Sans MS"/>
                <a:cs typeface="Comic Sans MS"/>
              </a:rPr>
              <a:t>It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helps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prevent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unwanted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access.</a:t>
            </a: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38227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113030" algn="l"/>
              </a:tabLst>
            </a:pPr>
            <a:r>
              <a:rPr lang="en-GB" sz="2400" dirty="0">
                <a:latin typeface="Comic Sans MS"/>
                <a:cs typeface="Comic Sans MS"/>
              </a:rPr>
              <a:t>Mac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also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used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Wi-Fi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at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airport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for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specific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device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order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identify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it.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0797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6F88427-592F-D5BD-F2FF-0B1796E36380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8525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122</Words>
  <Application>Microsoft Office PowerPoint</Application>
  <PresentationFormat>Custom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35</cp:revision>
  <dcterms:created xsi:type="dcterms:W3CDTF">2025-12-09T17:44:59Z</dcterms:created>
  <dcterms:modified xsi:type="dcterms:W3CDTF">2026-01-16T19:38:16Z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