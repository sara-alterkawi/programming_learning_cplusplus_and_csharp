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15" r:id="rId5"/>
    <p:sldId id="32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Sub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Domain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Name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74C0AB-3EB0-AA6E-6F9A-49FF553B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728" y="1354710"/>
            <a:ext cx="13423928" cy="734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C1BAB77F-F687-6947-D61A-53791E666081}"/>
              </a:ext>
            </a:extLst>
          </p:cNvPr>
          <p:cNvSpPr txBox="1"/>
          <p:nvPr/>
        </p:nvSpPr>
        <p:spPr>
          <a:xfrm>
            <a:off x="391224" y="1026884"/>
            <a:ext cx="7685976" cy="6443420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Sub Domain?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 subdomain name is a piece of additional information added to the beginning of a website's domain name.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It allows websites to separate and organize content for a specific function — such as a blog or an online store — from the rest of your website.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blog.sotshopping.com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management.sotshopping.com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sweden.sotshopping.com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syria.sotshopping.com</a:t>
            </a:r>
          </a:p>
        </p:txBody>
      </p:sp>
      <p:pic>
        <p:nvPicPr>
          <p:cNvPr id="5" name="Picture 4" descr="A close-up of several circles&#10;&#10;AI-generated content may be incorrect.">
            <a:extLst>
              <a:ext uri="{FF2B5EF4-FFF2-40B4-BE49-F238E27FC236}">
                <a16:creationId xmlns:a16="http://schemas.microsoft.com/office/drawing/2014/main" id="{6E9381D1-79DC-40AA-2BEA-B5CCCD73B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1295400"/>
            <a:ext cx="5105402" cy="56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D244D04B-C8DC-C4D0-35AA-A9988A1B347E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89</Words>
  <Application>Microsoft Office PowerPoint</Application>
  <PresentationFormat>Custom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55</cp:revision>
  <dcterms:created xsi:type="dcterms:W3CDTF">2025-12-09T17:44:59Z</dcterms:created>
  <dcterms:modified xsi:type="dcterms:W3CDTF">2026-01-16T19:42:11Z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