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348" r:id="rId3"/>
    <p:sldId id="316" r:id="rId4"/>
    <p:sldId id="317" r:id="rId5"/>
    <p:sldId id="322" r:id="rId6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72472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lnSpc>
                <a:spcPct val="100000"/>
              </a:lnSpc>
              <a:spcBef>
                <a:spcPts val="673"/>
              </a:spcBef>
            </a:pP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FTP</a:t>
            </a:r>
          </a:p>
          <a:p>
            <a:pPr marL="2786346" algn="ctr">
              <a:spcBef>
                <a:spcPts val="673"/>
              </a:spcBef>
            </a:pP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File</a:t>
            </a:r>
            <a:r>
              <a:rPr lang="sv-SE" sz="4000" b="1" dirty="0">
                <a:solidFill>
                  <a:srgbClr val="FFCE53"/>
                </a:solidFill>
                <a:latin typeface="Comic Sans MS"/>
              </a:rPr>
              <a:t> Transfer </a:t>
            </a:r>
            <a:r>
              <a:rPr lang="sv-SE" sz="4000" b="1" dirty="0" err="1">
                <a:solidFill>
                  <a:srgbClr val="FFCE53"/>
                </a:solidFill>
                <a:latin typeface="Comic Sans MS"/>
              </a:rPr>
              <a:t>Protocol</a:t>
            </a:r>
            <a:endParaRPr lang="sv-SE" sz="4000" b="1" dirty="0">
              <a:solidFill>
                <a:srgbClr val="FFCE53"/>
              </a:solidFill>
              <a:latin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239656-65EB-9DE0-96F0-F23BFE5F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74C0AB-3EB0-AA6E-6F9A-49FF553B3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2216" y="1424084"/>
            <a:ext cx="11754040" cy="721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310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303FA-1940-B977-719A-58CC3AF5D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4">
            <a:extLst>
              <a:ext uri="{FF2B5EF4-FFF2-40B4-BE49-F238E27FC236}">
                <a16:creationId xmlns:a16="http://schemas.microsoft.com/office/drawing/2014/main" id="{90D41E70-3125-A538-7A8C-F4B03E2510C8}"/>
              </a:ext>
            </a:extLst>
          </p:cNvPr>
          <p:cNvSpPr txBox="1"/>
          <p:nvPr/>
        </p:nvSpPr>
        <p:spPr>
          <a:xfrm>
            <a:off x="391224" y="1026884"/>
            <a:ext cx="7685976" cy="8722891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4000" b="1" dirty="0">
                <a:solidFill>
                  <a:schemeClr val="tx1"/>
                </a:solidFill>
                <a:latin typeface="Comic Sans MS"/>
                <a:cs typeface="Comic Sans MS"/>
              </a:rPr>
              <a:t>What is FTP?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F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ile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ransfer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rotocol (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FTP</a:t>
            </a: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) is a way to download, on the Internet and between computer systems.</a:t>
            </a: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R="5080">
              <a:lnSpc>
                <a:spcPct val="104400"/>
              </a:lnSpc>
              <a:spcBef>
                <a:spcPts val="680"/>
              </a:spcBef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What are the advantages of FTP?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Allows the transfer of multiple files and directories.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Ability to resume a transfer if the connection is lost.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Ability put items into a queue to be uploaded or downloaded.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Allows you to schedule transfers.</a:t>
            </a: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1"/>
              </a:solidFill>
              <a:latin typeface="Comic Sans MS"/>
              <a:cs typeface="Comic Sans MS"/>
            </a:endParaRPr>
          </a:p>
          <a:p>
            <a:pPr marL="342900" marR="5080" indent="-342900">
              <a:lnSpc>
                <a:spcPct val="104400"/>
              </a:lnSpc>
              <a:spcBef>
                <a:spcPts val="680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1"/>
                </a:solidFill>
                <a:latin typeface="Comic Sans MS"/>
                <a:cs typeface="Comic Sans MS"/>
              </a:rPr>
              <a:t>No size limitation on single transfers (browsers only allow up to 2 GB)</a:t>
            </a:r>
          </a:p>
        </p:txBody>
      </p:sp>
      <p:pic>
        <p:nvPicPr>
          <p:cNvPr id="3" name="object 12">
            <a:extLst>
              <a:ext uri="{FF2B5EF4-FFF2-40B4-BE49-F238E27FC236}">
                <a16:creationId xmlns:a16="http://schemas.microsoft.com/office/drawing/2014/main" id="{42B12641-867E-DBE8-0D7B-C961937AAC2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01000" y="1617051"/>
            <a:ext cx="5347753" cy="397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46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9B773-0ADB-49E6-27E1-1347FA2F0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9C2338D1-DA5C-962C-7AE2-ACAE4EA84590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2419871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447</TotalTime>
  <Words>101</Words>
  <Application>Microsoft Office PowerPoint</Application>
  <PresentationFormat>Custom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Sara Alterkawi</cp:lastModifiedBy>
  <cp:revision>59</cp:revision>
  <dcterms:created xsi:type="dcterms:W3CDTF">2025-12-09T17:44:59Z</dcterms:created>
  <dcterms:modified xsi:type="dcterms:W3CDTF">2026-01-16T19:43:14Z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