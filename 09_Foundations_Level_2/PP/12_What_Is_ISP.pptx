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48" r:id="rId4"/>
    <p:sldId id="315" r:id="rId5"/>
    <p:sldId id="312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ISP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C7329-0078-0907-11B4-DEF451FA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67DD551-4186-718D-6C96-EC95A7139488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3DF9AC0-A541-F821-1E80-ECB8ED62885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DD01E21-3BAF-B1BC-B06E-450FDE237762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29689A7-7372-C760-728C-7A888186F9C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5A2FC337-F636-0082-62DF-EE4B2C60216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ISP?</a:t>
            </a:r>
          </a:p>
        </p:txBody>
      </p:sp>
    </p:spTree>
    <p:extLst>
      <p:ext uri="{BB962C8B-B14F-4D97-AF65-F5344CB8AC3E}">
        <p14:creationId xmlns:p14="http://schemas.microsoft.com/office/powerpoint/2010/main" val="199674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67E4-3984-3137-4AB8-2C780A0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BBCB0ECB-0771-A4D3-B177-EA957E99C386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277724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25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35" dirty="0">
                <a:latin typeface="Comic Sans MS"/>
                <a:cs typeface="Comic Sans MS"/>
              </a:rPr>
              <a:t> </a:t>
            </a:r>
            <a:r>
              <a:rPr lang="en-GB" sz="4000" b="1" spc="-20" dirty="0">
                <a:latin typeface="Comic Sans MS"/>
                <a:cs typeface="Comic Sans MS"/>
              </a:rPr>
              <a:t>ISP?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2400" b="1" dirty="0">
              <a:latin typeface="Comic Sans MS"/>
              <a:cs typeface="Comic Sans MS"/>
            </a:endParaRPr>
          </a:p>
          <a:p>
            <a:pPr marL="53975">
              <a:lnSpc>
                <a:spcPct val="100000"/>
              </a:lnSpc>
              <a:spcBef>
                <a:spcPts val="740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ISP:</a:t>
            </a:r>
            <a:r>
              <a:rPr lang="en-GB" sz="2400" b="1" spc="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I</a:t>
            </a:r>
            <a:r>
              <a:rPr lang="en-GB" sz="2400" b="1" dirty="0">
                <a:latin typeface="Comic Sans MS"/>
                <a:cs typeface="Comic Sans MS"/>
              </a:rPr>
              <a:t>nternet</a:t>
            </a:r>
            <a:r>
              <a:rPr lang="en-GB" sz="2400" b="1" spc="70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lang="en-GB" sz="2400" b="1" dirty="0">
                <a:latin typeface="Comic Sans MS"/>
                <a:cs typeface="Comic Sans MS"/>
              </a:rPr>
              <a:t>ervice</a:t>
            </a:r>
            <a:r>
              <a:rPr lang="en-GB" sz="2400" b="1" spc="75" dirty="0">
                <a:latin typeface="Comic Sans MS"/>
                <a:cs typeface="Comic Sans MS"/>
              </a:rPr>
              <a:t> </a:t>
            </a:r>
            <a:r>
              <a:rPr lang="en-GB" sz="2400" b="1" spc="-1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lang="en-GB" sz="2400" b="1" spc="-10" dirty="0">
                <a:latin typeface="Comic Sans MS"/>
                <a:cs typeface="Comic Sans MS"/>
              </a:rPr>
              <a:t>rovider</a:t>
            </a:r>
          </a:p>
          <a:p>
            <a:pPr marL="53975">
              <a:lnSpc>
                <a:spcPct val="100000"/>
              </a:lnSpc>
              <a:spcBef>
                <a:spcPts val="740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 marL="375285" marR="5080" indent="-342900">
              <a:lnSpc>
                <a:spcPct val="104400"/>
              </a:lnSpc>
              <a:spcBef>
                <a:spcPts val="655"/>
              </a:spcBef>
              <a:buFont typeface="Arial" panose="020B0604020202020204" pitchFamily="34" charset="0"/>
              <a:buChar char="•"/>
              <a:tabLst>
                <a:tab pos="107314" algn="l"/>
              </a:tabLst>
            </a:pPr>
            <a:r>
              <a:rPr lang="en-GB" sz="2400" dirty="0">
                <a:latin typeface="Comic Sans MS"/>
                <a:cs typeface="Comic Sans MS"/>
              </a:rPr>
              <a:t>ISP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company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that</a:t>
            </a:r>
            <a:r>
              <a:rPr lang="en-GB" sz="2400" u="sng" spc="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provides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Internet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connections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and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services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individuals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spc="-25" dirty="0">
                <a:latin typeface="Comic Sans MS"/>
                <a:cs typeface="Comic Sans MS"/>
              </a:rPr>
              <a:t>and</a:t>
            </a:r>
            <a:r>
              <a:rPr lang="en-GB" sz="2400" spc="50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organizations.</a:t>
            </a:r>
            <a:endParaRPr lang="en-GB" sz="2400" dirty="0">
              <a:latin typeface="Comic Sans MS"/>
              <a:cs typeface="Comic Sans M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6D1285-49CB-63A4-0B1A-064834821A8A}"/>
              </a:ext>
            </a:extLst>
          </p:cNvPr>
          <p:cNvGrpSpPr/>
          <p:nvPr/>
        </p:nvGrpSpPr>
        <p:grpSpPr>
          <a:xfrm>
            <a:off x="1568173" y="4038600"/>
            <a:ext cx="10274853" cy="3598286"/>
            <a:chOff x="2004625" y="3616923"/>
            <a:chExt cx="10274853" cy="3598286"/>
          </a:xfrm>
        </p:grpSpPr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1214FB0-00F1-0CAF-14D0-9F2CCAAC4E7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1947" y="3616923"/>
              <a:ext cx="4430877" cy="3360162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FBE830-690C-855F-5CB7-F9D1CAA7E583}"/>
                </a:ext>
              </a:extLst>
            </p:cNvPr>
            <p:cNvGrpSpPr/>
            <p:nvPr/>
          </p:nvGrpSpPr>
          <p:grpSpPr>
            <a:xfrm>
              <a:off x="8012278" y="3729310"/>
              <a:ext cx="4267200" cy="3360162"/>
              <a:chOff x="7450074" y="8037868"/>
              <a:chExt cx="1261872" cy="993648"/>
            </a:xfrm>
          </p:grpSpPr>
          <p:pic>
            <p:nvPicPr>
              <p:cNvPr id="6" name="object 9">
                <a:extLst>
                  <a:ext uri="{FF2B5EF4-FFF2-40B4-BE49-F238E27FC236}">
                    <a16:creationId xmlns:a16="http://schemas.microsoft.com/office/drawing/2014/main" id="{5E8E7EBC-2B92-2084-3403-BDBDFA5DF3A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543800" y="8037868"/>
                <a:ext cx="1168146" cy="993648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6E76761C-C035-DF9F-03F5-07F9B3A180D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450074" y="8703094"/>
                <a:ext cx="265315" cy="263651"/>
              </a:xfrm>
              <a:prstGeom prst="rect">
                <a:avLst/>
              </a:prstGeom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0CA719-28C3-DA2E-42E6-6DF4C79CA47C}"/>
                </a:ext>
              </a:extLst>
            </p:cNvPr>
            <p:cNvSpPr/>
            <p:nvPr/>
          </p:nvSpPr>
          <p:spPr>
            <a:xfrm>
              <a:off x="2004625" y="6477000"/>
              <a:ext cx="1752600" cy="6124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704EAD-00CE-469D-824E-28577851C059}"/>
                </a:ext>
              </a:extLst>
            </p:cNvPr>
            <p:cNvSpPr/>
            <p:nvPr/>
          </p:nvSpPr>
          <p:spPr>
            <a:xfrm>
              <a:off x="6248400" y="6602737"/>
              <a:ext cx="1752600" cy="6124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145746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7CA-133E-F75D-840C-68A986A8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F146E96F-43D4-2AF5-3C73-87227BE9B7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38525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47</Words>
  <Application>Microsoft Office PowerPoint</Application>
  <PresentationFormat>Custom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30</cp:revision>
  <dcterms:created xsi:type="dcterms:W3CDTF">2025-12-09T17:44:59Z</dcterms:created>
  <dcterms:modified xsi:type="dcterms:W3CDTF">2026-01-16T19:36:44Z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