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14" r:id="rId5"/>
    <p:sldId id="313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6715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IP Part 4(DHCP)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C91D-FE47-814F-BCD5-A46872E0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8EB9B1-2A1B-2A67-59CF-D24106DB0F48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93F91F7-28BE-FA00-4A77-894B0733CF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77E56E3-168E-FB1B-2FD6-609EA4FBEA6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52A58B2-A395-94A2-3316-27EE163C5012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CE4B77E-9572-F7B0-AD78-27C19F263883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DHCP?</a:t>
            </a:r>
          </a:p>
        </p:txBody>
      </p:sp>
    </p:spTree>
    <p:extLst>
      <p:ext uri="{BB962C8B-B14F-4D97-AF65-F5344CB8AC3E}">
        <p14:creationId xmlns:p14="http://schemas.microsoft.com/office/powerpoint/2010/main" val="247844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BBCB0ECB-0771-A4D3-B177-EA957E99C38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3023462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25" dirty="0">
                <a:latin typeface="Comic Sans MS"/>
                <a:cs typeface="Comic Sans MS"/>
              </a:rPr>
              <a:t> </a:t>
            </a:r>
            <a:r>
              <a:rPr lang="en-GB" sz="4000" b="1" spc="-10" dirty="0">
                <a:latin typeface="Comic Sans MS"/>
                <a:cs typeface="Comic Sans MS"/>
              </a:rPr>
              <a:t>DHCP?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4000" b="1" dirty="0">
              <a:latin typeface="Comic Sans MS"/>
              <a:cs typeface="Comic Sans MS"/>
            </a:endParaRPr>
          </a:p>
          <a:p>
            <a:pPr marL="53975">
              <a:lnSpc>
                <a:spcPct val="100000"/>
              </a:lnSpc>
              <a:spcBef>
                <a:spcPts val="740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DHCP:</a:t>
            </a:r>
            <a:r>
              <a:rPr lang="en-GB" sz="2400" b="1" spc="1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D</a:t>
            </a:r>
            <a:r>
              <a:rPr lang="en-GB" sz="2400" dirty="0">
                <a:latin typeface="Comic Sans MS"/>
                <a:cs typeface="Comic Sans MS"/>
              </a:rPr>
              <a:t>ynamic</a:t>
            </a:r>
            <a:r>
              <a:rPr lang="en-GB" sz="2400" spc="80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H</a:t>
            </a:r>
            <a:r>
              <a:rPr lang="en-GB" sz="2400" dirty="0">
                <a:latin typeface="Comic Sans MS"/>
                <a:cs typeface="Comic Sans MS"/>
              </a:rPr>
              <a:t>ost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C</a:t>
            </a:r>
            <a:r>
              <a:rPr lang="en-GB" sz="2400" dirty="0">
                <a:latin typeface="Comic Sans MS"/>
                <a:cs typeface="Comic Sans MS"/>
              </a:rPr>
              <a:t>onfiguration</a:t>
            </a:r>
            <a:r>
              <a:rPr lang="en-GB" sz="2400" spc="9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spc="-10" dirty="0">
                <a:latin typeface="Comic Sans MS"/>
                <a:cs typeface="Comic Sans MS"/>
              </a:rPr>
              <a:t>rotocol</a:t>
            </a:r>
          </a:p>
          <a:p>
            <a:pPr marL="53975">
              <a:lnSpc>
                <a:spcPct val="100000"/>
              </a:lnSpc>
              <a:spcBef>
                <a:spcPts val="740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L="375285" marR="5080" indent="-342900">
              <a:lnSpc>
                <a:spcPct val="104400"/>
              </a:lnSpc>
              <a:spcBef>
                <a:spcPts val="655"/>
              </a:spcBef>
              <a:buFont typeface="Arial" panose="020B0604020202020204" pitchFamily="34" charset="0"/>
              <a:buChar char="•"/>
              <a:tabLst>
                <a:tab pos="107314" algn="l"/>
              </a:tabLst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DHCP</a:t>
            </a:r>
            <a:r>
              <a:rPr lang="en-GB" sz="24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client/server</a:t>
            </a:r>
            <a:r>
              <a:rPr lang="en-GB" sz="2400" u="sng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protocol</a:t>
            </a:r>
            <a:r>
              <a:rPr lang="en-GB" sz="2400" u="sng" spc="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that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automatically</a:t>
            </a:r>
            <a:r>
              <a:rPr lang="en-GB" sz="2400" u="sng" spc="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provides</a:t>
            </a:r>
            <a:r>
              <a:rPr lang="en-GB" sz="2400" u="sng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an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Internet</a:t>
            </a:r>
            <a:r>
              <a:rPr lang="en-GB" sz="2400" u="sng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Protocol</a:t>
            </a:r>
            <a:r>
              <a:rPr lang="en-GB" sz="2400" u="sng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(IP)</a:t>
            </a:r>
            <a:r>
              <a:rPr lang="en-GB" sz="2400" spc="5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host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with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its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IP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and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other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related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configuration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information.</a:t>
            </a:r>
            <a:endParaRPr lang="en-GB" sz="2400" dirty="0">
              <a:latin typeface="Comic Sans MS"/>
              <a:cs typeface="Comic Sans MS"/>
            </a:endParaRPr>
          </a:p>
        </p:txBody>
      </p:sp>
      <p:pic>
        <p:nvPicPr>
          <p:cNvPr id="2" name="object 6">
            <a:extLst>
              <a:ext uri="{FF2B5EF4-FFF2-40B4-BE49-F238E27FC236}">
                <a16:creationId xmlns:a16="http://schemas.microsoft.com/office/drawing/2014/main" id="{0D2E6E5D-2CB1-DAD1-087F-48C03A075F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5891" y="4014992"/>
            <a:ext cx="791941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07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65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24</cp:revision>
  <dcterms:created xsi:type="dcterms:W3CDTF">2025-12-09T17:44:59Z</dcterms:created>
  <dcterms:modified xsi:type="dcterms:W3CDTF">2026-01-16T19:35:59Z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