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22" r:id="rId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DNS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Domain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Name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74C0AB-3EB0-AA6E-6F9A-49FF553B3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176021"/>
            <a:ext cx="13411200" cy="570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7C440B36-7CDD-2B58-8825-CF80003D6CD1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Words>17</Words>
  <Application>Microsoft Office PowerPoint</Application>
  <PresentationFormat>Custom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53</cp:revision>
  <dcterms:created xsi:type="dcterms:W3CDTF">2025-12-09T17:44:59Z</dcterms:created>
  <dcterms:modified xsi:type="dcterms:W3CDTF">2026-01-16T19:41:47Z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