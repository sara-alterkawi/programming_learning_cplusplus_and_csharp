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15" r:id="rId5"/>
    <p:sldId id="322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176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Computer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6715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Surfing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A0E5518-BE35-F8C1-010C-515C002B6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695" y="2609580"/>
            <a:ext cx="10197810" cy="48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FA627-1BBC-A8F9-AE11-07440243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C1BAB77F-F687-6947-D61A-53791E666081}"/>
              </a:ext>
            </a:extLst>
          </p:cNvPr>
          <p:cNvSpPr txBox="1"/>
          <p:nvPr/>
        </p:nvSpPr>
        <p:spPr>
          <a:xfrm>
            <a:off x="391224" y="1026884"/>
            <a:ext cx="7685976" cy="5405957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Browser?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FF0000"/>
                </a:solidFill>
                <a:latin typeface="Comic Sans MS"/>
                <a:cs typeface="Comic Sans MS"/>
              </a:rPr>
              <a:t>Borwser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is a software </a:t>
            </a:r>
            <a:r>
              <a:rPr lang="en-GB" sz="2400" u="sng" dirty="0">
                <a:solidFill>
                  <a:srgbClr val="FF0000"/>
                </a:solidFill>
                <a:latin typeface="Comic Sans MS"/>
                <a:cs typeface="Comic Sans MS"/>
              </a:rPr>
              <a:t>application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that lets people access the World Wide Web.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It is used to locate, fetch and display content on the internet, including web pages, images, videos, documents, and other files.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In other words browser is the program that request a webpage and download it, interpret it and show it on the screen in the right format</a:t>
            </a:r>
          </a:p>
        </p:txBody>
      </p:sp>
      <p:pic>
        <p:nvPicPr>
          <p:cNvPr id="3" name="object 7">
            <a:extLst>
              <a:ext uri="{FF2B5EF4-FFF2-40B4-BE49-F238E27FC236}">
                <a16:creationId xmlns:a16="http://schemas.microsoft.com/office/drawing/2014/main" id="{1D78ED74-F81F-CDD4-9146-D17058674E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3352800"/>
            <a:ext cx="5715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24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A762A1A0-3CFF-C82D-442B-E3C5C49DE233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88</Words>
  <Application>Microsoft Office PowerPoint</Application>
  <PresentationFormat>Custom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43</cp:revision>
  <dcterms:created xsi:type="dcterms:W3CDTF">2025-12-09T17:44:59Z</dcterms:created>
  <dcterms:modified xsi:type="dcterms:W3CDTF">2026-01-16T19:40:33Z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