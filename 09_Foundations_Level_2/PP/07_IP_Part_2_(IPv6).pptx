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348" r:id="rId3"/>
    <p:sldId id="305" r:id="rId4"/>
    <p:sldId id="311" r:id="rId5"/>
    <p:sldId id="257" r:id="rId6"/>
    <p:sldId id="312" r:id="rId7"/>
    <p:sldId id="313" r:id="rId8"/>
    <p:sldId id="314" r:id="rId9"/>
    <p:sldId id="307" r:id="rId10"/>
    <p:sldId id="315" r:id="rId11"/>
    <p:sldId id="278" r:id="rId12"/>
    <p:sldId id="306" r:id="rId13"/>
    <p:sldId id="296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6715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IP Part 2 (IPV6)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61E5D-6A5C-3D4E-3323-1432B9748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0F7B6B10-B02C-1F1F-BB60-CC6144336B95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650505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617926">
              <a:lnSpc>
                <a:spcPts val="4875"/>
              </a:lnSpc>
              <a:spcBef>
                <a:spcPts val="173"/>
              </a:spcBef>
            </a:pPr>
            <a:r>
              <a:rPr lang="sv-SE" sz="4141" b="1" spc="-17" dirty="0" err="1">
                <a:solidFill>
                  <a:srgbClr val="000000"/>
                </a:solidFill>
                <a:latin typeface="Arial MT"/>
                <a:cs typeface="Arial MT"/>
              </a:rPr>
              <a:t>How</a:t>
            </a:r>
            <a:r>
              <a:rPr lang="sv-SE" sz="4141" b="1" spc="-17" dirty="0">
                <a:solidFill>
                  <a:srgbClr val="000000"/>
                </a:solidFill>
                <a:latin typeface="Arial MT"/>
                <a:cs typeface="Arial MT"/>
              </a:rPr>
              <a:t> to </a:t>
            </a:r>
            <a:r>
              <a:rPr lang="sv-SE" sz="4141" b="1" spc="-17" dirty="0" err="1">
                <a:solidFill>
                  <a:srgbClr val="000000"/>
                </a:solidFill>
                <a:latin typeface="Arial MT"/>
                <a:cs typeface="Arial MT"/>
              </a:rPr>
              <a:t>locate</a:t>
            </a:r>
            <a:r>
              <a:rPr lang="sv-SE" sz="4141" b="1" spc="-17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lang="sv-SE" sz="4141" b="1" spc="-17" dirty="0" err="1">
                <a:solidFill>
                  <a:srgbClr val="000000"/>
                </a:solidFill>
                <a:latin typeface="Arial MT"/>
                <a:cs typeface="Arial MT"/>
              </a:rPr>
              <a:t>certain</a:t>
            </a:r>
            <a:r>
              <a:rPr lang="sv-SE" sz="4141" b="1" spc="-17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lang="sv-SE" sz="4141" b="1" spc="-17" dirty="0" err="1">
                <a:solidFill>
                  <a:srgbClr val="000000"/>
                </a:solidFill>
                <a:latin typeface="Arial MT"/>
                <a:cs typeface="Arial MT"/>
              </a:rPr>
              <a:t>device</a:t>
            </a:r>
            <a:r>
              <a:rPr lang="sv-SE" sz="4141" b="1" spc="-17" dirty="0">
                <a:solidFill>
                  <a:srgbClr val="000000"/>
                </a:solidFill>
                <a:latin typeface="Arial MT"/>
                <a:cs typeface="Arial MT"/>
              </a:rPr>
              <a:t>?</a:t>
            </a:r>
            <a:endParaRPr lang="sv-SE" sz="4141" b="1" dirty="0">
              <a:latin typeface="Arial MT"/>
              <a:cs typeface="Arial MT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37B39E9-AEBC-C046-4AF7-AFEB250996C0}"/>
              </a:ext>
            </a:extLst>
          </p:cNvPr>
          <p:cNvGrpSpPr/>
          <p:nvPr/>
        </p:nvGrpSpPr>
        <p:grpSpPr>
          <a:xfrm>
            <a:off x="1068745" y="2626483"/>
            <a:ext cx="11273709" cy="4805434"/>
            <a:chOff x="914400" y="1682130"/>
            <a:chExt cx="11273709" cy="4805434"/>
          </a:xfrm>
        </p:grpSpPr>
        <p:sp>
          <p:nvSpPr>
            <p:cNvPr id="27" name="object 25">
              <a:extLst>
                <a:ext uri="{FF2B5EF4-FFF2-40B4-BE49-F238E27FC236}">
                  <a16:creationId xmlns:a16="http://schemas.microsoft.com/office/drawing/2014/main" id="{FD1E066F-FDFB-5531-7C08-F74DE3F6E280}"/>
                </a:ext>
              </a:extLst>
            </p:cNvPr>
            <p:cNvSpPr txBox="1"/>
            <p:nvPr/>
          </p:nvSpPr>
          <p:spPr>
            <a:xfrm>
              <a:off x="914400" y="2511522"/>
              <a:ext cx="2204803" cy="384078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14"/>
                </a:spcBef>
              </a:pPr>
              <a:r>
                <a:rPr sz="2400" b="1" spc="-10" dirty="0">
                  <a:solidFill>
                    <a:srgbClr val="FF0000"/>
                  </a:solidFill>
                  <a:latin typeface="Comic Sans MS"/>
                  <a:cs typeface="Comic Sans MS"/>
                </a:rPr>
                <a:t>Switch</a:t>
              </a:r>
              <a:endParaRPr sz="2400" dirty="0">
                <a:latin typeface="Comic Sans MS"/>
                <a:cs typeface="Comic Sans MS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9FE1D58-D3A3-94B1-5295-A71AB62FF515}"/>
                </a:ext>
              </a:extLst>
            </p:cNvPr>
            <p:cNvGrpSpPr/>
            <p:nvPr/>
          </p:nvGrpSpPr>
          <p:grpSpPr>
            <a:xfrm>
              <a:off x="1280328" y="2170970"/>
              <a:ext cx="4263305" cy="4316594"/>
              <a:chOff x="3506870" y="4239621"/>
              <a:chExt cx="1937222" cy="1961436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2CC926FE-5F8A-15F2-5F2E-E09C03968CA5}"/>
                  </a:ext>
                </a:extLst>
              </p:cNvPr>
              <p:cNvGrpSpPr/>
              <p:nvPr/>
            </p:nvGrpSpPr>
            <p:grpSpPr>
              <a:xfrm>
                <a:off x="3506870" y="4239621"/>
                <a:ext cx="1937222" cy="1527116"/>
                <a:chOff x="3506870" y="4239621"/>
                <a:chExt cx="1937222" cy="1527116"/>
              </a:xfrm>
            </p:grpSpPr>
            <p:pic>
              <p:nvPicPr>
                <p:cNvPr id="40" name="object 24">
                  <a:extLst>
                    <a:ext uri="{FF2B5EF4-FFF2-40B4-BE49-F238E27FC236}">
                      <a16:creationId xmlns:a16="http://schemas.microsoft.com/office/drawing/2014/main" id="{438566FC-9006-393E-7CAE-46D91E95C78F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3650146" y="4613893"/>
                  <a:ext cx="1793946" cy="1152844"/>
                </a:xfrm>
                <a:prstGeom prst="rect">
                  <a:avLst/>
                </a:prstGeom>
              </p:spPr>
            </p:pic>
            <p:pic>
              <p:nvPicPr>
                <p:cNvPr id="41" name="object 27">
                  <a:extLst>
                    <a:ext uri="{FF2B5EF4-FFF2-40B4-BE49-F238E27FC236}">
                      <a16:creationId xmlns:a16="http://schemas.microsoft.com/office/drawing/2014/main" id="{393F74AC-D93B-B88A-0A65-879F7E03C3FF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3506870" y="4551850"/>
                  <a:ext cx="291381" cy="418306"/>
                </a:xfrm>
                <a:prstGeom prst="rect">
                  <a:avLst/>
                </a:prstGeom>
              </p:spPr>
            </p:pic>
            <p:pic>
              <p:nvPicPr>
                <p:cNvPr id="42" name="object 29">
                  <a:extLst>
                    <a:ext uri="{FF2B5EF4-FFF2-40B4-BE49-F238E27FC236}">
                      <a16:creationId xmlns:a16="http://schemas.microsoft.com/office/drawing/2014/main" id="{7C519BAF-8B05-C512-0A65-A7B3133FAEF0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4310627" y="4239621"/>
                  <a:ext cx="232152" cy="358262"/>
                </a:xfrm>
                <a:prstGeom prst="rect">
                  <a:avLst/>
                </a:prstGeom>
              </p:spPr>
            </p:pic>
            <p:pic>
              <p:nvPicPr>
                <p:cNvPr id="43" name="object 30">
                  <a:extLst>
                    <a:ext uri="{FF2B5EF4-FFF2-40B4-BE49-F238E27FC236}">
                      <a16:creationId xmlns:a16="http://schemas.microsoft.com/office/drawing/2014/main" id="{30A30718-E74F-2753-2CBD-90675C5C3981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5065180" y="4239621"/>
                  <a:ext cx="232152" cy="358262"/>
                </a:xfrm>
                <a:prstGeom prst="rect">
                  <a:avLst/>
                </a:prstGeom>
              </p:spPr>
            </p:pic>
          </p:grpSp>
          <p:pic>
            <p:nvPicPr>
              <p:cNvPr id="38" name="object 31">
                <a:extLst>
                  <a:ext uri="{FF2B5EF4-FFF2-40B4-BE49-F238E27FC236}">
                    <a16:creationId xmlns:a16="http://schemas.microsoft.com/office/drawing/2014/main" id="{F1AC4E39-FA43-00E5-7416-EC4F379378E2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320634" y="5806769"/>
                <a:ext cx="232188" cy="358262"/>
              </a:xfrm>
              <a:prstGeom prst="rect">
                <a:avLst/>
              </a:prstGeom>
            </p:spPr>
          </p:pic>
          <p:pic>
            <p:nvPicPr>
              <p:cNvPr id="39" name="object 32">
                <a:extLst>
                  <a:ext uri="{FF2B5EF4-FFF2-40B4-BE49-F238E27FC236}">
                    <a16:creationId xmlns:a16="http://schemas.microsoft.com/office/drawing/2014/main" id="{65814314-5D14-AA8E-CFB9-17C4477C3D2C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065180" y="5842795"/>
                <a:ext cx="232152" cy="358262"/>
              </a:xfrm>
              <a:prstGeom prst="rect">
                <a:avLst/>
              </a:prstGeom>
            </p:spPr>
          </p:pic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B566C75-70FE-C70A-6ACB-F36AA67A56F0}"/>
                </a:ext>
              </a:extLst>
            </p:cNvPr>
            <p:cNvGrpSpPr/>
            <p:nvPr/>
          </p:nvGrpSpPr>
          <p:grpSpPr>
            <a:xfrm>
              <a:off x="7928062" y="1682130"/>
              <a:ext cx="4260047" cy="4719620"/>
              <a:chOff x="6486220" y="2930662"/>
              <a:chExt cx="3228347" cy="3576620"/>
            </a:xfrm>
          </p:grpSpPr>
          <p:pic>
            <p:nvPicPr>
              <p:cNvPr id="30" name="object 28">
                <a:extLst>
                  <a:ext uri="{FF2B5EF4-FFF2-40B4-BE49-F238E27FC236}">
                    <a16:creationId xmlns:a16="http://schemas.microsoft.com/office/drawing/2014/main" id="{DBE27558-C789-D399-CDC2-16DA13756E1E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7058640" y="2930662"/>
                <a:ext cx="640406" cy="1068783"/>
              </a:xfrm>
              <a:prstGeom prst="rect">
                <a:avLst/>
              </a:prstGeom>
            </p:spPr>
          </p:pic>
          <p:pic>
            <p:nvPicPr>
              <p:cNvPr id="31" name="object 33">
                <a:extLst>
                  <a:ext uri="{FF2B5EF4-FFF2-40B4-BE49-F238E27FC236}">
                    <a16:creationId xmlns:a16="http://schemas.microsoft.com/office/drawing/2014/main" id="{60C85F3D-3A40-72E8-A44E-1CE49171E537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6610311" y="3759269"/>
                <a:ext cx="2970175" cy="2533853"/>
              </a:xfrm>
              <a:prstGeom prst="rect">
                <a:avLst/>
              </a:prstGeom>
            </p:spPr>
          </p:pic>
          <p:pic>
            <p:nvPicPr>
              <p:cNvPr id="32" name="object 34">
                <a:extLst>
                  <a:ext uri="{FF2B5EF4-FFF2-40B4-BE49-F238E27FC236}">
                    <a16:creationId xmlns:a16="http://schemas.microsoft.com/office/drawing/2014/main" id="{BDC0A262-3D80-44D4-DC7F-18AB186EE720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486220" y="4776014"/>
                <a:ext cx="232188" cy="358262"/>
              </a:xfrm>
              <a:prstGeom prst="rect">
                <a:avLst/>
              </a:prstGeom>
            </p:spPr>
          </p:pic>
          <p:pic>
            <p:nvPicPr>
              <p:cNvPr id="33" name="object 35">
                <a:extLst>
                  <a:ext uri="{FF2B5EF4-FFF2-40B4-BE49-F238E27FC236}">
                    <a16:creationId xmlns:a16="http://schemas.microsoft.com/office/drawing/2014/main" id="{20A14AC0-ECDB-EB33-3E74-4012AB96AA8A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8786" y="6145017"/>
                <a:ext cx="232152" cy="358262"/>
              </a:xfrm>
              <a:prstGeom prst="rect">
                <a:avLst/>
              </a:prstGeom>
            </p:spPr>
          </p:pic>
          <p:pic>
            <p:nvPicPr>
              <p:cNvPr id="34" name="object 36">
                <a:extLst>
                  <a:ext uri="{FF2B5EF4-FFF2-40B4-BE49-F238E27FC236}">
                    <a16:creationId xmlns:a16="http://schemas.microsoft.com/office/drawing/2014/main" id="{294DF68E-FC2B-15A0-576C-35339C1EA56A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625790" y="6149020"/>
                <a:ext cx="232188" cy="358262"/>
              </a:xfrm>
              <a:prstGeom prst="rect">
                <a:avLst/>
              </a:prstGeom>
            </p:spPr>
          </p:pic>
          <p:pic>
            <p:nvPicPr>
              <p:cNvPr id="35" name="object 37">
                <a:extLst>
                  <a:ext uri="{FF2B5EF4-FFF2-40B4-BE49-F238E27FC236}">
                    <a16:creationId xmlns:a16="http://schemas.microsoft.com/office/drawing/2014/main" id="{5F53A4CB-2EB4-D6E5-E342-C38DF45BD099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9482415" y="4790024"/>
                <a:ext cx="232152" cy="358262"/>
              </a:xfrm>
              <a:prstGeom prst="rect">
                <a:avLst/>
              </a:prstGeom>
            </p:spPr>
          </p:pic>
          <p:pic>
            <p:nvPicPr>
              <p:cNvPr id="36" name="object 38">
                <a:extLst>
                  <a:ext uri="{FF2B5EF4-FFF2-40B4-BE49-F238E27FC236}">
                    <a16:creationId xmlns:a16="http://schemas.microsoft.com/office/drawing/2014/main" id="{E18FBCB6-CD99-E75E-39C6-E1945DEDF222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797913" y="3777283"/>
                <a:ext cx="232188" cy="35626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7087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81223-DD91-EDDF-45C0-8E884E627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51530D3-ECA7-A771-12F7-DBBBF2B913B9}"/>
              </a:ext>
            </a:extLst>
          </p:cNvPr>
          <p:cNvGrpSpPr/>
          <p:nvPr/>
        </p:nvGrpSpPr>
        <p:grpSpPr>
          <a:xfrm>
            <a:off x="318003" y="703028"/>
            <a:ext cx="12775193" cy="6993172"/>
            <a:chOff x="305260" y="703028"/>
            <a:chExt cx="12775193" cy="6993172"/>
          </a:xfrm>
        </p:grpSpPr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6E5019FC-A5A5-4E42-B6EE-01F9E25BEE4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260" y="703028"/>
              <a:ext cx="1769155" cy="1624793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0EF83C6-EA83-65C2-4007-1D4FF800E91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89087" y="703028"/>
              <a:ext cx="2991366" cy="1526591"/>
            </a:xfrm>
            <a:prstGeom prst="rect">
              <a:avLst/>
            </a:prstGeom>
          </p:spPr>
        </p:pic>
        <p:pic>
          <p:nvPicPr>
            <p:cNvPr id="6" name="object 7">
              <a:extLst>
                <a:ext uri="{FF2B5EF4-FFF2-40B4-BE49-F238E27FC236}">
                  <a16:creationId xmlns:a16="http://schemas.microsoft.com/office/drawing/2014/main" id="{ABD58126-42EA-49B8-EEA0-9540B9E6CD9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40767" y="6922487"/>
              <a:ext cx="1616379" cy="773713"/>
            </a:xfrm>
            <a:prstGeom prst="rect">
              <a:avLst/>
            </a:prstGeom>
          </p:spPr>
        </p:pic>
        <p:pic>
          <p:nvPicPr>
            <p:cNvPr id="7" name="object 9">
              <a:extLst>
                <a:ext uri="{FF2B5EF4-FFF2-40B4-BE49-F238E27FC236}">
                  <a16:creationId xmlns:a16="http://schemas.microsoft.com/office/drawing/2014/main" id="{B516D3BE-C278-95CE-F77F-CADFF6DE688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55765" y="7261731"/>
              <a:ext cx="883050" cy="434466"/>
            </a:xfrm>
            <a:prstGeom prst="rect">
              <a:avLst/>
            </a:prstGeom>
          </p:spPr>
        </p:pic>
      </p:grpSp>
      <p:pic>
        <p:nvPicPr>
          <p:cNvPr id="12" name="object 18">
            <a:extLst>
              <a:ext uri="{FF2B5EF4-FFF2-40B4-BE49-F238E27FC236}">
                <a16:creationId xmlns:a16="http://schemas.microsoft.com/office/drawing/2014/main" id="{C5E4B7EA-E8AB-CDFB-B79C-788986406ED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76495" y="2057400"/>
            <a:ext cx="8658209" cy="48650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9F0BD4-7729-D8AC-F697-43A02DE4054C}"/>
              </a:ext>
            </a:extLst>
          </p:cNvPr>
          <p:cNvSpPr txBox="1"/>
          <p:nvPr/>
        </p:nvSpPr>
        <p:spPr>
          <a:xfrm>
            <a:off x="3055173" y="6521503"/>
            <a:ext cx="670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E" sz="2400" dirty="0">
                <a:solidFill>
                  <a:srgbClr val="FF0000"/>
                </a:solidFill>
              </a:rPr>
              <a:t>provides 232 (4,294,967,296) addresses</a:t>
            </a:r>
          </a:p>
        </p:txBody>
      </p:sp>
    </p:spTree>
    <p:extLst>
      <p:ext uri="{BB962C8B-B14F-4D97-AF65-F5344CB8AC3E}">
        <p14:creationId xmlns:p14="http://schemas.microsoft.com/office/powerpoint/2010/main" val="976462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364971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endParaRPr lang="sv-SE" sz="24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chemeClr val="bg1"/>
                </a:solidFill>
                <a:latin typeface="Comic Sans MS"/>
                <a:cs typeface="Comic Sans MS"/>
              </a:rPr>
              <a:t>(4,294,967,296)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chemeClr val="bg1"/>
                </a:solidFill>
                <a:latin typeface="Comic Sans MS"/>
                <a:cs typeface="Comic Sans MS"/>
              </a:rPr>
              <a:t>addresses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Is That Enough?</a:t>
            </a:r>
            <a:endParaRPr lang="en-GB" sz="4000" b="1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4249F-7AAF-2B76-F655-C7F637197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3739586-B7BA-5066-8C8B-74AE20E3FDFC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99A52E87-7E5A-1505-9F4E-B287EBDDFB2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BA0009A-9C84-3D37-F20F-94536FF1A91A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C7B15A68-7196-74C8-60D8-7296A6402B29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95AEFF8F-EF9E-785E-EAE1-B71294CF7E20}"/>
              </a:ext>
            </a:extLst>
          </p:cNvPr>
          <p:cNvSpPr txBox="1"/>
          <p:nvPr/>
        </p:nvSpPr>
        <p:spPr>
          <a:xfrm>
            <a:off x="106432" y="3084218"/>
            <a:ext cx="13304768" cy="435503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endParaRPr lang="sv-SE" sz="24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chemeClr val="bg1"/>
                </a:solidFill>
                <a:latin typeface="Comic Sans MS"/>
                <a:cs typeface="Comic Sans MS"/>
              </a:rPr>
              <a:t>(4,294,967,296)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chemeClr val="bg1"/>
                </a:solidFill>
                <a:latin typeface="Comic Sans MS"/>
                <a:cs typeface="Comic Sans MS"/>
              </a:rPr>
              <a:t>addresses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It Was Enough, now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NO </a:t>
            </a:r>
            <a:r>
              <a:rPr lang="en-GB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NO</a:t>
            </a: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en-GB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NO</a:t>
            </a:r>
            <a:endParaRPr lang="en-GB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789245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D3A13-12E8-E2F3-7250-364DE1EB6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D11D814-2A1D-D4CD-8353-56FB6568D9E5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4345F56-9490-74B4-6AEF-C298C5CDB7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2A2F5F2-7343-09FF-38A3-86026208EA53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B1AA740-3DBC-1E13-941C-DB6438A1FB98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EB24F072-466C-56B4-55FA-5BBD6787EE2C}"/>
              </a:ext>
            </a:extLst>
          </p:cNvPr>
          <p:cNvSpPr txBox="1"/>
          <p:nvPr/>
        </p:nvSpPr>
        <p:spPr>
          <a:xfrm>
            <a:off x="106432" y="3084218"/>
            <a:ext cx="13304768" cy="22390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endParaRPr lang="sv-SE" sz="24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chemeClr val="bg1"/>
                </a:solidFill>
                <a:latin typeface="Comic Sans MS"/>
                <a:cs typeface="Comic Sans MS"/>
              </a:rPr>
              <a:t>What is the solution?!</a:t>
            </a:r>
            <a:endParaRPr lang="en-GB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359926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E05FF-5C65-88E1-75EF-949F6791B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E9556B0-B879-F43F-9E21-2BD3A6D13124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4FD2A076-1EAE-FCBC-71E4-9BCC5EC86D1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1697AB4-2AD4-2F8E-5EED-12C1ED46FE89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C494CFE4-D921-111A-E983-C5F5C6029772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BCCEDF51-222A-6329-9DD4-97A8773E3483}"/>
              </a:ext>
            </a:extLst>
          </p:cNvPr>
          <p:cNvSpPr txBox="1"/>
          <p:nvPr/>
        </p:nvSpPr>
        <p:spPr>
          <a:xfrm>
            <a:off x="106432" y="3084218"/>
            <a:ext cx="13304768" cy="22390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endParaRPr lang="sv-SE" sz="24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chemeClr val="bg1"/>
                </a:solidFill>
                <a:latin typeface="Comic Sans MS"/>
                <a:cs typeface="Comic Sans MS"/>
              </a:rPr>
              <a:t>Simply IPv6 </a:t>
            </a:r>
            <a:r>
              <a:rPr lang="sv-SE" sz="4000" b="1" spc="-50" dirty="0">
                <a:solidFill>
                  <a:srgbClr val="FFFFFF"/>
                </a:solidFill>
                <a:latin typeface="Wingdings"/>
                <a:cs typeface="Wingdings"/>
              </a:rPr>
              <a:t></a:t>
            </a:r>
            <a:endParaRPr lang="en-GB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209512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81223-DD91-EDDF-45C0-8E884E627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51530D3-ECA7-A771-12F7-DBBBF2B913B9}"/>
              </a:ext>
            </a:extLst>
          </p:cNvPr>
          <p:cNvGrpSpPr/>
          <p:nvPr/>
        </p:nvGrpSpPr>
        <p:grpSpPr>
          <a:xfrm>
            <a:off x="318003" y="703028"/>
            <a:ext cx="12775193" cy="6993172"/>
            <a:chOff x="305260" y="703028"/>
            <a:chExt cx="12775193" cy="6993172"/>
          </a:xfrm>
        </p:grpSpPr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6E5019FC-A5A5-4E42-B6EE-01F9E25BEE4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260" y="703028"/>
              <a:ext cx="1769155" cy="1624793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0EF83C6-EA83-65C2-4007-1D4FF800E91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89087" y="703028"/>
              <a:ext cx="2991366" cy="1526591"/>
            </a:xfrm>
            <a:prstGeom prst="rect">
              <a:avLst/>
            </a:prstGeom>
          </p:spPr>
        </p:pic>
        <p:pic>
          <p:nvPicPr>
            <p:cNvPr id="6" name="object 7">
              <a:extLst>
                <a:ext uri="{FF2B5EF4-FFF2-40B4-BE49-F238E27FC236}">
                  <a16:creationId xmlns:a16="http://schemas.microsoft.com/office/drawing/2014/main" id="{ABD58126-42EA-49B8-EEA0-9540B9E6CD9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40767" y="6922487"/>
              <a:ext cx="1616379" cy="773713"/>
            </a:xfrm>
            <a:prstGeom prst="rect">
              <a:avLst/>
            </a:prstGeom>
          </p:spPr>
        </p:pic>
        <p:pic>
          <p:nvPicPr>
            <p:cNvPr id="7" name="object 9">
              <a:extLst>
                <a:ext uri="{FF2B5EF4-FFF2-40B4-BE49-F238E27FC236}">
                  <a16:creationId xmlns:a16="http://schemas.microsoft.com/office/drawing/2014/main" id="{B516D3BE-C278-95CE-F77F-CADFF6DE688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55765" y="7261731"/>
              <a:ext cx="883050" cy="434466"/>
            </a:xfrm>
            <a:prstGeom prst="rect">
              <a:avLst/>
            </a:prstGeom>
          </p:spPr>
        </p:pic>
      </p:grpSp>
      <p:pic>
        <p:nvPicPr>
          <p:cNvPr id="12" name="object 18">
            <a:extLst>
              <a:ext uri="{FF2B5EF4-FFF2-40B4-BE49-F238E27FC236}">
                <a16:creationId xmlns:a16="http://schemas.microsoft.com/office/drawing/2014/main" id="{C5E4B7EA-E8AB-CDFB-B79C-788986406ED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76495" y="2057400"/>
            <a:ext cx="8658209" cy="48650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7600DB-2840-2AE7-0AAD-D83C4D549542}"/>
              </a:ext>
            </a:extLst>
          </p:cNvPr>
          <p:cNvSpPr txBox="1"/>
          <p:nvPr/>
        </p:nvSpPr>
        <p:spPr>
          <a:xfrm>
            <a:off x="3055173" y="6521503"/>
            <a:ext cx="670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E" sz="2400" dirty="0">
                <a:solidFill>
                  <a:srgbClr val="FF0000"/>
                </a:solidFill>
              </a:rPr>
              <a:t>provides 232 (4,294,967,296) addresses</a:t>
            </a:r>
          </a:p>
        </p:txBody>
      </p:sp>
    </p:spTree>
    <p:extLst>
      <p:ext uri="{BB962C8B-B14F-4D97-AF65-F5344CB8AC3E}">
        <p14:creationId xmlns:p14="http://schemas.microsoft.com/office/powerpoint/2010/main" val="174557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86874-48F1-C788-328B-EF1A3DEF1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>
            <a:extLst>
              <a:ext uri="{FF2B5EF4-FFF2-40B4-BE49-F238E27FC236}">
                <a16:creationId xmlns:a16="http://schemas.microsoft.com/office/drawing/2014/main" id="{5E5B4A24-32FB-FDC2-9AAA-B169AA601F4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5505" y="1795473"/>
            <a:ext cx="9920187" cy="538893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87F26FC-0BAA-EC45-5033-BA7813DD4BBC}"/>
              </a:ext>
            </a:extLst>
          </p:cNvPr>
          <p:cNvGrpSpPr/>
          <p:nvPr/>
        </p:nvGrpSpPr>
        <p:grpSpPr>
          <a:xfrm>
            <a:off x="318003" y="703028"/>
            <a:ext cx="12775193" cy="6993172"/>
            <a:chOff x="305260" y="703028"/>
            <a:chExt cx="12775193" cy="6993172"/>
          </a:xfrm>
        </p:grpSpPr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69D13FA1-F203-D1E3-8B92-6229B56B3AB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260" y="703028"/>
              <a:ext cx="1769155" cy="1624793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E0F9380-F0E3-FB82-442C-517DB59DC0B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89087" y="703028"/>
              <a:ext cx="2991366" cy="1526591"/>
            </a:xfrm>
            <a:prstGeom prst="rect">
              <a:avLst/>
            </a:prstGeom>
          </p:spPr>
        </p:pic>
        <p:pic>
          <p:nvPicPr>
            <p:cNvPr id="6" name="object 7">
              <a:extLst>
                <a:ext uri="{FF2B5EF4-FFF2-40B4-BE49-F238E27FC236}">
                  <a16:creationId xmlns:a16="http://schemas.microsoft.com/office/drawing/2014/main" id="{7EE636EF-FAF7-FDFB-1A7E-020D5D3FAC2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0767" y="6922487"/>
              <a:ext cx="1616379" cy="773713"/>
            </a:xfrm>
            <a:prstGeom prst="rect">
              <a:avLst/>
            </a:prstGeom>
          </p:spPr>
        </p:pic>
        <p:pic>
          <p:nvPicPr>
            <p:cNvPr id="7" name="object 9">
              <a:extLst>
                <a:ext uri="{FF2B5EF4-FFF2-40B4-BE49-F238E27FC236}">
                  <a16:creationId xmlns:a16="http://schemas.microsoft.com/office/drawing/2014/main" id="{60DB41EA-511A-A415-C96A-8B0AD7F0585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55765" y="7261731"/>
              <a:ext cx="883050" cy="434466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725309E-996E-D1C9-0CA3-9F9F97D369C5}"/>
              </a:ext>
            </a:extLst>
          </p:cNvPr>
          <p:cNvSpPr txBox="1"/>
          <p:nvPr/>
        </p:nvSpPr>
        <p:spPr>
          <a:xfrm>
            <a:off x="3055173" y="6521503"/>
            <a:ext cx="670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E" sz="2400" dirty="0">
                <a:solidFill>
                  <a:srgbClr val="FF0000"/>
                </a:solidFill>
              </a:rPr>
              <a:t>provides 232 (4,294,967,296) addresses</a:t>
            </a:r>
          </a:p>
        </p:txBody>
      </p:sp>
    </p:spTree>
    <p:extLst>
      <p:ext uri="{BB962C8B-B14F-4D97-AF65-F5344CB8AC3E}">
        <p14:creationId xmlns:p14="http://schemas.microsoft.com/office/powerpoint/2010/main" val="3736933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97743-63A8-4CC6-F04C-F877AACEB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18">
            <a:extLst>
              <a:ext uri="{FF2B5EF4-FFF2-40B4-BE49-F238E27FC236}">
                <a16:creationId xmlns:a16="http://schemas.microsoft.com/office/drawing/2014/main" id="{D2091FDB-FDD4-6F43-F75A-8F4662B2541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1915" y="797504"/>
            <a:ext cx="5439913" cy="677951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D262CA7-433E-0AA4-5D5A-F7C80B2EDECC}"/>
              </a:ext>
            </a:extLst>
          </p:cNvPr>
          <p:cNvGrpSpPr/>
          <p:nvPr/>
        </p:nvGrpSpPr>
        <p:grpSpPr>
          <a:xfrm>
            <a:off x="318003" y="703028"/>
            <a:ext cx="12775193" cy="6993172"/>
            <a:chOff x="305260" y="703028"/>
            <a:chExt cx="12775193" cy="6993172"/>
          </a:xfrm>
        </p:grpSpPr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29E48DA1-C51A-FCA1-6784-0F1B8E4D7D1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260" y="703028"/>
              <a:ext cx="1769155" cy="1624793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6FEF5E5D-F2B3-FC66-F5EE-9648D6A10A5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89087" y="703028"/>
              <a:ext cx="2991366" cy="1526591"/>
            </a:xfrm>
            <a:prstGeom prst="rect">
              <a:avLst/>
            </a:prstGeom>
          </p:spPr>
        </p:pic>
        <p:pic>
          <p:nvPicPr>
            <p:cNvPr id="6" name="object 7">
              <a:extLst>
                <a:ext uri="{FF2B5EF4-FFF2-40B4-BE49-F238E27FC236}">
                  <a16:creationId xmlns:a16="http://schemas.microsoft.com/office/drawing/2014/main" id="{FE9C316B-09C2-9107-5224-D0156A95419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0767" y="6922487"/>
              <a:ext cx="1616379" cy="773713"/>
            </a:xfrm>
            <a:prstGeom prst="rect">
              <a:avLst/>
            </a:prstGeom>
          </p:spPr>
        </p:pic>
        <p:pic>
          <p:nvPicPr>
            <p:cNvPr id="7" name="object 9">
              <a:extLst>
                <a:ext uri="{FF2B5EF4-FFF2-40B4-BE49-F238E27FC236}">
                  <a16:creationId xmlns:a16="http://schemas.microsoft.com/office/drawing/2014/main" id="{F1081C39-5455-953E-9A78-A1C04A101B9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55765" y="7261731"/>
              <a:ext cx="883050" cy="4344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6377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7530A-7446-FA8C-A7DD-530EA3A15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4BA139A-9802-0701-5963-0FC5250CCB93}"/>
              </a:ext>
            </a:extLst>
          </p:cNvPr>
          <p:cNvGrpSpPr/>
          <p:nvPr/>
        </p:nvGrpSpPr>
        <p:grpSpPr>
          <a:xfrm>
            <a:off x="354066" y="1491854"/>
            <a:ext cx="12703068" cy="7074692"/>
            <a:chOff x="354066" y="1219200"/>
            <a:chExt cx="12703068" cy="7074692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4066" y="1219200"/>
              <a:ext cx="12703068" cy="707469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1279" y="1905000"/>
              <a:ext cx="11289575" cy="5715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1381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1C9F7-9A4E-8ADE-F459-033126BEC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0B4DE500-3502-BA53-7799-4BCE3B183134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721197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</TotalTime>
  <Words>92</Words>
  <Application>Microsoft Office PowerPoint</Application>
  <PresentationFormat>Custom</PresentationFormat>
  <Paragraphs>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14</cp:revision>
  <dcterms:created xsi:type="dcterms:W3CDTF">2025-12-09T17:44:59Z</dcterms:created>
  <dcterms:modified xsi:type="dcterms:W3CDTF">2026-01-16T19:34:44Z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