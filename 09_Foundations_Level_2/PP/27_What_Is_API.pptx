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348" r:id="rId3"/>
    <p:sldId id="316" r:id="rId4"/>
    <p:sldId id="317" r:id="rId5"/>
    <p:sldId id="322" r:id="rId6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6" d="100"/>
          <a:sy n="36" d="100"/>
        </p:scale>
        <p:origin x="129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>
                <a:solidFill>
                  <a:srgbClr val="FFCE53"/>
                </a:solidFill>
                <a:latin typeface="Comic Sans MS"/>
              </a:rPr>
              <a:t>Computer Foundations</a:t>
            </a:r>
            <a:endParaRPr lang="en-GB" sz="5000" b="1" dirty="0">
              <a:solidFill>
                <a:srgbClr val="FFCE53"/>
              </a:solidFill>
              <a:latin typeface="Comic Sans MS"/>
            </a:endParaRP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2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>
                <a:solidFill>
                  <a:srgbClr val="FFCE53"/>
                </a:solidFill>
                <a:latin typeface="Comic Sans MS"/>
              </a:rPr>
              <a:t>API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 err="1">
                <a:solidFill>
                  <a:srgbClr val="FFCE53"/>
                </a:solidFill>
                <a:latin typeface="Comic Sans MS"/>
              </a:rPr>
              <a:t>Application</a:t>
            </a:r>
            <a:r>
              <a:rPr lang="sv-SE" sz="4000" b="1" dirty="0">
                <a:solidFill>
                  <a:srgbClr val="FFCE53"/>
                </a:solidFill>
                <a:latin typeface="Comic Sans MS"/>
              </a:rPr>
              <a:t> </a:t>
            </a:r>
            <a:r>
              <a:rPr lang="sv-SE" sz="4000" b="1" dirty="0" err="1">
                <a:solidFill>
                  <a:srgbClr val="FFCE53"/>
                </a:solidFill>
                <a:latin typeface="Comic Sans MS"/>
              </a:rPr>
              <a:t>Programming</a:t>
            </a:r>
            <a:r>
              <a:rPr lang="sv-SE" sz="4000" b="1" dirty="0">
                <a:solidFill>
                  <a:srgbClr val="FFCE53"/>
                </a:solidFill>
                <a:latin typeface="Comic Sans MS"/>
              </a:rPr>
              <a:t> Interface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239656-65EB-9DE0-96F0-F23BFE5F7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374C0AB-3EB0-AA6E-6F9A-49FF553B3F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306" y="1895500"/>
            <a:ext cx="13334894" cy="626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10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303FA-1940-B977-719A-58CC3AF5D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4">
            <a:extLst>
              <a:ext uri="{FF2B5EF4-FFF2-40B4-BE49-F238E27FC236}">
                <a16:creationId xmlns:a16="http://schemas.microsoft.com/office/drawing/2014/main" id="{90D41E70-3125-A538-7A8C-F4B03E2510C8}"/>
              </a:ext>
            </a:extLst>
          </p:cNvPr>
          <p:cNvSpPr txBox="1"/>
          <p:nvPr/>
        </p:nvSpPr>
        <p:spPr>
          <a:xfrm>
            <a:off x="391224" y="1026884"/>
            <a:ext cx="7685976" cy="7301348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4000" b="1" dirty="0">
                <a:solidFill>
                  <a:schemeClr val="tx1"/>
                </a:solidFill>
                <a:latin typeface="Comic Sans MS"/>
                <a:cs typeface="Comic Sans MS"/>
              </a:rPr>
              <a:t>What is API?</a:t>
            </a: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A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pplication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P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rogramming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I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nterface (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API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) </a:t>
            </a:r>
            <a:r>
              <a:rPr lang="en-GB" sz="2400" dirty="0">
                <a:solidFill>
                  <a:schemeClr val="tx1"/>
                </a:solidFill>
                <a:latin typeface="Comic Sans MS"/>
              </a:rPr>
              <a:t>is a set of rules and protocols that allows different software applications to communicate and exchange data.</a:t>
            </a: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dirty="0">
              <a:solidFill>
                <a:schemeClr val="tx1"/>
              </a:solidFill>
              <a:latin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</a:rPr>
              <a:t>It works as a middle layer that handles requests and responses between applications.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</a:rPr>
              <a:t>It allows developers to reuse existing services (maps, payments, login, etc.).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</a:rPr>
              <a:t>It powers common features in apps and websites.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</a:rPr>
              <a:t>Its goal is to simplify integration and speed up development.</a:t>
            </a:r>
          </a:p>
        </p:txBody>
      </p:sp>
      <p:pic>
        <p:nvPicPr>
          <p:cNvPr id="3" name="object 12">
            <a:extLst>
              <a:ext uri="{FF2B5EF4-FFF2-40B4-BE49-F238E27FC236}">
                <a16:creationId xmlns:a16="http://schemas.microsoft.com/office/drawing/2014/main" id="{42B12641-867E-DBE8-0D7B-C961937AAC2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01000" y="2121891"/>
            <a:ext cx="5347753" cy="29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546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9B773-0ADB-49E6-27E1-1347FA2F0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6D4999B8-DF45-3BEE-7C4D-F3F702D4DFD0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419871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457</TotalTime>
  <Words>95</Words>
  <Application>Microsoft Office PowerPoint</Application>
  <PresentationFormat>Custom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60</cp:revision>
  <dcterms:created xsi:type="dcterms:W3CDTF">2025-12-09T17:44:59Z</dcterms:created>
  <dcterms:modified xsi:type="dcterms:W3CDTF">2026-01-16T19:43:37Z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