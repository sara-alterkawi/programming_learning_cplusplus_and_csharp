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47" r:id="rId2"/>
    <p:sldId id="348" r:id="rId3"/>
    <p:sldId id="317" r:id="rId4"/>
    <p:sldId id="324" r:id="rId5"/>
    <p:sldId id="322" r:id="rId6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6" d="100"/>
          <a:sy n="36" d="100"/>
        </p:scale>
        <p:origin x="129" y="12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" name="object 30">
            <a:extLst>
              <a:ext uri="{FF2B5EF4-FFF2-40B4-BE49-F238E27FC236}">
                <a16:creationId xmlns:a16="http://schemas.microsoft.com/office/drawing/2014/main" id="{F0FF3176-3F91-64FC-E68E-9BEFB7D9E6B1}"/>
              </a:ext>
            </a:extLst>
          </p:cNvPr>
          <p:cNvSpPr txBox="1"/>
          <p:nvPr/>
        </p:nvSpPr>
        <p:spPr>
          <a:xfrm>
            <a:off x="0" y="3338091"/>
            <a:ext cx="13411198" cy="160300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5000" b="1">
                <a:solidFill>
                  <a:srgbClr val="FFCE53"/>
                </a:solidFill>
                <a:latin typeface="Comic Sans MS"/>
              </a:rPr>
              <a:t>Computer Foundations</a:t>
            </a:r>
            <a:endParaRPr lang="en-GB" sz="5000" b="1" dirty="0">
              <a:solidFill>
                <a:srgbClr val="FFCE53"/>
              </a:solidFill>
              <a:latin typeface="Comic Sans MS"/>
            </a:endParaRPr>
          </a:p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chemeClr val="bg1"/>
                </a:solidFill>
                <a:latin typeface="Comic Sans MS"/>
                <a:cs typeface="Comic Sans MS"/>
              </a:rPr>
              <a:t>Level 2</a:t>
            </a:r>
          </a:p>
        </p:txBody>
      </p:sp>
    </p:spTree>
    <p:extLst>
      <p:ext uri="{BB962C8B-B14F-4D97-AF65-F5344CB8AC3E}">
        <p14:creationId xmlns:p14="http://schemas.microsoft.com/office/powerpoint/2010/main" val="12767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dirty="0">
                <a:solidFill>
                  <a:srgbClr val="FFFFFF"/>
                </a:solidFill>
                <a:latin typeface="Comic Sans MS"/>
                <a:cs typeface="Comic Sans MS"/>
              </a:rPr>
              <a:t>Computer</a:t>
            </a:r>
            <a:r>
              <a:rPr lang="sv-SE" sz="4000" spc="147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Foundations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2</a:t>
            </a:r>
          </a:p>
          <a:p>
            <a:pPr marL="2786346" algn="ctr">
              <a:lnSpc>
                <a:spcPct val="100000"/>
              </a:lnSpc>
              <a:spcBef>
                <a:spcPts val="673"/>
              </a:spcBef>
            </a:pPr>
            <a:r>
              <a:rPr lang="sv-SE" sz="4000" b="1" dirty="0">
                <a:solidFill>
                  <a:srgbClr val="FFCE53"/>
                </a:solidFill>
                <a:latin typeface="Comic Sans MS"/>
              </a:rPr>
              <a:t>GUID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303FA-1940-B977-719A-58CC3AF5D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4">
            <a:extLst>
              <a:ext uri="{FF2B5EF4-FFF2-40B4-BE49-F238E27FC236}">
                <a16:creationId xmlns:a16="http://schemas.microsoft.com/office/drawing/2014/main" id="{90D41E70-3125-A538-7A8C-F4B03E2510C8}"/>
              </a:ext>
            </a:extLst>
          </p:cNvPr>
          <p:cNvSpPr txBox="1"/>
          <p:nvPr/>
        </p:nvSpPr>
        <p:spPr>
          <a:xfrm>
            <a:off x="391224" y="1026884"/>
            <a:ext cx="12486576" cy="4759626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R="5080">
              <a:lnSpc>
                <a:spcPct val="104400"/>
              </a:lnSpc>
              <a:spcBef>
                <a:spcPts val="680"/>
              </a:spcBef>
            </a:pPr>
            <a:r>
              <a:rPr lang="en-GB" sz="4000" b="1" dirty="0">
                <a:solidFill>
                  <a:schemeClr val="tx1"/>
                </a:solidFill>
                <a:latin typeface="Comic Sans MS"/>
                <a:cs typeface="Comic Sans MS"/>
              </a:rPr>
              <a:t>What is GUID?</a:t>
            </a:r>
          </a:p>
          <a:p>
            <a:pPr marR="5080">
              <a:lnSpc>
                <a:spcPct val="104400"/>
              </a:lnSpc>
              <a:spcBef>
                <a:spcPts val="680"/>
              </a:spcBef>
            </a:pPr>
            <a:endParaRPr lang="en-GB" sz="2400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R="5080">
              <a:lnSpc>
                <a:spcPct val="104400"/>
              </a:lnSpc>
              <a:spcBef>
                <a:spcPts val="680"/>
              </a:spcBef>
            </a:pP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G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lobally </a:t>
            </a: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U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nique </a:t>
            </a: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I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dentifier (</a:t>
            </a: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GUID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) also known as JUID (Universally. </a:t>
            </a:r>
            <a:r>
              <a:rPr lang="en-GB" sz="2400" dirty="0" err="1">
                <a:solidFill>
                  <a:schemeClr val="tx1"/>
                </a:solidFill>
                <a:latin typeface="Comic Sans MS"/>
                <a:cs typeface="Comic Sans MS"/>
              </a:rPr>
              <a:t>nique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 Identifier), is a 128-bit value that is </a:t>
            </a:r>
            <a:r>
              <a:rPr lang="en-GB" sz="2400" dirty="0" err="1">
                <a:solidFill>
                  <a:schemeClr val="tx1"/>
                </a:solidFill>
                <a:latin typeface="Comic Sans MS"/>
                <a:cs typeface="Comic Sans MS"/>
              </a:rPr>
              <a:t>ured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 to uniquely identify objects or entities. It is designed to be </a:t>
            </a:r>
            <a:r>
              <a:rPr lang="en-GB" sz="2400" u="sng" dirty="0">
                <a:solidFill>
                  <a:schemeClr val="tx1"/>
                </a:solidFill>
                <a:latin typeface="Comic Sans MS"/>
                <a:cs typeface="Comic Sans MS"/>
              </a:rPr>
              <a:t>globally unique across all devices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 and systems.</a:t>
            </a:r>
          </a:p>
          <a:p>
            <a:pPr marR="5080">
              <a:lnSpc>
                <a:spcPct val="104400"/>
              </a:lnSpc>
              <a:spcBef>
                <a:spcPts val="680"/>
              </a:spcBef>
            </a:pPr>
            <a:endParaRPr lang="en-GB" sz="2400" dirty="0">
              <a:solidFill>
                <a:schemeClr val="tx1"/>
              </a:solidFill>
              <a:latin typeface="Comic Sans MS"/>
            </a:endParaRP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latin typeface="Comic Sans MS"/>
              </a:rPr>
              <a:t>A GUID consists of five groups of characters, typically represented as a string of hexadecimal digits separated by hyphens. For example, a GUID may look like this:</a:t>
            </a: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tx1"/>
              </a:solidFill>
              <a:latin typeface="Comic Sans MS"/>
            </a:endParaRPr>
          </a:p>
          <a:p>
            <a:pPr marR="5080" algn="ctr">
              <a:lnSpc>
                <a:spcPct val="104400"/>
              </a:lnSpc>
              <a:spcBef>
                <a:spcPts val="680"/>
              </a:spcBef>
            </a:pPr>
            <a:r>
              <a:rPr lang="en-GB" sz="3200" b="1" dirty="0">
                <a:solidFill>
                  <a:schemeClr val="tx1"/>
                </a:solidFill>
                <a:latin typeface="Comic Sans MS"/>
              </a:rPr>
              <a:t>6F9619FF- 8B86-DO11-B42D-00C04F964FF</a:t>
            </a:r>
          </a:p>
        </p:txBody>
      </p:sp>
    </p:spTree>
    <p:extLst>
      <p:ext uri="{BB962C8B-B14F-4D97-AF65-F5344CB8AC3E}">
        <p14:creationId xmlns:p14="http://schemas.microsoft.com/office/powerpoint/2010/main" val="2040546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6865D-1350-4995-9739-7054AB058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4">
            <a:extLst>
              <a:ext uri="{FF2B5EF4-FFF2-40B4-BE49-F238E27FC236}">
                <a16:creationId xmlns:a16="http://schemas.microsoft.com/office/drawing/2014/main" id="{2758F898-3256-FEB0-CACA-1D9BD7C65E85}"/>
              </a:ext>
            </a:extLst>
          </p:cNvPr>
          <p:cNvSpPr txBox="1"/>
          <p:nvPr/>
        </p:nvSpPr>
        <p:spPr>
          <a:xfrm>
            <a:off x="391224" y="1026884"/>
            <a:ext cx="12791376" cy="848013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R="5080">
              <a:lnSpc>
                <a:spcPct val="104400"/>
              </a:lnSpc>
              <a:spcBef>
                <a:spcPts val="680"/>
              </a:spcBef>
            </a:pPr>
            <a:r>
              <a:rPr lang="sv-SE" sz="4000" b="1" dirty="0" err="1"/>
              <a:t>Example</a:t>
            </a:r>
            <a:endParaRPr lang="sv-SE" sz="4000" b="1" dirty="0"/>
          </a:p>
          <a:p>
            <a:pPr marR="5080">
              <a:lnSpc>
                <a:spcPct val="104400"/>
              </a:lnSpc>
              <a:spcBef>
                <a:spcPts val="680"/>
              </a:spcBef>
            </a:pPr>
            <a:endParaRPr lang="en-GB" sz="2400" b="1" dirty="0">
              <a:solidFill>
                <a:schemeClr val="tx1"/>
              </a:solidFill>
              <a:latin typeface="Comic Sans MS"/>
            </a:endParaRPr>
          </a:p>
          <a:p>
            <a:pPr marR="5080">
              <a:lnSpc>
                <a:spcPct val="104400"/>
              </a:lnSpc>
              <a:spcBef>
                <a:spcPts val="680"/>
              </a:spcBef>
            </a:pPr>
            <a:r>
              <a:rPr lang="en-GB" sz="2400" b="1" dirty="0">
                <a:solidFill>
                  <a:schemeClr val="tx1"/>
                </a:solidFill>
                <a:latin typeface="Comic Sans MS"/>
              </a:rPr>
              <a:t>Namespace </a:t>
            </a:r>
            <a:r>
              <a:rPr lang="en-GB" sz="2400" b="1" dirty="0" err="1">
                <a:solidFill>
                  <a:schemeClr val="tx1"/>
                </a:solidFill>
                <a:latin typeface="Comic Sans MS"/>
              </a:rPr>
              <a:t>GUID_Sample_In_Csharp</a:t>
            </a:r>
            <a:endParaRPr lang="en-GB" sz="2400" b="1" dirty="0">
              <a:solidFill>
                <a:schemeClr val="tx1"/>
              </a:solidFill>
              <a:latin typeface="Comic Sans MS"/>
            </a:endParaRPr>
          </a:p>
          <a:p>
            <a:pPr marR="5080">
              <a:lnSpc>
                <a:spcPct val="104400"/>
              </a:lnSpc>
              <a:spcBef>
                <a:spcPts val="680"/>
              </a:spcBef>
            </a:pPr>
            <a:r>
              <a:rPr lang="en-GB" sz="2400" b="1" dirty="0">
                <a:solidFill>
                  <a:schemeClr val="tx1"/>
                </a:solidFill>
                <a:latin typeface="Comic Sans MS"/>
              </a:rPr>
              <a:t>{</a:t>
            </a:r>
          </a:p>
          <a:p>
            <a:pPr marR="5080">
              <a:lnSpc>
                <a:spcPct val="104400"/>
              </a:lnSpc>
              <a:spcBef>
                <a:spcPts val="680"/>
              </a:spcBef>
            </a:pPr>
            <a:r>
              <a:rPr lang="en-GB" sz="2400" b="1" dirty="0">
                <a:solidFill>
                  <a:schemeClr val="tx1"/>
                </a:solidFill>
                <a:latin typeface="Comic Sans MS"/>
              </a:rPr>
              <a:t>	internal class Program</a:t>
            </a:r>
          </a:p>
          <a:p>
            <a:pPr marR="5080">
              <a:lnSpc>
                <a:spcPct val="104400"/>
              </a:lnSpc>
              <a:spcBef>
                <a:spcPts val="680"/>
              </a:spcBef>
            </a:pPr>
            <a:r>
              <a:rPr lang="en-GB" sz="2400" b="1" dirty="0">
                <a:solidFill>
                  <a:schemeClr val="tx1"/>
                </a:solidFill>
                <a:latin typeface="Comic Sans MS"/>
              </a:rPr>
              <a:t>	{</a:t>
            </a:r>
          </a:p>
          <a:p>
            <a:pPr marR="5080" lvl="2">
              <a:lnSpc>
                <a:spcPct val="104400"/>
              </a:lnSpc>
              <a:spcBef>
                <a:spcPts val="680"/>
              </a:spcBef>
            </a:pPr>
            <a:r>
              <a:rPr lang="en-GB" sz="2400" b="1" dirty="0">
                <a:solidFill>
                  <a:schemeClr val="tx1"/>
                </a:solidFill>
                <a:latin typeface="Comic Sans MS"/>
              </a:rPr>
              <a:t>		static void Main(string[] </a:t>
            </a:r>
            <a:r>
              <a:rPr lang="en-GB" sz="2400" b="1" dirty="0" err="1">
                <a:solidFill>
                  <a:schemeClr val="tx1"/>
                </a:solidFill>
                <a:latin typeface="Comic Sans MS"/>
              </a:rPr>
              <a:t>args</a:t>
            </a:r>
            <a:r>
              <a:rPr lang="en-GB" sz="2400" b="1" dirty="0">
                <a:solidFill>
                  <a:schemeClr val="tx1"/>
                </a:solidFill>
                <a:latin typeface="Comic Sans MS"/>
              </a:rPr>
              <a:t>)</a:t>
            </a:r>
          </a:p>
          <a:p>
            <a:pPr marR="5080" lvl="2">
              <a:lnSpc>
                <a:spcPct val="104400"/>
              </a:lnSpc>
              <a:spcBef>
                <a:spcPts val="680"/>
              </a:spcBef>
            </a:pPr>
            <a:r>
              <a:rPr lang="en-GB" sz="2400" b="1" dirty="0">
                <a:solidFill>
                  <a:schemeClr val="tx1"/>
                </a:solidFill>
                <a:latin typeface="Comic Sans MS"/>
              </a:rPr>
              <a:t>		{</a:t>
            </a:r>
          </a:p>
          <a:p>
            <a:pPr marR="5080" lvl="2">
              <a:lnSpc>
                <a:spcPct val="104400"/>
              </a:lnSpc>
              <a:spcBef>
                <a:spcPts val="680"/>
              </a:spcBef>
            </a:pPr>
            <a:r>
              <a:rPr lang="en-GB" sz="2400" b="1" dirty="0">
                <a:solidFill>
                  <a:schemeClr val="tx1"/>
                </a:solidFill>
                <a:latin typeface="Comic Sans MS"/>
              </a:rPr>
              <a:t>			for (int </a:t>
            </a:r>
            <a:r>
              <a:rPr lang="en-GB" sz="2400" b="1" dirty="0" err="1">
                <a:solidFill>
                  <a:schemeClr val="tx1"/>
                </a:solidFill>
                <a:latin typeface="Comic Sans MS"/>
              </a:rPr>
              <a:t>i</a:t>
            </a:r>
            <a:r>
              <a:rPr lang="en-GB" sz="2400" b="1" dirty="0">
                <a:solidFill>
                  <a:schemeClr val="tx1"/>
                </a:solidFill>
                <a:latin typeface="Comic Sans MS"/>
              </a:rPr>
              <a:t>=1;i&lt;=10;i++) </a:t>
            </a:r>
          </a:p>
          <a:p>
            <a:pPr marR="5080" lvl="2">
              <a:lnSpc>
                <a:spcPct val="104400"/>
              </a:lnSpc>
              <a:spcBef>
                <a:spcPts val="680"/>
              </a:spcBef>
            </a:pPr>
            <a:r>
              <a:rPr lang="en-GB" sz="2400" b="1" dirty="0">
                <a:solidFill>
                  <a:schemeClr val="tx1"/>
                </a:solidFill>
                <a:latin typeface="Comic Sans MS"/>
              </a:rPr>
              <a:t>    			{</a:t>
            </a:r>
          </a:p>
          <a:p>
            <a:pPr marR="5080" lvl="2">
              <a:lnSpc>
                <a:spcPct val="104400"/>
              </a:lnSpc>
              <a:spcBef>
                <a:spcPts val="680"/>
              </a:spcBef>
            </a:pPr>
            <a:r>
              <a:rPr lang="en-GB" sz="2400" b="1" dirty="0">
                <a:solidFill>
                  <a:schemeClr val="tx1"/>
                </a:solidFill>
                <a:latin typeface="Comic Sans MS"/>
              </a:rPr>
              <a:t>        			Guid </a:t>
            </a:r>
            <a:r>
              <a:rPr lang="en-GB" sz="2400" b="1" dirty="0" err="1">
                <a:solidFill>
                  <a:schemeClr val="tx1"/>
                </a:solidFill>
                <a:latin typeface="Comic Sans MS"/>
              </a:rPr>
              <a:t>GuidNumber</a:t>
            </a:r>
            <a:r>
              <a:rPr lang="en-GB" sz="2400" b="1" dirty="0">
                <a:solidFill>
                  <a:schemeClr val="tx1"/>
                </a:solidFill>
                <a:latin typeface="Comic Sans MS"/>
              </a:rPr>
              <a:t> = </a:t>
            </a:r>
            <a:r>
              <a:rPr lang="en-GB" sz="2400" b="1" dirty="0" err="1">
                <a:solidFill>
                  <a:schemeClr val="tx1"/>
                </a:solidFill>
                <a:latin typeface="Comic Sans MS"/>
              </a:rPr>
              <a:t>Guid.NewGuid</a:t>
            </a:r>
            <a:r>
              <a:rPr lang="en-GB" sz="2400" b="1" dirty="0">
                <a:solidFill>
                  <a:schemeClr val="tx1"/>
                </a:solidFill>
                <a:latin typeface="Comic Sans MS"/>
              </a:rPr>
              <a:t>();</a:t>
            </a:r>
          </a:p>
          <a:p>
            <a:pPr marR="5080" lvl="2">
              <a:lnSpc>
                <a:spcPct val="104400"/>
              </a:lnSpc>
              <a:spcBef>
                <a:spcPts val="680"/>
              </a:spcBef>
            </a:pPr>
            <a:r>
              <a:rPr lang="en-GB" sz="2400" b="1" dirty="0">
                <a:solidFill>
                  <a:schemeClr val="tx1"/>
                </a:solidFill>
                <a:latin typeface="Comic Sans MS"/>
              </a:rPr>
              <a:t>        			</a:t>
            </a:r>
            <a:r>
              <a:rPr lang="en-GB" sz="2400" b="1" dirty="0" err="1">
                <a:solidFill>
                  <a:schemeClr val="tx1"/>
                </a:solidFill>
                <a:latin typeface="Comic Sans MS"/>
              </a:rPr>
              <a:t>Console.WriteLine</a:t>
            </a:r>
            <a:r>
              <a:rPr lang="en-GB" sz="2400" b="1" dirty="0">
                <a:solidFill>
                  <a:schemeClr val="tx1"/>
                </a:solidFill>
                <a:latin typeface="Comic Sans MS"/>
              </a:rPr>
              <a:t>(</a:t>
            </a:r>
            <a:r>
              <a:rPr lang="en-GB" sz="2400" b="1" dirty="0" err="1">
                <a:solidFill>
                  <a:schemeClr val="tx1"/>
                </a:solidFill>
                <a:latin typeface="Comic Sans MS"/>
              </a:rPr>
              <a:t>GuidNumber</a:t>
            </a:r>
            <a:r>
              <a:rPr lang="en-GB" sz="2400" b="1" dirty="0">
                <a:solidFill>
                  <a:schemeClr val="tx1"/>
                </a:solidFill>
                <a:latin typeface="Comic Sans MS"/>
              </a:rPr>
              <a:t>);</a:t>
            </a:r>
          </a:p>
          <a:p>
            <a:pPr marR="5080" lvl="2">
              <a:lnSpc>
                <a:spcPct val="104400"/>
              </a:lnSpc>
              <a:spcBef>
                <a:spcPts val="680"/>
              </a:spcBef>
            </a:pPr>
            <a:r>
              <a:rPr lang="en-GB" sz="2400" b="1" dirty="0">
                <a:solidFill>
                  <a:schemeClr val="tx1"/>
                </a:solidFill>
                <a:latin typeface="Comic Sans MS"/>
              </a:rPr>
              <a:t>    			}</a:t>
            </a:r>
          </a:p>
          <a:p>
            <a:pPr marR="5080" lvl="2">
              <a:lnSpc>
                <a:spcPct val="104400"/>
              </a:lnSpc>
              <a:spcBef>
                <a:spcPts val="680"/>
              </a:spcBef>
            </a:pPr>
            <a:r>
              <a:rPr lang="en-GB" sz="2400" b="1" dirty="0">
                <a:solidFill>
                  <a:schemeClr val="tx1"/>
                </a:solidFill>
                <a:latin typeface="Comic Sans MS"/>
              </a:rPr>
              <a:t>   			</a:t>
            </a:r>
            <a:r>
              <a:rPr lang="en-GB" sz="2400" b="1" dirty="0" err="1">
                <a:solidFill>
                  <a:schemeClr val="tx1"/>
                </a:solidFill>
                <a:latin typeface="Comic Sans MS"/>
              </a:rPr>
              <a:t>Console.ReadKey</a:t>
            </a:r>
            <a:r>
              <a:rPr lang="en-GB" sz="2400" b="1" dirty="0">
                <a:solidFill>
                  <a:schemeClr val="tx1"/>
                </a:solidFill>
                <a:latin typeface="Comic Sans MS"/>
              </a:rPr>
              <a:t>();</a:t>
            </a:r>
          </a:p>
          <a:p>
            <a:pPr marR="5080" lvl="2">
              <a:lnSpc>
                <a:spcPct val="104400"/>
              </a:lnSpc>
              <a:spcBef>
                <a:spcPts val="680"/>
              </a:spcBef>
            </a:pPr>
            <a:r>
              <a:rPr lang="en-GB" sz="2400" b="1" dirty="0">
                <a:solidFill>
                  <a:schemeClr val="tx1"/>
                </a:solidFill>
                <a:latin typeface="Comic Sans MS"/>
              </a:rPr>
              <a:t>		}</a:t>
            </a:r>
          </a:p>
          <a:p>
            <a:pPr marR="5080" lvl="2">
              <a:lnSpc>
                <a:spcPct val="104400"/>
              </a:lnSpc>
              <a:spcBef>
                <a:spcPts val="680"/>
              </a:spcBef>
            </a:pPr>
            <a:r>
              <a:rPr lang="en-GB" sz="2400" b="1" dirty="0">
                <a:solidFill>
                  <a:schemeClr val="tx1"/>
                </a:solidFill>
                <a:latin typeface="Comic Sans MS"/>
              </a:rPr>
              <a:t>	}</a:t>
            </a:r>
          </a:p>
          <a:p>
            <a:pPr marR="5080">
              <a:lnSpc>
                <a:spcPct val="104400"/>
              </a:lnSpc>
              <a:spcBef>
                <a:spcPts val="680"/>
              </a:spcBef>
            </a:pPr>
            <a:r>
              <a:rPr lang="en-GB" sz="2400" b="1" dirty="0">
                <a:solidFill>
                  <a:schemeClr val="tx1"/>
                </a:solidFill>
                <a:latin typeface="Comic Sans M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75793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9B773-0ADB-49E6-27E1-1347FA2F0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4">
            <a:extLst>
              <a:ext uri="{FF2B5EF4-FFF2-40B4-BE49-F238E27FC236}">
                <a16:creationId xmlns:a16="http://schemas.microsoft.com/office/drawing/2014/main" id="{9555B728-C570-CAA4-4AAD-D49F780F816B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24198712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523</TotalTime>
  <Words>184</Words>
  <Application>Microsoft Office PowerPoint</Application>
  <PresentationFormat>Custom</PresentationFormat>
  <Paragraphs>32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Sara Alterkawi</cp:lastModifiedBy>
  <cp:revision>76</cp:revision>
  <dcterms:created xsi:type="dcterms:W3CDTF">2025-12-09T17:44:59Z</dcterms:created>
  <dcterms:modified xsi:type="dcterms:W3CDTF">2026-01-16T19:44:58Z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