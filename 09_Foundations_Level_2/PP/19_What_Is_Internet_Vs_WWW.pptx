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23" r:id="rId3"/>
    <p:sldId id="348" r:id="rId4"/>
    <p:sldId id="316" r:id="rId5"/>
    <p:sldId id="315" r:id="rId6"/>
    <p:sldId id="318" r:id="rId7"/>
    <p:sldId id="317" r:id="rId8"/>
    <p:sldId id="319" r:id="rId9"/>
    <p:sldId id="322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C2FF-2880-9A7C-5F4A-FC73D4F4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1B213E-E8D7-807C-8DC4-B6E57A75D30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2A78F68-51EB-BE9E-1A58-0FDC7F2619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4DB8F7-7632-BE2A-B686-29885197D70F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DFC548E-A41C-9237-BD62-B80406FC063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BFCD65-3425-870B-B8F7-6978696BB58E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Internet VS WWW</a:t>
            </a:r>
          </a:p>
        </p:txBody>
      </p:sp>
    </p:spTree>
    <p:extLst>
      <p:ext uri="{BB962C8B-B14F-4D97-AF65-F5344CB8AC3E}">
        <p14:creationId xmlns:p14="http://schemas.microsoft.com/office/powerpoint/2010/main" val="380282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D299-9161-C289-F444-907DE6CC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0DEF00F-A496-9D68-9F69-3727A400063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1B0E0B7-68D3-C5B9-58DF-F46C312718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F5EB18E-452D-1DDB-5063-3446E94A518D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35D7D83-3098-2E98-53FE-A25814B8554D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44CBC47-6D2F-419C-6ADA-DB44D8612678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How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to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protect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your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IP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5743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globe with arrows around it&#10;&#10;AI-generated content may be incorrect.">
            <a:extLst>
              <a:ext uri="{FF2B5EF4-FFF2-40B4-BE49-F238E27FC236}">
                <a16:creationId xmlns:a16="http://schemas.microsoft.com/office/drawing/2014/main" id="{927F0DC3-BBBC-ACAE-E223-76368E34D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371" y="1980472"/>
            <a:ext cx="9242457" cy="609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C1BAB77F-F687-6947-D61A-53791E666081}"/>
              </a:ext>
            </a:extLst>
          </p:cNvPr>
          <p:cNvSpPr txBox="1"/>
          <p:nvPr/>
        </p:nvSpPr>
        <p:spPr>
          <a:xfrm>
            <a:off x="391224" y="1026884"/>
            <a:ext cx="7685976" cy="511164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Internet?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 Internet or Net (Network of Networks) is the largest computer network in the world that connects billions of computer users.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Internet is a giant network of smaller network.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Word internet came from Interconnection + Network.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No one owns the internet.</a:t>
            </a:r>
          </a:p>
        </p:txBody>
      </p:sp>
      <p:pic>
        <p:nvPicPr>
          <p:cNvPr id="2" name="object 8">
            <a:extLst>
              <a:ext uri="{FF2B5EF4-FFF2-40B4-BE49-F238E27FC236}">
                <a16:creationId xmlns:a16="http://schemas.microsoft.com/office/drawing/2014/main" id="{7AC3ED01-C33C-1994-E46C-71F39AF0DF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9665" y="0"/>
            <a:ext cx="4801535" cy="476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3D68-E80B-FC39-5567-231CF1359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BEC8E9-8CBE-66DA-1D65-BB5FA5EE7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918" y="2209800"/>
            <a:ext cx="1241536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0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30A4-42B0-852C-6329-0E21E914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mouse and a globe&#10;&#10;AI-generated content may be incorrect.">
            <a:extLst>
              <a:ext uri="{FF2B5EF4-FFF2-40B4-BE49-F238E27FC236}">
                <a16:creationId xmlns:a16="http://schemas.microsoft.com/office/drawing/2014/main" id="{1A16926F-D0CD-27B4-D731-0B6F35B3C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5" y="2057400"/>
            <a:ext cx="1065409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7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746A-F9B8-E5B3-D7A7-348B9685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B028B355-E0DA-D613-3C7A-28DFA8F0CD4A}"/>
              </a:ext>
            </a:extLst>
          </p:cNvPr>
          <p:cNvSpPr txBox="1"/>
          <p:nvPr/>
        </p:nvSpPr>
        <p:spPr>
          <a:xfrm>
            <a:off x="391224" y="1026884"/>
            <a:ext cx="7000176" cy="6904059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>
                <a:solidFill>
                  <a:schemeClr val="tx1"/>
                </a:solidFill>
                <a:latin typeface="Comic Sans MS"/>
                <a:cs typeface="Comic Sans MS"/>
              </a:rPr>
              <a:t>What </a:t>
            </a: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is WWW?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4000" b="1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WORLD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WIDE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WEB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, or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web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, is a collection of websites that are linked together through the internet.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 web </a:t>
            </a:r>
            <a:r>
              <a:rPr lang="en-GB" sz="2400" u="sng" dirty="0">
                <a:solidFill>
                  <a:srgbClr val="FF0000"/>
                </a:solidFill>
                <a:latin typeface="Comic Sans MS"/>
                <a:cs typeface="Comic Sans MS"/>
              </a:rPr>
              <a:t>is the content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you can view, read, listen to, stream, and download.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Most websites have links that connect them to other websites.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If you were to draw an image of all these links, it would look like a spiderweb made of websites around the globe. That ’s why it ’s called the World Wide Web.</a:t>
            </a:r>
          </a:p>
        </p:txBody>
      </p:sp>
      <p:pic>
        <p:nvPicPr>
          <p:cNvPr id="2" name="object 8">
            <a:extLst>
              <a:ext uri="{FF2B5EF4-FFF2-40B4-BE49-F238E27FC236}">
                <a16:creationId xmlns:a16="http://schemas.microsoft.com/office/drawing/2014/main" id="{F3E16E0D-81FF-4FAA-30EA-B4CB69FDB53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9665" y="304800"/>
            <a:ext cx="4801535" cy="47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9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4324681E-10E6-5C12-B771-6CF00FF3960B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</TotalTime>
  <Words>169</Words>
  <Application>Microsoft Office PowerPoint</Application>
  <PresentationFormat>Custom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42</cp:revision>
  <dcterms:created xsi:type="dcterms:W3CDTF">2025-12-09T17:44:59Z</dcterms:created>
  <dcterms:modified xsi:type="dcterms:W3CDTF">2026-01-16T19:39:39Z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