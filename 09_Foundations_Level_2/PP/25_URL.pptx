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23" r:id="rId5"/>
    <p:sldId id="324" r:id="rId6"/>
    <p:sldId id="322" r:id="rId7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URL Uniform 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Resource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Locator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728" y="1424084"/>
            <a:ext cx="13423928" cy="72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808924-6C77-D67C-5602-65848F42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19C123-4D69-2627-4836-766BFD39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728" y="1800339"/>
            <a:ext cx="13423928" cy="645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619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4E2C5D-3EBD-1C22-3AC7-194B0ED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B105F18-C75A-3BFB-B0B2-D81841EEC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585" y="1295400"/>
            <a:ext cx="13382646" cy="75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24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54FFF65E-8DC6-EC16-D8A1-DE064EE3B271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</TotalTime>
  <Words>17</Words>
  <Application>Microsoft Office PowerPoint</Application>
  <PresentationFormat>Custom</PresentationFormat>
  <Paragraphs>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57</cp:revision>
  <dcterms:created xsi:type="dcterms:W3CDTF">2025-12-09T17:44:59Z</dcterms:created>
  <dcterms:modified xsi:type="dcterms:W3CDTF">2026-01-16T19:42:42Z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