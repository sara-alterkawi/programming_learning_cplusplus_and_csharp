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6" r:id="rId4"/>
    <p:sldId id="317" r:id="rId5"/>
    <p:sldId id="323" r:id="rId6"/>
    <p:sldId id="324" r:id="rId7"/>
    <p:sldId id="322" r:id="rId8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XML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en-GB" sz="4000" b="1" dirty="0" err="1">
                <a:solidFill>
                  <a:srgbClr val="FFCE53"/>
                </a:solidFill>
                <a:latin typeface="Comic Sans MS"/>
              </a:rPr>
              <a:t>EXtensible</a:t>
            </a:r>
            <a:r>
              <a:rPr lang="en-GB" sz="4000" b="1" dirty="0">
                <a:solidFill>
                  <a:srgbClr val="FFCE53"/>
                </a:solidFill>
                <a:latin typeface="Comic Sans MS"/>
              </a:rPr>
              <a:t> Markup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</a:rPr>
              <a:t>Language 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3E04DF6-26BD-F5E4-863F-9008D34C0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700" y="616551"/>
            <a:ext cx="9829800" cy="882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03FA-1940-B977-719A-58CC3AF5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90D41E70-3125-A538-7A8C-F4B03E2510C8}"/>
              </a:ext>
            </a:extLst>
          </p:cNvPr>
          <p:cNvSpPr txBox="1"/>
          <p:nvPr/>
        </p:nvSpPr>
        <p:spPr>
          <a:xfrm>
            <a:off x="391224" y="1026884"/>
            <a:ext cx="7685976" cy="7595659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XML?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 err="1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lang="en-GB" sz="2400" dirty="0" err="1">
                <a:solidFill>
                  <a:schemeClr val="tx1"/>
                </a:solidFill>
                <a:latin typeface="Comic Sans MS"/>
                <a:cs typeface="Comic Sans MS"/>
              </a:rPr>
              <a:t>Xtensible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M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arkup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L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anguage (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XML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) is a markup language that is designed to store and transport data in a format that is both human-readable and machine-readable.</a:t>
            </a: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XML stands for </a:t>
            </a:r>
            <a:r>
              <a:rPr lang="en-GB" sz="2400" dirty="0" err="1">
                <a:solidFill>
                  <a:schemeClr val="tx1"/>
                </a:solidFill>
                <a:latin typeface="Comic Sans MS"/>
              </a:rPr>
              <a:t>eXtensible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 Markup Language. 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XML is a markup language much like HTML. 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XML was designed to store and transport data. 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ML was designed to be self-descriptive.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ML is widely used for data storage, exchange, and configuration purposes.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It provides a platform-independent and standardized way to represent structured data, making it easier for different systems to exchange and interpret information.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</p:txBody>
      </p:sp>
      <p:pic>
        <p:nvPicPr>
          <p:cNvPr id="3" name="object 12">
            <a:extLst>
              <a:ext uri="{FF2B5EF4-FFF2-40B4-BE49-F238E27FC236}">
                <a16:creationId xmlns:a16="http://schemas.microsoft.com/office/drawing/2014/main" id="{42B12641-867E-DBE8-0D7B-C961937AAC2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45554" y="2121891"/>
            <a:ext cx="4458644" cy="29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4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028A-50BD-7202-4882-DE83050D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E80DA502-A177-C760-8573-29BBC3F65B15}"/>
              </a:ext>
            </a:extLst>
          </p:cNvPr>
          <p:cNvSpPr txBox="1"/>
          <p:nvPr/>
        </p:nvSpPr>
        <p:spPr>
          <a:xfrm>
            <a:off x="391224" y="1026884"/>
            <a:ext cx="7685976" cy="4817334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HTML VS XML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Main difference between HTML and XML: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Comic Sans MS"/>
              </a:rPr>
              <a:t>HTML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: shows how data looks (presentation).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Comic Sans MS"/>
              </a:rPr>
              <a:t>XML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: shows what data means (structure + content).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In XML, you can create your own tags, while HTML uses predefined ones.</a:t>
            </a:r>
          </a:p>
        </p:txBody>
      </p:sp>
      <p:pic>
        <p:nvPicPr>
          <p:cNvPr id="3" name="object 12">
            <a:extLst>
              <a:ext uri="{FF2B5EF4-FFF2-40B4-BE49-F238E27FC236}">
                <a16:creationId xmlns:a16="http://schemas.microsoft.com/office/drawing/2014/main" id="{40117E84-D20A-1A7F-1C22-ED9CD57BD16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45554" y="2252781"/>
            <a:ext cx="4458644" cy="270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0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865D-1350-4995-9739-7054AB05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2758F898-3256-FEB0-CACA-1D9BD7C65E85}"/>
              </a:ext>
            </a:extLst>
          </p:cNvPr>
          <p:cNvSpPr txBox="1"/>
          <p:nvPr/>
        </p:nvSpPr>
        <p:spPr>
          <a:xfrm>
            <a:off x="391224" y="1026884"/>
            <a:ext cx="12791376" cy="5635956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</a:rPr>
              <a:t>XML </a:t>
            </a:r>
            <a:r>
              <a:rPr lang="en-GB" sz="4000" b="1" dirty="0" err="1">
                <a:solidFill>
                  <a:schemeClr val="tx1"/>
                </a:solidFill>
                <a:latin typeface="Comic Sans MS"/>
              </a:rPr>
              <a:t>SimpLifies</a:t>
            </a:r>
            <a:r>
              <a:rPr lang="en-GB" sz="4000" b="1" dirty="0">
                <a:solidFill>
                  <a:schemeClr val="tx1"/>
                </a:solidFill>
                <a:latin typeface="Comic Sans MS"/>
              </a:rPr>
              <a:t> Things: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4000" b="1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XML simplifies data sharing.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XML simplifies data transport.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XML simplifies platform changes.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XML simplifies data availability.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>
                <a:solidFill>
                  <a:schemeClr val="tx1"/>
                </a:solidFill>
                <a:latin typeface="Comic Sans MS"/>
              </a:rPr>
              <a:t>XML 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+ XSLT → New Format (html, PDF,.. etc).</a:t>
            </a:r>
          </a:p>
        </p:txBody>
      </p:sp>
    </p:spTree>
    <p:extLst>
      <p:ext uri="{BB962C8B-B14F-4D97-AF65-F5344CB8AC3E}">
        <p14:creationId xmlns:p14="http://schemas.microsoft.com/office/powerpoint/2010/main" val="975793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BA8241BC-A534-CC35-2CEA-8600488DC782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</TotalTime>
  <Words>202</Words>
  <Application>Microsoft Office PowerPoint</Application>
  <PresentationFormat>Custom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67</cp:revision>
  <dcterms:created xsi:type="dcterms:W3CDTF">2025-12-09T17:44:59Z</dcterms:created>
  <dcterms:modified xsi:type="dcterms:W3CDTF">2026-01-16T19:44:03Z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