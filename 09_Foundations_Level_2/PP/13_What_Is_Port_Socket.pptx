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15" r:id="rId5"/>
    <p:sldId id="316" r:id="rId6"/>
    <p:sldId id="317" r:id="rId7"/>
    <p:sldId id="318" r:id="rId8"/>
    <p:sldId id="319" r:id="rId9"/>
    <p:sldId id="312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Port/Socket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13F30-A854-DFA6-2A48-36745C3FF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181E948-7A18-0E9A-D1B0-BE1CCB46336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97F6BB6-1787-C12C-98A1-D0D42A2128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F1CFE1-135B-98CA-64BA-D77B65EAD57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4DB9EB-A987-13DF-8BF1-0DD699A98330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ED22C9E8-6F37-6E87-26F8-5E4059E0D781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Port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4366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BBCB0ECB-0771-A4D3-B177-EA957E99C38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768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4000" b="1" dirty="0">
                <a:latin typeface="Comic Sans MS"/>
                <a:cs typeface="Comic Sans MS"/>
              </a:rPr>
              <a:t>Hardware</a:t>
            </a:r>
            <a:r>
              <a:rPr lang="sv-SE" sz="4000" b="1" spc="-45" dirty="0">
                <a:latin typeface="Comic Sans MS"/>
                <a:cs typeface="Comic Sans MS"/>
              </a:rPr>
              <a:t> </a:t>
            </a:r>
            <a:r>
              <a:rPr lang="sv-SE" sz="4000" b="1" spc="-10" dirty="0">
                <a:latin typeface="Comic Sans MS"/>
                <a:cs typeface="Comic Sans MS"/>
              </a:rPr>
              <a:t>Port:</a:t>
            </a:r>
            <a:endParaRPr lang="sv-SE" sz="4000" b="1" dirty="0">
              <a:latin typeface="Comic Sans MS"/>
              <a:cs typeface="Comic Sans MS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CB21BBE-6A03-6CE8-A206-7313E6DEE3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9815" y="2074063"/>
            <a:ext cx="7631570" cy="591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6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E73E-7225-E6AA-0679-3A9915D6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1D1E4574-C1B9-EE42-1FBC-314CB8F1E872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768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A</a:t>
            </a:r>
            <a:r>
              <a:rPr lang="en-GB" sz="4000" b="1" spc="-25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Server</a:t>
            </a:r>
            <a:r>
              <a:rPr lang="en-GB" sz="4000" b="1" spc="-5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can</a:t>
            </a:r>
            <a:r>
              <a:rPr lang="en-GB" sz="4000" b="1" spc="-2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have</a:t>
            </a:r>
            <a:r>
              <a:rPr lang="en-GB" sz="4000" b="1" spc="-15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many</a:t>
            </a:r>
            <a:r>
              <a:rPr lang="en-GB" sz="4000" b="1" spc="-5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Services</a:t>
            </a:r>
            <a:r>
              <a:rPr lang="en-GB" sz="4000" b="1" spc="-1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on</a:t>
            </a:r>
            <a:r>
              <a:rPr lang="en-GB" sz="4000" b="1" spc="-5" dirty="0">
                <a:latin typeface="Comic Sans MS"/>
                <a:cs typeface="Comic Sans MS"/>
              </a:rPr>
              <a:t> </a:t>
            </a:r>
            <a:r>
              <a:rPr lang="en-GB" sz="4000" b="1" spc="-25" dirty="0">
                <a:latin typeface="Comic Sans MS"/>
                <a:cs typeface="Comic Sans MS"/>
              </a:rPr>
              <a:t>it</a:t>
            </a:r>
            <a:endParaRPr lang="en-GB" sz="4000" b="1" dirty="0">
              <a:latin typeface="Comic Sans MS"/>
              <a:cs typeface="Comic Sans M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02C9E4-00FE-2A6E-910D-E8424D040552}"/>
              </a:ext>
            </a:extLst>
          </p:cNvPr>
          <p:cNvGrpSpPr/>
          <p:nvPr/>
        </p:nvGrpSpPr>
        <p:grpSpPr>
          <a:xfrm>
            <a:off x="3185910" y="2538654"/>
            <a:ext cx="6400800" cy="4981092"/>
            <a:chOff x="649223" y="4523232"/>
            <a:chExt cx="1246631" cy="970126"/>
          </a:xfrm>
        </p:grpSpPr>
        <p:grpSp>
          <p:nvGrpSpPr>
            <p:cNvPr id="2" name="object 11">
              <a:extLst>
                <a:ext uri="{FF2B5EF4-FFF2-40B4-BE49-F238E27FC236}">
                  <a16:creationId xmlns:a16="http://schemas.microsoft.com/office/drawing/2014/main" id="{B5BCEC59-68B5-74A1-BE12-D77CBB1C0F41}"/>
                </a:ext>
              </a:extLst>
            </p:cNvPr>
            <p:cNvGrpSpPr/>
            <p:nvPr/>
          </p:nvGrpSpPr>
          <p:grpSpPr>
            <a:xfrm>
              <a:off x="674369" y="4523232"/>
              <a:ext cx="1113790" cy="877569"/>
              <a:chOff x="674369" y="4523232"/>
              <a:chExt cx="1113790" cy="877569"/>
            </a:xfrm>
          </p:grpSpPr>
          <p:pic>
            <p:nvPicPr>
              <p:cNvPr id="5" name="object 12">
                <a:extLst>
                  <a:ext uri="{FF2B5EF4-FFF2-40B4-BE49-F238E27FC236}">
                    <a16:creationId xmlns:a16="http://schemas.microsoft.com/office/drawing/2014/main" id="{156F02E2-61F4-3F73-4E0D-3A61C8C02B01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74369" y="4523232"/>
                <a:ext cx="298704" cy="357377"/>
              </a:xfrm>
              <a:prstGeom prst="rect">
                <a:avLst/>
              </a:prstGeom>
            </p:spPr>
          </p:pic>
          <p:pic>
            <p:nvPicPr>
              <p:cNvPr id="6" name="object 13">
                <a:extLst>
                  <a:ext uri="{FF2B5EF4-FFF2-40B4-BE49-F238E27FC236}">
                    <a16:creationId xmlns:a16="http://schemas.microsoft.com/office/drawing/2014/main" id="{3626DE14-CEB5-8930-FD5B-08967256180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74369" y="5046726"/>
                <a:ext cx="307086" cy="353567"/>
              </a:xfrm>
              <a:prstGeom prst="rect">
                <a:avLst/>
              </a:prstGeom>
            </p:spPr>
          </p:pic>
          <p:pic>
            <p:nvPicPr>
              <p:cNvPr id="7" name="object 14">
                <a:extLst>
                  <a:ext uri="{FF2B5EF4-FFF2-40B4-BE49-F238E27FC236}">
                    <a16:creationId xmlns:a16="http://schemas.microsoft.com/office/drawing/2014/main" id="{8B4AC7CB-F06E-4B50-8EDF-A313218A118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63215" y="4797892"/>
                <a:ext cx="224844" cy="344504"/>
              </a:xfrm>
              <a:prstGeom prst="rect">
                <a:avLst/>
              </a:prstGeom>
            </p:spPr>
          </p:pic>
        </p:grpSp>
        <p:sp>
          <p:nvSpPr>
            <p:cNvPr id="8" name="object 15">
              <a:extLst>
                <a:ext uri="{FF2B5EF4-FFF2-40B4-BE49-F238E27FC236}">
                  <a16:creationId xmlns:a16="http://schemas.microsoft.com/office/drawing/2014/main" id="{D0C6CDEC-D61B-FFA9-7517-17AD737BA586}"/>
                </a:ext>
              </a:extLst>
            </p:cNvPr>
            <p:cNvSpPr txBox="1"/>
            <p:nvPr/>
          </p:nvSpPr>
          <p:spPr>
            <a:xfrm>
              <a:off x="649223" y="4887757"/>
              <a:ext cx="247015" cy="54672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1200" b="1" dirty="0">
                  <a:latin typeface="Comic Sans MS"/>
                  <a:cs typeface="Comic Sans MS"/>
                </a:rPr>
                <a:t>Web</a:t>
              </a:r>
              <a:r>
                <a:rPr sz="1200" b="1" spc="30" dirty="0">
                  <a:latin typeface="Comic Sans MS"/>
                  <a:cs typeface="Comic Sans MS"/>
                </a:rPr>
                <a:t> </a:t>
              </a:r>
              <a:r>
                <a:rPr sz="1200" b="1" spc="-10" dirty="0">
                  <a:latin typeface="Comic Sans MS"/>
                  <a:cs typeface="Comic Sans MS"/>
                </a:rPr>
                <a:t>Server</a:t>
              </a:r>
              <a:endParaRPr sz="1200" dirty="0">
                <a:latin typeface="Comic Sans MS"/>
                <a:cs typeface="Comic Sans MS"/>
              </a:endParaRPr>
            </a:p>
          </p:txBody>
        </p:sp>
        <p:sp>
          <p:nvSpPr>
            <p:cNvPr id="9" name="object 16">
              <a:extLst>
                <a:ext uri="{FF2B5EF4-FFF2-40B4-BE49-F238E27FC236}">
                  <a16:creationId xmlns:a16="http://schemas.microsoft.com/office/drawing/2014/main" id="{C187BEAD-1101-0FFB-28DE-24238860D799}"/>
                </a:ext>
              </a:extLst>
            </p:cNvPr>
            <p:cNvSpPr txBox="1"/>
            <p:nvPr/>
          </p:nvSpPr>
          <p:spPr>
            <a:xfrm>
              <a:off x="649223" y="5438686"/>
              <a:ext cx="238125" cy="54672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1200" b="1" dirty="0">
                  <a:latin typeface="Comic Sans MS"/>
                  <a:cs typeface="Comic Sans MS"/>
                </a:rPr>
                <a:t>Mail</a:t>
              </a:r>
              <a:r>
                <a:rPr sz="1200" b="1" spc="10" dirty="0">
                  <a:latin typeface="Comic Sans MS"/>
                  <a:cs typeface="Comic Sans MS"/>
                </a:rPr>
                <a:t> </a:t>
              </a:r>
              <a:r>
                <a:rPr sz="1200" b="1" spc="-10" dirty="0">
                  <a:latin typeface="Comic Sans MS"/>
                  <a:cs typeface="Comic Sans MS"/>
                </a:rPr>
                <a:t>Server</a:t>
              </a:r>
              <a:endParaRPr sz="1200" dirty="0">
                <a:latin typeface="Comic Sans MS"/>
                <a:cs typeface="Comic Sans MS"/>
              </a:endParaRPr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FE51800E-6AD2-F97C-89D3-49FB2ADED55B}"/>
                </a:ext>
              </a:extLst>
            </p:cNvPr>
            <p:cNvSpPr txBox="1"/>
            <p:nvPr/>
          </p:nvSpPr>
          <p:spPr>
            <a:xfrm>
              <a:off x="1434854" y="4639344"/>
              <a:ext cx="448309" cy="10714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R="5080">
                <a:lnSpc>
                  <a:spcPct val="105000"/>
                </a:lnSpc>
                <a:spcBef>
                  <a:spcPts val="90"/>
                </a:spcBef>
              </a:pPr>
              <a:r>
                <a:rPr sz="1200" b="1" dirty="0">
                  <a:latin typeface="Comic Sans MS"/>
                  <a:cs typeface="Comic Sans MS"/>
                </a:rPr>
                <a:t>Web</a:t>
              </a:r>
              <a:r>
                <a:rPr sz="1200" b="1" spc="25" dirty="0">
                  <a:latin typeface="Comic Sans MS"/>
                  <a:cs typeface="Comic Sans MS"/>
                </a:rPr>
                <a:t> </a:t>
              </a:r>
              <a:r>
                <a:rPr sz="1200" b="1" dirty="0">
                  <a:latin typeface="Comic Sans MS"/>
                  <a:cs typeface="Comic Sans MS"/>
                </a:rPr>
                <a:t>and</a:t>
              </a:r>
              <a:r>
                <a:rPr sz="1200" b="1" spc="15" dirty="0">
                  <a:latin typeface="Comic Sans MS"/>
                  <a:cs typeface="Comic Sans MS"/>
                </a:rPr>
                <a:t> </a:t>
              </a:r>
              <a:r>
                <a:rPr sz="1200" b="1" dirty="0">
                  <a:latin typeface="Comic Sans MS"/>
                  <a:cs typeface="Comic Sans MS"/>
                </a:rPr>
                <a:t>Email</a:t>
              </a:r>
              <a:r>
                <a:rPr sz="1200" b="1" spc="35" dirty="0">
                  <a:latin typeface="Comic Sans MS"/>
                  <a:cs typeface="Comic Sans MS"/>
                </a:rPr>
                <a:t> </a:t>
              </a:r>
              <a:r>
                <a:rPr sz="1200" b="1" spc="-10" dirty="0">
                  <a:latin typeface="Comic Sans MS"/>
                  <a:cs typeface="Comic Sans MS"/>
                </a:rPr>
                <a:t>Server</a:t>
              </a:r>
              <a:r>
                <a:rPr sz="1200" b="1" spc="500" dirty="0">
                  <a:latin typeface="Comic Sans MS"/>
                  <a:cs typeface="Comic Sans MS"/>
                </a:rPr>
                <a:t> </a:t>
              </a:r>
              <a:r>
                <a:rPr sz="1200" b="1" spc="-10" dirty="0">
                  <a:latin typeface="Comic Sans MS"/>
                  <a:cs typeface="Comic Sans MS"/>
                </a:rPr>
                <a:t>192.168.1.2</a:t>
              </a:r>
              <a:endParaRPr sz="1200" dirty="0">
                <a:latin typeface="Comic Sans MS"/>
                <a:cs typeface="Comic Sans MS"/>
              </a:endParaRPr>
            </a:p>
          </p:txBody>
        </p:sp>
        <p:sp>
          <p:nvSpPr>
            <p:cNvPr id="11" name="object 19">
              <a:extLst>
                <a:ext uri="{FF2B5EF4-FFF2-40B4-BE49-F238E27FC236}">
                  <a16:creationId xmlns:a16="http://schemas.microsoft.com/office/drawing/2014/main" id="{BD0EE9CF-7941-ECB4-F1E9-86440A36853F}"/>
                </a:ext>
              </a:extLst>
            </p:cNvPr>
            <p:cNvSpPr/>
            <p:nvPr/>
          </p:nvSpPr>
          <p:spPr>
            <a:xfrm>
              <a:off x="1064513" y="4875276"/>
              <a:ext cx="346075" cy="189865"/>
            </a:xfrm>
            <a:custGeom>
              <a:avLst/>
              <a:gdLst/>
              <a:ahLst/>
              <a:cxnLst/>
              <a:rect l="l" t="t" r="r" b="b"/>
              <a:pathLst>
                <a:path w="346075" h="189864">
                  <a:moveTo>
                    <a:pt x="250697" y="0"/>
                  </a:moveTo>
                  <a:lnTo>
                    <a:pt x="250697" y="47244"/>
                  </a:lnTo>
                  <a:lnTo>
                    <a:pt x="0" y="47244"/>
                  </a:lnTo>
                  <a:lnTo>
                    <a:pt x="0" y="142494"/>
                  </a:lnTo>
                  <a:lnTo>
                    <a:pt x="250697" y="142494"/>
                  </a:lnTo>
                  <a:lnTo>
                    <a:pt x="250697" y="189738"/>
                  </a:lnTo>
                  <a:lnTo>
                    <a:pt x="345948" y="95250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43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20">
              <a:extLst>
                <a:ext uri="{FF2B5EF4-FFF2-40B4-BE49-F238E27FC236}">
                  <a16:creationId xmlns:a16="http://schemas.microsoft.com/office/drawing/2014/main" id="{A8A3E4B9-7077-8BC5-6DFF-992EA49084EB}"/>
                </a:ext>
              </a:extLst>
            </p:cNvPr>
            <p:cNvSpPr/>
            <p:nvPr/>
          </p:nvSpPr>
          <p:spPr>
            <a:xfrm>
              <a:off x="1064513" y="4875276"/>
              <a:ext cx="346075" cy="189865"/>
            </a:xfrm>
            <a:custGeom>
              <a:avLst/>
              <a:gdLst/>
              <a:ahLst/>
              <a:cxnLst/>
              <a:rect l="l" t="t" r="r" b="b"/>
              <a:pathLst>
                <a:path w="346075" h="189864">
                  <a:moveTo>
                    <a:pt x="0" y="47244"/>
                  </a:moveTo>
                  <a:lnTo>
                    <a:pt x="250697" y="47244"/>
                  </a:lnTo>
                  <a:lnTo>
                    <a:pt x="250697" y="0"/>
                  </a:lnTo>
                  <a:lnTo>
                    <a:pt x="345948" y="95250"/>
                  </a:lnTo>
                  <a:lnTo>
                    <a:pt x="250697" y="189738"/>
                  </a:lnTo>
                  <a:lnTo>
                    <a:pt x="250697" y="142494"/>
                  </a:lnTo>
                  <a:lnTo>
                    <a:pt x="0" y="142494"/>
                  </a:lnTo>
                  <a:lnTo>
                    <a:pt x="0" y="47244"/>
                  </a:lnTo>
                  <a:close/>
                </a:path>
              </a:pathLst>
            </a:custGeom>
            <a:ln w="3314">
              <a:solidFill>
                <a:srgbClr val="2E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21">
              <a:extLst>
                <a:ext uri="{FF2B5EF4-FFF2-40B4-BE49-F238E27FC236}">
                  <a16:creationId xmlns:a16="http://schemas.microsoft.com/office/drawing/2014/main" id="{D7013F96-C2DE-7843-610F-CF424A36B48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8121" y="4756404"/>
              <a:ext cx="157733" cy="3154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177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BBCB0ECB-0771-A4D3-B177-EA957E99C38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768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A Server can have many Services on it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13AF21-6FF5-7D25-BB20-F9EB40FAAA5B}"/>
              </a:ext>
            </a:extLst>
          </p:cNvPr>
          <p:cNvGrpSpPr/>
          <p:nvPr/>
        </p:nvGrpSpPr>
        <p:grpSpPr>
          <a:xfrm>
            <a:off x="2080641" y="2927217"/>
            <a:ext cx="8062608" cy="4162254"/>
            <a:chOff x="2080641" y="2927217"/>
            <a:chExt cx="8062608" cy="4162254"/>
          </a:xfrm>
        </p:grpSpPr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03920803-E093-EEBA-490D-738AA6B16E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7951" y="2968928"/>
              <a:ext cx="6875298" cy="4120543"/>
            </a:xfrm>
            <a:prstGeom prst="rect">
              <a:avLst/>
            </a:prstGeom>
          </p:spPr>
        </p:pic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2ACC9F74-4115-355A-3FC8-AB3B61FE3B68}"/>
                </a:ext>
              </a:extLst>
            </p:cNvPr>
            <p:cNvSpPr txBox="1"/>
            <p:nvPr/>
          </p:nvSpPr>
          <p:spPr>
            <a:xfrm>
              <a:off x="2080641" y="2927217"/>
              <a:ext cx="1881759" cy="38953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R="5080">
                <a:lnSpc>
                  <a:spcPct val="105000"/>
                </a:lnSpc>
                <a:spcBef>
                  <a:spcPts val="90"/>
                </a:spcBef>
              </a:pPr>
              <a:r>
                <a:rPr sz="1200" b="1" dirty="0">
                  <a:latin typeface="Comic Sans MS"/>
                  <a:cs typeface="Comic Sans MS"/>
                </a:rPr>
                <a:t>Web</a:t>
              </a:r>
              <a:r>
                <a:rPr sz="1200" b="1" spc="25" dirty="0">
                  <a:latin typeface="Comic Sans MS"/>
                  <a:cs typeface="Comic Sans MS"/>
                </a:rPr>
                <a:t> </a:t>
              </a:r>
              <a:r>
                <a:rPr sz="1200" b="1" dirty="0">
                  <a:latin typeface="Comic Sans MS"/>
                  <a:cs typeface="Comic Sans MS"/>
                </a:rPr>
                <a:t>and</a:t>
              </a:r>
              <a:r>
                <a:rPr sz="1200" b="1" spc="15" dirty="0">
                  <a:latin typeface="Comic Sans MS"/>
                  <a:cs typeface="Comic Sans MS"/>
                </a:rPr>
                <a:t> </a:t>
              </a:r>
              <a:r>
                <a:rPr sz="1200" b="1" dirty="0">
                  <a:latin typeface="Comic Sans MS"/>
                  <a:cs typeface="Comic Sans MS"/>
                </a:rPr>
                <a:t>Email</a:t>
              </a:r>
              <a:r>
                <a:rPr sz="1200" b="1" spc="35" dirty="0">
                  <a:latin typeface="Comic Sans MS"/>
                  <a:cs typeface="Comic Sans MS"/>
                </a:rPr>
                <a:t> </a:t>
              </a:r>
              <a:r>
                <a:rPr sz="1200" b="1" spc="-10" dirty="0">
                  <a:latin typeface="Comic Sans MS"/>
                  <a:cs typeface="Comic Sans MS"/>
                </a:rPr>
                <a:t>Server</a:t>
              </a:r>
              <a:r>
                <a:rPr sz="1200" b="1" spc="500" dirty="0">
                  <a:latin typeface="Comic Sans MS"/>
                  <a:cs typeface="Comic Sans MS"/>
                </a:rPr>
                <a:t> </a:t>
              </a:r>
              <a:r>
                <a:rPr sz="1200" b="1" spc="-10" dirty="0">
                  <a:latin typeface="Comic Sans MS"/>
                  <a:cs typeface="Comic Sans MS"/>
                </a:rPr>
                <a:t>192.168.1.2</a:t>
              </a:r>
              <a:endParaRPr sz="1200" dirty="0">
                <a:latin typeface="Comic Sans MS"/>
                <a:cs typeface="Comic Sans MS"/>
              </a:endParaRPr>
            </a:p>
          </p:txBody>
        </p:sp>
        <p:pic>
          <p:nvPicPr>
            <p:cNvPr id="10" name="object 14">
              <a:extLst>
                <a:ext uri="{FF2B5EF4-FFF2-40B4-BE49-F238E27FC236}">
                  <a16:creationId xmlns:a16="http://schemas.microsoft.com/office/drawing/2014/main" id="{ABF8A3E4-9242-6259-CE35-B4E2A0FB0E3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600" y="3586929"/>
              <a:ext cx="817465" cy="1252513"/>
            </a:xfrm>
            <a:prstGeom prst="rect">
              <a:avLst/>
            </a:prstGeom>
          </p:spPr>
        </p:pic>
        <p:pic>
          <p:nvPicPr>
            <p:cNvPr id="11" name="object 21">
              <a:extLst>
                <a:ext uri="{FF2B5EF4-FFF2-40B4-BE49-F238E27FC236}">
                  <a16:creationId xmlns:a16="http://schemas.microsoft.com/office/drawing/2014/main" id="{6D9F4B92-8047-EFBF-884B-7584364E27A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1506" y="3436092"/>
              <a:ext cx="573470" cy="1146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688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078E-869C-0CF0-533D-9AA63ED9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0F0D0823-1395-9385-68F1-BCA6554D13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2367" y="2057400"/>
            <a:ext cx="7966466" cy="2380706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0FC2B882-0E64-81F3-EAA4-FF08A3813615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06788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4000" b="1" dirty="0">
                <a:latin typeface="Comic Sans MS"/>
                <a:cs typeface="Comic Sans MS"/>
              </a:rPr>
              <a:t>Software</a:t>
            </a:r>
            <a:r>
              <a:rPr lang="sv-SE" sz="4000" b="1" spc="-45" dirty="0">
                <a:latin typeface="Comic Sans MS"/>
                <a:cs typeface="Comic Sans MS"/>
              </a:rPr>
              <a:t> </a:t>
            </a:r>
            <a:r>
              <a:rPr lang="sv-SE" sz="4000" b="1" spc="-10" dirty="0">
                <a:latin typeface="Comic Sans MS"/>
                <a:cs typeface="Comic Sans MS"/>
              </a:rPr>
              <a:t>Port:</a:t>
            </a:r>
            <a:endParaRPr lang="sv-SE" sz="4000" b="1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4000" b="1" spc="-2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4000" b="1" spc="-2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4000" b="1" spc="-2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4000" b="1" spc="-2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4000" b="1" spc="-2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2400" b="1" dirty="0">
              <a:latin typeface="Comic Sans MS"/>
              <a:cs typeface="Comic Sans MS"/>
            </a:endParaRPr>
          </a:p>
          <a:p>
            <a:pPr marR="97790">
              <a:lnSpc>
                <a:spcPct val="104400"/>
              </a:lnSpc>
              <a:spcBef>
                <a:spcPts val="90"/>
              </a:spcBef>
            </a:pP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networking,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socket</a:t>
            </a:r>
            <a:r>
              <a:rPr lang="en-GB" sz="2400" b="1" spc="-1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used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allow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many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processes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within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single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or</a:t>
            </a:r>
            <a:r>
              <a:rPr lang="en-GB" sz="2400" spc="50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different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host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use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TCP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communication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simultaneously.</a:t>
            </a:r>
            <a:endParaRPr lang="en-GB" sz="2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R="5080">
              <a:lnSpc>
                <a:spcPct val="103299"/>
              </a:lnSpc>
              <a:spcBef>
                <a:spcPts val="5"/>
              </a:spcBef>
            </a:pP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port</a:t>
            </a:r>
            <a:r>
              <a:rPr lang="en-GB" sz="240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number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assigned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uniquely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identify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connection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endpoint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and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to</a:t>
            </a:r>
            <a:r>
              <a:rPr lang="en-GB" sz="2400" spc="50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direct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data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specific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service.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023063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E51E-D669-4440-A784-9E24344D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5DCE0180-8416-70A2-6E66-B4949C842478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768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4000" b="1" dirty="0">
                <a:latin typeface="Comic Sans MS"/>
                <a:cs typeface="Comic Sans MS"/>
              </a:rPr>
              <a:t>Software</a:t>
            </a:r>
            <a:r>
              <a:rPr lang="sv-SE" sz="4000" b="1" spc="-45" dirty="0">
                <a:latin typeface="Comic Sans MS"/>
                <a:cs typeface="Comic Sans MS"/>
              </a:rPr>
              <a:t> </a:t>
            </a:r>
            <a:r>
              <a:rPr lang="sv-SE" sz="4000" b="1" spc="-10" dirty="0">
                <a:latin typeface="Comic Sans MS"/>
                <a:cs typeface="Comic Sans MS"/>
              </a:rPr>
              <a:t>Port:</a:t>
            </a:r>
            <a:endParaRPr lang="sv-SE" sz="4000" b="1" dirty="0">
              <a:latin typeface="Comic Sans MS"/>
              <a:cs typeface="Comic Sans MS"/>
            </a:endParaRPr>
          </a:p>
        </p:txBody>
      </p:sp>
      <p:pic>
        <p:nvPicPr>
          <p:cNvPr id="3" name="object 11">
            <a:extLst>
              <a:ext uri="{FF2B5EF4-FFF2-40B4-BE49-F238E27FC236}">
                <a16:creationId xmlns:a16="http://schemas.microsoft.com/office/drawing/2014/main" id="{D0FF0C9B-B0C3-CC2B-0677-F913A3BFF9B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7092" y="2505347"/>
            <a:ext cx="9137016" cy="504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3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7CA-133E-F75D-840C-68A986A8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9376A52F-6FD6-8D71-7FA8-F0189FB5241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38525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</TotalTime>
  <Words>108</Words>
  <Application>Microsoft Office PowerPoint</Application>
  <PresentationFormat>Custom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33</cp:revision>
  <dcterms:created xsi:type="dcterms:W3CDTF">2025-12-09T17:44:59Z</dcterms:created>
  <dcterms:modified xsi:type="dcterms:W3CDTF">2026-01-16T19:37:06Z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