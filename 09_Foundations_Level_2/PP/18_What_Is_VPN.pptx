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08" r:id="rId5"/>
    <p:sldId id="323" r:id="rId6"/>
    <p:sldId id="315" r:id="rId7"/>
    <p:sldId id="322" r:id="rId8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What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is VPN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1563-B637-E60D-A431-F025AD816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32A032A-8D31-85D4-C926-6EA60B6D782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5F1054C-F94E-3322-EBCF-8EC3DC28EAF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D0572A-A3AC-2FF2-9E5A-AD1A880E9ED3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D8A5965-AD26-1B4F-FB03-139AD1932733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3E8F367-86A2-881C-327D-A0CF7C58C74E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Who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wants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your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IP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4232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2423-358C-7195-5DDF-D9EFD029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6C69CD60-3110-2C12-86CB-434DDC3BE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43" y="1966008"/>
            <a:ext cx="12388914" cy="612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C2FF-2880-9A7C-5F4A-FC73D4F4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1B213E-E8D7-807C-8DC4-B6E57A75D30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2A78F68-51EB-BE9E-1A58-0FDC7F2619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4DB8F7-7632-BE2A-B686-29885197D70F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DFC548E-A41C-9237-BD62-B80406FC063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BFCD65-3425-870B-B8F7-6978696BB58E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How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to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protect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your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IP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Address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282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A627-1BBC-A8F9-AE11-07440243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19">
            <a:extLst>
              <a:ext uri="{FF2B5EF4-FFF2-40B4-BE49-F238E27FC236}">
                <a16:creationId xmlns:a16="http://schemas.microsoft.com/office/drawing/2014/main" id="{506730A2-AE9C-9CA4-BC2D-A80BBE1D7A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4190" y="2316966"/>
            <a:ext cx="5421648" cy="5424468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C1BAB77F-F687-6947-D61A-53791E666081}"/>
              </a:ext>
            </a:extLst>
          </p:cNvPr>
          <p:cNvSpPr txBox="1"/>
          <p:nvPr/>
        </p:nvSpPr>
        <p:spPr>
          <a:xfrm>
            <a:off x="391224" y="1026884"/>
            <a:ext cx="5704775" cy="8094513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VPN?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 VPN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v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irtual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rivate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etwork) </a:t>
            </a:r>
            <a:r>
              <a:rPr lang="en-GB" sz="2400" u="sng" dirty="0">
                <a:solidFill>
                  <a:schemeClr val="tx1"/>
                </a:solidFill>
                <a:latin typeface="Comic Sans MS"/>
                <a:cs typeface="Comic Sans MS"/>
              </a:rPr>
              <a:t>is the easiest and most effective way for people to protect their internet traffic and keep their identities private online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.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As you connect to a secure VPN server, your internet traffic goes through an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encrypted tunnel that nobody can see into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, including hackers, governments, and your internet service provider.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It also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changes your IP address completely.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Placing your geolocation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hundreds or maybe thousands of miles from where you are accessing the internet.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66372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6839A9B0-F2BB-19D9-1D34-48F5262B1CDE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</TotalTime>
  <Words>131</Words>
  <Application>Microsoft Office PowerPoint</Application>
  <PresentationFormat>Custom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39</cp:revision>
  <dcterms:created xsi:type="dcterms:W3CDTF">2025-12-09T17:44:59Z</dcterms:created>
  <dcterms:modified xsi:type="dcterms:W3CDTF">2026-01-16T19:39:13Z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