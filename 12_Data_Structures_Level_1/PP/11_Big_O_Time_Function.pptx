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45" r:id="rId4"/>
    <p:sldId id="350" r:id="rId5"/>
    <p:sldId id="351" r:id="rId6"/>
    <p:sldId id="352" r:id="rId7"/>
    <p:sldId id="353" r:id="rId8"/>
    <p:sldId id="354" r:id="rId9"/>
    <p:sldId id="355" r:id="rId10"/>
    <p:sldId id="356" r:id="rId11"/>
    <p:sldId id="357" r:id="rId12"/>
    <p:sldId id="313" r:id="rId13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Big O Notation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Big O Notation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🔎 Definition: Big O Notation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🔹 Big O Notation is a mathematical way to describe how the running time or space requirements of an algorithm grow as the input size increases.</a:t>
            </a:r>
          </a:p>
          <a:p>
            <a:pPr>
              <a:defRPr/>
            </a:pP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📖 Explanation:</a:t>
            </a: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🔹 It helps measure algorithm efficiency and allows comparison between algorithms.</a:t>
            </a:r>
          </a:p>
          <a:p>
            <a:pPr>
              <a:defRPr/>
            </a:pP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📌 Note:</a:t>
            </a: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Big O focuses on worst-case growth, not exact execution time.</a:t>
            </a:r>
          </a:p>
        </p:txBody>
      </p:sp>
    </p:spTree>
    <p:extLst>
      <p:ext uri="{BB962C8B-B14F-4D97-AF65-F5344CB8AC3E}">
        <p14:creationId xmlns:p14="http://schemas.microsoft.com/office/powerpoint/2010/main" val="371545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📖 Explanation: Linear Search and Big O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🔹 The given program demonstrates Linear Search, which checks elements one by one.</a:t>
            </a:r>
          </a:p>
          <a:p>
            <a:pPr>
              <a:defRPr/>
            </a:pP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➡️ Result:</a:t>
            </a: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Time Complexity = O(n)</a:t>
            </a: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(Execution time increases linearly with input size</a:t>
            </a:r>
          </a:p>
        </p:txBody>
      </p:sp>
    </p:spTree>
    <p:extLst>
      <p:ext uri="{BB962C8B-B14F-4D97-AF65-F5344CB8AC3E}">
        <p14:creationId xmlns:p14="http://schemas.microsoft.com/office/powerpoint/2010/main" val="1973646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🔎 Definition: Linear Search</a:t>
            </a:r>
          </a:p>
          <a:p>
            <a:pPr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🔹 A search method that checks each element sequentially until the target value is found or the list ends.</a:t>
            </a:r>
          </a:p>
          <a:p>
            <a:pPr>
              <a:defRPr/>
            </a:pP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💡 Example:</a:t>
            </a: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Searching number 100 inside array:</a:t>
            </a: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10 → 20 → 30 → … → 100</a:t>
            </a:r>
          </a:p>
        </p:txBody>
      </p:sp>
    </p:spTree>
    <p:extLst>
      <p:ext uri="{BB962C8B-B14F-4D97-AF65-F5344CB8AC3E}">
        <p14:creationId xmlns:p14="http://schemas.microsoft.com/office/powerpoint/2010/main" val="3453281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7110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📖 Explanation: Function 1 — FindNumberAlgorithm1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🔹 Searches entire array even after finding the number.</a:t>
            </a: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Characteristics</a:t>
            </a: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🟩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Uses loop through all elements</a:t>
            </a: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🟩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Stores result in variable 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pos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🟩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Does not stop after finding number</a:t>
            </a:r>
          </a:p>
          <a:p>
            <a:pPr>
              <a:defRPr/>
            </a:pP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➡️ Result:</a:t>
            </a: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Still O(n) but less efficient practically.</a:t>
            </a:r>
          </a:p>
        </p:txBody>
      </p:sp>
    </p:spTree>
    <p:extLst>
      <p:ext uri="{BB962C8B-B14F-4D97-AF65-F5344CB8AC3E}">
        <p14:creationId xmlns:p14="http://schemas.microsoft.com/office/powerpoint/2010/main" val="2997346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7110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📖 Explanation: Function 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2</a:t>
            </a: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 — </a:t>
            </a:r>
            <a:r>
              <a:rPr kumimoji="0" lang="en-GB" sz="4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FindNumberAlgorithm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2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🔹 Stops searching immediately after finding the number. 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Characteristics</a:t>
            </a: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🟩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Returns index directly 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🟩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Avoids unnecessary comparisons 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🟩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Faster in average case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➡️ Result:</a:t>
            </a: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Still O(n) worst case, but faster average performance.</a:t>
            </a:r>
          </a:p>
        </p:txBody>
      </p:sp>
    </p:spTree>
    <p:extLst>
      <p:ext uri="{BB962C8B-B14F-4D97-AF65-F5344CB8AC3E}">
        <p14:creationId xmlns:p14="http://schemas.microsoft.com/office/powerpoint/2010/main" val="2970076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52035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⚖️ Comparison</a:t>
            </a:r>
          </a:p>
          <a:p>
            <a:pPr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🟩 FindNumberAlgorithm1</a:t>
            </a: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✔️ Searches entire array</a:t>
            </a: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✔️ Stores result then returns later</a:t>
            </a: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✔️ More unnecessary operations</a:t>
            </a: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✔️ Same Big O but slower practically</a:t>
            </a:r>
          </a:p>
          <a:p>
            <a:pPr>
              <a:defRPr/>
            </a:pP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🟥 FindNumberAlgorithm2</a:t>
            </a: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✔️ Stops when number is found</a:t>
            </a: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✔️ Returns immediately</a:t>
            </a: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✔️ Fewer operations on average</a:t>
            </a: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✔️ More efficient in real execution</a:t>
            </a:r>
          </a:p>
        </p:txBody>
      </p:sp>
    </p:spTree>
    <p:extLst>
      <p:ext uri="{BB962C8B-B14F-4D97-AF65-F5344CB8AC3E}">
        <p14:creationId xmlns:p14="http://schemas.microsoft.com/office/powerpoint/2010/main" val="3375748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🚫 Warning</a:t>
            </a:r>
          </a:p>
          <a:p>
            <a:pPr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🔹 In the code, the loop condition is: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nn-NO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for (int i = 0; i &lt;= n; i++)</a:t>
            </a: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This is dangerous because:</a:t>
            </a: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🟨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Array size = 10</a:t>
            </a: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🟨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Valid indices = 0 → 9</a:t>
            </a: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🟨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Code accesses index 10 → ❌ Out of bounds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📌 Correct Version Should Be:</a:t>
            </a: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for (int 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= 0; 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&lt; n; 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++)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795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🟦 Procedures: How Linear Search Works</a:t>
            </a:r>
          </a:p>
          <a:p>
            <a:pPr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1️⃣ Start from first element</a:t>
            </a: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2️⃣ Compare with target number</a:t>
            </a: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3️⃣ If match → return index</a:t>
            </a: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4️⃣ If not → move to next element</a:t>
            </a: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5️⃣ Repeat until end of array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490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✨ Summary</a:t>
            </a:r>
          </a:p>
          <a:p>
            <a:pPr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✅ Big O measures algorithm growth with input size</a:t>
            </a: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✅ Linear Search has time complexity O(n)</a:t>
            </a: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✅ Early return improves real performance but not Big O</a:t>
            </a:r>
          </a:p>
          <a:p>
            <a:pPr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✅ Correct loop boundaries are critical in C++</a:t>
            </a:r>
          </a:p>
          <a:p>
            <a:pPr>
              <a:defRPr/>
            </a:pPr>
            <a:r>
              <a:rPr lang="en-GB" sz="2400">
                <a:solidFill>
                  <a:schemeClr val="tx1"/>
                </a:solidFill>
                <a:latin typeface="Comic Sans MS" panose="030F0702030302020204" pitchFamily="66" charset="0"/>
              </a:rPr>
              <a:t>✅ Algorithm design + implementation both matter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934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11653</TotalTime>
  <Words>493</Words>
  <Application>Microsoft Office PowerPoint</Application>
  <PresentationFormat>Custom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285</cp:revision>
  <dcterms:created xsi:type="dcterms:W3CDTF">2025-12-09T17:44:59Z</dcterms:created>
  <dcterms:modified xsi:type="dcterms:W3CDTF">2026-02-09T13:58:01Z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