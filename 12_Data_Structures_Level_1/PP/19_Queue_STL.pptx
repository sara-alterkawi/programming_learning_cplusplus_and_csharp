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4" r:id="rId5"/>
    <p:sldId id="355" r:id="rId6"/>
    <p:sldId id="357" r:id="rId7"/>
    <p:sldId id="356" r:id="rId8"/>
    <p:sldId id="359" r:id="rId9"/>
    <p:sldId id="358" r:id="rId10"/>
    <p:sldId id="361" r:id="rId11"/>
    <p:sldId id="360" r:id="rId12"/>
    <p:sldId id="353" r:id="rId13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Queue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Queue Data Structure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b="1" dirty="0"/>
          </a:p>
          <a:p>
            <a:r>
              <a:rPr lang="en-GB" sz="2400" dirty="0">
                <a:latin typeface="Comic Sans MS" panose="030F0702030302020204" pitchFamily="66" charset="0"/>
              </a:rPr>
              <a:t>A Queue is a data structure where elements are inserted from the rear (back) and removed from the front.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STL : Standard Template Library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We take stack from it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solidFill>
                  <a:srgbClr val="80808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#include</a:t>
            </a:r>
            <a:r>
              <a:rPr lang="en-SE" sz="2400" dirty="0">
                <a:solidFill>
                  <a:srgbClr val="00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r>
              <a:rPr lang="en-SE" sz="2400" dirty="0">
                <a:solidFill>
                  <a:srgbClr val="A31515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&lt;queue&gt;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solidFill>
                  <a:srgbClr val="2B91A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queue</a:t>
            </a:r>
            <a:r>
              <a:rPr lang="en-SE" sz="2400" dirty="0">
                <a:solidFill>
                  <a:srgbClr val="00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&lt;</a:t>
            </a:r>
            <a:r>
              <a:rPr lang="en-SE" sz="2400" dirty="0">
                <a:solidFill>
                  <a:srgbClr val="0000F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int</a:t>
            </a:r>
            <a:r>
              <a:rPr lang="en-SE" sz="2400" dirty="0">
                <a:solidFill>
                  <a:srgbClr val="00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&gt; </a:t>
            </a:r>
            <a:r>
              <a:rPr lang="en-SE" sz="2400" dirty="0" err="1">
                <a:solidFill>
                  <a:srgbClr val="00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MyQueue</a:t>
            </a:r>
            <a:r>
              <a:rPr lang="en-SE" sz="2400" dirty="0">
                <a:solidFill>
                  <a:srgbClr val="00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</a:t>
            </a:r>
            <a:r>
              <a:rPr lang="en-GB" sz="4000" b="1" dirty="0">
                <a:latin typeface="Comic Sans MS" panose="030F0702030302020204" pitchFamily="66" charset="0"/>
              </a:rPr>
              <a:t>Explanation</a:t>
            </a:r>
            <a:endParaRPr lang="en-SE" sz="4000" b="1" dirty="0">
              <a:latin typeface="Comic Sans MS" panose="030F0702030302020204" pitchFamily="66" charset="0"/>
            </a:endParaRPr>
          </a:p>
          <a:p>
            <a:endParaRPr lang="en-SE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Elements are added using push() and removed using pop().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front() accesses the first element, and back() accesses the last element.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Queues are widely used in scheduling tasks, buffering, and managing requests..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🟨 Common Queue Operations</a:t>
            </a:r>
            <a:endParaRPr lang="en-GB" sz="24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push(x) → Add element to rear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pop() → Remove element from front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front() → Access first element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back() → Access last element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empty() → Check if queue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size() → Number of elements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3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(Program Flow)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Include required libraries (&lt;queue&gt;, &lt;iostream&gt;)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Declare a queue → queue&lt;int&gt; </a:t>
            </a:r>
            <a:r>
              <a:rPr lang="en-GB" sz="2400" dirty="0" err="1">
                <a:latin typeface="Comic Sans MS" panose="030F0702030302020204" pitchFamily="66" charset="0"/>
              </a:rPr>
              <a:t>MyQueue</a:t>
            </a:r>
            <a:r>
              <a:rPr lang="en-GB" sz="2400" dirty="0">
                <a:latin typeface="Comic Sans MS" panose="030F0702030302020204" pitchFamily="66" charset="0"/>
              </a:rPr>
              <a:t>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Add elements using push()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Print size → </a:t>
            </a:r>
            <a:r>
              <a:rPr lang="en-GB" sz="2400" dirty="0" err="1">
                <a:latin typeface="Comic Sans MS" panose="030F0702030302020204" pitchFamily="66" charset="0"/>
              </a:rPr>
              <a:t>MyQueue.size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Access front and back → front() and back()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Loop until empty → print and remove elements using pop()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6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Queue after pushing 10, 20, 30, 40: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Front: 10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➡️ Back: 40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Popping elements results in: 10, 20, 30, 40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38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Queue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FIFO order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Insert from rear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Remove from front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Used in scheduling and buffering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Stack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LIFO order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Insert and remove from top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Used in recursion and undo operations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0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Queue does not allow random access like arrays or vectors; you can only access front and back elements.</a:t>
            </a:r>
          </a:p>
        </p:txBody>
      </p:sp>
    </p:spTree>
    <p:extLst>
      <p:ext uri="{BB962C8B-B14F-4D97-AF65-F5344CB8AC3E}">
        <p14:creationId xmlns:p14="http://schemas.microsoft.com/office/powerpoint/2010/main" val="1370965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Calling front() or pop() on an empty queue may cause runtime errors.</a:t>
            </a:r>
          </a:p>
        </p:txBody>
      </p:sp>
    </p:spTree>
    <p:extLst>
      <p:ext uri="{BB962C8B-B14F-4D97-AF65-F5344CB8AC3E}">
        <p14:creationId xmlns:p14="http://schemas.microsoft.com/office/powerpoint/2010/main" val="50360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Queue follows FIFO principle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Supports insertion at rear and deletion from front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Access to front and back elements only</a:t>
            </a:r>
          </a:p>
          <a:p>
            <a:r>
              <a:rPr lang="en-GB" sz="2400">
                <a:latin typeface="Comic Sans MS" panose="030F0702030302020204" pitchFamily="66" charset="0"/>
              </a:rPr>
              <a:t>✅ Useful for scheduling, buffering, and task processing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12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11770</TotalTime>
  <Words>377</Words>
  <Application>Microsoft Office PowerPoint</Application>
  <PresentationFormat>Custom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362</cp:revision>
  <dcterms:created xsi:type="dcterms:W3CDTF">2025-12-09T17:44:59Z</dcterms:created>
  <dcterms:modified xsi:type="dcterms:W3CDTF">2026-02-11T12:29:31Z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