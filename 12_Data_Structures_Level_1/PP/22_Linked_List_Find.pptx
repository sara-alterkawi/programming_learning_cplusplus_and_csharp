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54" r:id="rId4"/>
    <p:sldId id="355" r:id="rId5"/>
    <p:sldId id="356" r:id="rId6"/>
    <p:sldId id="357" r:id="rId7"/>
    <p:sldId id="358" r:id="rId8"/>
    <p:sldId id="359" r:id="rId9"/>
    <p:sldId id="362" r:id="rId10"/>
    <p:sldId id="361" r:id="rId11"/>
    <p:sldId id="353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Singly Linked List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 Operations</a:t>
            </a:r>
            <a:endParaRPr lang="en-GB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Find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Find() Function: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Searches for a node containing a specific value in the linked list.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dirty="0" err="1">
                <a:latin typeface="Comic Sans MS" panose="030F0702030302020204" pitchFamily="66" charset="0"/>
              </a:rPr>
              <a:t>Behavior</a:t>
            </a:r>
            <a:r>
              <a:rPr lang="en-GB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Starts from the head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 Compares each node’s value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Returns pointer to the node if found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Returns NULL if not found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80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📖 Explanation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The function traverses the linked list node by node.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If head-&gt;value == Value, it immediately returns the current node.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If the loop finishes without finding the value, it returns NULL.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This is a linear search operation.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54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🟦 Procedures (Insert at Beginning)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Create an empty linked list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Insert nodes using </a:t>
            </a:r>
            <a:r>
              <a:rPr lang="en-GB" sz="2400" dirty="0" err="1">
                <a:latin typeface="Comic Sans MS" panose="030F0702030302020204" pitchFamily="66" charset="0"/>
              </a:rPr>
              <a:t>InsertAtBeginning</a:t>
            </a:r>
            <a:r>
              <a:rPr lang="en-GB" sz="2400" dirty="0">
                <a:latin typeface="Comic Sans MS" panose="030F0702030302020204" pitchFamily="66" charset="0"/>
              </a:rPr>
              <a:t>()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Call Find(head, Value)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Traverse the list inside the function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Compare each node’s value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 Return node pointer if found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7️⃣ Return NULL if not found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8️⃣ Check returned pointer in main()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9️⃣ Print result message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50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💡 Example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Inserted values (in order):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1, 2, 3, 4, 5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Actual list becomes: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 → 4 → 3 → 2 → 1 → NULL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Searching for value 2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➡️ Result: Node Found :-)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87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📌 Note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The function returns a pointer to the node, not just a </a:t>
            </a:r>
            <a:r>
              <a:rPr lang="en-GB" sz="2400" dirty="0" err="1">
                <a:latin typeface="Comic Sans MS" panose="030F0702030302020204" pitchFamily="66" charset="0"/>
              </a:rPr>
              <a:t>boolean</a:t>
            </a:r>
            <a:r>
              <a:rPr lang="en-GB" sz="2400" dirty="0">
                <a:latin typeface="Comic Sans MS" panose="030F0702030302020204" pitchFamily="66" charset="0"/>
              </a:rPr>
              <a:t> value.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738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⚖️ Comparison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Linked List Search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Sequential access only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Time Complexity: O(n)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No direct indexing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Array Search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Can access elements by index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Still O(n) for linear search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Faster random access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656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🚫 Warning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If you forget to check NULL before accessing the returned pointer, the program may crash.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236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✨ Summary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Find() performs a linear search in the linked list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Returns pointer to node if found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Returns NULL if not found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Time Complexity is O(n)</a:t>
            </a:r>
          </a:p>
          <a:p>
            <a:r>
              <a:rPr lang="en-GB" sz="2400">
                <a:latin typeface="Comic Sans MS" panose="030F0702030302020204" pitchFamily="66" charset="0"/>
              </a:rPr>
              <a:t>✅ Requires traversal from head to end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177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11802</TotalTime>
  <Words>356</Words>
  <Application>Microsoft Office PowerPoint</Application>
  <PresentationFormat>Custom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389</cp:revision>
  <dcterms:created xsi:type="dcterms:W3CDTF">2025-12-09T17:44:59Z</dcterms:created>
  <dcterms:modified xsi:type="dcterms:W3CDTF">2026-02-11T13:39:27Z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