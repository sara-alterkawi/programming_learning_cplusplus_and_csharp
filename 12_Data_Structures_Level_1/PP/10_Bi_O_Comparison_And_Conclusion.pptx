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46" r:id="rId5"/>
    <p:sldId id="347" r:id="rId6"/>
    <p:sldId id="313" r:id="rId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 Comparison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O 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Comparison and Conclusion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Big O 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Cheat Chart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C42F56-B74F-CF2E-0734-79B11BA195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49" y="2057400"/>
            <a:ext cx="1327199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G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roth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Rate comparison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42F56-B74F-CF2E-0734-79B11BA19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49" y="2324796"/>
            <a:ext cx="13271997" cy="540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9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lways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take the worst Big 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b="1" dirty="0">
                <a:latin typeface="Comic Sans MS" panose="030F0702030302020204" pitchFamily="66" charset="0"/>
              </a:rPr>
              <a:t>F(t) = 10 + O(n) + O(</a:t>
            </a:r>
            <a:r>
              <a:rPr lang="en-SE" sz="2400" b="1" dirty="0" err="1">
                <a:latin typeface="Comic Sans MS" panose="030F0702030302020204" pitchFamily="66" charset="0"/>
              </a:rPr>
              <a:t>logn</a:t>
            </a:r>
            <a:r>
              <a:rPr lang="en-SE" sz="2400" b="1" dirty="0">
                <a:latin typeface="Comic Sans MS" panose="030F0702030302020204" pitchFamily="66" charset="0"/>
              </a:rPr>
              <a:t>) + O(n^2) + O(n^3)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b="1" dirty="0">
                <a:latin typeface="Comic Sans MS" panose="030F0702030302020204" pitchFamily="66" charset="0"/>
              </a:rPr>
              <a:t>F(t) = O(n^3)</a:t>
            </a:r>
          </a:p>
        </p:txBody>
      </p:sp>
    </p:spTree>
    <p:extLst>
      <p:ext uri="{BB962C8B-B14F-4D97-AF65-F5344CB8AC3E}">
        <p14:creationId xmlns:p14="http://schemas.microsoft.com/office/powerpoint/2010/main" val="119923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11659</TotalTime>
  <Words>79</Words>
  <Application>Microsoft Office PowerPoint</Application>
  <PresentationFormat>Custom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287</cp:revision>
  <dcterms:created xsi:type="dcterms:W3CDTF">2025-12-09T17:44:59Z</dcterms:created>
  <dcterms:modified xsi:type="dcterms:W3CDTF">2026-02-09T14:05:48Z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