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45" r:id="rId4"/>
    <p:sldId id="379" r:id="rId5"/>
    <p:sldId id="380" r:id="rId6"/>
    <p:sldId id="381" r:id="rId7"/>
    <p:sldId id="382" r:id="rId8"/>
    <p:sldId id="383" r:id="rId9"/>
    <p:sldId id="384" r:id="rId10"/>
    <p:sldId id="385" r:id="rId11"/>
    <p:sldId id="386" r:id="rId12"/>
    <p:sldId id="387" r:id="rId13"/>
    <p:sldId id="388" r:id="rId14"/>
    <p:sldId id="389" r:id="rId15"/>
    <p:sldId id="393" r:id="rId16"/>
    <p:sldId id="395" r:id="rId17"/>
    <p:sldId id="394" r:id="rId18"/>
    <p:sldId id="390" r:id="rId19"/>
    <p:sldId id="392" r:id="rId20"/>
    <p:sldId id="353" r:id="rId21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E53"/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54" y="77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396262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 dirty="0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SE" sz="6000" b="1" dirty="0">
                <a:solidFill>
                  <a:srgbClr val="FFCE53"/>
                </a:solidFill>
                <a:latin typeface="Comic Sans MS"/>
                <a:cs typeface="Comic Sans MS"/>
              </a:rPr>
              <a:t>Queue </a:t>
            </a: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Queue Data Structure</a:t>
            </a:r>
            <a:endParaRPr lang="en-GB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Queue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7840E9-E68D-27D6-69EE-69334FA65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862" y="2667000"/>
            <a:ext cx="13387252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452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Queue Push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39C8F7-4869-BA8F-37E1-335B6DA90C10}"/>
              </a:ext>
            </a:extLst>
          </p:cNvPr>
          <p:cNvSpPr txBox="1"/>
          <p:nvPr/>
        </p:nvSpPr>
        <p:spPr>
          <a:xfrm>
            <a:off x="1371600" y="29673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95F2A0-BC4A-CC29-F8C7-BCE70364B9AE}"/>
              </a:ext>
            </a:extLst>
          </p:cNvPr>
          <p:cNvSpPr txBox="1"/>
          <p:nvPr/>
        </p:nvSpPr>
        <p:spPr>
          <a:xfrm>
            <a:off x="990599" y="6671422"/>
            <a:ext cx="2250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</a:rPr>
              <a:t>Empty Queue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AE76250-CD14-E517-D325-FB5BE96371B3}"/>
              </a:ext>
            </a:extLst>
          </p:cNvPr>
          <p:cNvSpPr/>
          <p:nvPr/>
        </p:nvSpPr>
        <p:spPr>
          <a:xfrm>
            <a:off x="1371600" y="4074134"/>
            <a:ext cx="8382000" cy="1371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" name="Arrow: Curved Right 3">
            <a:extLst>
              <a:ext uri="{FF2B5EF4-FFF2-40B4-BE49-F238E27FC236}">
                <a16:creationId xmlns:a16="http://schemas.microsoft.com/office/drawing/2014/main" id="{2BE738E8-C2C0-488C-7B28-F99CB537DD91}"/>
              </a:ext>
            </a:extLst>
          </p:cNvPr>
          <p:cNvSpPr/>
          <p:nvPr/>
        </p:nvSpPr>
        <p:spPr>
          <a:xfrm>
            <a:off x="457200" y="3062518"/>
            <a:ext cx="914400" cy="1814282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7439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AE76250-CD14-E517-D325-FB5BE96371B3}"/>
              </a:ext>
            </a:extLst>
          </p:cNvPr>
          <p:cNvSpPr/>
          <p:nvPr/>
        </p:nvSpPr>
        <p:spPr>
          <a:xfrm>
            <a:off x="1371600" y="4074134"/>
            <a:ext cx="8382000" cy="1371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Queue Push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39C8F7-4869-BA8F-37E1-335B6DA90C10}"/>
              </a:ext>
            </a:extLst>
          </p:cNvPr>
          <p:cNvSpPr txBox="1"/>
          <p:nvPr/>
        </p:nvSpPr>
        <p:spPr>
          <a:xfrm>
            <a:off x="1371600" y="44913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4" name="Arrow: Curved Right 3">
            <a:extLst>
              <a:ext uri="{FF2B5EF4-FFF2-40B4-BE49-F238E27FC236}">
                <a16:creationId xmlns:a16="http://schemas.microsoft.com/office/drawing/2014/main" id="{2BE738E8-C2C0-488C-7B28-F99CB537DD91}"/>
              </a:ext>
            </a:extLst>
          </p:cNvPr>
          <p:cNvSpPr/>
          <p:nvPr/>
        </p:nvSpPr>
        <p:spPr>
          <a:xfrm>
            <a:off x="457200" y="3062518"/>
            <a:ext cx="914400" cy="1814282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5966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AE76250-CD14-E517-D325-FB5BE96371B3}"/>
              </a:ext>
            </a:extLst>
          </p:cNvPr>
          <p:cNvSpPr/>
          <p:nvPr/>
        </p:nvSpPr>
        <p:spPr>
          <a:xfrm>
            <a:off x="1371600" y="4074134"/>
            <a:ext cx="8382000" cy="1371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Queue Push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39C8F7-4869-BA8F-37E1-335B6DA90C10}"/>
              </a:ext>
            </a:extLst>
          </p:cNvPr>
          <p:cNvSpPr txBox="1"/>
          <p:nvPr/>
        </p:nvSpPr>
        <p:spPr>
          <a:xfrm>
            <a:off x="8763000" y="44913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46635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Queue Push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39C8F7-4869-BA8F-37E1-335B6DA90C10}"/>
              </a:ext>
            </a:extLst>
          </p:cNvPr>
          <p:cNvSpPr txBox="1"/>
          <p:nvPr/>
        </p:nvSpPr>
        <p:spPr>
          <a:xfrm>
            <a:off x="1371600" y="29673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</a:rPr>
              <a:t>20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AE76250-CD14-E517-D325-FB5BE96371B3}"/>
              </a:ext>
            </a:extLst>
          </p:cNvPr>
          <p:cNvSpPr/>
          <p:nvPr/>
        </p:nvSpPr>
        <p:spPr>
          <a:xfrm>
            <a:off x="1371600" y="4074134"/>
            <a:ext cx="8382000" cy="1371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" name="Arrow: Curved Right 3">
            <a:extLst>
              <a:ext uri="{FF2B5EF4-FFF2-40B4-BE49-F238E27FC236}">
                <a16:creationId xmlns:a16="http://schemas.microsoft.com/office/drawing/2014/main" id="{2BE738E8-C2C0-488C-7B28-F99CB537DD91}"/>
              </a:ext>
            </a:extLst>
          </p:cNvPr>
          <p:cNvSpPr/>
          <p:nvPr/>
        </p:nvSpPr>
        <p:spPr>
          <a:xfrm>
            <a:off x="457200" y="3062518"/>
            <a:ext cx="914400" cy="1814282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AF9332-D44D-A840-0CA7-5F904E58FCDA}"/>
              </a:ext>
            </a:extLst>
          </p:cNvPr>
          <p:cNvSpPr txBox="1"/>
          <p:nvPr/>
        </p:nvSpPr>
        <p:spPr>
          <a:xfrm>
            <a:off x="8763000" y="44913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29966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AE76250-CD14-E517-D325-FB5BE96371B3}"/>
              </a:ext>
            </a:extLst>
          </p:cNvPr>
          <p:cNvSpPr/>
          <p:nvPr/>
        </p:nvSpPr>
        <p:spPr>
          <a:xfrm>
            <a:off x="1371600" y="4074134"/>
            <a:ext cx="8382000" cy="1371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Queue Push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39C8F7-4869-BA8F-37E1-335B6DA90C10}"/>
              </a:ext>
            </a:extLst>
          </p:cNvPr>
          <p:cNvSpPr txBox="1"/>
          <p:nvPr/>
        </p:nvSpPr>
        <p:spPr>
          <a:xfrm>
            <a:off x="1371600" y="44913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</a:rPr>
              <a:t>20</a:t>
            </a:r>
          </a:p>
        </p:txBody>
      </p:sp>
      <p:sp>
        <p:nvSpPr>
          <p:cNvPr id="4" name="Arrow: Curved Right 3">
            <a:extLst>
              <a:ext uri="{FF2B5EF4-FFF2-40B4-BE49-F238E27FC236}">
                <a16:creationId xmlns:a16="http://schemas.microsoft.com/office/drawing/2014/main" id="{2BE738E8-C2C0-488C-7B28-F99CB537DD91}"/>
              </a:ext>
            </a:extLst>
          </p:cNvPr>
          <p:cNvSpPr/>
          <p:nvPr/>
        </p:nvSpPr>
        <p:spPr>
          <a:xfrm>
            <a:off x="457200" y="3062518"/>
            <a:ext cx="914400" cy="1814282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62262E-0ECF-A94D-730B-19F491E89FF3}"/>
              </a:ext>
            </a:extLst>
          </p:cNvPr>
          <p:cNvSpPr txBox="1"/>
          <p:nvPr/>
        </p:nvSpPr>
        <p:spPr>
          <a:xfrm>
            <a:off x="8763000" y="44913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15635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AE76250-CD14-E517-D325-FB5BE96371B3}"/>
              </a:ext>
            </a:extLst>
          </p:cNvPr>
          <p:cNvSpPr/>
          <p:nvPr/>
        </p:nvSpPr>
        <p:spPr>
          <a:xfrm>
            <a:off x="1371600" y="4074134"/>
            <a:ext cx="8382000" cy="1371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Queue Push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39C8F7-4869-BA8F-37E1-335B6DA90C10}"/>
              </a:ext>
            </a:extLst>
          </p:cNvPr>
          <p:cNvSpPr txBox="1"/>
          <p:nvPr/>
        </p:nvSpPr>
        <p:spPr>
          <a:xfrm>
            <a:off x="7772400" y="44913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prstClr val="white"/>
                </a:solidFill>
                <a:latin typeface="Comic Sans MS" panose="030F0702030302020204" pitchFamily="66" charset="0"/>
              </a:rPr>
              <a:t>2</a:t>
            </a: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62262E-0ECF-A94D-730B-19F491E89FF3}"/>
              </a:ext>
            </a:extLst>
          </p:cNvPr>
          <p:cNvSpPr txBox="1"/>
          <p:nvPr/>
        </p:nvSpPr>
        <p:spPr>
          <a:xfrm>
            <a:off x="8763000" y="44913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38936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AE76250-CD14-E517-D325-FB5BE96371B3}"/>
              </a:ext>
            </a:extLst>
          </p:cNvPr>
          <p:cNvSpPr/>
          <p:nvPr/>
        </p:nvSpPr>
        <p:spPr>
          <a:xfrm>
            <a:off x="1371600" y="4074134"/>
            <a:ext cx="8382000" cy="1371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Queue Push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95F2A0-BC4A-CC29-F8C7-BCE70364B9AE}"/>
              </a:ext>
            </a:extLst>
          </p:cNvPr>
          <p:cNvSpPr txBox="1"/>
          <p:nvPr/>
        </p:nvSpPr>
        <p:spPr>
          <a:xfrm>
            <a:off x="990599" y="6671422"/>
            <a:ext cx="2250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</a:rPr>
              <a:t>Empty Queue</a:t>
            </a:r>
          </a:p>
        </p:txBody>
      </p:sp>
      <p:sp>
        <p:nvSpPr>
          <p:cNvPr id="4" name="Arrow: Curved Right 3">
            <a:extLst>
              <a:ext uri="{FF2B5EF4-FFF2-40B4-BE49-F238E27FC236}">
                <a16:creationId xmlns:a16="http://schemas.microsoft.com/office/drawing/2014/main" id="{2BE738E8-C2C0-488C-7B28-F99CB537DD91}"/>
              </a:ext>
            </a:extLst>
          </p:cNvPr>
          <p:cNvSpPr/>
          <p:nvPr/>
        </p:nvSpPr>
        <p:spPr>
          <a:xfrm>
            <a:off x="457200" y="3062518"/>
            <a:ext cx="914400" cy="1814282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62262E-0ECF-A94D-730B-19F491E89FF3}"/>
              </a:ext>
            </a:extLst>
          </p:cNvPr>
          <p:cNvSpPr txBox="1"/>
          <p:nvPr/>
        </p:nvSpPr>
        <p:spPr>
          <a:xfrm>
            <a:off x="8763000" y="44913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0841C6-BC15-28B2-B7C6-F2C3FD822B8F}"/>
              </a:ext>
            </a:extLst>
          </p:cNvPr>
          <p:cNvSpPr txBox="1"/>
          <p:nvPr/>
        </p:nvSpPr>
        <p:spPr>
          <a:xfrm>
            <a:off x="7772400" y="44913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prstClr val="white"/>
                </a:solidFill>
                <a:latin typeface="Comic Sans MS" panose="030F0702030302020204" pitchFamily="66" charset="0"/>
              </a:rPr>
              <a:t>2</a:t>
            </a: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39C8F7-4869-BA8F-37E1-335B6DA90C10}"/>
              </a:ext>
            </a:extLst>
          </p:cNvPr>
          <p:cNvSpPr txBox="1"/>
          <p:nvPr/>
        </p:nvSpPr>
        <p:spPr>
          <a:xfrm>
            <a:off x="1371600" y="29673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459956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AE76250-CD14-E517-D325-FB5BE96371B3}"/>
              </a:ext>
            </a:extLst>
          </p:cNvPr>
          <p:cNvSpPr/>
          <p:nvPr/>
        </p:nvSpPr>
        <p:spPr>
          <a:xfrm>
            <a:off x="1371600" y="4074134"/>
            <a:ext cx="8382000" cy="1371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Queue Push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39C8F7-4869-BA8F-37E1-335B6DA90C10}"/>
              </a:ext>
            </a:extLst>
          </p:cNvPr>
          <p:cNvSpPr txBox="1"/>
          <p:nvPr/>
        </p:nvSpPr>
        <p:spPr>
          <a:xfrm>
            <a:off x="1371600" y="44913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</a:rPr>
              <a:t>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62262E-0ECF-A94D-730B-19F491E89FF3}"/>
              </a:ext>
            </a:extLst>
          </p:cNvPr>
          <p:cNvSpPr txBox="1"/>
          <p:nvPr/>
        </p:nvSpPr>
        <p:spPr>
          <a:xfrm>
            <a:off x="8763000" y="44913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0841C6-BC15-28B2-B7C6-F2C3FD822B8F}"/>
              </a:ext>
            </a:extLst>
          </p:cNvPr>
          <p:cNvSpPr txBox="1"/>
          <p:nvPr/>
        </p:nvSpPr>
        <p:spPr>
          <a:xfrm>
            <a:off x="7772400" y="44913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prstClr val="white"/>
                </a:solidFill>
                <a:latin typeface="Comic Sans MS" panose="030F0702030302020204" pitchFamily="66" charset="0"/>
              </a:rPr>
              <a:t>2</a:t>
            </a: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7" name="Arrow: Curved Right 6">
            <a:extLst>
              <a:ext uri="{FF2B5EF4-FFF2-40B4-BE49-F238E27FC236}">
                <a16:creationId xmlns:a16="http://schemas.microsoft.com/office/drawing/2014/main" id="{31D4969B-540D-F5A9-B9D1-940FC5C95EEA}"/>
              </a:ext>
            </a:extLst>
          </p:cNvPr>
          <p:cNvSpPr/>
          <p:nvPr/>
        </p:nvSpPr>
        <p:spPr>
          <a:xfrm>
            <a:off x="457200" y="3062518"/>
            <a:ext cx="914400" cy="1814282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350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AE76250-CD14-E517-D325-FB5BE96371B3}"/>
              </a:ext>
            </a:extLst>
          </p:cNvPr>
          <p:cNvSpPr/>
          <p:nvPr/>
        </p:nvSpPr>
        <p:spPr>
          <a:xfrm>
            <a:off x="1371600" y="4074134"/>
            <a:ext cx="8382000" cy="1371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Queue Push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39C8F7-4869-BA8F-37E1-335B6DA90C10}"/>
              </a:ext>
            </a:extLst>
          </p:cNvPr>
          <p:cNvSpPr txBox="1"/>
          <p:nvPr/>
        </p:nvSpPr>
        <p:spPr>
          <a:xfrm>
            <a:off x="6781800" y="44913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</a:rPr>
              <a:t>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62262E-0ECF-A94D-730B-19F491E89FF3}"/>
              </a:ext>
            </a:extLst>
          </p:cNvPr>
          <p:cNvSpPr txBox="1"/>
          <p:nvPr/>
        </p:nvSpPr>
        <p:spPr>
          <a:xfrm>
            <a:off x="8763000" y="44913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0841C6-BC15-28B2-B7C6-F2C3FD822B8F}"/>
              </a:ext>
            </a:extLst>
          </p:cNvPr>
          <p:cNvSpPr txBox="1"/>
          <p:nvPr/>
        </p:nvSpPr>
        <p:spPr>
          <a:xfrm>
            <a:off x="7772400" y="44913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prstClr val="white"/>
                </a:solidFill>
                <a:latin typeface="Comic Sans MS" panose="030F0702030302020204" pitchFamily="66" charset="0"/>
              </a:rPr>
              <a:t>2</a:t>
            </a: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803336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AE76250-CD14-E517-D325-FB5BE96371B3}"/>
              </a:ext>
            </a:extLst>
          </p:cNvPr>
          <p:cNvSpPr/>
          <p:nvPr/>
        </p:nvSpPr>
        <p:spPr>
          <a:xfrm>
            <a:off x="1371600" y="4074134"/>
            <a:ext cx="8382000" cy="1371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Queue Pop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39C8F7-4869-BA8F-37E1-335B6DA90C10}"/>
              </a:ext>
            </a:extLst>
          </p:cNvPr>
          <p:cNvSpPr txBox="1"/>
          <p:nvPr/>
        </p:nvSpPr>
        <p:spPr>
          <a:xfrm>
            <a:off x="6781800" y="44913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</a:rPr>
              <a:t>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62262E-0ECF-A94D-730B-19F491E89FF3}"/>
              </a:ext>
            </a:extLst>
          </p:cNvPr>
          <p:cNvSpPr txBox="1"/>
          <p:nvPr/>
        </p:nvSpPr>
        <p:spPr>
          <a:xfrm>
            <a:off x="8763000" y="44913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0841C6-BC15-28B2-B7C6-F2C3FD822B8F}"/>
              </a:ext>
            </a:extLst>
          </p:cNvPr>
          <p:cNvSpPr txBox="1"/>
          <p:nvPr/>
        </p:nvSpPr>
        <p:spPr>
          <a:xfrm>
            <a:off x="7772400" y="44913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prstClr val="white"/>
                </a:solidFill>
                <a:latin typeface="Comic Sans MS" panose="030F0702030302020204" pitchFamily="66" charset="0"/>
              </a:rPr>
              <a:t>2</a:t>
            </a: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4" name="Arrow: Curved Right 3">
            <a:extLst>
              <a:ext uri="{FF2B5EF4-FFF2-40B4-BE49-F238E27FC236}">
                <a16:creationId xmlns:a16="http://schemas.microsoft.com/office/drawing/2014/main" id="{CC23DC85-9B74-F610-18A9-6A0F3891952D}"/>
              </a:ext>
            </a:extLst>
          </p:cNvPr>
          <p:cNvSpPr/>
          <p:nvPr/>
        </p:nvSpPr>
        <p:spPr>
          <a:xfrm rot="10800000">
            <a:off x="9753600" y="2986318"/>
            <a:ext cx="914400" cy="1814282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183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AE76250-CD14-E517-D325-FB5BE96371B3}"/>
              </a:ext>
            </a:extLst>
          </p:cNvPr>
          <p:cNvSpPr/>
          <p:nvPr/>
        </p:nvSpPr>
        <p:spPr>
          <a:xfrm>
            <a:off x="1371600" y="4074134"/>
            <a:ext cx="8382000" cy="1371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Queue Pop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39C8F7-4869-BA8F-37E1-335B6DA90C10}"/>
              </a:ext>
            </a:extLst>
          </p:cNvPr>
          <p:cNvSpPr txBox="1"/>
          <p:nvPr/>
        </p:nvSpPr>
        <p:spPr>
          <a:xfrm>
            <a:off x="8839200" y="2971800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62262E-0ECF-A94D-730B-19F491E89FF3}"/>
              </a:ext>
            </a:extLst>
          </p:cNvPr>
          <p:cNvSpPr txBox="1"/>
          <p:nvPr/>
        </p:nvSpPr>
        <p:spPr>
          <a:xfrm>
            <a:off x="8763000" y="44913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</a:rPr>
              <a:t>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0841C6-BC15-28B2-B7C6-F2C3FD822B8F}"/>
              </a:ext>
            </a:extLst>
          </p:cNvPr>
          <p:cNvSpPr txBox="1"/>
          <p:nvPr/>
        </p:nvSpPr>
        <p:spPr>
          <a:xfrm>
            <a:off x="7772400" y="44913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prstClr val="white"/>
                </a:solidFill>
                <a:latin typeface="Comic Sans MS" panose="030F0702030302020204" pitchFamily="66" charset="0"/>
              </a:rPr>
              <a:t>30</a:t>
            </a:r>
            <a:endParaRPr kumimoji="0" lang="en-SE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mic Sans MS" panose="030F0702030302020204" pitchFamily="66" charset="0"/>
            </a:endParaRPr>
          </a:p>
        </p:txBody>
      </p:sp>
      <p:sp>
        <p:nvSpPr>
          <p:cNvPr id="7" name="Arrow: Curved Right 6">
            <a:extLst>
              <a:ext uri="{FF2B5EF4-FFF2-40B4-BE49-F238E27FC236}">
                <a16:creationId xmlns:a16="http://schemas.microsoft.com/office/drawing/2014/main" id="{62BCC96A-C4ED-870F-2B9C-22C7D2EE87F3}"/>
              </a:ext>
            </a:extLst>
          </p:cNvPr>
          <p:cNvSpPr/>
          <p:nvPr/>
        </p:nvSpPr>
        <p:spPr>
          <a:xfrm rot="10800000">
            <a:off x="9753600" y="2986318"/>
            <a:ext cx="914400" cy="1814282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2852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AE76250-CD14-E517-D325-FB5BE96371B3}"/>
              </a:ext>
            </a:extLst>
          </p:cNvPr>
          <p:cNvSpPr/>
          <p:nvPr/>
        </p:nvSpPr>
        <p:spPr>
          <a:xfrm>
            <a:off x="1371600" y="4074134"/>
            <a:ext cx="8382000" cy="1371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Queue Pop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62262E-0ECF-A94D-730B-19F491E89FF3}"/>
              </a:ext>
            </a:extLst>
          </p:cNvPr>
          <p:cNvSpPr txBox="1"/>
          <p:nvPr/>
        </p:nvSpPr>
        <p:spPr>
          <a:xfrm>
            <a:off x="8763000" y="44913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</a:rPr>
              <a:t>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0841C6-BC15-28B2-B7C6-F2C3FD822B8F}"/>
              </a:ext>
            </a:extLst>
          </p:cNvPr>
          <p:cNvSpPr txBox="1"/>
          <p:nvPr/>
        </p:nvSpPr>
        <p:spPr>
          <a:xfrm>
            <a:off x="7772400" y="44913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prstClr val="white"/>
                </a:solidFill>
                <a:latin typeface="Comic Sans MS" panose="030F0702030302020204" pitchFamily="66" charset="0"/>
              </a:rPr>
              <a:t>30</a:t>
            </a:r>
            <a:endParaRPr kumimoji="0" lang="en-SE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434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AE76250-CD14-E517-D325-FB5BE96371B3}"/>
              </a:ext>
            </a:extLst>
          </p:cNvPr>
          <p:cNvSpPr/>
          <p:nvPr/>
        </p:nvSpPr>
        <p:spPr>
          <a:xfrm>
            <a:off x="1371600" y="4074134"/>
            <a:ext cx="8382000" cy="1371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Queue Pop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39C8F7-4869-BA8F-37E1-335B6DA90C10}"/>
              </a:ext>
            </a:extLst>
          </p:cNvPr>
          <p:cNvSpPr txBox="1"/>
          <p:nvPr/>
        </p:nvSpPr>
        <p:spPr>
          <a:xfrm>
            <a:off x="8839200" y="2971800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</a:rPr>
              <a:t>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62262E-0ECF-A94D-730B-19F491E89FF3}"/>
              </a:ext>
            </a:extLst>
          </p:cNvPr>
          <p:cNvSpPr txBox="1"/>
          <p:nvPr/>
        </p:nvSpPr>
        <p:spPr>
          <a:xfrm>
            <a:off x="8763000" y="44913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</a:rPr>
              <a:t>30</a:t>
            </a:r>
          </a:p>
        </p:txBody>
      </p:sp>
      <p:sp>
        <p:nvSpPr>
          <p:cNvPr id="7" name="Arrow: Curved Right 6">
            <a:extLst>
              <a:ext uri="{FF2B5EF4-FFF2-40B4-BE49-F238E27FC236}">
                <a16:creationId xmlns:a16="http://schemas.microsoft.com/office/drawing/2014/main" id="{62BCC96A-C4ED-870F-2B9C-22C7D2EE87F3}"/>
              </a:ext>
            </a:extLst>
          </p:cNvPr>
          <p:cNvSpPr/>
          <p:nvPr/>
        </p:nvSpPr>
        <p:spPr>
          <a:xfrm rot="10800000">
            <a:off x="9753600" y="2986318"/>
            <a:ext cx="914400" cy="1814282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1068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AE76250-CD14-E517-D325-FB5BE96371B3}"/>
              </a:ext>
            </a:extLst>
          </p:cNvPr>
          <p:cNvSpPr/>
          <p:nvPr/>
        </p:nvSpPr>
        <p:spPr>
          <a:xfrm>
            <a:off x="1371600" y="4074134"/>
            <a:ext cx="8382000" cy="1371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Queue Pop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62262E-0ECF-A94D-730B-19F491E89FF3}"/>
              </a:ext>
            </a:extLst>
          </p:cNvPr>
          <p:cNvSpPr txBox="1"/>
          <p:nvPr/>
        </p:nvSpPr>
        <p:spPr>
          <a:xfrm>
            <a:off x="8763000" y="4491335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4038951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AE76250-CD14-E517-D325-FB5BE96371B3}"/>
              </a:ext>
            </a:extLst>
          </p:cNvPr>
          <p:cNvSpPr/>
          <p:nvPr/>
        </p:nvSpPr>
        <p:spPr>
          <a:xfrm>
            <a:off x="1371600" y="4074134"/>
            <a:ext cx="8382000" cy="1371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Queue Pop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38E3D2-947A-690C-E1E0-0CCDF6FAFB3B}"/>
              </a:ext>
            </a:extLst>
          </p:cNvPr>
          <p:cNvSpPr txBox="1"/>
          <p:nvPr/>
        </p:nvSpPr>
        <p:spPr>
          <a:xfrm>
            <a:off x="8839200" y="2971800"/>
            <a:ext cx="914400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</a:rPr>
              <a:t>30</a:t>
            </a:r>
          </a:p>
        </p:txBody>
      </p:sp>
      <p:sp>
        <p:nvSpPr>
          <p:cNvPr id="8" name="Arrow: Curved Right 7">
            <a:extLst>
              <a:ext uri="{FF2B5EF4-FFF2-40B4-BE49-F238E27FC236}">
                <a16:creationId xmlns:a16="http://schemas.microsoft.com/office/drawing/2014/main" id="{CE236ABD-4101-C076-0FE2-A62910F89DDF}"/>
              </a:ext>
            </a:extLst>
          </p:cNvPr>
          <p:cNvSpPr/>
          <p:nvPr/>
        </p:nvSpPr>
        <p:spPr>
          <a:xfrm rot="10800000">
            <a:off x="9753600" y="2986318"/>
            <a:ext cx="914400" cy="1814282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34645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AE76250-CD14-E517-D325-FB5BE96371B3}"/>
              </a:ext>
            </a:extLst>
          </p:cNvPr>
          <p:cNvSpPr/>
          <p:nvPr/>
        </p:nvSpPr>
        <p:spPr>
          <a:xfrm>
            <a:off x="1371600" y="4074134"/>
            <a:ext cx="8382000" cy="1371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Queue Pop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081A26-6DE2-C7E0-11F2-D0C48E3FDE8D}"/>
              </a:ext>
            </a:extLst>
          </p:cNvPr>
          <p:cNvSpPr txBox="1"/>
          <p:nvPr/>
        </p:nvSpPr>
        <p:spPr>
          <a:xfrm>
            <a:off x="990599" y="6671422"/>
            <a:ext cx="2250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</a:rPr>
              <a:t>Empty Queue</a:t>
            </a:r>
          </a:p>
        </p:txBody>
      </p:sp>
    </p:spTree>
    <p:extLst>
      <p:ext uri="{BB962C8B-B14F-4D97-AF65-F5344CB8AC3E}">
        <p14:creationId xmlns:p14="http://schemas.microsoft.com/office/powerpoint/2010/main" val="353885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330413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11779</TotalTime>
  <Words>88</Words>
  <Application>Microsoft Office PowerPoint</Application>
  <PresentationFormat>Custom</PresentationFormat>
  <Paragraphs>60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357</cp:revision>
  <dcterms:created xsi:type="dcterms:W3CDTF">2025-12-09T17:44:59Z</dcterms:created>
  <dcterms:modified xsi:type="dcterms:W3CDTF">2026-02-11T12:19:38Z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