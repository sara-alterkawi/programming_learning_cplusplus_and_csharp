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55" r:id="rId5"/>
    <p:sldId id="361" r:id="rId6"/>
    <p:sldId id="365" r:id="rId7"/>
    <p:sldId id="366" r:id="rId8"/>
    <p:sldId id="35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Matrix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Matrix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Matrix</a:t>
            </a: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Data Structure: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Matrix: A matrix  represents a collection of numbers  arranged in  an order of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rows and columns.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 descr="A black and white grid with white text&#10;&#10;AI-generated content may be incorrect.">
            <a:extLst>
              <a:ext uri="{FF2B5EF4-FFF2-40B4-BE49-F238E27FC236}">
                <a16:creationId xmlns:a16="http://schemas.microsoft.com/office/drawing/2014/main" id="{B41726DE-B0AA-6F6A-066A-949CC81E3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907998"/>
            <a:ext cx="9525000" cy="626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Time complexity on the Matrix</a:t>
            </a:r>
          </a:p>
        </p:txBody>
      </p:sp>
    </p:spTree>
    <p:extLst>
      <p:ext uri="{BB962C8B-B14F-4D97-AF65-F5344CB8AC3E}">
        <p14:creationId xmlns:p14="http://schemas.microsoft.com/office/powerpoint/2010/main" val="11780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Time complexity on the 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Matrix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Insertion: We try to insert a value to a particular array index position,  as  the  array provides  random  access  it can  be  done  easily using the assignment  operator.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💡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arr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[2][1] = 10;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Time  Complexity: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O(1) to insert a single element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O( 2) to insert all the matrix elements [where N is the size of the array]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12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Time complexity on the 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Matrix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Access elements in Matrix: Accessing Matrix elements become extremely important,  in order to perform operations on arrays.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💡 return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arr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[2][1];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Time  Complexity: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O(1) to insert a single element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N^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2) to insert all the matrix elements [where N is the size of the array]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22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Time complexity on the 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Matrix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Searching in Array: We try to find a particular value in the matrix, in order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to do that we need to access all the matrix elements and look for the particular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value.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// searching for value 55 in the matrix;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L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oop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from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= 0 to 10: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L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oop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from j = 0 to 10: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check if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arr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[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][j] = 55: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return true;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Time  Complexity: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N^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2) [where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N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is the size of the array]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89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11711</TotalTime>
  <Words>322</Words>
  <Application>Microsoft Office PowerPoint</Application>
  <PresentationFormat>Custom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316</cp:revision>
  <dcterms:created xsi:type="dcterms:W3CDTF">2025-12-09T17:44:59Z</dcterms:created>
  <dcterms:modified xsi:type="dcterms:W3CDTF">2026-02-10T13:14:23Z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