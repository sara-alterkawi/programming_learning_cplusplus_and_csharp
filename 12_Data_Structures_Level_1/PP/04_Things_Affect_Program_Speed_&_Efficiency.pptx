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1" r:id="rId4"/>
    <p:sldId id="333" r:id="rId5"/>
    <p:sldId id="342" r:id="rId6"/>
    <p:sldId id="313" r:id="rId7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66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Things Affect Program Speed &amp; Efficiency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39552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Things Affect Program Speed &amp; Efficiency</a:t>
            </a:r>
            <a:endParaRPr lang="en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Things Affect Program Speed</a:t>
            </a:r>
            <a:endParaRPr kumimoji="0" lang="en-GB" sz="4000" b="1" i="0" u="none" strike="noStrike" kern="0" cap="none" spc="-17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F1A36B-074D-D260-5A74-76339E587C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2026" y="2444822"/>
            <a:ext cx="11834040" cy="516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529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88009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Things that affects Speed:</a:t>
            </a:r>
            <a:endParaRPr kumimoji="0" lang="en-GB" sz="4000" b="1" i="0" u="none" strike="noStrike" kern="0" cap="none" spc="-17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cs typeface="Comic Sans MS"/>
            </a:endParaRPr>
          </a:p>
          <a:p>
            <a:pPr marL="21912" marR="0" lvl="0" indent="0" defTabSz="914400" eaLnBrk="1" fontAlgn="auto" latinLnBrk="0" hangingPunct="1">
              <a:lnSpc>
                <a:spcPct val="100000"/>
              </a:lnSpc>
              <a:spcBef>
                <a:spcPts val="121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Program</a:t>
            </a: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Speed Algorithm fi</a:t>
            </a: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(hardware, OS, and CPU).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Regardless of used algorithm, printing an array[100] items is faster if you run it on a faster  computers.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So as a developer it’s not my problem to take care of the hardware.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But it is My Problem to take care of algorithm Therefore we need to focus on Algorithms only on writing code.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04626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</a:rPr>
              <a:t>Things that affects Speed:</a:t>
            </a:r>
            <a:endParaRPr kumimoji="0" lang="en-GB" sz="4000" b="1" i="0" u="none" strike="noStrike" kern="0" cap="none" spc="-17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cs typeface="Comic Sans MS"/>
            </a:endParaRPr>
          </a:p>
          <a:p>
            <a:pPr marL="21912" marR="0" lvl="0" indent="0" defTabSz="914400" eaLnBrk="1" fontAlgn="auto" latinLnBrk="0" hangingPunct="1">
              <a:lnSpc>
                <a:spcPct val="100000"/>
              </a:lnSpc>
              <a:spcBef>
                <a:spcPts val="121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492250" algn="l"/>
                <a:tab pos="1908175" algn="l"/>
                <a:tab pos="2795905" algn="l"/>
                <a:tab pos="3092450" algn="l"/>
              </a:tabLst>
            </a:pPr>
            <a:r>
              <a:rPr lang="en-GB" sz="2400" spc="19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Algorithm</a:t>
            </a:r>
            <a:r>
              <a:rPr lang="en-SE" sz="2400" spc="19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3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Time</a:t>
            </a:r>
            <a:r>
              <a:rPr lang="en-SE" sz="2400" spc="3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18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Space.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603250" algn="l"/>
                <a:tab pos="1344930" algn="l"/>
                <a:tab pos="1639570" algn="l"/>
                <a:tab pos="2529205" algn="l"/>
                <a:tab pos="3120390" algn="l"/>
                <a:tab pos="4156075" algn="l"/>
                <a:tab pos="4895850" algn="l"/>
                <a:tab pos="5340985" algn="l"/>
                <a:tab pos="6376670" algn="l"/>
                <a:tab pos="7264400" algn="l"/>
                <a:tab pos="7708265" algn="l"/>
              </a:tabLst>
            </a:pPr>
            <a:r>
              <a:rPr lang="en-GB" sz="2400" spc="229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So,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	</a:t>
            </a:r>
            <a:r>
              <a:rPr lang="en-GB" sz="2400" spc="4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Time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	</a:t>
            </a:r>
            <a:r>
              <a:rPr lang="en-GB" sz="2400" spc="-2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fi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	</a:t>
            </a:r>
            <a:r>
              <a:rPr lang="en-GB" sz="2400" spc="12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Space</a:t>
            </a:r>
            <a:r>
              <a:rPr lang="en-SE" sz="2400" spc="12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18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are</a:t>
            </a:r>
            <a:r>
              <a:rPr lang="en-SE" sz="2400" spc="18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27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things</a:t>
            </a:r>
            <a:r>
              <a:rPr lang="en-SE" sz="2400" spc="27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22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that</a:t>
            </a:r>
            <a:r>
              <a:rPr lang="en-SE" sz="2400" spc="22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-2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we</a:t>
            </a:r>
            <a:r>
              <a:rPr lang="en-SE" sz="2400" spc="-2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204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should</a:t>
            </a:r>
            <a:r>
              <a:rPr lang="en-SE" sz="2400" spc="204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22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focus</a:t>
            </a:r>
            <a:r>
              <a:rPr lang="en-SE" sz="2400" spc="22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 </a:t>
            </a:r>
            <a:r>
              <a:rPr lang="en-GB" sz="2400" spc="65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on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29004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3062</TotalTime>
  <Words>130</Words>
  <Application>Microsoft Office PowerPoint</Application>
  <PresentationFormat>Custom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246</cp:revision>
  <dcterms:created xsi:type="dcterms:W3CDTF">2025-12-09T17:44:59Z</dcterms:created>
  <dcterms:modified xsi:type="dcterms:W3CDTF">2026-01-29T13:26:24Z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