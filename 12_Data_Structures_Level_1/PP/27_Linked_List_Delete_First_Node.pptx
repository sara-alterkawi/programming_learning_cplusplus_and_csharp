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63" r:id="rId4"/>
    <p:sldId id="364" r:id="rId5"/>
    <p:sldId id="354" r:id="rId6"/>
    <p:sldId id="355" r:id="rId7"/>
    <p:sldId id="356" r:id="rId8"/>
    <p:sldId id="357" r:id="rId9"/>
    <p:sldId id="358" r:id="rId10"/>
    <p:sldId id="359" r:id="rId11"/>
    <p:sldId id="362" r:id="rId12"/>
    <p:sldId id="361" r:id="rId13"/>
    <p:sldId id="35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Delete First Node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1E801-60CF-B7DB-2851-37DDA0A74D9B}"/>
              </a:ext>
            </a:extLst>
          </p:cNvPr>
          <p:cNvCxnSpPr>
            <a:cxnSpLocks/>
          </p:cNvCxnSpPr>
          <p:nvPr/>
        </p:nvCxnSpPr>
        <p:spPr>
          <a:xfrm flipH="1">
            <a:off x="2286000" y="3505200"/>
            <a:ext cx="15240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4D971E-88CF-0900-5410-23DD78C5FAF7}"/>
              </a:ext>
            </a:extLst>
          </p:cNvPr>
          <p:cNvCxnSpPr>
            <a:cxnSpLocks/>
          </p:cNvCxnSpPr>
          <p:nvPr/>
        </p:nvCxnSpPr>
        <p:spPr>
          <a:xfrm flipH="1" flipV="1">
            <a:off x="2362200" y="3505200"/>
            <a:ext cx="14478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Arrow: Bent-Up 43">
            <a:extLst>
              <a:ext uri="{FF2B5EF4-FFF2-40B4-BE49-F238E27FC236}">
                <a16:creationId xmlns:a16="http://schemas.microsoft.com/office/drawing/2014/main" id="{C22F8E37-8710-9641-DB26-BD7EE0D169C6}"/>
              </a:ext>
            </a:extLst>
          </p:cNvPr>
          <p:cNvSpPr/>
          <p:nvPr/>
        </p:nvSpPr>
        <p:spPr>
          <a:xfrm>
            <a:off x="838200" y="5410200"/>
            <a:ext cx="5048266" cy="609600"/>
          </a:xfrm>
          <a:prstGeom prst="bentUp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748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838200" y="4381500"/>
            <a:ext cx="4495800" cy="3048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79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DeleteFirstNode</a:t>
            </a:r>
            <a:r>
              <a:rPr lang="en-GB" sz="2400" dirty="0">
                <a:latin typeface="Comic Sans MS" panose="030F0702030302020204" pitchFamily="66" charset="0"/>
              </a:rPr>
              <a:t>() Function: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Removes the first node of the linked list and updates the head pointer.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Steps: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Store the current head in a temporary pointer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Move head to the next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Free memory of the old head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head always points to the first node.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When deleting the first node: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We shift the head pointer forward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The old first node is removed from memory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No traversal is required.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</a:t>
            </a:r>
            <a:r>
              <a:rPr lang="en-SE" sz="4000" b="1">
                <a:latin typeface="Comic Sans MS" panose="030F0702030302020204" pitchFamily="66" charset="0"/>
              </a:rPr>
              <a:t>Delete First Node</a:t>
            </a:r>
            <a:r>
              <a:rPr lang="en-GB" sz="4000" b="1">
                <a:latin typeface="Comic Sans MS" panose="030F0702030302020204" pitchFamily="66" charset="0"/>
              </a:rPr>
              <a:t>)</a:t>
            </a:r>
            <a:endParaRPr lang="en-GB" sz="40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Check if the list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Store Current = head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Move head → head = Current-&gt;next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Delete the old node → delete Current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Print updated list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Initial list after insertion: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 → 2 → 3 → 4 → 5 → 6 → NULL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After calling </a:t>
            </a:r>
            <a:r>
              <a:rPr lang="en-GB" sz="2400" dirty="0" err="1">
                <a:latin typeface="Comic Sans MS" panose="030F0702030302020204" pitchFamily="66" charset="0"/>
              </a:rPr>
              <a:t>DeleteFirstNode</a:t>
            </a:r>
            <a:r>
              <a:rPr lang="en-GB" sz="2400" dirty="0">
                <a:latin typeface="Comic Sans MS" panose="030F0702030302020204" pitchFamily="66" charset="0"/>
              </a:rPr>
              <a:t>(head)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Resulting list: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 → 3 → 4 → 5 → 6 → NULL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This operation works only if head is properly passed by reference (Node*&amp; head).</a:t>
            </a: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Delete First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O(1)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No traversal needed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Simple pointer update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Delete Specific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Requires search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O(n)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Uses two pointers (Prev &amp; Current)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you forget to free memory using delete, a memory leak will occur.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Always check if head == NULL before deleting.</a:t>
            </a: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DeleteFirstNode</a:t>
            </a:r>
            <a:r>
              <a:rPr lang="en-GB" sz="2400" dirty="0">
                <a:latin typeface="Comic Sans MS" panose="030F0702030302020204" pitchFamily="66" charset="0"/>
              </a:rPr>
              <a:t> removes the head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Moves head to the next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Frees memory using delete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Time Complexity is O(1)</a:t>
            </a:r>
          </a:p>
          <a:p>
            <a:r>
              <a:rPr lang="en-GB" sz="2400">
                <a:latin typeface="Comic Sans MS" panose="030F0702030302020204" pitchFamily="66" charset="0"/>
              </a:rPr>
              <a:t>✅ One of the simplest linked list operations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11861</TotalTime>
  <Words>363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425</cp:revision>
  <dcterms:created xsi:type="dcterms:W3CDTF">2025-12-09T17:44:59Z</dcterms:created>
  <dcterms:modified xsi:type="dcterms:W3CDTF">2026-02-11T16:32:55Z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