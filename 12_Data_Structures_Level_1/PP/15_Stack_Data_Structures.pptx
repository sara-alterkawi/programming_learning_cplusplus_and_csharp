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79" r:id="rId5"/>
    <p:sldId id="371" r:id="rId6"/>
    <p:sldId id="381" r:id="rId7"/>
    <p:sldId id="380" r:id="rId8"/>
    <p:sldId id="372" r:id="rId9"/>
    <p:sldId id="382" r:id="rId10"/>
    <p:sldId id="383" r:id="rId11"/>
    <p:sldId id="373" r:id="rId12"/>
    <p:sldId id="376" r:id="rId13"/>
    <p:sldId id="377" r:id="rId14"/>
    <p:sldId id="374" r:id="rId15"/>
    <p:sldId id="384" r:id="rId16"/>
    <p:sldId id="375" r:id="rId17"/>
    <p:sldId id="385" r:id="rId18"/>
    <p:sldId id="378" r:id="rId19"/>
    <p:sldId id="386" r:id="rId20"/>
    <p:sldId id="367" r:id="rId21"/>
    <p:sldId id="353" r:id="rId2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Stack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Stack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Gun pullet Stack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726DE-B0AA-6F6A-066A-949CC81E39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217" y="2767624"/>
            <a:ext cx="13174765" cy="453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76200" y="3062518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5F2A0-BC4A-CC29-F8C7-BCE70364B9AE}"/>
              </a:ext>
            </a:extLst>
          </p:cNvPr>
          <p:cNvSpPr txBox="1"/>
          <p:nvPr/>
        </p:nvSpPr>
        <p:spPr>
          <a:xfrm>
            <a:off x="990599" y="6671422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Empty Stack</a:t>
            </a:r>
          </a:p>
        </p:txBody>
      </p:sp>
    </p:spTree>
    <p:extLst>
      <p:ext uri="{BB962C8B-B14F-4D97-AF65-F5344CB8AC3E}">
        <p14:creationId xmlns:p14="http://schemas.microsoft.com/office/powerpoint/2010/main" val="139743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E0CF-BD4D-8D47-537B-AE9842A002A9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4227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4874A-A321-D64A-78FC-16B160C467FA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620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76200" y="3062518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E5F0-4AD5-2F04-6665-6BB42E3D069F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6509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E0CF-BD4D-8D47-537B-AE9842A002A9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7345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DAAE8-F058-AE10-CBA5-C7E9B6D80FD7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700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4572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76200" y="3062518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E8783-03B8-AFE2-542A-9074144BCF4D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5240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E0CF-BD4D-8D47-537B-AE9842A002A9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08C48-3E91-6398-8A46-1301AD9EA7B6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05518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Push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E0CF-BD4D-8D47-537B-AE9842A002A9}"/>
              </a:ext>
            </a:extLst>
          </p:cNvPr>
          <p:cNvSpPr txBox="1"/>
          <p:nvPr/>
        </p:nvSpPr>
        <p:spPr>
          <a:xfrm>
            <a:off x="1658814" y="4872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08C48-3E91-6398-8A46-1301AD9EA7B6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3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BE0CF-BD4D-8D47-537B-AE9842A002A9}"/>
              </a:ext>
            </a:extLst>
          </p:cNvPr>
          <p:cNvSpPr txBox="1"/>
          <p:nvPr/>
        </p:nvSpPr>
        <p:spPr>
          <a:xfrm>
            <a:off x="1658814" y="4872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878D0-0AD2-60B0-8E65-9374B61539B9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08C48-3E91-6398-8A46-1301AD9EA7B6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F2F56279-81F9-B9AD-94E7-D55CDD788F7C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685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01AD1-9331-1A6B-8CFA-D24D14F2E3CA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234B2-33C8-3BA8-C8EC-AE8432E69991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C1BC8-7128-65E1-765A-EB0DBD2C42C4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145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01AD1-9331-1A6B-8CFA-D24D14F2E3CA}"/>
              </a:ext>
            </a:extLst>
          </p:cNvPr>
          <p:cNvSpPr txBox="1"/>
          <p:nvPr/>
        </p:nvSpPr>
        <p:spPr>
          <a:xfrm>
            <a:off x="3124200" y="30480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234B2-33C8-3BA8-C8EC-AE8432E69991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C1BC8-7128-65E1-765A-EB0DBD2C42C4}"/>
              </a:ext>
            </a:extLst>
          </p:cNvPr>
          <p:cNvSpPr txBox="1"/>
          <p:nvPr/>
        </p:nvSpPr>
        <p:spPr>
          <a:xfrm>
            <a:off x="1676400" y="54057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42440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01AD1-9331-1A6B-8CFA-D24D14F2E3CA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234B2-33C8-3BA8-C8EC-AE8432E69991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39998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234B2-33C8-3BA8-C8EC-AE8432E69991}"/>
              </a:ext>
            </a:extLst>
          </p:cNvPr>
          <p:cNvSpPr txBox="1"/>
          <p:nvPr/>
        </p:nvSpPr>
        <p:spPr>
          <a:xfrm>
            <a:off x="1676400" y="59391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FC299-0D93-1949-36E3-7142298CB9E0}"/>
              </a:ext>
            </a:extLst>
          </p:cNvPr>
          <p:cNvSpPr txBox="1"/>
          <p:nvPr/>
        </p:nvSpPr>
        <p:spPr>
          <a:xfrm>
            <a:off x="3124200" y="30480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508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01AD1-9331-1A6B-8CFA-D24D14F2E3CA}"/>
              </a:ext>
            </a:extLst>
          </p:cNvPr>
          <p:cNvSpPr txBox="1"/>
          <p:nvPr/>
        </p:nvSpPr>
        <p:spPr>
          <a:xfrm>
            <a:off x="1658814" y="3524183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1599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9B0D038-A39C-CDA3-3C93-23EA8FF5141F}"/>
              </a:ext>
            </a:extLst>
          </p:cNvPr>
          <p:cNvSpPr/>
          <p:nvPr/>
        </p:nvSpPr>
        <p:spPr>
          <a:xfrm>
            <a:off x="2057400" y="1877497"/>
            <a:ext cx="1828800" cy="11430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F29E8509-544A-2574-98AE-823A1308BDE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99BC2-AEF1-A7E5-F08A-79B5C788D795}"/>
              </a:ext>
            </a:extLst>
          </p:cNvPr>
          <p:cNvSpPr txBox="1"/>
          <p:nvPr/>
        </p:nvSpPr>
        <p:spPr>
          <a:xfrm>
            <a:off x="3124200" y="30480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01920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Stack Pop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0F11E9A3-2451-7BD3-8779-EB8257F82B81}"/>
              </a:ext>
            </a:extLst>
          </p:cNvPr>
          <p:cNvSpPr/>
          <p:nvPr/>
        </p:nvSpPr>
        <p:spPr>
          <a:xfrm>
            <a:off x="1143000" y="3048000"/>
            <a:ext cx="1946031" cy="340555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5F2A0-BC4A-CC29-F8C7-BCE70364B9AE}"/>
              </a:ext>
            </a:extLst>
          </p:cNvPr>
          <p:cNvSpPr txBox="1"/>
          <p:nvPr/>
        </p:nvSpPr>
        <p:spPr>
          <a:xfrm>
            <a:off x="990599" y="6671422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Empty Stack</a:t>
            </a:r>
          </a:p>
        </p:txBody>
      </p:sp>
    </p:spTree>
    <p:extLst>
      <p:ext uri="{BB962C8B-B14F-4D97-AF65-F5344CB8AC3E}">
        <p14:creationId xmlns:p14="http://schemas.microsoft.com/office/powerpoint/2010/main" val="285148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11740</TotalTime>
  <Words>93</Words>
  <Application>Microsoft Office PowerPoint</Application>
  <PresentationFormat>Custom</PresentationFormat>
  <Paragraphs>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321</cp:revision>
  <dcterms:created xsi:type="dcterms:W3CDTF">2025-12-09T17:44:59Z</dcterms:created>
  <dcterms:modified xsi:type="dcterms:W3CDTF">2026-02-10T13:48:31Z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