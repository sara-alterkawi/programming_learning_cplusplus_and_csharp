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5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Data Structure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 Singly Linked List consists of nodes where: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Each node contains: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A value (data)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A pointer to the next node (next)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The head points to the first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The last node points to NULL, indicating the end of the list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Unlike arrays, linked lists do not require contiguous memory.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Insertion and deletion are more flexible because only pointers need to be updated.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Traversal is done by following the next pointers from the head node.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(Creating a Singly Linked List)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Define a Node class with value and next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Create node pointers → Node* Node1, Node2, Node3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Allocate memory for each node using new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Assign values to each node → Node1-&gt;value = 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Connect nodes → Node1-&gt;next = Node2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Set the last node’s next to NULL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Traverse from head and print values.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Nodes: 1 → 2 → 3 → NULL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Traversing the list prints: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head pointer is essential to access the list. Losing the head pointer means losing the entire list.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Accessing a node without proper allocation (e.g., uninitialized pointer) leads to runtime errors.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Linked List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Dynamic size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Efficient insertions/deletions anywhere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Requires extra memory for pointers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Array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Fixed size (unless using vector)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Fast random access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Insertions/deletions require shifting elements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6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Singly linked list stores nodes with value + next pointer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Head points to the first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Traversal is done sequentially</a:t>
            </a:r>
          </a:p>
          <a:p>
            <a:r>
              <a:rPr lang="en-GB" sz="2400">
                <a:latin typeface="Comic Sans MS" panose="030F0702030302020204" pitchFamily="66" charset="0"/>
              </a:rPr>
              <a:t>✅ Supports dynamic memory allocation and flexible insertion/deletion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11791</TotalTime>
  <Words>347</Words>
  <Application>Microsoft Office PowerPoint</Application>
  <PresentationFormat>Custom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375</cp:revision>
  <dcterms:created xsi:type="dcterms:W3CDTF">2025-12-09T17:44:59Z</dcterms:created>
  <dcterms:modified xsi:type="dcterms:W3CDTF">2026-02-11T13:10:23Z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