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3" r:id="rId4"/>
    <p:sldId id="345" r:id="rId5"/>
    <p:sldId id="346" r:id="rId6"/>
    <p:sldId id="348" r:id="rId7"/>
    <p:sldId id="342" r:id="rId8"/>
    <p:sldId id="313" r:id="rId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Big O(1) : Constant Time Function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19061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Complexity of an Algorithm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Big O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O(1)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Q</a:t>
            </a:r>
            <a:r>
              <a:rPr lang="en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uick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Review</a:t>
            </a:r>
          </a:p>
        </p:txBody>
      </p:sp>
    </p:spTree>
    <p:extLst>
      <p:ext uri="{BB962C8B-B14F-4D97-AF65-F5344CB8AC3E}">
        <p14:creationId xmlns:p14="http://schemas.microsoft.com/office/powerpoint/2010/main" val="158531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What is Big O?</a:t>
            </a:r>
            <a:endParaRPr kumimoji="0" lang="en-GB" sz="4000" b="1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F1A36B-074D-D260-5A74-76339E587C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54"/>
          <a:stretch/>
        </p:blipFill>
        <p:spPr>
          <a:xfrm>
            <a:off x="0" y="3638550"/>
            <a:ext cx="7093513" cy="2781300"/>
          </a:xfrm>
          <a:prstGeom prst="rect">
            <a:avLst/>
          </a:prstGeom>
        </p:spPr>
      </p:pic>
      <p:pic>
        <p:nvPicPr>
          <p:cNvPr id="2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2253" y="2514600"/>
            <a:ext cx="5818947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Big O for the following </a:t>
            </a:r>
            <a:r>
              <a:rPr kumimoji="0" lang="en-SE" sz="40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Algoriths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:</a:t>
            </a:r>
          </a:p>
        </p:txBody>
      </p:sp>
      <p:pic>
        <p:nvPicPr>
          <p:cNvPr id="2" name="object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91" y="2628900"/>
            <a:ext cx="13186817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871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Calculating Algorithm Complexity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2145249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66778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Calculating Algorithm Complexity:</a:t>
            </a: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Count the number of steps during execution.</a:t>
            </a: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Simplification: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355600" marR="821055" indent="-342900">
              <a:lnSpc>
                <a:spcPct val="71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Each step costs the same time.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355600" marR="821055" indent="-342900">
              <a:lnSpc>
                <a:spcPct val="71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+,-,return, access array element, … etc.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355600" marR="821055" indent="-342900">
              <a:lnSpc>
                <a:spcPct val="71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355600" marR="821055" indent="-342900">
              <a:lnSpc>
                <a:spcPct val="71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355600" marR="821055" indent="-342900">
              <a:lnSpc>
                <a:spcPct val="71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355600" marR="821055" indent="-342900">
              <a:lnSpc>
                <a:spcPct val="71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355600" marR="821055" indent="-342900">
              <a:lnSpc>
                <a:spcPct val="71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355600" marR="821055" indent="-342900">
              <a:lnSpc>
                <a:spcPct val="71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355600" marR="821055" indent="-342900">
              <a:lnSpc>
                <a:spcPct val="71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N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umber of Steps: 4 Steps, and it will be always 4 steps, it has nothing to do with array size</a:t>
            </a:r>
          </a:p>
          <a:p>
            <a:pPr marL="355600" marR="821055" indent="-342900">
              <a:lnSpc>
                <a:spcPct val="71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Constant Time ,	independent of array size</a:t>
            </a:r>
          </a:p>
        </p:txBody>
      </p:sp>
      <p:pic>
        <p:nvPicPr>
          <p:cNvPr id="2" name="object 4">
            <a:extLst>
              <a:ext uri="{FF2B5EF4-FFF2-40B4-BE49-F238E27FC236}">
                <a16:creationId xmlns:a16="http://schemas.microsoft.com/office/drawing/2014/main" id="{B62960E8-E475-3E65-5DE8-D5E912D2D46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91" y="3240972"/>
            <a:ext cx="13186817" cy="323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4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11620</TotalTime>
  <Words>127</Words>
  <Application>Microsoft Office PowerPoint</Application>
  <PresentationFormat>Custom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258</cp:revision>
  <dcterms:created xsi:type="dcterms:W3CDTF">2025-12-09T17:44:59Z</dcterms:created>
  <dcterms:modified xsi:type="dcterms:W3CDTF">2026-02-09T11:59:27Z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