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3" r:id="rId4"/>
    <p:sldId id="345" r:id="rId5"/>
    <p:sldId id="348" r:id="rId6"/>
    <p:sldId id="342" r:id="rId7"/>
    <p:sldId id="349" r:id="rId8"/>
    <p:sldId id="313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Big O(</a:t>
            </a:r>
            <a:r>
              <a:rPr lang="en-SE" sz="6000" spc="265" dirty="0">
                <a:solidFill>
                  <a:srgbClr val="FFCE53"/>
                </a:solidFill>
                <a:latin typeface="Comic Sans MS" panose="030F0702030302020204" pitchFamily="66" charset="0"/>
                <a:cs typeface="Trebuchet MS"/>
              </a:rPr>
              <a:t>n</a:t>
            </a:r>
            <a:r>
              <a:rPr lang="en-SE" sz="6000" spc="397" baseline="25252" dirty="0">
                <a:solidFill>
                  <a:srgbClr val="FFCE53"/>
                </a:solidFill>
                <a:latin typeface="Comic Sans MS" panose="030F0702030302020204" pitchFamily="66" charset="0"/>
                <a:cs typeface="Trebuchet MS"/>
              </a:rPr>
              <a:t>2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) : Quadratic Time Function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Complexity of an Algorithm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Big 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O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O(</a:t>
            </a:r>
            <a:r>
              <a:rPr lang="en-SE" sz="4000" spc="265" dirty="0">
                <a:solidFill>
                  <a:srgbClr val="FFCE53"/>
                </a:solidFill>
                <a:latin typeface="Comic Sans MS" panose="030F0702030302020204" pitchFamily="66" charset="0"/>
                <a:cs typeface="Trebuchet MS"/>
              </a:rPr>
              <a:t>n</a:t>
            </a:r>
            <a:r>
              <a:rPr lang="en-SE" sz="4000" spc="397" baseline="25252" dirty="0">
                <a:solidFill>
                  <a:srgbClr val="FFCE53"/>
                </a:solidFill>
                <a:latin typeface="Comic Sans MS" panose="030F0702030302020204" pitchFamily="66" charset="0"/>
                <a:cs typeface="Trebuchet MS"/>
              </a:rPr>
              <a:t>2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)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Q</a:t>
            </a:r>
            <a:r>
              <a:rPr lang="en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uick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Review</a:t>
            </a:r>
          </a:p>
        </p:txBody>
      </p:sp>
    </p:spTree>
    <p:extLst>
      <p:ext uri="{BB962C8B-B14F-4D97-AF65-F5344CB8AC3E}">
        <p14:creationId xmlns:p14="http://schemas.microsoft.com/office/powerpoint/2010/main" val="158531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Big O for the following Algorithms:</a:t>
            </a:r>
            <a:endParaRPr kumimoji="0" lang="en-GB" sz="4000" b="1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5C5104B2-2259-F7D3-67B9-EFE6D08804C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91" y="2628900"/>
            <a:ext cx="13186817" cy="48006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189220" y="3566159"/>
            <a:ext cx="754380" cy="754380"/>
          </a:xfrm>
          <a:prstGeom prst="rect">
            <a:avLst/>
          </a:prstGeom>
          <a:solidFill>
            <a:srgbClr val="4472C3"/>
          </a:solidFill>
          <a:ln w="10668">
            <a:solidFill>
              <a:srgbClr val="2F528E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</a:pPr>
            <a:r>
              <a:rPr sz="1450" spc="140" dirty="0">
                <a:solidFill>
                  <a:srgbClr val="FFFFFF"/>
                </a:solidFill>
                <a:latin typeface="Trebuchet MS"/>
                <a:cs typeface="Trebuchet MS"/>
              </a:rPr>
              <a:t>O(1)</a:t>
            </a:r>
            <a:endParaRPr sz="145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75820" y="3566159"/>
            <a:ext cx="754380" cy="754380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</a:pPr>
            <a:r>
              <a:rPr sz="1450" spc="135" dirty="0">
                <a:solidFill>
                  <a:srgbClr val="FFFFFF"/>
                </a:solidFill>
                <a:latin typeface="Trebuchet MS"/>
                <a:cs typeface="Trebuchet MS"/>
              </a:rPr>
              <a:t>O(n)</a:t>
            </a:r>
            <a:endParaRPr sz="145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Calculating Algorithm Complexity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O(</a:t>
            </a:r>
            <a:r>
              <a:rPr lang="en-SE" sz="4000" spc="265" dirty="0">
                <a:solidFill>
                  <a:srgbClr val="FFCE53"/>
                </a:solidFill>
                <a:latin typeface="Comic Sans MS" panose="030F0702030302020204" pitchFamily="66" charset="0"/>
                <a:cs typeface="Trebuchet MS"/>
              </a:rPr>
              <a:t>n</a:t>
            </a:r>
            <a:r>
              <a:rPr lang="en-SE" sz="4000" spc="397" baseline="25252" dirty="0">
                <a:solidFill>
                  <a:srgbClr val="FFCE53"/>
                </a:solidFill>
                <a:latin typeface="Comic Sans MS" panose="030F0702030302020204" pitchFamily="66" charset="0"/>
                <a:cs typeface="Trebuchet MS"/>
              </a:rPr>
              <a:t>2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)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14524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852771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Calculating Algorithm Complexity:</a:t>
            </a: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Depends on 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n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size, and relation is Quadratic Time Function.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B62960E8-E475-3E65-5DE8-D5E912D2D46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1905" y="1676400"/>
            <a:ext cx="12987389" cy="727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Whích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 is faster?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</p:txBody>
      </p:sp>
      <p:pic>
        <p:nvPicPr>
          <p:cNvPr id="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0064" y="2310836"/>
            <a:ext cx="6291072" cy="543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78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11639</TotalTime>
  <Words>87</Words>
  <Application>Microsoft Office PowerPoint</Application>
  <PresentationFormat>Custom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 MT</vt:lpstr>
      <vt:lpstr>Calibri</vt:lpstr>
      <vt:lpstr>Comic Sans MS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270</cp:revision>
  <dcterms:created xsi:type="dcterms:W3CDTF">2025-12-09T17:44:59Z</dcterms:created>
  <dcterms:modified xsi:type="dcterms:W3CDTF">2026-02-09T12:29:18Z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