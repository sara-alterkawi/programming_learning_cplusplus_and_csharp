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65" r:id="rId4"/>
    <p:sldId id="353" r:id="rId5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Singly Linked List </a:t>
            </a: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 Operations</a:t>
            </a:r>
            <a:endParaRPr lang="en-GB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Delete First Node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B5F4669-BEB7-1B3B-CEA3-4D5DC5D20F71}"/>
              </a:ext>
            </a:extLst>
          </p:cNvPr>
          <p:cNvSpPr/>
          <p:nvPr/>
        </p:nvSpPr>
        <p:spPr>
          <a:xfrm>
            <a:off x="3657599" y="6324600"/>
            <a:ext cx="3276599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0BD1C94-884C-57BB-F049-73C473EE5335}"/>
              </a:ext>
            </a:extLst>
          </p:cNvPr>
          <p:cNvSpPr/>
          <p:nvPr/>
        </p:nvSpPr>
        <p:spPr>
          <a:xfrm>
            <a:off x="1828800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Linked List Data Structure</a:t>
            </a:r>
            <a:endParaRPr kumimoji="0" lang="en-SE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A linked list is a linear data structure that include a series of connected nodes.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E49478-9F5A-9389-3DB5-E33272AEE85E}"/>
              </a:ext>
            </a:extLst>
          </p:cNvPr>
          <p:cNvCxnSpPr>
            <a:cxnSpLocks/>
          </p:cNvCxnSpPr>
          <p:nvPr/>
        </p:nvCxnSpPr>
        <p:spPr>
          <a:xfrm>
            <a:off x="25908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ADC4E3B-47C1-B910-1F46-076D10036280}"/>
              </a:ext>
            </a:extLst>
          </p:cNvPr>
          <p:cNvSpPr txBox="1"/>
          <p:nvPr/>
        </p:nvSpPr>
        <p:spPr>
          <a:xfrm>
            <a:off x="1828793" y="4262736"/>
            <a:ext cx="2514592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latin typeface="Comic Sans MS" panose="030F0702030302020204" pitchFamily="66" charset="0"/>
              </a:rPr>
              <a:t>Prev    1     Next</a:t>
            </a:r>
            <a:endParaRPr kumimoji="0" lang="en-SE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AD2ECFB-5DC2-363F-5C0D-5807350B2A3F}"/>
              </a:ext>
            </a:extLst>
          </p:cNvPr>
          <p:cNvSpPr/>
          <p:nvPr/>
        </p:nvSpPr>
        <p:spPr>
          <a:xfrm>
            <a:off x="8382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55685-A19C-1CDC-C9DC-19FAD2EE5263}"/>
              </a:ext>
            </a:extLst>
          </p:cNvPr>
          <p:cNvSpPr txBox="1"/>
          <p:nvPr/>
        </p:nvSpPr>
        <p:spPr>
          <a:xfrm>
            <a:off x="0" y="4267201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Head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2259595-FAED-9E7F-9A36-812E7BE40881}"/>
              </a:ext>
            </a:extLst>
          </p:cNvPr>
          <p:cNvSpPr/>
          <p:nvPr/>
        </p:nvSpPr>
        <p:spPr>
          <a:xfrm>
            <a:off x="78486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7E5B2B0-C60C-0C34-4EA4-80D44DA68DAB}"/>
              </a:ext>
            </a:extLst>
          </p:cNvPr>
          <p:cNvSpPr/>
          <p:nvPr/>
        </p:nvSpPr>
        <p:spPr>
          <a:xfrm>
            <a:off x="43434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ED04C025-22A1-C7E1-6F3A-BB2E0F7668A2}"/>
              </a:ext>
            </a:extLst>
          </p:cNvPr>
          <p:cNvSpPr/>
          <p:nvPr/>
        </p:nvSpPr>
        <p:spPr>
          <a:xfrm>
            <a:off x="113538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3C0AB2-4825-D50A-687C-EE6056A099A4}"/>
              </a:ext>
            </a:extLst>
          </p:cNvPr>
          <p:cNvSpPr txBox="1"/>
          <p:nvPr/>
        </p:nvSpPr>
        <p:spPr>
          <a:xfrm>
            <a:off x="12458699" y="4267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Null</a:t>
            </a:r>
          </a:p>
        </p:txBody>
      </p:sp>
      <p:sp>
        <p:nvSpPr>
          <p:cNvPr id="26" name="Arrow: Bent 25">
            <a:extLst>
              <a:ext uri="{FF2B5EF4-FFF2-40B4-BE49-F238E27FC236}">
                <a16:creationId xmlns:a16="http://schemas.microsoft.com/office/drawing/2014/main" id="{E45A559B-5E86-6075-E1ED-4D8B716D6C93}"/>
              </a:ext>
            </a:extLst>
          </p:cNvPr>
          <p:cNvSpPr/>
          <p:nvPr/>
        </p:nvSpPr>
        <p:spPr>
          <a:xfrm rot="10800000" flipH="1">
            <a:off x="3047999" y="5943600"/>
            <a:ext cx="609601" cy="1371600"/>
          </a:xfrm>
          <a:prstGeom prst="ben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34F879-0B14-8DEE-59B3-891268A2C549}"/>
              </a:ext>
            </a:extLst>
          </p:cNvPr>
          <p:cNvSpPr txBox="1"/>
          <p:nvPr/>
        </p:nvSpPr>
        <p:spPr>
          <a:xfrm>
            <a:off x="2667000" y="5410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Node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3D22409-DEE3-EDCB-5109-6D3844BBFE11}"/>
              </a:ext>
            </a:extLst>
          </p:cNvPr>
          <p:cNvCxnSpPr>
            <a:cxnSpLocks/>
          </p:cNvCxnSpPr>
          <p:nvPr/>
        </p:nvCxnSpPr>
        <p:spPr>
          <a:xfrm>
            <a:off x="5600700" y="63246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DA58E72-505C-BF9B-8E89-0EABDE158267}"/>
              </a:ext>
            </a:extLst>
          </p:cNvPr>
          <p:cNvSpPr txBox="1"/>
          <p:nvPr/>
        </p:nvSpPr>
        <p:spPr>
          <a:xfrm>
            <a:off x="4800600" y="6853535"/>
            <a:ext cx="952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Data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558BB0-B37D-1CA8-8215-FC15B26D3050}"/>
              </a:ext>
            </a:extLst>
          </p:cNvPr>
          <p:cNvSpPr txBox="1"/>
          <p:nvPr/>
        </p:nvSpPr>
        <p:spPr>
          <a:xfrm>
            <a:off x="5600704" y="6324600"/>
            <a:ext cx="13334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Pointer points to next node address of the next Node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970527B-6D37-85B9-62BF-E2926A1E2D44}"/>
              </a:ext>
            </a:extLst>
          </p:cNvPr>
          <p:cNvCxnSpPr>
            <a:cxnSpLocks/>
          </p:cNvCxnSpPr>
          <p:nvPr/>
        </p:nvCxnSpPr>
        <p:spPr>
          <a:xfrm>
            <a:off x="34290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502930-A58E-0D12-D139-C7025986D29B}"/>
              </a:ext>
            </a:extLst>
          </p:cNvPr>
          <p:cNvSpPr/>
          <p:nvPr/>
        </p:nvSpPr>
        <p:spPr>
          <a:xfrm>
            <a:off x="53340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9EA4B-C4FE-5A94-4006-87403BD8CAC7}"/>
              </a:ext>
            </a:extLst>
          </p:cNvPr>
          <p:cNvCxnSpPr>
            <a:cxnSpLocks/>
          </p:cNvCxnSpPr>
          <p:nvPr/>
        </p:nvCxnSpPr>
        <p:spPr>
          <a:xfrm>
            <a:off x="6096007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A31B482-3AC9-1902-DE67-06E8CD1C4FB8}"/>
              </a:ext>
            </a:extLst>
          </p:cNvPr>
          <p:cNvSpPr txBox="1"/>
          <p:nvPr/>
        </p:nvSpPr>
        <p:spPr>
          <a:xfrm>
            <a:off x="5334000" y="4262736"/>
            <a:ext cx="2514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latin typeface="Comic Sans MS" panose="030F0702030302020204" pitchFamily="66" charset="0"/>
              </a:rPr>
              <a:t>Prev    2    Next</a:t>
            </a:r>
            <a:endParaRPr kumimoji="0" lang="en-SE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83A522-67DF-0D8C-C25B-9F08417540E9}"/>
              </a:ext>
            </a:extLst>
          </p:cNvPr>
          <p:cNvCxnSpPr>
            <a:cxnSpLocks/>
          </p:cNvCxnSpPr>
          <p:nvPr/>
        </p:nvCxnSpPr>
        <p:spPr>
          <a:xfrm>
            <a:off x="6934207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AF8C342-F04B-EFE5-3F40-5F78CD297A47}"/>
              </a:ext>
            </a:extLst>
          </p:cNvPr>
          <p:cNvSpPr/>
          <p:nvPr/>
        </p:nvSpPr>
        <p:spPr>
          <a:xfrm>
            <a:off x="88392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FDECCF-8871-BE35-E56C-DED8115B3049}"/>
              </a:ext>
            </a:extLst>
          </p:cNvPr>
          <p:cNvCxnSpPr>
            <a:cxnSpLocks/>
          </p:cNvCxnSpPr>
          <p:nvPr/>
        </p:nvCxnSpPr>
        <p:spPr>
          <a:xfrm>
            <a:off x="9601207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6ADAD41-644F-9ABB-81AC-435CE54ACB6C}"/>
              </a:ext>
            </a:extLst>
          </p:cNvPr>
          <p:cNvSpPr txBox="1"/>
          <p:nvPr/>
        </p:nvSpPr>
        <p:spPr>
          <a:xfrm>
            <a:off x="8839200" y="4262736"/>
            <a:ext cx="2514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latin typeface="Comic Sans MS" panose="030F0702030302020204" pitchFamily="66" charset="0"/>
              </a:rPr>
              <a:t>Prev    3    Next</a:t>
            </a:r>
            <a:endParaRPr kumimoji="0" lang="en-SE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B5AAA2-7244-F663-BDB3-B0FBCBF1FE6C}"/>
              </a:ext>
            </a:extLst>
          </p:cNvPr>
          <p:cNvCxnSpPr>
            <a:cxnSpLocks/>
          </p:cNvCxnSpPr>
          <p:nvPr/>
        </p:nvCxnSpPr>
        <p:spPr>
          <a:xfrm>
            <a:off x="10439407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DA37C94-80E5-254B-8B3C-4B7A49B41EE5}"/>
              </a:ext>
            </a:extLst>
          </p:cNvPr>
          <p:cNvCxnSpPr>
            <a:cxnSpLocks/>
          </p:cNvCxnSpPr>
          <p:nvPr/>
        </p:nvCxnSpPr>
        <p:spPr>
          <a:xfrm>
            <a:off x="4876800" y="63246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7E519CE-6C5F-6206-5EB7-AD32477E751E}"/>
              </a:ext>
            </a:extLst>
          </p:cNvPr>
          <p:cNvSpPr txBox="1"/>
          <p:nvPr/>
        </p:nvSpPr>
        <p:spPr>
          <a:xfrm>
            <a:off x="3657600" y="6324600"/>
            <a:ext cx="13334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Pointer points to Prev node address of the Prev Node</a:t>
            </a:r>
          </a:p>
        </p:txBody>
      </p:sp>
    </p:spTree>
    <p:extLst>
      <p:ext uri="{BB962C8B-B14F-4D97-AF65-F5344CB8AC3E}">
        <p14:creationId xmlns:p14="http://schemas.microsoft.com/office/powerpoint/2010/main" val="2564627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33041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11875</TotalTime>
  <Words>75</Words>
  <Application>Microsoft Office PowerPoint</Application>
  <PresentationFormat>Custom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434</cp:revision>
  <dcterms:created xsi:type="dcterms:W3CDTF">2025-12-09T17:44:59Z</dcterms:created>
  <dcterms:modified xsi:type="dcterms:W3CDTF">2026-02-11T15:39:21Z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