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63" r:id="rId4"/>
    <p:sldId id="364" r:id="rId5"/>
    <p:sldId id="354" r:id="rId6"/>
    <p:sldId id="355" r:id="rId7"/>
    <p:sldId id="356" r:id="rId8"/>
    <p:sldId id="357" r:id="rId9"/>
    <p:sldId id="358" r:id="rId10"/>
    <p:sldId id="359" r:id="rId11"/>
    <p:sldId id="362" r:id="rId12"/>
    <p:sldId id="361" r:id="rId13"/>
    <p:sldId id="35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90" y="5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Operations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Delete First Node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D1E801-60CF-B7DB-2851-37DDA0A74D9B}"/>
              </a:ext>
            </a:extLst>
          </p:cNvPr>
          <p:cNvCxnSpPr>
            <a:cxnSpLocks/>
          </p:cNvCxnSpPr>
          <p:nvPr/>
        </p:nvCxnSpPr>
        <p:spPr>
          <a:xfrm flipH="1">
            <a:off x="9296400" y="3505200"/>
            <a:ext cx="15240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4D971E-88CF-0900-5410-23DD78C5FAF7}"/>
              </a:ext>
            </a:extLst>
          </p:cNvPr>
          <p:cNvCxnSpPr>
            <a:cxnSpLocks/>
          </p:cNvCxnSpPr>
          <p:nvPr/>
        </p:nvCxnSpPr>
        <p:spPr>
          <a:xfrm flipH="1" flipV="1">
            <a:off x="9372600" y="3505200"/>
            <a:ext cx="14478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Arrow: Bent-Up 43">
            <a:extLst>
              <a:ext uri="{FF2B5EF4-FFF2-40B4-BE49-F238E27FC236}">
                <a16:creationId xmlns:a16="http://schemas.microsoft.com/office/drawing/2014/main" id="{C22F8E37-8710-9641-DB26-BD7EE0D169C6}"/>
              </a:ext>
            </a:extLst>
          </p:cNvPr>
          <p:cNvSpPr/>
          <p:nvPr/>
        </p:nvSpPr>
        <p:spPr>
          <a:xfrm>
            <a:off x="7143734" y="5410200"/>
            <a:ext cx="5048266" cy="609600"/>
          </a:xfrm>
          <a:prstGeom prst="bentUp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5748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7848600" y="4393223"/>
            <a:ext cx="4495800" cy="3048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859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DeleteLastNode</a:t>
            </a:r>
            <a:r>
              <a:rPr lang="en-GB" sz="2400" dirty="0">
                <a:latin typeface="Comic Sans MS" panose="030F0702030302020204" pitchFamily="66" charset="0"/>
              </a:rPr>
              <a:t>() Function: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Removes the last node from the linked list and frees its memory.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Special Cases: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If list is empty → do nothing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If list has one node → delete it and set head to NULL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Otherwise → traverse to last node and remove it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Two pointers are used: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Current → moves through the list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Prev → stores the previous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Traverse until Current-&gt;next == NULL (last node).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Set Prev-&gt;next = NULL.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Delete the last node using delete.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</a:t>
            </a:r>
            <a:r>
              <a:rPr lang="en-SE" sz="4000" b="1">
                <a:latin typeface="Comic Sans MS" panose="030F0702030302020204" pitchFamily="66" charset="0"/>
              </a:rPr>
              <a:t>Delete Last</a:t>
            </a:r>
            <a:r>
              <a:rPr lang="en-GB" sz="4000" b="1">
                <a:latin typeface="Comic Sans MS" panose="030F0702030302020204" pitchFamily="66" charset="0"/>
              </a:rPr>
              <a:t> </a:t>
            </a:r>
            <a:r>
              <a:rPr lang="en-SE" sz="4000" b="1" dirty="0">
                <a:latin typeface="Comic Sans MS" panose="030F0702030302020204" pitchFamily="66" charset="0"/>
              </a:rPr>
              <a:t>Node</a:t>
            </a:r>
            <a:r>
              <a:rPr lang="en-GB" sz="4000" b="1" dirty="0">
                <a:latin typeface="Comic Sans MS" panose="030F0702030302020204" pitchFamily="66" charset="0"/>
              </a:rPr>
              <a:t>)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Check if list is empty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If only one node → delete it and set head = NULL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Initialize Current = head and Prev = head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Traverse until reaching last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Move Prev and Current forward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Stop when Current-&gt;next == NULL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Set Prev-&gt;next = NULL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 Delete Current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 Print updated list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Initial list: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 → 2 → 3 → 4 → 5 → 6 → NULL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After calling </a:t>
            </a:r>
            <a:r>
              <a:rPr lang="en-GB" sz="2400" dirty="0" err="1">
                <a:latin typeface="Comic Sans MS" panose="030F0702030302020204" pitchFamily="66" charset="0"/>
              </a:rPr>
              <a:t>DeleteLastNode</a:t>
            </a:r>
            <a:r>
              <a:rPr lang="en-GB" sz="2400" dirty="0">
                <a:latin typeface="Comic Sans MS" panose="030F0702030302020204" pitchFamily="66" charset="0"/>
              </a:rPr>
              <a:t>(head)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Resulting list: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 → 2 → 3 → 4 → 5 → NULL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Deleting the last node requires traversal because singly linked lists do not store a pointer to the previous node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Delete First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Time Complexity: O(1)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No traversal needed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Simple pointer update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Delete Last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Time Complexity: O(n)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Requires traversal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Uses two pointers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you do not handle the single-node case, the program may crash.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Always update Prev-&gt;next before deleting the last node.</a:t>
            </a:r>
          </a:p>
        </p:txBody>
      </p:sp>
    </p:spTree>
    <p:extLst>
      <p:ext uri="{BB962C8B-B14F-4D97-AF65-F5344CB8AC3E}">
        <p14:creationId xmlns:p14="http://schemas.microsoft.com/office/powerpoint/2010/main" val="3134236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</a:t>
            </a:r>
            <a:r>
              <a:rPr lang="en-GB" sz="2400" dirty="0" err="1">
                <a:latin typeface="Comic Sans MS" panose="030F0702030302020204" pitchFamily="66" charset="0"/>
              </a:rPr>
              <a:t>DeleteLastNode</a:t>
            </a:r>
            <a:r>
              <a:rPr lang="en-GB" sz="2400" dirty="0">
                <a:latin typeface="Comic Sans MS" panose="030F0702030302020204" pitchFamily="66" charset="0"/>
              </a:rPr>
              <a:t> removes the final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Requires traversal (O(n))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Handles empty and single-node cases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Frees memory properly using delete</a:t>
            </a:r>
          </a:p>
          <a:p>
            <a:r>
              <a:rPr lang="en-GB" sz="2400">
                <a:latin typeface="Comic Sans MS" panose="030F0702030302020204" pitchFamily="66" charset="0"/>
              </a:rPr>
              <a:t>✅ Demonstrates forward-only nature of singly linked lists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11870</TotalTime>
  <Words>406</Words>
  <Application>Microsoft Office PowerPoint</Application>
  <PresentationFormat>Custom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434</cp:revision>
  <dcterms:created xsi:type="dcterms:W3CDTF">2025-12-09T17:44:59Z</dcterms:created>
  <dcterms:modified xsi:type="dcterms:W3CDTF">2026-02-11T16:31:55Z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