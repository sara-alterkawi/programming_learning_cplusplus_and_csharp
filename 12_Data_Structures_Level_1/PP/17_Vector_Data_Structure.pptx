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4" r:id="rId5"/>
    <p:sldId id="355" r:id="rId6"/>
    <p:sldId id="357" r:id="rId7"/>
    <p:sldId id="356" r:id="rId8"/>
    <p:sldId id="359" r:id="rId9"/>
    <p:sldId id="358" r:id="rId10"/>
    <p:sldId id="360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Vector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Vector Data Structure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b="1" dirty="0"/>
          </a:p>
          <a:p>
            <a:r>
              <a:rPr lang="en-GB" sz="2400" dirty="0">
                <a:latin typeface="Comic Sans MS" panose="030F0702030302020204" pitchFamily="66" charset="0"/>
              </a:rPr>
              <a:t>A Vector is a sequence container that stores elements in contiguous memory and allows dynamic resizing.</a:t>
            </a:r>
            <a:endParaRPr lang="en-SE" sz="2400" b="1" dirty="0"/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</a:t>
            </a:r>
            <a:r>
              <a:rPr lang="en-GB" sz="4000" b="1" dirty="0">
                <a:latin typeface="Comic Sans MS" panose="030F0702030302020204" pitchFamily="66" charset="0"/>
              </a:rPr>
              <a:t>Explanation</a:t>
            </a:r>
            <a:endParaRPr lang="en-SE" sz="4000" b="1" dirty="0">
              <a:latin typeface="Comic Sans MS" panose="030F0702030302020204" pitchFamily="66" charset="0"/>
            </a:endParaRPr>
          </a:p>
          <a:p>
            <a:endParaRPr lang="en-SE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Vectors work like arrays but are more powerful.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They automatically handle memory allocation.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Elements can be accessed using an index like arrays.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They support many built-in functions for easy data manipulation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🟨 Common Vector Operations</a:t>
            </a:r>
            <a:endParaRPr lang="en-GB" sz="24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(x) → Add element at the end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en-GB" sz="2400" dirty="0" err="1">
                <a:latin typeface="Comic Sans MS" panose="030F0702030302020204" pitchFamily="66" charset="0"/>
              </a:rPr>
              <a:t>pop_back</a:t>
            </a:r>
            <a:r>
              <a:rPr lang="en-GB" sz="2400" dirty="0">
                <a:latin typeface="Comic Sans MS" panose="030F0702030302020204" pitchFamily="66" charset="0"/>
              </a:rPr>
              <a:t>() → Remove last element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size() → Returns number of elements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empty() → Checks if vector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at(index) → Access element safely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clear() → Remove all elements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3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(Program Flow)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Include vector library → #include &lt;vector&gt;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Create vector → vector&lt;int&gt; v;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Add elements → </a:t>
            </a:r>
            <a:r>
              <a:rPr lang="en-GB" sz="2400" dirty="0" err="1">
                <a:latin typeface="Comic Sans MS" panose="030F0702030302020204" pitchFamily="66" charset="0"/>
              </a:rPr>
              <a:t>v.push_back</a:t>
            </a:r>
            <a:r>
              <a:rPr lang="en-GB" sz="2400" dirty="0">
                <a:latin typeface="Comic Sans MS" panose="030F0702030302020204" pitchFamily="66" charset="0"/>
              </a:rPr>
              <a:t>(10);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Access elements → v[0] or v.at(0)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Get size → </a:t>
            </a:r>
            <a:r>
              <a:rPr lang="en-GB" sz="2400" dirty="0" err="1">
                <a:latin typeface="Comic Sans MS" panose="030F0702030302020204" pitchFamily="66" charset="0"/>
              </a:rPr>
              <a:t>v.size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Remove last element → </a:t>
            </a:r>
            <a:r>
              <a:rPr lang="en-GB" sz="2400" dirty="0" err="1">
                <a:latin typeface="Comic Sans MS" panose="030F0702030302020204" pitchFamily="66" charset="0"/>
              </a:rPr>
              <a:t>v.pop_back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6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vector contains: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10, 20, 30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After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(40)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➡️ Result: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10, 20, 30, 40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38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Vector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Dynamic size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Automatic memory management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Many built-in functions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Easy insertion at end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Array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Fixed size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Manual memory handling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Fewer built-in utilities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Faster for fixed data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0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Vectors store elements in continuous memory, which makes access very fast.</a:t>
            </a:r>
          </a:p>
        </p:txBody>
      </p:sp>
    </p:spTree>
    <p:extLst>
      <p:ext uri="{BB962C8B-B14F-4D97-AF65-F5344CB8AC3E}">
        <p14:creationId xmlns:p14="http://schemas.microsoft.com/office/powerpoint/2010/main" val="1370965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Vector is a dynamic array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Supports automatic resizing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Provides many useful built-in functions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Widely used in modern C++ programming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12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11760</TotalTime>
  <Words>324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345</cp:revision>
  <dcterms:created xsi:type="dcterms:W3CDTF">2025-12-09T17:44:59Z</dcterms:created>
  <dcterms:modified xsi:type="dcterms:W3CDTF">2026-02-10T14:22:42Z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