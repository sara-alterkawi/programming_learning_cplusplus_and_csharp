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5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53" r:id="rId1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396262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Array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Array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</a:t>
            </a: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Array Data Structure: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Array: is a variable  that  can store multiple values of the same type.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Array: An array  is a  collection of data items  stored at contiguous memory 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locations.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The  idea  is to store  multiple  items of  the  (homogeneous  - same type)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together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Array Data Structure: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int x[5] = { 22, 18, 2, 55, 520 };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5B64D7-2775-5479-DCD2-AF4795EF8C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6018" y="3043237"/>
            <a:ext cx="9931388" cy="39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39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s Array always of fixed size?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1780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Is Array always of fixed size?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Depends on they language for example: In C language, the array has a fixed size meaning once the size  is given to it, it cannot be changed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i.e. you can’t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shrinfi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it nor can you expand it.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In C++ you can have dynamic arrays.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06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</a:t>
            </a:r>
            <a:r>
              <a:rPr lang="en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peration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on the Array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597903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Operation on the Array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Arrays  allow  random  access  to  elements.  This  makes  accessing elements by 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position faster.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H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ence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operation like searching, insertion, and access becomes really efficient.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Array elements can be accessed using the loops.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901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Time complexity on the Array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38637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Time complexity on the Array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Insertion: We try to insert a value to a particular array index position,  as  the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	a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rray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provides  random  access  it can  be  done  easily using the assignment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operator.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💡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arr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[2] = 10;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Time  Complexity: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O(1) to insert a single element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O(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N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) to insert all the array elements [where N is the size of the array]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259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0955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Time complexity on the Array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Access elements in Array: Accessing array elements become extremely important, 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in  order to perform operations on arrays.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💡 return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arr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[2];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Time  Complexity: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O(1) to insert a single element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O(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N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) to insert all the array elements [where N is the size of the array]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124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464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Time complexity on the Array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Searching in Array: We try to find a particular value in the array, in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order to do 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that we need to access all the array elements and look for the particular value.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// searching for value 55 in the array;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L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oop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from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= 0 to 10: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check if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arr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[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i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] = 55: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	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return true;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Time  Complexity: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O(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N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) [where	is the size of the array]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76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Applications of the Array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260895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8342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Applications of </a:t>
            </a: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the Array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Array stores data elements of the same data type.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Arrays are used when the size of the data set is known.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Used in solving matrix problems.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Applied as a lookup table in computer.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Databases records are also implemented by the array.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H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elps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in implementing sorting algorithm.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The different variables of the same type can be saved under one name.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Arrays can be used for CPU scheduling.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🟨 Used to Implement other data structures like Stacks, Queues,</a:t>
            </a: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 H</a:t>
            </a:r>
            <a:r>
              <a:rPr lang="en-GB" sz="2400" dirty="0" err="1">
                <a:solidFill>
                  <a:schemeClr val="tx1"/>
                </a:solidFill>
                <a:latin typeface="Comic Sans MS" panose="030F0702030302020204" pitchFamily="66" charset="0"/>
              </a:rPr>
              <a:t>eaps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, </a:t>
            </a:r>
            <a:r>
              <a:rPr lang="en-SE" sz="2400">
                <a:solidFill>
                  <a:schemeClr val="tx1"/>
                </a:solidFill>
                <a:latin typeface="Comic Sans MS" panose="030F0702030302020204" pitchFamily="66" charset="0"/>
              </a:rPr>
              <a:t>Hash tables, 	</a:t>
            </a:r>
            <a:r>
              <a:rPr lang="en-GB" sz="2400">
                <a:solidFill>
                  <a:schemeClr val="tx1"/>
                </a:solidFill>
                <a:latin typeface="Comic Sans MS" panose="030F0702030302020204" pitchFamily="66" charset="0"/>
              </a:rPr>
              <a:t>etc</a:t>
            </a: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.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357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11699</TotalTime>
  <Words>605</Words>
  <Application>Microsoft Office PowerPoint</Application>
  <PresentationFormat>Custom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309</cp:revision>
  <dcterms:created xsi:type="dcterms:W3CDTF">2025-12-09T17:44:59Z</dcterms:created>
  <dcterms:modified xsi:type="dcterms:W3CDTF">2026-02-10T13:01:14Z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