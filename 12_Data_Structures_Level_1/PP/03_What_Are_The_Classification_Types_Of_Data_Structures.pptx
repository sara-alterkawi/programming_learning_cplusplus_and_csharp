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66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580928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 What are the Classification/Types of Data Structures?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What are the Classification/Types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of Data Structures?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46" y="2444822"/>
            <a:ext cx="13411200" cy="51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46" y="2813436"/>
            <a:ext cx="13411200" cy="443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8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1" y="2244918"/>
            <a:ext cx="13408109" cy="55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31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79661"/>
            <a:ext cx="13411200" cy="729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0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548001"/>
            <a:ext cx="13411200" cy="496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903865"/>
            <a:ext cx="13411200" cy="425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8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985" y="990600"/>
            <a:ext cx="13422185" cy="80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4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985" y="2630482"/>
            <a:ext cx="13422185" cy="479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3049</TotalTime>
  <Words>35</Words>
  <Application>Microsoft Office PowerPoint</Application>
  <PresentationFormat>Custom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242</cp:revision>
  <dcterms:created xsi:type="dcterms:W3CDTF">2025-12-09T17:44:59Z</dcterms:created>
  <dcterms:modified xsi:type="dcterms:W3CDTF">2026-01-29T13:12:25Z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