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46" r:id="rId5"/>
    <p:sldId id="348" r:id="rId6"/>
    <p:sldId id="347" r:id="rId7"/>
    <p:sldId id="350" r:id="rId8"/>
    <p:sldId id="349" r:id="rId9"/>
    <p:sldId id="351" r:id="rId10"/>
    <p:sldId id="313" r:id="rId11"/>
    <p:sldId id="35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Binary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Binary Data Structure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Real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Y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ou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can store data in a number using binary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What does this number mean?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umber 79 means: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BF5098-4E3B-614E-6874-3BEDD81B8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575" y="3043237"/>
            <a:ext cx="12220575" cy="39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9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5728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W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hat is Time &amp; Space Function of it? O(?)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If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(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PermissonToCheck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&amp;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UserPermissions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			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PermissionToCheck</a:t>
            </a:r>
            <a:r>
              <a:rPr lang="en-SE" sz="240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yes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Else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No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						O(1)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BF5098-4E3B-614E-6874-3BEDD81B8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88"/>
          <a:stretch/>
        </p:blipFill>
        <p:spPr>
          <a:xfrm>
            <a:off x="-14288" y="3043237"/>
            <a:ext cx="6796088" cy="39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2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1408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nother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Practical Example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749DE-7217-357A-0979-D454CF753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1" y="1828800"/>
            <a:ext cx="13382624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3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1408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nother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Practical Example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7D1D80-A311-33D4-01E8-7B8D5A708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64" y="1828800"/>
            <a:ext cx="13368927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849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1408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nother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Practical Example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7D1D80-A311-33D4-01E8-7B8D5A708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64" y="1828800"/>
            <a:ext cx="13368927" cy="7543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37C7C8-6912-BF54-54DB-7CC58E9A6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362200"/>
            <a:ext cx="8686800" cy="630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7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1408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nother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Practical Example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b="1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4EFBC2-873B-E9EB-95F7-C468F0DC7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1" y="1828800"/>
            <a:ext cx="13382624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14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DKHSF-PYHQ8-58A8P-GRHCB-BV2ZS</a:t>
            </a:r>
            <a:endParaRPr lang="en-SE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11679</TotalTime>
  <Words>139</Words>
  <Application>Microsoft Office PowerPoint</Application>
  <PresentationFormat>Custom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296</cp:revision>
  <dcterms:created xsi:type="dcterms:W3CDTF">2025-12-09T17:44:59Z</dcterms:created>
  <dcterms:modified xsi:type="dcterms:W3CDTF">2026-02-10T12:32:14Z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