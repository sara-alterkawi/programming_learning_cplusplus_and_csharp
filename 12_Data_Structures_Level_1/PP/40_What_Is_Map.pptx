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399A86-D835-6375-B187-1F3C0AE953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9C4CD7-64BE-F763-9854-CFEE89941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2B7C89-7E75-0238-E219-E7F90CD63B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9F336-520D-AB06-20CC-78003DA45C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F3F574-8063-F5F1-584D-2114DCB38B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461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801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630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A3E94-359D-BCB9-ADB6-399F37E5A5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284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878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04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2B7B56-D083-4233-8AC7-45D9E9AB6E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079722-37DC-B1E7-2392-FE9F5E2F6D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3D496-A134-9B0D-9170-49CC42772A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153316-5BD6-34B2-F0E4-6E6B2FC033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386A9-0559-C74C-7CD7-1D581B3C7B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3B8090-24F5-D13C-B9AD-3DED7FA026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D6938E-5A9F-1155-CE0D-D2B37632FA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83017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57224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77193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18012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003117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16129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82578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10372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27009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148517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72548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9037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816765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9109572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4138949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387355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7827245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5094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1550824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526128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50455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58444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5771766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4784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399351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21997680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5189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24977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022042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83486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0834487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0481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8412932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4930541" name="object 30"/>
          <p:cNvSpPr txBox="1"/>
          <p:nvPr/>
        </p:nvSpPr>
        <p:spPr bwMode="auto">
          <a:xfrm>
            <a:off x="0" y="1143000"/>
            <a:ext cx="12725400" cy="48859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sz="6000" b="1">
                <a:solidFill>
                  <a:srgbClr val="FFCE53"/>
                </a:solidFill>
                <a:latin typeface="Comic Sans MS"/>
                <a:cs typeface="Comic Sans MS"/>
              </a:rPr>
              <a:t>Doubly Linked List Operation</a:t>
            </a:r>
            <a:endParaRPr lang="en-GB" sz="6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8835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3519742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98444080" name="object 30"/>
          <p:cNvSpPr txBox="1"/>
          <p:nvPr/>
        </p:nvSpPr>
        <p:spPr bwMode="auto">
          <a:xfrm>
            <a:off x="106431" y="3084217"/>
            <a:ext cx="1330584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Map</a:t>
            </a:r>
            <a:endParaRPr lang="en-GB"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836128" name="object 3"/>
          <p:cNvSpPr txBox="1"/>
          <p:nvPr/>
        </p:nvSpPr>
        <p:spPr bwMode="auto">
          <a:xfrm>
            <a:off x="380999" y="888075"/>
            <a:ext cx="12353126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`std::map` is an STL container that stores data as key-value pairs.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key is unique.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Elements are automatically sorted by key in ascending order by default.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key is associated with one value.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575875" name="object 3"/>
          <p:cNvSpPr txBox="1"/>
          <p:nvPr/>
        </p:nvSpPr>
        <p:spPr bwMode="auto">
          <a:xfrm>
            <a:off x="380999" y="888075"/>
            <a:ext cx="12357806" cy="46074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`map` is useful when you want to find a value using a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Main characteristics: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Key-Value Pairs → Each element contains a key and a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Unique Keys → Each key can appear only once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Sorted Keys → Keys are automatically sorted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Efficient Lookup → Searching by key takes O(log 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Dynamic Size → The map grows and shrinks automatically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Iterator Support → You can traverse all elements</a:t>
            </a:r>
            <a:endParaRPr/>
          </a:p>
          <a:p>
            <a:pPr>
              <a:defRPr/>
            </a:pPr>
            <a:r>
              <a:rPr lang="en-GB" sz="2400">
                <a:latin typeface="Comic Sans MS"/>
              </a:rPr>
              <a:t>🔹 Delete the last node using delete.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23787" name="object 3"/>
          <p:cNvSpPr txBox="1"/>
          <p:nvPr/>
        </p:nvSpPr>
        <p:spPr bwMode="auto">
          <a:xfrm>
            <a:off x="380999" y="888075"/>
            <a:ext cx="12364286" cy="750328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Map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a Map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map&lt;string, int&gt; studentGrades;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Creates a map where: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Key =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Value = `int`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Insert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Add key-value pairs: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studentGrades["Ali"] = 77;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studentGrades["Ahmed"] = 85;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studentGrades["Fadi"] = 95;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Ahmed →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   → 77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  → 95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📌 Notice that the elements are sorted alphabetically by key, not by the order 	they were inserted.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66919" name="object 3"/>
          <p:cNvSpPr txBox="1"/>
          <p:nvPr/>
        </p:nvSpPr>
        <p:spPr bwMode="auto">
          <a:xfrm>
            <a:off x="380999" y="888075"/>
            <a:ext cx="12371486" cy="780880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Map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Access a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 the key: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studentGrades["Ali"]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Find an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 the `find()` function: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studentGrades.find("Fadi")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If the key exists: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`find()` returns an iterator to that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If the key does not exist: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`find()` returns `end()`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(studentGrades.find("Fadi") != studentGrades.end())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"Found";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Found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590237" name="object 3"/>
          <p:cNvSpPr txBox="1"/>
          <p:nvPr/>
        </p:nvSpPr>
        <p:spPr bwMode="auto">
          <a:xfrm>
            <a:off x="380999" y="888075"/>
            <a:ext cx="12374726" cy="523869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Map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Iterate Through the Map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Use a range-based `for` loop: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(const auto&amp; pair : studentGrades) {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pair.first &lt;&lt; " " &lt;&lt; pair.second;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`pair.first` → Key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`pair.second` → Value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Ahmed 85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 77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 95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175897" name="object 3"/>
          <p:cNvSpPr txBox="1"/>
          <p:nvPr/>
        </p:nvSpPr>
        <p:spPr bwMode="auto">
          <a:xfrm>
            <a:off x="380999" y="888075"/>
            <a:ext cx="12355286" cy="82224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💡 Example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map&lt;string, int&gt; studentGrades;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studentGrades["Ali"] = 77;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studentGrades["Ahmed"] = 85;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studentGrades["Fadi"] = 95;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map stores: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      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───────────────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Ahmed  →   85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Ali    →   77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Fadi   →   95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Searching for `"Fadi"`: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studentGrades.find("Fadi")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Fadi → 95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Searching for `"Omar"`: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studentGrades.find("Omar")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Grade not found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656970" name="object 3"/>
          <p:cNvSpPr txBox="1"/>
          <p:nvPr/>
        </p:nvSpPr>
        <p:spPr bwMode="auto">
          <a:xfrm>
            <a:off x="380999" y="888075"/>
            <a:ext cx="12354566" cy="45573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`std::map` is commonly used when you need to associate one piece of information with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Examples: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Student name →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ID → Employee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Country → Capital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Product ID → Price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`std::map` is usually implemented using a balanced search tree, commonly a red-black tree.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276821" name="object 3"/>
          <p:cNvSpPr txBox="1"/>
          <p:nvPr/>
        </p:nvSpPr>
        <p:spPr bwMode="auto">
          <a:xfrm>
            <a:off x="380999" y="888075"/>
            <a:ext cx="12357446" cy="6360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`std::map`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key-value pairs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Keys are unique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Keys are sorted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Search: O(log 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Insert: O(log 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Delete: O(log 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`std::vector`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elements sequentially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duplicate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Elements are not automatically sorted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 by index: O(1)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Searching: O(n)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13478" name="object 3"/>
          <p:cNvSpPr txBox="1"/>
          <p:nvPr/>
        </p:nvSpPr>
        <p:spPr bwMode="auto">
          <a:xfrm>
            <a:off x="380999" y="888075"/>
            <a:ext cx="12353126" cy="37580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Keys in a `std::map` must be unique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If you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studentGrades["Ali"] = 90;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when `"Ali"` already exists, the old value `77` will be replaced with `90`.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Ali →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Also, using `map[key]` can create a new element if the key does not already exist.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103781" name="object 3"/>
          <p:cNvSpPr txBox="1"/>
          <p:nvPr/>
        </p:nvSpPr>
        <p:spPr bwMode="auto">
          <a:xfrm>
            <a:off x="380999" y="888075"/>
            <a:ext cx="12353126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`std::map` stores key-value pairs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key must be unique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Keys are automatically sorted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`find()` is used to search for a key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`pair.first` represents the key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`pair.second` represents the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Search, insertion, and deletion are O(log n)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79000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436</cp:revision>
  <dcterms:created xsi:type="dcterms:W3CDTF">2025-12-09T17:44:59Z</dcterms:created>
  <dcterms:modified xsi:type="dcterms:W3CDTF">2026-08-23T21:05:58Z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