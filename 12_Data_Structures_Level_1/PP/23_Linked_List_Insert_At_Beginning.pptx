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54" r:id="rId4"/>
    <p:sldId id="355" r:id="rId5"/>
    <p:sldId id="356" r:id="rId6"/>
    <p:sldId id="357" r:id="rId7"/>
    <p:sldId id="358" r:id="rId8"/>
    <p:sldId id="359" r:id="rId9"/>
    <p:sldId id="361" r:id="rId10"/>
    <p:sldId id="35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Insert at Beginning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() adds a new node at the start of the linked list: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Steps: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🟩Allocate memory for a new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🟩Assign the node's value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🟩Point next of the new node to the current head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🟩Update head to point to the new node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new node becomes the first node in the list.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 previous head becomes the second node.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This method preserves the rest of the list intact.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(Insert at Beginning)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Start with an empty linked list → Node* head =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Call </a:t>
            </a:r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(head, value)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Inside the function: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Allocate memory for a new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Set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r>
              <a:rPr lang="en-GB" sz="2400" dirty="0">
                <a:latin typeface="Comic Sans MS" panose="030F0702030302020204" pitchFamily="66" charset="0"/>
              </a:rPr>
              <a:t>-&gt;value = value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Link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r>
              <a:rPr lang="en-GB" sz="2400" dirty="0">
                <a:latin typeface="Comic Sans MS" panose="030F0702030302020204" pitchFamily="66" charset="0"/>
              </a:rPr>
              <a:t>-&gt;next to current head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Update head =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4️⃣ Repeat for each new element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Traverse the list to print using </a:t>
            </a:r>
            <a:r>
              <a:rPr lang="en-GB" sz="2400" dirty="0" err="1">
                <a:latin typeface="Comic Sans MS" panose="030F0702030302020204" pitchFamily="66" charset="0"/>
              </a:rPr>
              <a:t>PrintList</a:t>
            </a:r>
            <a:r>
              <a:rPr lang="en-GB" sz="2400" dirty="0">
                <a:latin typeface="Comic Sans MS" panose="030F0702030302020204" pitchFamily="66" charset="0"/>
              </a:rPr>
              <a:t>(head)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Insert values in order: 1, 2, 3, 4, 5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Resulting linked list: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 → 4 → 3 → 2 → 1 → NULL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Insertion at the beginning is O(1) since it doesn’t require traversal.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Ensure the head pointer is passed by reference (Node*&amp; head) so the original head is updated.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 creates a new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Links it to the current head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Updates head to new node</a:t>
            </a:r>
          </a:p>
          <a:p>
            <a:r>
              <a:rPr lang="en-GB" sz="2400">
                <a:latin typeface="Comic Sans MS" panose="030F0702030302020204" pitchFamily="66" charset="0"/>
              </a:rPr>
              <a:t>✅ Resulting list shows reverse insertion order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11798</TotalTime>
  <Words>302</Words>
  <Application>Microsoft Office PowerPoint</Application>
  <PresentationFormat>Custom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383</cp:revision>
  <dcterms:created xsi:type="dcterms:W3CDTF">2025-12-09T17:44:59Z</dcterms:created>
  <dcterms:modified xsi:type="dcterms:W3CDTF">2026-02-11T13:28:58Z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