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223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289828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052293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694979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615396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5652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8327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9156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0694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379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078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844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8133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785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125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696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8249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7991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3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906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521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801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6326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9208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631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212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65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958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02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098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802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798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798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891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5209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9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73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0406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7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63740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256213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57141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76626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128080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10483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9764008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251864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706131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221695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16505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0466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500169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7970796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5554586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127642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038159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313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0845047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091314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477461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407582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206661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7229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937501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959546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5059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108876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019157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941166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463189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12296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9557033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45892577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Explicit Casting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3141450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7914497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72689794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Explicit Casting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174466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Explicit casting is a manual conversion from one data type to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target type is written in parentheses before the value: `(type)value`.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16976" name="object 3"/>
          <p:cNvSpPr txBox="1"/>
          <p:nvPr/>
        </p:nvSpPr>
        <p:spPr bwMode="auto">
          <a:xfrm>
            <a:off x="380997" y="888075"/>
            <a:ext cx="1238263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Manual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does not automatically convert `double` to `int` because the decimal part may be lost.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`(int)` tells C# to convert the value to an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Decimal Removal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Casting `double` to `int` discards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does not round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333542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value with the original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Specify the target type in parentheses.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Assign the converted value to the target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for possible data loss.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64182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double myDouble = 17.58;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myInt = (int)myDouble;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Console.WriteLine("Double value: {0}", myDouble);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Console.WriteLine("Int value cast from double: {0}", myInt);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Double value: 17,58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value cast from double: 17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25731" name="object 3"/>
          <p:cNvSpPr txBox="1"/>
          <p:nvPr/>
        </p:nvSpPr>
        <p:spPr bwMode="auto">
          <a:xfrm>
            <a:off x="380997" y="888075"/>
            <a:ext cx="12363559" cy="35798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`17.58 → 17`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`17.99 → 17`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`17.50 → 17`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Explicit casting removes the decimal part; it does not perform mathematical rounding.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actual rounding is required, use `Math.Round()` instead.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170368" name="object 3"/>
          <p:cNvSpPr txBox="1"/>
          <p:nvPr/>
        </p:nvSpPr>
        <p:spPr bwMode="auto">
          <a:xfrm>
            <a:off x="380997" y="888075"/>
            <a:ext cx="12365714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`int myInt = myDouble;` is not allowed when `myDouble` is a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Explicit casting can change or lose part of the original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906448" name="object 3"/>
          <p:cNvSpPr txBox="1"/>
          <p:nvPr/>
        </p:nvSpPr>
        <p:spPr bwMode="auto">
          <a:xfrm>
            <a:off x="380997" y="888075"/>
            <a:ext cx="12370759" cy="5020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Implicit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Automatic.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`(type)`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`double d = myInt;`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Explicit Casting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Manual.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`(type)value`.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May cause data loss.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`int i = (int)myDouble;`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610819" name="object 3"/>
          <p:cNvSpPr txBox="1"/>
          <p:nvPr/>
        </p:nvSpPr>
        <p:spPr bwMode="auto">
          <a:xfrm>
            <a:off x="380997" y="888075"/>
            <a:ext cx="12384432" cy="265329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Explicit casting converts a value manually.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`(targetType)value`.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`double → int` discards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Casting is different from rounding.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96512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2026-10-05T08:17:01Z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