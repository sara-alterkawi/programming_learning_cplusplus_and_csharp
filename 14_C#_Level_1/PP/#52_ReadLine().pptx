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57662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784491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705127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0302581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140487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312517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1681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2141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997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808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6142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92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1295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646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4818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160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4633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283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985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4922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305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668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8335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28984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32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994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80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813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778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5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645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162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404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093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612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9906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48450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911077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159920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21602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47954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46870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087034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747282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24947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359329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36718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5230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171128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6267567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7978291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134289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269044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520297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260653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533835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68641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26545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060929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81271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087250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124819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5316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834643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17854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89288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553727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52984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8819527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7808522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ReadLine()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476195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4652560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28288558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ReadLine()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659096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Console.ReadLine()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Reads input entered by the user through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Always returns the input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374789" name="object 3"/>
          <p:cNvSpPr txBox="1"/>
          <p:nvPr/>
        </p:nvSpPr>
        <p:spPr bwMode="auto">
          <a:xfrm>
            <a:off x="380997" y="888075"/>
            <a:ext cx="123826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Reading User Input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user enters a value and presses Enter.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Console.ReadLine() stores the entered text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Reading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Numbers are initially read as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int.Parse() can convert the string into an 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508916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Ask the user to enter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Console.ReadLine() to read the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result in a string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it if a numeric type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002650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Console.WriteLine("Enter username?");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userName =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Console.WriteLine("Username is: " + userName);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username: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Username is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863044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Console.ReadLine() always returns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 int.Parse(Console.ReadLine()) when an integer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0626" name="object 3"/>
          <p:cNvSpPr txBox="1"/>
          <p:nvPr/>
        </p:nvSpPr>
        <p:spPr bwMode="auto">
          <a:xfrm>
            <a:off x="380997" y="888075"/>
            <a:ext cx="1237111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cin &gt;&gt; variable;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Input type depends on the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Always returns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0144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Reads user input from the console.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Returns the input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Numeric input must be converted when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79387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2026-10-05T08:45:23Z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