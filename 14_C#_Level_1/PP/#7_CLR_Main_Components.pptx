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462083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2911131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79919159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6442973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91109058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1226757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5208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79137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8112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6241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42342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0155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54052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9455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60675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8099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4505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2791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8690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78984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7516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84624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23839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86411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068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2756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6392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95322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40615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69511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086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319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46250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54805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60876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15426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1496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81139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8004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984191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53396111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763633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8905843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6499639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43813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909949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7633769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7579053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8440926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4536955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038767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4814740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09676147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24735363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282377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7528347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8631352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363080110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7632777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0369430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1949657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2095046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702460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8815740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3517165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429135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8865174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29586016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2418628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4543628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03583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63226692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738027015" name="object 30"/>
          <p:cNvSpPr txBox="1"/>
          <p:nvPr/>
        </p:nvSpPr>
        <p:spPr bwMode="auto">
          <a:xfrm>
            <a:off x="0" y="1143000"/>
            <a:ext cx="13107985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CLR Main Components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14271998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811913100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012530236" name="object 30"/>
          <p:cNvSpPr txBox="1"/>
          <p:nvPr/>
        </p:nvSpPr>
        <p:spPr bwMode="auto">
          <a:xfrm flipH="0" flipV="0">
            <a:off x="106425" y="3084201"/>
            <a:ext cx="1327421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CLR Main Components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4385614" name="object 3"/>
          <p:cNvSpPr txBox="1"/>
          <p:nvPr/>
        </p:nvSpPr>
        <p:spPr bwMode="auto">
          <a:xfrm>
            <a:off x="380997" y="888075"/>
            <a:ext cx="12367870" cy="412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CLR and .NET Components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CLR is the execution environment of .NET applications.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Important related concepts include: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Common Type System (CTS)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Common Language Specification (CLS)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Garbage Collector (GC)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Just-In-Time Compiler (JIT)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Metadata and Assemblies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104768" name="object 3"/>
          <p:cNvSpPr txBox="1"/>
          <p:nvPr/>
        </p:nvSpPr>
        <p:spPr bwMode="auto">
          <a:xfrm>
            <a:off x="380997" y="888075"/>
            <a:ext cx="12382632" cy="857779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CTS — Common Type System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CTS defines how types are declared, used, and managed in .NET.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Examples include int, float, double, char, string, classes, interfaces, structures, and enums.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CLS — Common Language Specification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CLS is a set of rules that .NET languages follow to improve interoperability.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CTS defines the types.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CLS defines rules for language compatibility.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Garbage Collector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GC automatically manages managed memory by reclaiming memory occupied by objects that are no longer reachable.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Developers generally do not need to manually free managed objects.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JIT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JIT converts IL into native machine code at runtime.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Metadata and Assemblies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Metadata describes types and members such as classes, methods, properties, fields, parameters, and references.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An assembly is a compiled .NET unit containing IL, metadata, and other information/resources.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Common assembly files are .dll and .exe.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193109" name="object 3"/>
          <p:cNvSpPr txBox="1"/>
          <p:nvPr/>
        </p:nvSpPr>
        <p:spPr bwMode="auto">
          <a:xfrm>
            <a:off x="380997" y="888075"/>
            <a:ext cx="12396309" cy="412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Write code using C# or another .NET language.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Represent types using the common .NET type system.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Follow CLS rules for public APIs when interoperability is required.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Compile source code into IL.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Store IL and metadata in an assembly.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Load the assembly through the runtime.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Use JIT to convert required IL into native machine code when applicable.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Let the Garbage Collector manage unreachable managed objects.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6575758" name="object 3"/>
          <p:cNvSpPr txBox="1"/>
          <p:nvPr/>
        </p:nvSpPr>
        <p:spPr bwMode="auto">
          <a:xfrm>
            <a:off x="380997" y="888075"/>
            <a:ext cx="12372918" cy="585974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class Student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public string Name;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public int Age;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CTS → defines types such as string, int, and Student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CLS → provides rules for interoperable public APIs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Compiler → converts C# source into IL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Metadata → describes Student, Name, Age, and their types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Assembly → stores compiled IL and metadata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JIT → converts required IL into native machine code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GC → manages memory of managed Student objects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058279" name="object 3"/>
          <p:cNvSpPr txBox="1"/>
          <p:nvPr/>
        </p:nvSpPr>
        <p:spPr bwMode="auto">
          <a:xfrm>
            <a:off x="380997" y="888075"/>
            <a:ext cx="12363559" cy="351963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CTS and CLS are related but different.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CTS is broader and defines the .NET type system.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CLS defines a set of rules that languages and libraries can follow to improve interoperability.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Not every item in the list is a physical module inside the CLR in exactly the same architectural sense.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1589456" name="object 3"/>
          <p:cNvSpPr txBox="1"/>
          <p:nvPr/>
        </p:nvSpPr>
        <p:spPr bwMode="auto">
          <a:xfrm>
            <a:off x="380997" y="888075"/>
            <a:ext cx="12365714" cy="609294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memorize the concepts as five physical modules inside the CLR.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.NET Platform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│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├── CTS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├── CLS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├── CLR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│   ├── JIT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│   └── Garbage Collector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│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└── Assemblies + Metadata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➡️ CTS and CLS are .NET specifications, while GC and JIT are runtime implementation components, and assemblies/metadata belong to the .NET type and deployment model.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0332538" name="object 3"/>
          <p:cNvSpPr txBox="1"/>
          <p:nvPr/>
        </p:nvSpPr>
        <p:spPr bwMode="auto">
          <a:xfrm>
            <a:off x="380997" y="888075"/>
            <a:ext cx="12370759" cy="836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CTS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Defines .NET types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Common type system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Focuses on type compatibility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CLS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Defines interoperability rules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Focuses on language compatibility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Helps different .NET languages work together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JIT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Converts IL to machine code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Works during runtime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Enables execution on the target architecture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Garbage Collector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Manages managed memory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Finds unreachable objects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Reclaims their memory automatically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6222061" name="object 3"/>
          <p:cNvSpPr txBox="1"/>
          <p:nvPr/>
        </p:nvSpPr>
        <p:spPr bwMode="auto">
          <a:xfrm>
            <a:off x="380997" y="888075"/>
            <a:ext cx="12384432" cy="412123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CTS defines the common .NET type system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CLS defines rules for interoperability between .NET languages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Garbage Collector manages managed memory automatically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JIT Compiler converts IL into native machine code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Metadata describes types and members in .NET assemblies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Assemblies package compiled .NET code and metadata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Together, these concepts help .NET applications compile, execute, interoperate, and manage memory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9389980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2026-09-28T13:58:34Z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