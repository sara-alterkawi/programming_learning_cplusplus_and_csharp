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8551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0462607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03519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3217213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55719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324566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8693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3161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714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2756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5410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606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225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8059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970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112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398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640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0239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019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332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55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4214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471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844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405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530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21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5944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303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4227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2305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2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375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5087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027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585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4596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9682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53492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503010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888232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054636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2306528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48053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367334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122967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848860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35032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4663271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5467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559040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190635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9273862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237324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5499310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8210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012627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129448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557166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498454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96661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21375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53664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413426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0993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529439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0582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803046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5908885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95400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8004388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09990072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Garbage Collector (GC)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439721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4452362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65958172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Garbage Collector (GC)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298400" name="object 3"/>
          <p:cNvSpPr txBox="1"/>
          <p:nvPr/>
        </p:nvSpPr>
        <p:spPr bwMode="auto">
          <a:xfrm>
            <a:off x="380997" y="888075"/>
            <a:ext cx="12367870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Garbage Collector	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Garbage Collector (GC) automatically manages managed memory in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identifies objects that are no longer reachable and reclaims the memory they occupy.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reduces the need for developers to manually free managed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527070" name="object 3"/>
          <p:cNvSpPr txBox="1"/>
          <p:nvPr/>
        </p:nvSpPr>
        <p:spPr bwMode="auto">
          <a:xfrm>
            <a:off x="380997" y="888075"/>
            <a:ext cx="12382632" cy="82598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Automatic Memory Management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objects are created, memory is allocated for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GC monitors managed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an object is no longer reachable, its memory can eventually be reclaimed.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Create Object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Object Used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Object No Longer Reachable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Garbage Collector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Memory Reclaimed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Main Functions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Finds objects that are no longer reachable.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Reclaims their managed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Helps reduce memory problems caused by forgotten object references.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Runs automatically as part of the .NET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176777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the object in the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Remove the last reachable reference to the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The object becomes eligible for garbage collection.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The GC identifies unreachable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The GC reclaims their managed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80751" name="object 3"/>
          <p:cNvSpPr txBox="1"/>
          <p:nvPr/>
        </p:nvSpPr>
        <p:spPr bwMode="auto">
          <a:xfrm>
            <a:off x="380997" y="888075"/>
            <a:ext cx="12372918" cy="643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class Student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public string Name;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 student = new Student();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student.Name = "Sara";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 = null;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object that was referenced by `student` may become unreachable after the reference is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GC can later reclaim its managed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developer does not normally need to manually call `free()` for managed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570862" name="object 3"/>
          <p:cNvSpPr txBox="1"/>
          <p:nvPr/>
        </p:nvSpPr>
        <p:spPr bwMode="auto">
          <a:xfrm>
            <a:off x="380997" y="888075"/>
            <a:ext cx="12363559" cy="35196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GC manages managed memory, not every resource used by an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Files, database connections, sockets, and other external resources often require explicit disposal.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.NET commonly uses `IDisposable` and `using` for deterministic resource cleanup.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Garbage collection is automatic, but the exact time when an object is collected is not normally controlled by the programmer.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24749" name="object 3"/>
          <p:cNvSpPr txBox="1"/>
          <p:nvPr/>
        </p:nvSpPr>
        <p:spPr bwMode="auto">
          <a:xfrm>
            <a:off x="380997" y="888075"/>
            <a:ext cx="12365714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assume that setting a variable to `null` immediately frees the object's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It only removes that reference. The object becomes eligible for collection if no other reachable references exist.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garbage collection with complete resource management.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Unmanaged or external resources may require explicit cleanup.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assume GC prevents every possible memory problem.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Objects that are still reachable can remain in memory even when the application no longer logically needs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88686" name="object 3"/>
          <p:cNvSpPr txBox="1"/>
          <p:nvPr/>
        </p:nvSpPr>
        <p:spPr bwMode="auto">
          <a:xfrm>
            <a:off x="380997" y="888075"/>
            <a:ext cx="12370759" cy="61324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Garbage Collection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Automatic management of managed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Finds unreachable objects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Reclaims managed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Reduces the need for manual memory deallocation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Part of the .NET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Manual Resource Disposal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for resources such as files, streams, sockets, and database connections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Often implemented through `IDisposable`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provide deterministic cleanup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separate from normal garbage collection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220736" name="object 3"/>
          <p:cNvSpPr txBox="1"/>
          <p:nvPr/>
        </p:nvSpPr>
        <p:spPr bwMode="auto">
          <a:xfrm>
            <a:off x="380997" y="888075"/>
            <a:ext cx="123844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GC = Garbage Collector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GC automatically manages managed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GC identifies unreachable objects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GC reclaims memory occupied by eligible managed objects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Developers normally do not manually free managed objects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Setting a reference to null does not immediately free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External resources may require explicit disposal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`IDisposable` and `using` are commonly used for deterministic resource cleanup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Garbage collection is automatic, but collection timing is controlled by the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31353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2026-09-28T14:03:06Z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