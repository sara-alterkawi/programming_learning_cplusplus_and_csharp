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1331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053249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26453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046025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664664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875963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432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3109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37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268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851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494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001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0979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944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922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145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76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485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7853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513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25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791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10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401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524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67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341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803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751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2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6740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12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1104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25958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516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573987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65703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37990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430212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97949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38027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5224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30114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1904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955195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961197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422072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298972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60025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440863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900813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123179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330371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922653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85414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044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07368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055406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3266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1852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164056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85925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10087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8348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9214779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19192040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while Loop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546311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2122084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25911521" name="object 30"/>
          <p:cNvSpPr txBox="1"/>
          <p:nvPr/>
        </p:nvSpPr>
        <p:spPr bwMode="auto">
          <a:xfrm flipH="0" flipV="0">
            <a:off x="106425" y="3084201"/>
            <a:ext cx="1327601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while Loop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54010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while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Repeats a block of code as long as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condition is checked before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04981" name="object 3"/>
          <p:cNvSpPr txBox="1"/>
          <p:nvPr/>
        </p:nvSpPr>
        <p:spPr bwMode="auto">
          <a:xfrm>
            <a:off x="380997" y="888075"/>
            <a:ext cx="12396309" cy="302654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Check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If true → execute the loop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Update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the condition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Stop when the condition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66979" name="object 3"/>
          <p:cNvSpPr txBox="1"/>
          <p:nvPr/>
        </p:nvSpPr>
        <p:spPr bwMode="auto">
          <a:xfrm>
            <a:off x="380997" y="888075"/>
            <a:ext cx="12372918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i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while (i &lt;= 5)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while Loop: Iteration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761883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variable must be updated so the condition can eventually become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Forgetting the update can cause an infinite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86587" name="object 3"/>
          <p:cNvSpPr txBox="1"/>
          <p:nvPr/>
        </p:nvSpPr>
        <p:spPr bwMode="auto">
          <a:xfrm>
            <a:off x="380997" y="888075"/>
            <a:ext cx="12370759" cy="35271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Initialization, condition, and iterator are written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while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Initialization and update are usually written separately from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number of iterations is not known in advance.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74020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while repeats code while a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condition is checked before each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loop stops when the condition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variable should be updated to avoid an infinite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89285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351</cp:revision>
  <dcterms:created xsi:type="dcterms:W3CDTF">2025-12-09T17:44:59Z</dcterms:created>
  <dcterms:modified xsi:type="dcterms:W3CDTF">2026-10-05T12:09:54Z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