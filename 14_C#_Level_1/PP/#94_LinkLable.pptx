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9790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5177088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17194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840349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585638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24453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806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996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4042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381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918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48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4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692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137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342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921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100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97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8811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0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980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1348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13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484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8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7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13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368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06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559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0844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071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09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214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763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545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109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571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90588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31874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88723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23789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92545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5041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563033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2726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36425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733689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806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89570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653322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92520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035283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207378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673513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353369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970439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109367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144638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02906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98810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11044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0251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746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258241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900953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953895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080689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25070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6090313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68106717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LinkLabel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203671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9898294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0516839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LinkLabel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309942" name="object 3"/>
          <p:cNvSpPr txBox="1"/>
          <p:nvPr/>
        </p:nvSpPr>
        <p:spPr bwMode="auto">
          <a:xfrm>
            <a:off x="380997" y="888075"/>
            <a:ext cx="12385508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LinkLabel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display clickable hyperlink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open websites, files, email addresses, or other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LinkLabel can contain one or multiple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083734" name="object 3"/>
          <p:cNvSpPr txBox="1"/>
          <p:nvPr/>
        </p:nvSpPr>
        <p:spPr bwMode="auto">
          <a:xfrm>
            <a:off x="380997" y="888075"/>
            <a:ext cx="12384070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LinkClicked Event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Triggered when the user clicks a link.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event handler receives information about the clicked link.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LinkVisited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Setting LinkVisited = true marks the link as visited.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change the link to the configured VisitedLinkColor.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Process.Start()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open the URL through the operating system.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modern .NET applications, the URL is commonly opened using the system shell.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59994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LinkLabel to the Windows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the Text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Configure the link colors and appearance.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Handle the LinkClicked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Set LinkVisited to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Process.Start() to open the URL.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311466" name="object 3"/>
          <p:cNvSpPr txBox="1"/>
          <p:nvPr/>
        </p:nvSpPr>
        <p:spPr bwMode="auto">
          <a:xfrm>
            <a:off x="380997" y="888075"/>
            <a:ext cx="12384795" cy="4830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lkLGoogle_LinkClicked(object sender, LinkLabelLinkClickedEventArgs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lkLGoogle.LinkVisited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System.Diagnostics.Process.Start("https://www.google.com/");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form displays a clickable Google link.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Clicking the link marks it as visited.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default browser opens Google.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090492" name="object 3"/>
          <p:cNvSpPr txBox="1"/>
          <p:nvPr/>
        </p:nvSpPr>
        <p:spPr bwMode="auto">
          <a:xfrm>
            <a:off x="380997" y="888075"/>
            <a:ext cx="12364996" cy="46602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Text → displays the text of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LinkColor → sets the normal link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ActiveLinkColor → sets the color while clicking.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VisitedLinkColor → sets the color of visited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LinkVisited → indicates whether the link was visited.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LinkArea → defines which part of the text is a link.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Links → provides access to the LinkLabel's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LinkBehavior → controls the link's visual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AutoSize → adjusts the control size to its content.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467800" name="object 3"/>
          <p:cNvSpPr txBox="1"/>
          <p:nvPr/>
        </p:nvSpPr>
        <p:spPr bwMode="auto">
          <a:xfrm>
            <a:off x="380997" y="888075"/>
            <a:ext cx="12373276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LinkLabel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Designed specifically for clickable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the LinkClicked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visited and active link colors.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multiple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Label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Mainly used to display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provide built-in hyperlink functionality.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custom handling if clickable behavior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373062" name="object 3"/>
          <p:cNvSpPr txBox="1"/>
          <p:nvPr/>
        </p:nvSpPr>
        <p:spPr bwMode="auto">
          <a:xfrm>
            <a:off x="380997" y="888075"/>
            <a:ext cx="12384795" cy="2628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LinkLabel does not automatically open a website just because its text looks like a link.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LinkVisited = true only marks the link as visited; it does not open the URL.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Process.Start() behavior depends on the .NET version and operating system.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37058" name="object 3"/>
          <p:cNvSpPr txBox="1"/>
          <p:nvPr/>
        </p:nvSpPr>
        <p:spPr bwMode="auto">
          <a:xfrm>
            <a:off x="380997" y="888075"/>
            <a:ext cx="12385511" cy="38609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LinkLabel creates clickable links in Windows 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LinkClicked → handles link clicks.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LinkVisited → marks a link as visited.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LinkColor → controls the normal link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VisitedLinkColor → controls the visited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LinkArea / Links → define and manage links.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Process.Start() → opens the URL.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41667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