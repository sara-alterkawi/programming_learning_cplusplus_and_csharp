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5110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77228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006193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398773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953035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584464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405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405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751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572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66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165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62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916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585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395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495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93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628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123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5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5042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585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330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377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5313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28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798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136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73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09889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248022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14510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7388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86003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12294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91621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05667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45662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046651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96693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912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111987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1108624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5931024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080958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33936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67544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4755701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9806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295691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08639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7219587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3169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0871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230365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4054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7208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24568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324736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453960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14144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6891190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29184676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Logical Operators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877132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4724716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08453172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Logical Operators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497967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Logical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combine or reverse Boolean expressions.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 a Boolean result: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53549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age = 25;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Console.WriteLine(age &gt;= 18 &amp;&amp; age &lt;= 60);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Because both conditions are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95478" name="object 3"/>
          <p:cNvSpPr txBox="1"/>
          <p:nvPr/>
        </p:nvSpPr>
        <p:spPr bwMode="auto">
          <a:xfrm>
            <a:off x="380997" y="888075"/>
            <a:ext cx="12363559" cy="28408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&amp;&amp; → Both conditions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|| → At least one condition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! → Reverses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Commonly used with if statements, conditions, and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173250" name="object 3"/>
          <p:cNvSpPr txBox="1"/>
          <p:nvPr/>
        </p:nvSpPr>
        <p:spPr bwMode="auto">
          <a:xfrm>
            <a:off x="380997" y="888075"/>
            <a:ext cx="12370759" cy="543605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&amp;&amp;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true only when both conditions are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||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true when at least one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Reverses the Boolean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true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false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36557" name="object 3"/>
          <p:cNvSpPr txBox="1"/>
          <p:nvPr/>
        </p:nvSpPr>
        <p:spPr bwMode="auto">
          <a:xfrm>
            <a:off x="380997" y="888075"/>
            <a:ext cx="12384432" cy="23152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&amp;&amp; → AND → both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|| → OR → one or more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! → NOT → opposite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31007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2026-10-05T09:57:11Z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