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8096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634734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05298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65200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623593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0050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200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956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45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54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049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149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878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422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499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390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2912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06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093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055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094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69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7458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993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440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040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521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930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850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931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651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05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795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95786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460414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41449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14399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25359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88659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66014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842772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34902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2238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01257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5383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1857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921885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80232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53116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620353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983571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974815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48286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354961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644852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25204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3089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377151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11646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702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11158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843485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89919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129346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72780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288556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79862280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Initialization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412262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6160384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91364994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Initialization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305681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Initialization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Giving values to the elements of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can be assigned during declaration or later using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608143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Initialize During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Values can be provided directly inside { }.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automatically determines the array length from the number of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01367" name="object 3"/>
          <p:cNvSpPr txBox="1"/>
          <p:nvPr/>
        </p:nvSpPr>
        <p:spPr bwMode="auto">
          <a:xfrm>
            <a:off x="380997" y="888075"/>
            <a:ext cx="12372918" cy="799637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int[] numbers = { 1, 2, 3, 4, 5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Initialize Using Indexes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array can be created first and values assigned individually.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value is assigned using arrayName[index].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int[] age = new int[5];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age[0] = 12;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age[1] = 4;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age[2] = 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age[3]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age[4] = 30;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Index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first element has index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last index is Length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int[] numbers = { 1, 2, 3, 4, 5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numbers.Length  →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numbers[4]      →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923481" name="object 3"/>
          <p:cNvSpPr txBox="1"/>
          <p:nvPr/>
        </p:nvSpPr>
        <p:spPr bwMode="auto">
          <a:xfrm>
            <a:off x="380997" y="888075"/>
            <a:ext cx="12363559" cy="24324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Length represents the number of elements, not the last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Length = 5, valid indexes are 0 →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Accessing an invalid index throws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68818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During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int[] numbers = { 1, 2, 3, 4, 5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C# determines the length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Indexes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int[] numbers = new int[5];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are assigned individually using their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603272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Arrays can be initialized during declaration or by assigning values through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Last index = Length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Length =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69058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