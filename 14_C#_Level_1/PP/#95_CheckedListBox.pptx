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8843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6452931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3792466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7006877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8042824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7047634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383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57940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20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7623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15066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4429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4014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885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02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4363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8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0175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854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48411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804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920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7687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350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110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50970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66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977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4030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30642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8219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2233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8786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372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9743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5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224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2549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26013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47263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249805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381126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165102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9185248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32060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762184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952690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708344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515419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6022834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35830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190564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9288874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6415398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024390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5267897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441467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8894114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934159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75321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443415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1864484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94194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431322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0882364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9696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039386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005517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012639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1450734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92054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4532595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0507289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CheckedListBox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929596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4684736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13555769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CheckedListBox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399180" name="object 3"/>
          <p:cNvSpPr txBox="1"/>
          <p:nvPr/>
        </p:nvSpPr>
        <p:spPr bwMode="auto">
          <a:xfrm>
            <a:off x="380997" y="888075"/>
            <a:ext cx="12385508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CheckedListBox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control that displays a list of items with a checkbox next to each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Allows the user to check multiple items at the same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590061" name="object 3"/>
          <p:cNvSpPr txBox="1"/>
          <p:nvPr/>
        </p:nvSpPr>
        <p:spPr bwMode="auto">
          <a:xfrm>
            <a:off x="380997" y="888075"/>
            <a:ext cx="12384070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Adding Items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Items are added using `Items.Add()`.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`for` loop can be used to add multiple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Accessing Checked Items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`CheckedItems` contains the items that are currently checked.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`CheckedIndices` contains the indexes of checked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Checking Items Programmatically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`SetItemChecked(index, true)` checks an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`SetItemChecked(index, false)` unchecks an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`GetItemChecked(index)` returns whether an item is checked.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224697" name="object 3"/>
          <p:cNvSpPr txBox="1"/>
          <p:nvPr/>
        </p:nvSpPr>
        <p:spPr bwMode="auto">
          <a:xfrm>
            <a:off x="380997" y="888075"/>
            <a:ext cx="12387309" cy="300896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items using `Items.Add()`.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Use `CheckedItems` to access checked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Display checked items using `MessageBox.Show()`.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`SetItemChecked()` to check or uncheck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`RemoveAt()` to remove an item by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932086" name="object 3"/>
          <p:cNvSpPr txBox="1"/>
          <p:nvPr/>
        </p:nvSpPr>
        <p:spPr bwMode="auto">
          <a:xfrm>
            <a:off x="380997" y="888075"/>
            <a:ext cx="12384795" cy="74205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 (int i = 1; i &lt;= 5;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checkedListBox1.Items.Add("Item" + i);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adds: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Item1, Item2, Item3, Item4, Item5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To display checked items: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for (int i = 0; i &lt; checkedListBox1.CheckedItems.Count;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MessageBox.Show(checkedListBox1.CheckedItems[i].ToString());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Item1 and Item3 are checked: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🟨 `MessageBox` displays `Item1`.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🟨 `MessageBox` displays `Item3`.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`SetItemChecked(i, true)` checks an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`SetItemChecked(i, false)` unchecks an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297428" name="object 3"/>
          <p:cNvSpPr txBox="1"/>
          <p:nvPr/>
        </p:nvSpPr>
        <p:spPr bwMode="auto">
          <a:xfrm>
            <a:off x="380997" y="888075"/>
            <a:ext cx="12364996" cy="34626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`Items.Count` → total number of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`CheckedItems.Count` → number of checked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`CheckedIndices` → indexes of checked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`RemoveAt(index)` → removes an item by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`CheckOnClick` → controls whether clicking an item immediately changes its checked state.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744181" name="object 3"/>
          <p:cNvSpPr txBox="1"/>
          <p:nvPr/>
        </p:nvSpPr>
        <p:spPr bwMode="auto">
          <a:xfrm>
            <a:off x="380997" y="888075"/>
            <a:ext cx="12373276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CheckedListBox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checkboxes.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Supports multiple checked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`CheckedItems` and `CheckedIndices`.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ListBox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items without checkboxes.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`SelectedItems` for multiple selections.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have `CheckedItems`.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813697" name="object 3"/>
          <p:cNvSpPr txBox="1"/>
          <p:nvPr/>
        </p:nvSpPr>
        <p:spPr bwMode="auto">
          <a:xfrm>
            <a:off x="380997" y="888075"/>
            <a:ext cx="12384795" cy="26357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Indexes start from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`RemoveAt(2)` removes the third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Removing an item changes the indexes of following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Accessing an invalid index can cause `ArgumentOutOfRangeException`.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150351" name="object 3"/>
          <p:cNvSpPr txBox="1"/>
          <p:nvPr/>
        </p:nvSpPr>
        <p:spPr bwMode="auto">
          <a:xfrm>
            <a:off x="380997" y="888075"/>
            <a:ext cx="12385511" cy="464263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CheckedListBox is used for selecting multiple options with checkboxes.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`Items` → all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`Items.Add()` → adds an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`Items.Count` → counts all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`CheckedItems` → checked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`CheckedIndices` → indexes of checked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`SetItemChecked()` → checks or unchecks an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`GetItemChecked()` → checks an item's state.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`RemoveAt()` → removes an item by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4210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356</cp:revision>
  <dcterms:created xsi:type="dcterms:W3CDTF">2025-12-09T17:44:59Z</dcterms:created>
  <dcterms:modified xsi:type="dcterms:W3CDTF">2026-10-06T14:18:54Z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