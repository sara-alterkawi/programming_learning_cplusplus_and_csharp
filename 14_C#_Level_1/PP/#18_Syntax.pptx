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543869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7976218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8418280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2068915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1630830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4041545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2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7119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2156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86867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73055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422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13103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15626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3665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9792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4779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9337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9311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330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16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11480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8817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9231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0790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05277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3136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4557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4250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18363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868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8315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77298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956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709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9797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6517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36741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057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233246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954702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695257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125527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3740472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600732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0356418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779678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416730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986797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2943986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269038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310911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5904500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5191885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577602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9812796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128322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42918151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6939629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755372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2619350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9399814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92296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3711092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9850595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83178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1560232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000956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8271962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4856333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892141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2015934167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638397158" name="object 30"/>
          <p:cNvSpPr txBox="1"/>
          <p:nvPr/>
        </p:nvSpPr>
        <p:spPr bwMode="auto">
          <a:xfrm>
            <a:off x="0" y="1143000"/>
            <a:ext cx="1310798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Syntax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6670000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54841332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15111311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Syntax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5579379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C# Syntax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Syntax is the set of rules that defines how C# code must be written.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includes elements such as using directives, namespaces, classes, methods, and statements.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6394794" name="object 3"/>
          <p:cNvSpPr txBox="1"/>
          <p:nvPr/>
        </p:nvSpPr>
        <p:spPr bwMode="auto">
          <a:xfrm>
            <a:off x="380997" y="888075"/>
            <a:ext cx="12382632" cy="74805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Using Directive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`using System;` allows types such as `Console` to be referenced without writing the full namespace.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Namespace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Organizes related classes and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Helps avoid naming conflicts.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Class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Defines a type that can contain data and methods.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`internal` means accessible within the same assembly.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Main Method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`Main()` is the traditional entry point of a console application.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`static` means it belongs to the class.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`void` means it returns no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`string[] args` receives command-line arguments.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Console Methods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`Console.WriteLine()` displays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`Console.ReadLine()` reads a line of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1049598" name="object 3"/>
          <p:cNvSpPr txBox="1"/>
          <p:nvPr/>
        </p:nvSpPr>
        <p:spPr bwMode="auto">
          <a:xfrm>
            <a:off x="380997" y="888075"/>
            <a:ext cx="12396309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Add required `using` directives.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Define a namespace if needed.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Create a class.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Define the `Main()` method.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Write program statements.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Compile and execute the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2271068" name="object 3"/>
          <p:cNvSpPr txBox="1"/>
          <p:nvPr/>
        </p:nvSpPr>
        <p:spPr bwMode="auto">
          <a:xfrm>
            <a:off x="380997" y="888075"/>
            <a:ext cx="12372918" cy="67889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using System;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namespace ConsoleApp1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internal class Program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static void Main(string[] args)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Console.WriteLine("Hello World!");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Console.ReadLine();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Hello World!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158851" name="object 3"/>
          <p:cNvSpPr txBox="1"/>
          <p:nvPr/>
        </p:nvSpPr>
        <p:spPr bwMode="auto">
          <a:xfrm>
            <a:off x="380997" y="888075"/>
            <a:ext cx="12363559" cy="27881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`{ }` define code blocks.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`( )` are used with methods and parameters.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`;` normally terminates a statement.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C# is case-sensitive.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850347" name="object 3"/>
          <p:cNvSpPr txBox="1"/>
          <p:nvPr/>
        </p:nvSpPr>
        <p:spPr bwMode="auto">
          <a:xfrm>
            <a:off x="380997" y="888075"/>
            <a:ext cx="12365714" cy="3001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`Console` and `console` are different.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Missing `{ }` can cause structural errors.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Missing `;` can cause compilation errors.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Modern C# also supports top-level statements, so `Main()` is not always written explicitly.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26080" name="object 3"/>
          <p:cNvSpPr txBox="1"/>
          <p:nvPr/>
        </p:nvSpPr>
        <p:spPr bwMode="auto">
          <a:xfrm>
            <a:off x="380997" y="888075"/>
            <a:ext cx="12370759" cy="3900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`Console.WriteLine()`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Displays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Moves to a new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`Console.ReadLine()`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Reads user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the input as a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984196" name="object 3"/>
          <p:cNvSpPr txBox="1"/>
          <p:nvPr/>
        </p:nvSpPr>
        <p:spPr bwMode="auto">
          <a:xfrm>
            <a:off x="380997" y="888075"/>
            <a:ext cx="1238443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Syntax defines the structure of C#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`using` provides easier access to namespaces.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`namespace` organizes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`class` defines a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`Main()` is the traditional entry point.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`WriteLine()` displays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`ReadLine()` reads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04311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2026-09-29T06:50:47Z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