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88209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0795296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3050142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6374111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8264740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4424228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12609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6149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8633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75918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56455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4786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5311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1726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890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79925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07195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1813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79190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3146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53061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75009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3107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5524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5466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53385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6434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6067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9742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3535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3383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731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4955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49607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6016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21796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509723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897044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8536727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0179638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7734716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820850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4909187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4816908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6390215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0382748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1263654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56619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78981879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3116840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4053993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19360841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33261026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3854478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346529347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8981818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37796268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7258641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2562158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79044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42940638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2395629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516420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586903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4272739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3960629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9638413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12154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224583608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310387562" name="object 30"/>
          <p:cNvSpPr txBox="1"/>
          <p:nvPr/>
        </p:nvSpPr>
        <p:spPr bwMode="auto">
          <a:xfrm>
            <a:off x="0" y="1143000"/>
            <a:ext cx="13109784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Convert String To DateTime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46817560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453465782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59596005" name="object 30"/>
          <p:cNvSpPr txBox="1"/>
          <p:nvPr/>
        </p:nvSpPr>
        <p:spPr bwMode="auto">
          <a:xfrm flipH="0" flipV="0">
            <a:off x="106425" y="3084201"/>
            <a:ext cx="13276014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Convert String To DateTime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9110777" name="object 3"/>
          <p:cNvSpPr txBox="1"/>
          <p:nvPr/>
        </p:nvSpPr>
        <p:spPr bwMode="auto">
          <a:xfrm>
            <a:off x="380997" y="888075"/>
            <a:ext cx="12367870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String to DateTime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`DateTime.TryParse()` attempts to convert a string into a `DateTime`.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returns `true` if the conversion succeeds and `false` if it fails.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02153" name="object 3"/>
          <p:cNvSpPr txBox="1"/>
          <p:nvPr/>
        </p:nvSpPr>
        <p:spPr bwMode="auto">
          <a:xfrm>
            <a:off x="380997" y="888075"/>
            <a:ext cx="12382632" cy="485275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`TryParse()`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`DateTime.TryParse(str, out dt)` tries to parse the string and stores the converted date in `dt`.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result is stored in a `bool` variable to check whether the conversion was successful.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Valid Date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`"6/12/2023"` is successfully converted, so `isValidDate` becomes `true`.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Invalid Date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`"6/65/2023"` cannot represent a valid date, so `isValidDate2` becomes `false`.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5188476" name="object 3"/>
          <p:cNvSpPr txBox="1"/>
          <p:nvPr/>
        </p:nvSpPr>
        <p:spPr bwMode="auto">
          <a:xfrm>
            <a:off x="380997" y="888075"/>
            <a:ext cx="12396309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Store a date as a `string`.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Create a `DateTime` variable for the output.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Use `DateTime.TryParse()` with `out`.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Check the returned `bool`.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Handle valid and invalid input accordingly.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9289865" name="object 3"/>
          <p:cNvSpPr txBox="1"/>
          <p:nvPr/>
        </p:nvSpPr>
        <p:spPr bwMode="auto">
          <a:xfrm>
            <a:off x="380997" y="888075"/>
            <a:ext cx="12372918" cy="31313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str = "6/12/2023"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DateTime.TryParse(str, out dt)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Valid date: 6/12/2023 12:00:00 AM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612470" name="object 3"/>
          <p:cNvSpPr txBox="1"/>
          <p:nvPr/>
        </p:nvSpPr>
        <p:spPr bwMode="auto">
          <a:xfrm>
            <a:off x="380997" y="888075"/>
            <a:ext cx="12363559" cy="24073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`TryParse()` is safer than directly converting a string because it does not throw an exception when parsing fails.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`out dt` receives the converted `DateTime` when parsing succeeds.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971658" name="object 3"/>
          <p:cNvSpPr txBox="1"/>
          <p:nvPr/>
        </p:nvSpPr>
        <p:spPr bwMode="auto">
          <a:xfrm>
            <a:off x="380997" y="888075"/>
            <a:ext cx="12365714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Date strings can be interpreted according to the current culture/date format settings.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a specific date format is required, `DateTime.TryParseExact()` is more appropriate.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073888" name="object 3"/>
          <p:cNvSpPr txBox="1"/>
          <p:nvPr/>
        </p:nvSpPr>
        <p:spPr bwMode="auto">
          <a:xfrm>
            <a:off x="380997" y="888075"/>
            <a:ext cx="12384432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`TryParse()` converts a string to `DateTime` when possible.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Returns `true` for successful conversion and `false` for invalid input.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Useful when the input may not contain a valid date.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2505271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350</cp:revision>
  <dcterms:created xsi:type="dcterms:W3CDTF">2025-12-09T17:44:59Z</dcterms:created>
  <dcterms:modified xsi:type="dcterms:W3CDTF">2026-10-05T07:40:27Z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