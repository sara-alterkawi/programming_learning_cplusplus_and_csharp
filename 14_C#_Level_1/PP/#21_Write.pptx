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2163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46421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82918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58256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171359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254447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609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345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157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969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7272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987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483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7189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375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63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863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359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569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82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689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916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1467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663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334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66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401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263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570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453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0996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3156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27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2207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031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5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689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185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86044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9485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78756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292008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06273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1346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23564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771758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345887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445304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68803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0703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2690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156617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5278153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819797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5988701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354762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2295695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46363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061299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631354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7371886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77167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950318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625497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4798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948582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337724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383158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292759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917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4066961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33756652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Write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97893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1528451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9058138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Write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705988" name="object 3"/>
          <p:cNvSpPr txBox="1"/>
          <p:nvPr/>
        </p:nvSpPr>
        <p:spPr bwMode="auto">
          <a:xfrm>
            <a:off x="380997" y="888075"/>
            <a:ext cx="1236787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`Console.Write()` is a C# method used to display text, values, or expressions in the console without automatically moving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belongs to the `Console` class in the `System` namespace.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089784" name="object 3"/>
          <p:cNvSpPr txBox="1"/>
          <p:nvPr/>
        </p:nvSpPr>
        <p:spPr bwMode="auto">
          <a:xfrm>
            <a:off x="380997" y="888075"/>
            <a:ext cx="12382632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basic syntax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Console.Write("Text");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Unlike `Console.WriteLine()`, `Console.Write()` **keeps the cursor on the same line**.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use several `Console.Write()` statements consecutively, their outputs will appear next to each 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169216" name="object 3"/>
          <p:cNvSpPr txBox="1"/>
          <p:nvPr/>
        </p:nvSpPr>
        <p:spPr bwMode="auto">
          <a:xfrm>
            <a:off x="380997" y="888075"/>
            <a:ext cx="12396309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Import `System`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using System;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Allows us to use the `Console` class.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Print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Multiple Messages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Notice that there is **no new line** between the two messages.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a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099465" name="object 3"/>
          <p:cNvSpPr txBox="1"/>
          <p:nvPr/>
        </p:nvSpPr>
        <p:spPr bwMode="auto">
          <a:xfrm>
            <a:off x="380997" y="888075"/>
            <a:ext cx="1237291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System;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namespace ConsoleApp1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internal class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Console.WriteLine("Hello World!");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Console.WriteLine("My Name is Sara Alterkawi");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Console.Write("I am Learning C#");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Console.Write("It is an easy language to learn :-)");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Console.Write("The sum of 10 + 20 is " + (10 + 20));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Hello World!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Name is 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 am Learning C#It is an easy language to learn :-)The sum of 10 + 20 is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083451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`Console.Write()` **does not add a new line** after printing.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you want the next output to appear on a new line, you can use `\n`.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360416" name="object 3"/>
          <p:cNvSpPr txBox="1"/>
          <p:nvPr/>
        </p:nvSpPr>
        <p:spPr bwMode="auto">
          <a:xfrm>
            <a:off x="380997" y="888075"/>
            <a:ext cx="12371479" cy="20341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 sz="4000"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Using several `Console.Write()` statements without spaces or `\n` can make the output run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887217" name="object 3"/>
          <p:cNvSpPr txBox="1"/>
          <p:nvPr/>
        </p:nvSpPr>
        <p:spPr bwMode="auto">
          <a:xfrm>
            <a:off x="380997" y="888075"/>
            <a:ext cx="12366434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⚖️ Comparison</a:t>
            </a:r>
            <a:endParaRPr sz="4000"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`Console.Write()`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text or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Stays on the same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automatically add a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`Console.WriteLine()`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text or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Automatically moves to a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displaying separate lines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226666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`Console.Write()` displays output in the console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does not move to a new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Multiple `Write()` calls appear on the same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can print text, variables, numbers, and expressions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`Console.WriteLine()` when you want automatic new lines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5099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2026-09-29T07:20:16Z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