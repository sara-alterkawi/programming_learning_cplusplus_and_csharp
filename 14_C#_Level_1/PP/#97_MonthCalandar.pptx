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1898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429504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993877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8871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664988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92326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6974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9357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57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173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312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339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534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4088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61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6997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762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187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423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6497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418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183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141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04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68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5541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77959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991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8871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7499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8444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060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471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551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81687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597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81823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819690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08569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36771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94374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1129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041921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17567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76207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126148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51320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0885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870342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3840724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6950083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360674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51646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009638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2881602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071561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256222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479662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526475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80267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952644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702431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7187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273168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249888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301316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216991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9006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3801796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2233508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MonthCalendar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243600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4442787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81635436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MonthCalendar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024286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MonthCalendar 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used to select a date or a range of dates.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selected range can be accessed through the SelectionRange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117627" name="object 3"/>
          <p:cNvSpPr txBox="1"/>
          <p:nvPr/>
        </p:nvSpPr>
        <p:spPr bwMode="auto">
          <a:xfrm>
            <a:off x="380997" y="888075"/>
            <a:ext cx="12384070" cy="416388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SelectionRange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the complete selected date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SelectionRange.Start → first selected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SelectionRange.End → last selected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only one date is selected, Start and End contain the same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Date Conversion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ToShortDateString() converts a DateTime value into a short date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displayed format depends on the computer's culture settings.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425078" name="object 3"/>
          <p:cNvSpPr txBox="1"/>
          <p:nvPr/>
        </p:nvSpPr>
        <p:spPr bwMode="auto">
          <a:xfrm>
            <a:off x="380997" y="888075"/>
            <a:ext cx="12387309" cy="3008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MonthCalendar control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Select a single date or a date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Access the selected range using SelectionRange.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Start or End to get a specific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Convert the date to text when displaying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603096" name="object 3"/>
          <p:cNvSpPr txBox="1"/>
          <p:nvPr/>
        </p:nvSpPr>
        <p:spPr bwMode="auto">
          <a:xfrm>
            <a:off x="380997" y="888075"/>
            <a:ext cx="12384795" cy="852044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button1_Click(object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MessageBox.Show(monthCalendar1.SelectionRange.ToString());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button2_Click(object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MessageBox.Show(monthCalendar1.SelectionRange.Start.ToShortDateString());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button3_Click(object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MessageBox.Show(monthCalendar1.SelectionRange.End.ToShortDateString());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Single date: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10/09/2026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Date range: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10/09/2026 → 15/09/2026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Start returns 10/09/2026.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End returns 15/09/2026.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841854" name="object 3"/>
          <p:cNvSpPr txBox="1"/>
          <p:nvPr/>
        </p:nvSpPr>
        <p:spPr bwMode="auto">
          <a:xfrm>
            <a:off x="380997" y="888075"/>
            <a:ext cx="12364996" cy="50334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SelectionRange → gets or sets the complete selected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SelectionStart / SelectionEnd → directly access or modify the start and end dates.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MaxSelectionCount → limits the number of selectable days.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MinDate / MaxDate → define the allowed date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TodayDate → specifies the date considered as today.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FirstDayOfWeek → specifies the first day of the week.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CalendarDimensions → controls how many months are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Events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DateChanged → occurs when the selected date or range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DateSelected → occurs when the user selects a date or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638999" name="object 3"/>
          <p:cNvSpPr txBox="1"/>
          <p:nvPr/>
        </p:nvSpPr>
        <p:spPr bwMode="auto">
          <a:xfrm>
            <a:off x="380997" y="888075"/>
            <a:ext cx="12384795" cy="2254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selectable range is limited by MaxSelectionCount.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ToString() and ToShortDateString() produce text based on the DateTime/culture settings.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341370" name="object 3"/>
          <p:cNvSpPr txBox="1"/>
          <p:nvPr/>
        </p:nvSpPr>
        <p:spPr bwMode="auto">
          <a:xfrm>
            <a:off x="380997" y="888075"/>
            <a:ext cx="12385511" cy="34701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MonthCalendar allows selecting dates or date ranges.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SelectionRange → complete selected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Start / SelectionStart → first selected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End / SelectionEnd → last selected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MaxSelectionCount → limits the number of selected days.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DateChanged / DateSelected → handle selection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34245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2026-10-06T14:30:50Z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