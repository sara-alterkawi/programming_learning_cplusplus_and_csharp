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6194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54960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263272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508690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671721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95766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890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2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672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4101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855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562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167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8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480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313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1550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163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02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01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544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397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7980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709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323A0B-7C71-9F51-C277-92EDB09DF6CA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20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8664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888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050A1A-AFE6-BD70-5C1A-E4D5C9AA421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15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0912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48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514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7149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1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605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662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3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59777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157989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77067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309600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24444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23570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163610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46628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9472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17636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15453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7837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438848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0149983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3353022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388967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498953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305428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4361652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77428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814472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140907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622132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54482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606776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36114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6897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62979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13647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1315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120936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25659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2573082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70934168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 loop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743924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9032755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50814552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 loop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579564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Repeats a block of code while a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Commonly used when the number of iterations is controlled by a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257339" name="object 3"/>
          <p:cNvSpPr txBox="1"/>
          <p:nvPr/>
        </p:nvSpPr>
        <p:spPr bwMode="auto">
          <a:xfrm>
            <a:off x="380997" y="888075"/>
            <a:ext cx="12389111" cy="787653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Three Parts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Initialization → runs once before the loop starts.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Condition → checked before each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Iterator → runs after each iteration to update the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📌 Forward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Starts from a smaller value and increases the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Usually uses i++.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📌 Backward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Starts from a larger value and decreases the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Usually uses i--.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📌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Nested for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for loop placed inside another for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inner loop completes all its iterations for every iteration of the outer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523142" name="object 3"/>
          <p:cNvSpPr txBox="1"/>
          <p:nvPr/>
        </p:nvSpPr>
        <p:spPr bwMode="auto">
          <a:xfrm>
            <a:off x="380997" y="888075"/>
            <a:ext cx="12372918" cy="53259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(int i = 1; i &lt;= 10;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239150" name="object 3"/>
          <p:cNvSpPr txBox="1"/>
          <p:nvPr/>
        </p:nvSpPr>
        <p:spPr bwMode="auto">
          <a:xfrm>
            <a:off x="380997" y="888075"/>
            <a:ext cx="12373278" cy="532595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(int i = 10; i &gt;= 1; i--)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886568" name="object 3"/>
          <p:cNvSpPr txBox="1"/>
          <p:nvPr/>
        </p:nvSpPr>
        <p:spPr bwMode="auto">
          <a:xfrm>
            <a:off x="380997" y="888075"/>
            <a:ext cx="12374358" cy="496019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(int i = 1; i &lt;= 10;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(int j = 0; j &lt; 10; j++)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Console.WriteLine("i={0} and j={1}", i, j);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Total Executions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 × 10 = 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661963" name="object 3"/>
          <p:cNvSpPr txBox="1"/>
          <p:nvPr/>
        </p:nvSpPr>
        <p:spPr bwMode="auto">
          <a:xfrm>
            <a:off x="380997" y="888075"/>
            <a:ext cx="123707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The basic for loop syntax is essentially the same in C# and C++.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The main difference in this example is the output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065390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repeats code based on a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Initialization runs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Condition controls whether the loop continues.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Iterator updates the counter after each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i++ increases the counter, while i-- decreases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Nested loops contain one loop inside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3793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2026-10-05T12:03:12Z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