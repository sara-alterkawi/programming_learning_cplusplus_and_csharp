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069080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7402730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3624691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4110182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73246647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4488747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7396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18996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1044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0105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093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005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8567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12113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90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8000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6734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08405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0105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24100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353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4513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7621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4113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9116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18225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222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6571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6113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007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89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2762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8798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3745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74500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3017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8444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6854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523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02949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902516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757350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900877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1379905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3385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001219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955451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515380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900943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688388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565229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351620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2626885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6608489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714529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3995013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335146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69344909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6856596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920087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841701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5377764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93310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417508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9707394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52427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31151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582872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102231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9015637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0969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72553035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59897413" name="object 30"/>
          <p:cNvSpPr txBox="1"/>
          <p:nvPr/>
        </p:nvSpPr>
        <p:spPr bwMode="auto">
          <a:xfrm>
            <a:off x="0" y="1143000"/>
            <a:ext cx="13107985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.NET Framework Class Library (FCL)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4924546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4098692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73316680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.NET Framework Class Library (FCL)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95130" name="object 3"/>
          <p:cNvSpPr txBox="1"/>
          <p:nvPr/>
        </p:nvSpPr>
        <p:spPr bwMode="auto">
          <a:xfrm>
            <a:off x="380997" y="888075"/>
            <a:ext cx="1236787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FCL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FCL (Framework Class Library) is the collection of reusable classes, interfaces, types, and namespaces provided by the classic .NET Framework.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gives developers ready-to-use functionality instead of requiring everything to be built from scratch.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769267" name="object 3"/>
          <p:cNvSpPr txBox="1"/>
          <p:nvPr/>
        </p:nvSpPr>
        <p:spPr bwMode="auto">
          <a:xfrm>
            <a:off x="380997" y="888075"/>
            <a:ext cx="12382632" cy="6353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Common Functionality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Data types and strings.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Collections.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File and stream operations.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Database access.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Networking.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XML processing.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Windows Forms.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Web functionality in classic .NET Framework.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BCL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BCL (Base Class Library) represents the core/fundamental part of the .NET class libraries.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 classic .NET Framework terminology, FCL is the broader library concept that includes the BCL.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83195" name="object 3"/>
          <p:cNvSpPr txBox="1"/>
          <p:nvPr/>
        </p:nvSpPr>
        <p:spPr bwMode="auto">
          <a:xfrm>
            <a:off x="380997" y="888075"/>
            <a:ext cx="12396309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Choose the functionality needed by the application.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Reference the required namespace/library.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Use the provided classes and APIs.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Build the application without implementing common functionality from scratch.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101408" name="object 3"/>
          <p:cNvSpPr txBox="1"/>
          <p:nvPr/>
        </p:nvSpPr>
        <p:spPr bwMode="auto">
          <a:xfrm>
            <a:off x="380997" y="888075"/>
            <a:ext cx="12372918" cy="31313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using System.IO;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File.WriteAllText("data.txt", "Hello");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application uses existing .NET functionality to write data to a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154025" name="object 3"/>
          <p:cNvSpPr txBox="1"/>
          <p:nvPr/>
        </p:nvSpPr>
        <p:spPr bwMode="auto">
          <a:xfrm>
            <a:off x="380997" y="888075"/>
            <a:ext cx="12363559" cy="3138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Common namespaces include `System`, `System.Collections`, `System.IO`, `System.Net`, `System.Data`, `System.Text`, `System.Threading`, and `System.Reflection`.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`System.Web` belongs to classic .NET Framework and is not part of modern ASP.NET Core.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8180" name="object 3"/>
          <p:cNvSpPr txBox="1"/>
          <p:nvPr/>
        </p:nvSpPr>
        <p:spPr bwMode="auto">
          <a:xfrm>
            <a:off x="380997" y="888075"/>
            <a:ext cx="12365714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FCL and CLR are not the same.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FCL provides libraries and APIs; CLR provides the runtime environment.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Some FCL technologies belong specifically to the older .NET Framework.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403083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CLR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Executes and manages .NET applications.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runtime services.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Includes JIT and Garbage Collection.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FCL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reusable classes and APIs.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functionality for applications.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Includes areas such as I/O, collections, data access, and networking.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076568" name="object 3"/>
          <p:cNvSpPr txBox="1"/>
          <p:nvPr/>
        </p:nvSpPr>
        <p:spPr bwMode="auto">
          <a:xfrm>
            <a:off x="380997" y="888075"/>
            <a:ext cx="12384432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CLR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Executes and manages .NET applications.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runtime services.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Includes JIT and Garbage Collection.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FCL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reusable classes and APIs.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functionality for applications.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Includes areas such as I/O, collections, data access, and networking.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55800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2026-09-29T06:44:53Z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