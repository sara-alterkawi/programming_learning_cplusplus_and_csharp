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86876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5780487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719677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025489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4085323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3818623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32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7161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50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9683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2543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040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179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262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0726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5382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2073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8449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8597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650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20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8632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81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047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395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0026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663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9407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0196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064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230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24791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3055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71350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49202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7434942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59080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4653896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41191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4302497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76020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819350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451532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8073077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8553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859239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337507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874412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190535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8744968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916902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2681994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488108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629378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673491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363223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77207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904485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929966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70030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388119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0723743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712580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315873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00608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5139932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88636464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Math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687001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3946718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27681383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Math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586129" name="object 3"/>
          <p:cNvSpPr txBox="1"/>
          <p:nvPr/>
        </p:nvSpPr>
        <p:spPr bwMode="auto">
          <a:xfrm>
            <a:off x="380997" y="888075"/>
            <a:ext cx="12385508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Math Class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C# Math class provides built-in methods for common mathematical operations.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977662" name="object 3"/>
          <p:cNvSpPr txBox="1"/>
          <p:nvPr/>
        </p:nvSpPr>
        <p:spPr bwMode="auto">
          <a:xfrm>
            <a:off x="380997" y="888075"/>
            <a:ext cx="12384070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Math.Max(x, y)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the larger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Math.Min(x, y)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the smaller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Math.Sqrt(x)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the square root of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Math.Abs(x)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the absolute value by removing the negative sign.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Math.Round(x)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Rounds a number to the nearest whole number by default.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205398" name="object 3"/>
          <p:cNvSpPr txBox="1"/>
          <p:nvPr/>
        </p:nvSpPr>
        <p:spPr bwMode="auto">
          <a:xfrm>
            <a:off x="380997" y="888075"/>
            <a:ext cx="12384436" cy="5691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Console.WriteLine("Max of 5, 10 is: {0}", Math.Max(5, 10));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Console.WriteLine("Min of 5, 10 is: {0}", Math.Min(5, 10));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Console.WriteLine("Squir Root of 64 is: {0}", Math.Sqrt(64));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Console.WriteLine("Absolute (positive) value of  -4.7 is: {0}", Math.Abs(-4.7));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Console.WriteLine("Round of 9.99 is: {0}", Math.Round(9.99));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Max of 5, 10 is: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Min of 5, 10 is: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Squir Root of 64 is: 8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Absolute(positive) value of  -4.7 is: 4,7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Round of 9.99 is: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33937" name="object 3"/>
          <p:cNvSpPr txBox="1"/>
          <p:nvPr/>
        </p:nvSpPr>
        <p:spPr bwMode="auto">
          <a:xfrm>
            <a:off x="380997" y="888075"/>
            <a:ext cx="12364637" cy="205918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Math.Round() uses banker's rounding for exact halfway values by default.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Example: Math.Round(9.5) → 10, because 10 is the nearest even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079390" name="object 3"/>
          <p:cNvSpPr txBox="1"/>
          <p:nvPr/>
        </p:nvSpPr>
        <p:spPr bwMode="auto">
          <a:xfrm>
            <a:off x="380997" y="888075"/>
            <a:ext cx="12372197" cy="36150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Math.Max() → Largest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Math.Min() → Smallest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Math.Sqrt() → Square root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🟦 Math.Abs() → Absolute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🟪 Math.Round() → Nearest whole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834001" name="object 3"/>
          <p:cNvSpPr txBox="1"/>
          <p:nvPr/>
        </p:nvSpPr>
        <p:spPr bwMode="auto">
          <a:xfrm>
            <a:off x="380997" y="888075"/>
            <a:ext cx="12385511" cy="30968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Math.Max() → largest.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Math.Min() → smallest.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Math.Sqrt() → square root.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Math.Abs() → absolute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Math.Round() → rounds to the nearest whole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64493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354</cp:revision>
  <dcterms:created xsi:type="dcterms:W3CDTF">2025-12-09T17:44:59Z</dcterms:created>
  <dcterms:modified xsi:type="dcterms:W3CDTF">2026-10-05T13:32:28Z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