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5564664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58592622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95139076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83527444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556325018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64998572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71086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176543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75454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46311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169929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17858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48141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565312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20871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8380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63466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32166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32209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84715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76338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CB83CE4-3D67-0FA8-C2FA-EFF6B0C58997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3956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49237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67651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82856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16952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45976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72452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678614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25790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22711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66241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50180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3B93161-CB31-2A59-CFBB-66340BF80951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96642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08186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3513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43693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441944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03994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816916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7771827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04545407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51304285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32944696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956268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71989821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83377837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2035998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10988230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30446117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51618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51731387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337574158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973354696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76571118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51226775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81267332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598740157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60399579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08458534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5396456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894829900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6695265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73661025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27511243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42196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88053372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94681153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8815688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998355958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5255816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404574822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609118686" name="object 30"/>
          <p:cNvSpPr txBox="1"/>
          <p:nvPr/>
        </p:nvSpPr>
        <p:spPr bwMode="auto">
          <a:xfrm>
            <a:off x="0" y="1143000"/>
            <a:ext cx="13110862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ProgressBar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555789145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424513026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367424820" name="object 30"/>
          <p:cNvSpPr txBox="1"/>
          <p:nvPr/>
        </p:nvSpPr>
        <p:spPr bwMode="auto">
          <a:xfrm flipH="0" flipV="0">
            <a:off x="106425" y="3084201"/>
            <a:ext cx="13277090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ProgressBar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7103767" name="object 3"/>
          <p:cNvSpPr txBox="1"/>
          <p:nvPr/>
        </p:nvSpPr>
        <p:spPr bwMode="auto">
          <a:xfrm>
            <a:off x="380997" y="888075"/>
            <a:ext cx="12385508" cy="2993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ProgressBar Control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 Windows Forms control used to display the progress of an operation, usually from 0% to 100%.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In this program, it works with a Timer and buttons to Start, Pause, Resume, Stop, and Reset the progress.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3297217" name="object 3"/>
          <p:cNvSpPr txBox="1"/>
          <p:nvPr/>
        </p:nvSpPr>
        <p:spPr bwMode="auto">
          <a:xfrm>
            <a:off x="380997" y="888075"/>
            <a:ext cx="12384070" cy="448699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Pause State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`isPaused` is a Boolean variable used to track whether the progress is paused.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Timer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`timer1` runs every 500 milliseconds and increases the ProgressBar value by 1.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ProgressBar Configuration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Minimum = 0, Maximum = 100, and Value starts at 0.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label displays the current ProgressBar value as a percentage.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97659" name="object 3"/>
          <p:cNvSpPr txBox="1"/>
          <p:nvPr/>
        </p:nvSpPr>
        <p:spPr bwMode="auto">
          <a:xfrm>
            <a:off x="380997" y="888075"/>
            <a:ext cx="12387309" cy="4128726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 marL="21911">
              <a:spcBef>
                <a:spcPts val="1214"/>
              </a:spcBef>
              <a:defRPr/>
            </a:pPr>
            <a:r>
              <a:rPr lang="en-GB" sz="4000" b="1" spc="-16">
                <a:solidFill>
                  <a:schemeClr val="tx1"/>
                </a:solidFill>
                <a:latin typeface="Comic Sans MS"/>
                <a:cs typeface="Comic Sans MS"/>
              </a:rPr>
              <a:t>📖 </a:t>
            </a:r>
            <a:r>
              <a:rPr sz="4000" b="1" spc="-16">
                <a:solidFill>
                  <a:schemeClr val="tx1"/>
                </a:solidFill>
                <a:latin typeface="Comic Sans MS"/>
                <a:cs typeface="Comic Sans MS"/>
              </a:rPr>
              <a:t>Procedure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Set `isPaused` to `false`.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Set the Timer interval to 500 milliseconds.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Configure the initial button states.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Set the ProgressBar range from 0 to 100.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Start the Timer when Start is clicked.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Stop and restart the Timer with Pause and Resume.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Stop the Timer with Stop without changing the current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8️⃣ Reset the ProgressBar and label to 0%.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8558405" name="object 3"/>
          <p:cNvSpPr txBox="1"/>
          <p:nvPr/>
        </p:nvSpPr>
        <p:spPr bwMode="auto">
          <a:xfrm>
            <a:off x="380997" y="888075"/>
            <a:ext cx="12384795" cy="627083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if (progressBar1.Value &lt; progressBar1.Maximum)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progressBar1.Value++;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label1.Text = progressBar1.Value + "%";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0%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1%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2%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3%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...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99%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100%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5608329" name="object 3"/>
          <p:cNvSpPr txBox="1"/>
          <p:nvPr/>
        </p:nvSpPr>
        <p:spPr bwMode="auto">
          <a:xfrm>
            <a:off x="380997" y="888075"/>
            <a:ext cx="12364996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`Minimum` defines the lowest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`Maximum` defines the highest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`Value` represents the current progress.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`Interval = 500` means the Timer ticks approximately every 500 milliseconds.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0723127" name="object 3"/>
          <p:cNvSpPr txBox="1"/>
          <p:nvPr/>
        </p:nvSpPr>
        <p:spPr bwMode="auto">
          <a:xfrm>
            <a:off x="380997" y="888075"/>
            <a:ext cx="12373276" cy="486024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Start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Starts the Timer and progress.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Pause / Resume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Pause stops the Timer.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Resume starts it again from the current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🟦 Stop / Reset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Stop pauses the progress without resetting the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Reset stops the Timer and returns the progress to 0%.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916802" name="object 3"/>
          <p:cNvSpPr txBox="1"/>
          <p:nvPr/>
        </p:nvSpPr>
        <p:spPr bwMode="auto">
          <a:xfrm>
            <a:off x="380997" y="888075"/>
            <a:ext cx="12384795" cy="2262459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>
              <a:defRPr/>
            </a:pPr>
            <a:r>
              <a:rPr sz="4000" b="1" i="0" u="none" strike="noStrike" cap="none" spc="-16">
                <a:solidFill>
                  <a:schemeClr val="tx1"/>
                </a:solidFill>
                <a:latin typeface="Comic Sans MS"/>
                <a:ea typeface="Comic Sans MS"/>
                <a:cs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6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ProgressBar cannot exceed its `Maximum`.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condition `Value &lt; Maximum` prevents the value from going above 100.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When the value reaches 100, the Timer stops.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8972283" name="object 3"/>
          <p:cNvSpPr txBox="1"/>
          <p:nvPr/>
        </p:nvSpPr>
        <p:spPr bwMode="auto">
          <a:xfrm>
            <a:off x="380997" y="888075"/>
            <a:ext cx="12385511" cy="348770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ProgressBar → displays the current progress.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Timer → controls how often the progress increases.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`Value` → stores the current progress.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`Start()` → starts the Timer.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`Stop()` → stops the Timer.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`isPaused` → tracks the pause state.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1872072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356</cp:revision>
  <dcterms:created xsi:type="dcterms:W3CDTF">2025-12-09T17:44:59Z</dcterms:created>
  <dcterms:modified xsi:type="dcterms:W3CDTF">2026-10-07T06:13:24Z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