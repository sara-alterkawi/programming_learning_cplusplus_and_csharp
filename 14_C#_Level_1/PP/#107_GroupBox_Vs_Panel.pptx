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103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459445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80584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748401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1358781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71046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3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4882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585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470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021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578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847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468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574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08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303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7664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490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736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281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198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81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1648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76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434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856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958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845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32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374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442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960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844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7136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363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75119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270926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98748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69209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36422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25389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57252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7436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447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598480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759432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8905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98816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6618264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2784276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71611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99717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15571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628029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473527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33609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55845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972604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1225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251134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230699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939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21376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596088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49678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97044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94524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4281823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02182476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GroupBox Vs Panel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695211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895079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24234528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GroupBox Vs Panel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131088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GroupBox and Panel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containers used to group and organize other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Both can contain controls such as TextBox, Button, Label, RadioButton, and CheckBox.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175058" name="object 3"/>
          <p:cNvSpPr txBox="1"/>
          <p:nvPr/>
        </p:nvSpPr>
        <p:spPr bwMode="auto">
          <a:xfrm>
            <a:off x="380997" y="888075"/>
            <a:ext cx="1238407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GroupBox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Mainly used to visually and logically group related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Displays a border and can have a title using the Text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Panel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Mainly used as a container for organizing controls and layouts.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Does not have a title like GroupBox and can support scrolling.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773094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GroupBox or Panel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related controls inside the container.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GroupBox.Text to set a title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Panel.AutoScroll when the content may exceed its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Panel.BorderStyle when a visible border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Move or organize the container to manage its controls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280801" name="object 3"/>
          <p:cNvSpPr txBox="1"/>
          <p:nvPr/>
        </p:nvSpPr>
        <p:spPr bwMode="auto">
          <a:xfrm>
            <a:off x="380997" y="888075"/>
            <a:ext cx="12384795" cy="55393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GroupBox groupBox = new GroupBox();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groupBox.Text = "Personal Information";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Panel panel = new Panel();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panel.AutoScroll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┌─────────────────────────────┐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Personal Information   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                       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Name: [____________]   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│ Age:  [____________]        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└─────────────────────────────┘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805367" name="object 3"/>
          <p:cNvSpPr txBox="1"/>
          <p:nvPr/>
        </p:nvSpPr>
        <p:spPr bwMode="auto">
          <a:xfrm>
            <a:off x="380997" y="888075"/>
            <a:ext cx="12364996" cy="5336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GroupBox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Text → sets the displayed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Controls → contains the controls inside the GroupBox.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Panel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Controls → contains the controls inside the Panel.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AutoScroll → enables scrolling for larger content.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BorderStyle → controls the panel border.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Common BorderStyle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FixedSingle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Fixed3D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648556" name="object 3"/>
          <p:cNvSpPr txBox="1"/>
          <p:nvPr/>
        </p:nvSpPr>
        <p:spPr bwMode="auto">
          <a:xfrm>
            <a:off x="380997" y="888075"/>
            <a:ext cx="12373276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GroupBox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Groups related controls visually.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display a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clearly defined sections.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Panel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Organizes controls inside a container.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provide a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features such as scrolling and borders.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layouts and larger sections.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81148" name="object 3"/>
          <p:cNvSpPr txBox="1"/>
          <p:nvPr/>
        </p:nvSpPr>
        <p:spPr bwMode="auto">
          <a:xfrm>
            <a:off x="380997" y="888075"/>
            <a:ext cx="12385511" cy="3096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GroupBox → titled visual grouping.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Panel → flexible container for organizing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GroupBox.Text → sets the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Panel.AutoScroll → enables scrolling.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Both → can contain other Windows Forms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21315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357</cp:revision>
  <dcterms:created xsi:type="dcterms:W3CDTF">2025-12-09T17:44:59Z</dcterms:created>
  <dcterms:modified xsi:type="dcterms:W3CDTF">2026-10-07T07:15:52Z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