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74738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509497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7380954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3841168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6356451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0634349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2512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08737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0124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414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0490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9088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7872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28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6830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456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47086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410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509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6117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3172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398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63816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767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1708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4683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910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1667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746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4269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8444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9339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9424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3256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7923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80781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086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4864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623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01005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645066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598361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885236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3438752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3453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7943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400915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369230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475940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7214547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96752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889047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5977033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8059487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628586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6485113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059520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99551064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0008280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527948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504231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8848324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76466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59443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4119885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836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668308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820076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494002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6811741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08602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2775748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38573566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Timer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46196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4023023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89703334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Timer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031203" name="object 3"/>
          <p:cNvSpPr txBox="1"/>
          <p:nvPr/>
        </p:nvSpPr>
        <p:spPr bwMode="auto">
          <a:xfrm>
            <a:off x="380997" y="888075"/>
            <a:ext cx="12385508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Timer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Windows Forms component that raises the Tick event repeatedly at a specified interval.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 this example, it is used to create a simple counter.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342250" name="object 3"/>
          <p:cNvSpPr txBox="1"/>
          <p:nvPr/>
        </p:nvSpPr>
        <p:spPr bwMode="auto">
          <a:xfrm>
            <a:off x="380997" y="888075"/>
            <a:ext cx="12384070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Counter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Counter stores the current count and starts at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Counter++ increases the value by 1 on every Tick event.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Display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label1.Text displays the current Counter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ToString() converts the integer into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Timer Control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timer1.Enabled = true starts the Timer.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timer1.Enabled = false pauses the Timer.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895010" name="object 3"/>
          <p:cNvSpPr txBox="1"/>
          <p:nvPr/>
        </p:nvSpPr>
        <p:spPr bwMode="auto">
          <a:xfrm>
            <a:off x="380997" y="888075"/>
            <a:ext cx="12387309" cy="3755472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Initialize Counter to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Start the Timer with Enabled =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Increase Counter on every Tick event.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Display the updated Counter in label1.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Pause the Timer by setting Enabled =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Resume it by setting Enabled =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Reset Counter to 0 when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153114" name="object 3"/>
          <p:cNvSpPr txBox="1"/>
          <p:nvPr/>
        </p:nvSpPr>
        <p:spPr bwMode="auto">
          <a:xfrm>
            <a:off x="380997" y="888075"/>
            <a:ext cx="12384795" cy="527385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timer1_Tick(object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Counter++;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label1.Text = Counter.ToString();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Button 1 → Starts the Timer and counter.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Button 2 → Pauses the Timer and keeps the current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Button 3 → Resumes the Timer from the current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Button 4 → Stops the Timer and resets the counter to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972290" name="object 3"/>
          <p:cNvSpPr txBox="1"/>
          <p:nvPr/>
        </p:nvSpPr>
        <p:spPr bwMode="auto">
          <a:xfrm>
            <a:off x="380997" y="888075"/>
            <a:ext cx="12364996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Interval specifies the time between Tick events in milliseconds.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Interval = 1000 means approximately 1 second.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Tick occurs whenever the specified interval elapses.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43885" name="object 3"/>
          <p:cNvSpPr txBox="1"/>
          <p:nvPr/>
        </p:nvSpPr>
        <p:spPr bwMode="auto">
          <a:xfrm>
            <a:off x="380997" y="888075"/>
            <a:ext cx="12373276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Pause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Stops Tick events.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Keeps the current Counter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continue later from the same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Reset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Stops the Timer.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Sets Counter to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next start begins from zero.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537732" name="object 3"/>
          <p:cNvSpPr txBox="1"/>
          <p:nvPr/>
        </p:nvSpPr>
        <p:spPr bwMode="auto">
          <a:xfrm>
            <a:off x="380997" y="888075"/>
            <a:ext cx="12384795" cy="262821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Enabled = false pauses the Timer but does not reset Counter.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Resetting requires setting Counter =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Windows Forms Timer runs Tick on the UI thread, so long-running code can make the interface unresponsive.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5709805" name="object 3"/>
          <p:cNvSpPr txBox="1"/>
          <p:nvPr/>
        </p:nvSpPr>
        <p:spPr bwMode="auto">
          <a:xfrm>
            <a:off x="380997" y="888075"/>
            <a:ext cx="12385511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Timer executes code repeatedly through the Tick event.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Interval controls the time between Tick events.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Enabled starts or pauses the Timer.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Counter++ increases the counter.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label1.Text displays the counter.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Pause keeps the current value, while Reset sets it back to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56366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356</cp:revision>
  <dcterms:created xsi:type="dcterms:W3CDTF">2025-12-09T17:44:59Z</dcterms:created>
  <dcterms:modified xsi:type="dcterms:W3CDTF">2026-10-06T14:37:06Z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