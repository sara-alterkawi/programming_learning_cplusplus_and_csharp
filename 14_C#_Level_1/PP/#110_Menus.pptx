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24943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0184359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774677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7967751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4617367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8554358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37526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4815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6252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313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5488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3913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98607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75637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4811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8074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3004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3369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83CE4-3D67-0FA8-C2FA-EFF6B0C5899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0202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7753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9416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09075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21427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4378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418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07754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5099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5365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16736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6054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4624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35283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1305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78551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135445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038473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9734326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5376794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84332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8354601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168613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0775663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238863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4464463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26861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3262323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2300089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5658187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9020076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2821021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589407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23974918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6254561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5572183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6038777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5253728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84001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4506227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8209517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15792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365785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37190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3749635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3575024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322121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920708361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551060561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Menus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47900040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4642031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04019616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MenuStrip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6786377" name="object 3"/>
          <p:cNvSpPr txBox="1"/>
          <p:nvPr/>
        </p:nvSpPr>
        <p:spPr bwMode="auto">
          <a:xfrm>
            <a:off x="380997" y="888075"/>
            <a:ext cx="12385508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MenuStrip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Windows Forms control used to create the main menu at the top of a 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Contains menu items such as File, Edit, Clients, and Help.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ToolStripMenuItem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Represents an individual menu item.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Can contain submenu items and respond to events such as Click.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3056767" name="object 3"/>
          <p:cNvSpPr txBox="1"/>
          <p:nvPr/>
        </p:nvSpPr>
        <p:spPr bwMode="auto">
          <a:xfrm>
            <a:off x="380997" y="888075"/>
            <a:ext cx="12387309" cy="263571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sz="4000" b="1" spc="-16">
                <a:solidFill>
                  <a:schemeClr val="tx1"/>
                </a:solidFill>
                <a:latin typeface="Comic Sans MS"/>
                <a:cs typeface="Comic Sans MS"/>
              </a:rPr>
              <a:t>Procedure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Add a MenuStrip to the 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Create menu items such as Find Client, Add New Client, and Logout.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Create a Click event for each menu item.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Add the required code inside the event handler.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7963027" name="object 3"/>
          <p:cNvSpPr txBox="1"/>
          <p:nvPr/>
        </p:nvSpPr>
        <p:spPr bwMode="auto">
          <a:xfrm>
            <a:off x="380997" y="888075"/>
            <a:ext cx="12384795" cy="40762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private void findClientToolStripMenuItem_Click(object sender, EventArgs e)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MessageBox.Show("Find Client is here");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Clicking Find Client displays: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Find Client is here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997199" name="object 3"/>
          <p:cNvSpPr txBox="1"/>
          <p:nvPr/>
        </p:nvSpPr>
        <p:spPr bwMode="auto">
          <a:xfrm>
            <a:off x="380997" y="888075"/>
            <a:ext cx="12373636" cy="736089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🔎 Most Used Properties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MenuStrip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`Items` → Gets the top-level menu items.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`Dock` → Controls the MenuStrip position.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`BackColor` → Sets the background color.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`ForeColor` → Sets the text color.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`Font` → Sets the menu text font.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`Visible` → Shows or hides the MenuStrip.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`Enabled` → Enables or disables the MenuStrip.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ToolStripMenuItem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`Text` → Sets the displayed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`Name` → Sets the item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`Enabled` → Enables or disables the item.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`Visible` → Shows or hides the item.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`Checked` → Indicates whether the item is checked.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`ShortcutKeys` → Assigns keyboard shortcuts.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`DropDownItems` → Contains submenu items.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804808" name="object 3"/>
          <p:cNvSpPr txBox="1"/>
          <p:nvPr/>
        </p:nvSpPr>
        <p:spPr bwMode="auto">
          <a:xfrm>
            <a:off x="380997" y="888075"/>
            <a:ext cx="12364996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`MenuStrip` is the main menu container.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`ToolStripMenuItem` represents an individual menu item.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`Items` contains top-level items, while `DropDownItems` contains submenus.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5284518" name="object 3"/>
          <p:cNvSpPr txBox="1"/>
          <p:nvPr/>
        </p:nvSpPr>
        <p:spPr bwMode="auto">
          <a:xfrm>
            <a:off x="380997" y="888075"/>
            <a:ext cx="12385511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`MenuStrip` creates the main menu of a Windows Forms application.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`ToolStripMenuItem` represents menu items.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`Click` events execute code when an item is selected.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`Items` manages top-level menu items.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`DropDownItems` manages submenu items.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75964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357</cp:revision>
  <dcterms:created xsi:type="dcterms:W3CDTF">2025-12-09T17:44:59Z</dcterms:created>
  <dcterms:modified xsi:type="dcterms:W3CDTF">2026-10-07T07:42:36Z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