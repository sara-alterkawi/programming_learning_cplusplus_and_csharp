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50266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8772750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0044724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28355081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94039917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5552655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88254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17611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3035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49524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64172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06443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17370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79047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7382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7051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681840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45535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00800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46170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58350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33487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9668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24087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3153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2327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56726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51649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15339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1674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3426962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49153858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762640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7347251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3090637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091190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668945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3706595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7764796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0748228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5499876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439867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58391856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9008663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46103378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20188111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38011346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0452277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1141428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4687747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0751272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680348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80958690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159469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8686412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4589779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76589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5527194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0254531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62135178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8851770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6990006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226357564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992269998" name="object 30"/>
          <p:cNvSpPr txBox="1"/>
          <p:nvPr/>
        </p:nvSpPr>
        <p:spPr bwMode="auto">
          <a:xfrm>
            <a:off x="0" y="1143000"/>
            <a:ext cx="13109784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Assignment Operators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56834300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084097422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416217469" name="object 30"/>
          <p:cNvSpPr txBox="1"/>
          <p:nvPr/>
        </p:nvSpPr>
        <p:spPr bwMode="auto">
          <a:xfrm flipH="0" flipV="0">
            <a:off x="106425" y="3084201"/>
            <a:ext cx="13276014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Assignment Operators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4250742" name="object 3"/>
          <p:cNvSpPr txBox="1"/>
          <p:nvPr/>
        </p:nvSpPr>
        <p:spPr bwMode="auto">
          <a:xfrm>
            <a:off x="380997" y="888075"/>
            <a:ext cx="12367870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Assignment Operators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Used to assign a value to a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basic assignment operator is =.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5157316" name="object 3"/>
          <p:cNvSpPr txBox="1"/>
          <p:nvPr/>
        </p:nvSpPr>
        <p:spPr bwMode="auto">
          <a:xfrm>
            <a:off x="380997" y="888075"/>
            <a:ext cx="12372918" cy="23998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x = 10;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Assigns 10 to 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4433321" name="object 3"/>
          <p:cNvSpPr txBox="1"/>
          <p:nvPr/>
        </p:nvSpPr>
        <p:spPr bwMode="auto">
          <a:xfrm>
            <a:off x="380997" y="888075"/>
            <a:ext cx="12364639" cy="24148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📖 Compound Assignment Operators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Definition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Combine an arithmetic operation with =.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Provide a shorter way to update a variable.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7217488" name="object 3"/>
          <p:cNvSpPr txBox="1"/>
          <p:nvPr/>
        </p:nvSpPr>
        <p:spPr bwMode="auto">
          <a:xfrm>
            <a:off x="380997" y="888075"/>
            <a:ext cx="12370759" cy="83869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= 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x = 10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Assigns a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+=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x += 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Same as x = x + 5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-=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x -= 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Same as x = x - 3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*=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x *= 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Same as x = x * 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/=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x /= 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Same as x = x / 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%=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x %= 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Same as x = x % 3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Stores the remainder.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702630" name="object 3"/>
          <p:cNvSpPr txBox="1"/>
          <p:nvPr/>
        </p:nvSpPr>
        <p:spPr bwMode="auto">
          <a:xfrm>
            <a:off x="380997" y="888075"/>
            <a:ext cx="12384792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= assigns a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+=, -=, *=, /=, and %= update a variable using an arithmetic operation.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Compound operators make code shorter and easier to write.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515087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350</cp:revision>
  <dcterms:created xsi:type="dcterms:W3CDTF">2025-12-09T17:44:59Z</dcterms:created>
  <dcterms:modified xsi:type="dcterms:W3CDTF">2026-10-05T09:47:29Z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