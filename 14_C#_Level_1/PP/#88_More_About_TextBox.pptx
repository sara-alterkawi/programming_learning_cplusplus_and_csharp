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0436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111204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958624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754009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29989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8719390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6649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8430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9015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233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2098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6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321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2828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7913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835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2873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718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003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60667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213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511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662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773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055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123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240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667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65467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0971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2113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5492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786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3976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439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2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38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0254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33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16206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166979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062685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763836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040953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13938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3291836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58292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520137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128575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9510353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1569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702138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1888218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3321502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433073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4118549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304252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4538850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684507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774294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694290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5912237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79400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642436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071631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6822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079434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079258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166855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6363989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32277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203114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10803091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More About TextBox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235672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0926686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82079981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More About TextBox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766142" name="object 3"/>
          <p:cNvSpPr txBox="1"/>
          <p:nvPr/>
        </p:nvSpPr>
        <p:spPr bwMode="auto">
          <a:xfrm>
            <a:off x="380997" y="888075"/>
            <a:ext cx="12385508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TextBox Properties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Control how text is entered, displayed, edited, and positioned in a Windows Forms TextBox.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9214" name="object 3"/>
          <p:cNvSpPr txBox="1"/>
          <p:nvPr/>
        </p:nvSpPr>
        <p:spPr bwMode="auto">
          <a:xfrm>
            <a:off x="380997" y="888075"/>
            <a:ext cx="12384070" cy="89735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Focus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Gives the TextBox input focus so the user can start typing.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MaxLength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Limits the maximum number of characters the user can enter.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Password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Hides entered characters, commonly used for password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RightToLeft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Controls right-to-left text direction and layout.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Locked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Prevents the TextBox from being moved or resized in the Designer.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Multiline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the TextBox to contain multiple lines.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WordWrap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Automatically moves text to the next line when it reaches the control's edge.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ReadOnly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Prevents the user from editing the text while still allowing selection and copying.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Dock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Controls how the TextBox is positioned relative to its parent container.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BorderStyle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Controls the appearance of the TextBox border.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12086" name="object 3"/>
          <p:cNvSpPr txBox="1"/>
          <p:nvPr/>
        </p:nvSpPr>
        <p:spPr bwMode="auto">
          <a:xfrm>
            <a:off x="380997" y="888075"/>
            <a:ext cx="12387309" cy="3382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Set the required TextBox properties.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Focus() to give the TextBox input focus.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Configure text length, password display, and text direction.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Configure multiline and word wrapping when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ReadOnly when the user should only view the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Dock and BorderStyle to control layout and appearance.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266719" name="object 3"/>
          <p:cNvSpPr txBox="1"/>
          <p:nvPr/>
        </p:nvSpPr>
        <p:spPr bwMode="auto">
          <a:xfrm>
            <a:off x="380997" y="888075"/>
            <a:ext cx="12384436" cy="80868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txtName.Focus();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txtName.MaxLength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txtPassword.UseSystemPasswordChar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txtMessage.Multiline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txtMessage.WordWrap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txtResult.ReadOnly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txtName.Dock = DockStyle.Top;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txtName.BorderStyle = BorderStyle.FixedSingle;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Focus() → TextBox receives input focus.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MaxLength = 20 → Allows up to 20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UseSystemPasswordChar = true → Hides entered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Multiline = true → Allows multiple lines.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WordWrap = true → Wraps long text onto new lines.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ReadOnly = true → Prevents editing.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DockStyle.Top → Places the TextBox at the top of its parent.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BorderStyle.FixedSingle → Displays a single-line border.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087307" name="object 3"/>
          <p:cNvSpPr txBox="1"/>
          <p:nvPr/>
        </p:nvSpPr>
        <p:spPr bwMode="auto">
          <a:xfrm>
            <a:off x="380997" y="888075"/>
            <a:ext cx="12364637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Locked is mainly used in the Windows Forms Designer.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ReadOnly affects text editing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ReadOnly still allows the user to focus, select, and copy the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818889" name="object 3"/>
          <p:cNvSpPr txBox="1"/>
          <p:nvPr/>
        </p:nvSpPr>
        <p:spPr bwMode="auto">
          <a:xfrm>
            <a:off x="380997" y="888075"/>
            <a:ext cx="12372197" cy="50126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ReadOnly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Prevents editing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still receive focus.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Text can usually be selected and copied.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Locked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Prevents moving or resizing in the Designer.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affect text editing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for form design.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87843" name="object 3"/>
          <p:cNvSpPr txBox="1"/>
          <p:nvPr/>
        </p:nvSpPr>
        <p:spPr bwMode="auto">
          <a:xfrm>
            <a:off x="380997" y="888075"/>
            <a:ext cx="12384076" cy="204160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Locked does not prevent the user from typing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ReadOnly does not disable the TextBox; it only prevents editing.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775691" name="object 3"/>
          <p:cNvSpPr txBox="1"/>
          <p:nvPr/>
        </p:nvSpPr>
        <p:spPr bwMode="auto">
          <a:xfrm>
            <a:off x="380997" y="888075"/>
            <a:ext cx="12385511" cy="542430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TextBox properties control its behavior, layout, and appearance.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Focus → gives input focus.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MaxLength → limits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Password → hides entered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RightToLeft → controls text direction.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Locked → locks the control in the Designer.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Multiline → allows multiple lines.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WordWrap → wraps long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ReadOnly → prevents editing.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Dock → controls positioning.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BorderStyle → controls the border.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33988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355</cp:revision>
  <dcterms:created xsi:type="dcterms:W3CDTF">2025-12-09T17:44:59Z</dcterms:created>
  <dcterms:modified xsi:type="dcterms:W3CDTF">2026-10-06T11:39:34Z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