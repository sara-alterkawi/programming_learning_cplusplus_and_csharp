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70243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2048299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3855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32425917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75628386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6267350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590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5531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7277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2962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65054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1618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1493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70589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876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9061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0642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734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232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37067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1169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4377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38335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761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65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4244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3778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248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6584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756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8326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83492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5644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93161-CB31-2A59-CFBB-66340BF8095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72922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9819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24787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04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6133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99802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784171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571634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7330000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619710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7130023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57386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3894632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653698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409148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305243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2871841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734461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890287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75189074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2933138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148485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6028842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178729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64849342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703759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83770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714696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6701184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619963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915963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4043948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48199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7866795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816455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4155309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6267702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00340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38336834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84604850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MaskedTextBox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9215913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69772792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8594531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MaskedTextBox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319375" name="object 3"/>
          <p:cNvSpPr txBox="1"/>
          <p:nvPr/>
        </p:nvSpPr>
        <p:spPr bwMode="auto">
          <a:xfrm>
            <a:off x="380997" y="888075"/>
            <a:ext cx="12385508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MaskedTextBox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Windows Forms control that restricts user input according to a predefined mask.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custom mask defines the type, position, and format of allowed characters.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123796" name="object 3"/>
          <p:cNvSpPr txBox="1"/>
          <p:nvPr/>
        </p:nvSpPr>
        <p:spPr bwMode="auto">
          <a:xfrm>
            <a:off x="380997" y="888075"/>
            <a:ext cx="12384070" cy="646624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Mask Property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Mask property defines the required input format.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Example: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MaskedTextBox1.Mask = "00/00/0000";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Mask Characters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`0` → required digit from 0 to 9.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`9` → optional digit or space.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`L` → required letter.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`?` → optional letter.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`A` → required alphanumeric character.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`a` → optional alphanumeric character.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Literals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Characters such as `/`, `-`, and `:` are displayed as fixed literals.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Literals cannot be changed or deleted by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419323" name="object 3"/>
          <p:cNvSpPr txBox="1"/>
          <p:nvPr/>
        </p:nvSpPr>
        <p:spPr bwMode="auto">
          <a:xfrm>
            <a:off x="380997" y="888075"/>
            <a:ext cx="12387309" cy="3382219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Add a MaskedTextBox to the Windows Form.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Set the Mask property.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Define the required input format.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mask characters for allowed input.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Add literals such as `/` or `-` when needed.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Enter the value according to the defined mask.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833820" name="object 3"/>
          <p:cNvSpPr txBox="1"/>
          <p:nvPr/>
        </p:nvSpPr>
        <p:spPr bwMode="auto">
          <a:xfrm>
            <a:off x="380997" y="888075"/>
            <a:ext cx="12384795" cy="37105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MaskedTextBox1.Mask = "00/00/0000";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control appears as: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	__/__/____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	Example input: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	10/09/2026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007959" name="object 3"/>
          <p:cNvSpPr txBox="1"/>
          <p:nvPr/>
        </p:nvSpPr>
        <p:spPr bwMode="auto">
          <a:xfrm>
            <a:off x="380997" y="888075"/>
            <a:ext cx="12364996" cy="656164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Common mask characters: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`0` → required digit.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`9` → optional digit or space.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`L` → required letter.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`?` → optional letter.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`A` → required alphanumeric character.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`&amp;` → required character.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`C` → optional character.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🔹 Case conversion: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`&lt;` → converts following characters to lowercase.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`&gt;` → converts following characters to uppercase.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`|` → disables the previous case conversion.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🔹 Escape character: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`\` → treats the following mask character as a literal.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145491" name="object 3"/>
          <p:cNvSpPr txBox="1"/>
          <p:nvPr/>
        </p:nvSpPr>
        <p:spPr bwMode="auto">
          <a:xfrm>
            <a:off x="380997" y="888075"/>
            <a:ext cx="12373276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Required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Must contain a valid character.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Examples: `0`, `L`, `&amp;`, `A`.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Optional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be left blank.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Examples: `9`, `?`, `C`, `a`.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951780" name="object 3"/>
          <p:cNvSpPr txBox="1"/>
          <p:nvPr/>
        </p:nvSpPr>
        <p:spPr bwMode="auto">
          <a:xfrm>
            <a:off x="380997" y="888075"/>
            <a:ext cx="12385515" cy="262072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mask controls the input format but does not guarantee that the value is logically valid.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`00/00/0000` accepts a date-like format but does not verify whether the date is a real calendar date.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006306" name="object 3"/>
          <p:cNvSpPr txBox="1"/>
          <p:nvPr/>
        </p:nvSpPr>
        <p:spPr bwMode="auto">
          <a:xfrm>
            <a:off x="380997" y="888075"/>
            <a:ext cx="12385511" cy="464263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MaskedTextBox restricts input using a custom mask.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`Mask` → defines the input format.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`0` → required digit.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`9` → optional digit.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`L` → required letter.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`A` → required alphanumeric character.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`&lt;` / `&gt;` → control letter case.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`\` → escapes a mask character.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Other characters → fixed literals.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52152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356</cp:revision>
  <dcterms:created xsi:type="dcterms:W3CDTF">2025-12-09T17:44:59Z</dcterms:created>
  <dcterms:modified xsi:type="dcterms:W3CDTF">2026-10-06T13:58:22Z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