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4637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45424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71496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167617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16604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079073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32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511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13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96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740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622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84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386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464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280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8134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93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68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714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114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4019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396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819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120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903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380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25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201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86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7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2149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182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52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0735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278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70475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583253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7175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91874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83610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83568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923623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35152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82601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54549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19253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3319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293641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9992945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770693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153638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089738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430901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0021754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033511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79909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524176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269321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0599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377877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14211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131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50763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545539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970978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911935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23331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179825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62014447" name="object 30"/>
          <p:cNvSpPr txBox="1"/>
          <p:nvPr/>
        </p:nvSpPr>
        <p:spPr bwMode="auto">
          <a:xfrm>
            <a:off x="0" y="1143000"/>
            <a:ext cx="1311050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if (if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hen) Statement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228913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058735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04848281" name="object 30"/>
          <p:cNvSpPr txBox="1"/>
          <p:nvPr/>
        </p:nvSpPr>
        <p:spPr bwMode="auto">
          <a:xfrm flipH="0" flipV="0">
            <a:off x="106425" y="3084201"/>
            <a:ext cx="1327673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if (if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hen) Statement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375519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Statement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Executes a block of code only when a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for decision making in C#.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4511" name="object 3"/>
          <p:cNvSpPr txBox="1"/>
          <p:nvPr/>
        </p:nvSpPr>
        <p:spPr bwMode="auto">
          <a:xfrm>
            <a:off x="380997" y="888075"/>
            <a:ext cx="12382632" cy="7107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Tests one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condition is true, the code inside the block executes.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condition is false, the block is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if...else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Provides two possible outcomes.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condition is true, the if block executes.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condition is false, the else block executes.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if...else if...else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test multiple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Conditions are checked from top to bottom.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first true condition is executed, then the remaining conditions are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Logical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&amp;&amp; requires all conditions to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|| requires at least one condition to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445988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values for x and 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Test whether both x and y are zero using if.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Test the same condition using if...else.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Test multiple possibilities using if...else if...else.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Execute the matching block.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604976" name="object 3"/>
          <p:cNvSpPr txBox="1"/>
          <p:nvPr/>
        </p:nvSpPr>
        <p:spPr bwMode="auto">
          <a:xfrm>
            <a:off x="380997" y="888075"/>
            <a:ext cx="1237327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(x == 0 &amp;&amp; y ==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Console.WriteLine("Both x and y are zero");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else if (x ==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Console.WriteLine("x is zero");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else if (y ==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Console.WriteLine("y is zero");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Console.WriteLine("Neither x nor y is zero");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a number 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a number 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 is zero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329764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Conditions in an if statement must produce a Boolean value: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Multiple conditions can be combined using logical operators.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an if...else if...else chain, only the first true condition is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18585" name="object 3"/>
          <p:cNvSpPr txBox="1"/>
          <p:nvPr/>
        </p:nvSpPr>
        <p:spPr bwMode="auto">
          <a:xfrm>
            <a:off x="380997" y="888075"/>
            <a:ext cx="12371479" cy="4266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code only when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if...else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Chooses between two possible outcomes.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if...else if...else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Chooses between multiple possible outcomes.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805778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tests a condition and executes code when it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else handles the false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else if allows testing additional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&amp;&amp; means all conditions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|| means at least one condition must be true.ogical operators.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84252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2026-10-05T11:41:28Z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