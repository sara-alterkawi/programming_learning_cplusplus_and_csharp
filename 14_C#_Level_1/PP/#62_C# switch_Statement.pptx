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2342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92054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022586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636118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675431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842173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479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5667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062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045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249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82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6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7441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316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9529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667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2416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06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555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264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60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7661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82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433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453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076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92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1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178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847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764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22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517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27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33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2123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546282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816093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99674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257841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69027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48762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68331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10801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536691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89182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421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341136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06038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1203774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616280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33776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900718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0862358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13162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51415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761269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49583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4177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6859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0608275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8857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33693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34062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102908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820113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7118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0972332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39665142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switch Statement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543498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6851234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80067968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switch Statement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836133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switch Statement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choose one block of code from multiple possible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Often used instead of a long if...else if statement when comparing one value with multiple specific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957216" name="object 3"/>
          <p:cNvSpPr txBox="1"/>
          <p:nvPr/>
        </p:nvSpPr>
        <p:spPr bwMode="auto">
          <a:xfrm>
            <a:off x="380997" y="888075"/>
            <a:ext cx="123826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a possible value of the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case matches, its code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Exits the switch after the matching case is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Executes when none of the cases match.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Grouped Cases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 cases can share the same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Useful when different values should produce the same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4854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Evaluate the switch expression.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Compare its value with each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Execute the matching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break to exit the switch.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Execute default if no case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703733" name="object 3"/>
          <p:cNvSpPr txBox="1"/>
          <p:nvPr/>
        </p:nvSpPr>
        <p:spPr bwMode="auto">
          <a:xfrm>
            <a:off x="380997" y="888075"/>
            <a:ext cx="12372918" cy="8983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char ch = 'A';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switch (Char.ToLower(ch))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case 'a':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case 'e':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case 'i':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case 'o':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case 'u':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Console.WriteLine("Vowel");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break;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default: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Console.WriteLine("Not a vowel");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break;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a letter?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Vowel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924422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Char.ToLower(ch) converts the character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Grouped cases allow several values to execute the same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switch is best suited for comparing one value against specific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40801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if...else if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Better for complex conditions and ranges.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use conditions such as &gt;, &lt;, &amp;&amp;, and ||.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switch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Cleaner when comparing one value with multiple specific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grouped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512651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switch selects code based on matching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case defines a possible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break exits the switch.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default handles unmatched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Multiple cases can share the same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69305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2026-10-05T11:53:29Z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