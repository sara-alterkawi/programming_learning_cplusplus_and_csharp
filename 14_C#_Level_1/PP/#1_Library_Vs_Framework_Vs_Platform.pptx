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07540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7555607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2239428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0526097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6708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474468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0406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8882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295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4539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4265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004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5157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0395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009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6908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8471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737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04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0273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229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92BE3E-2A29-2B8F-001A-58A25B75ECC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590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2712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011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1148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0950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7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2428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67341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05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908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2668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465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734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6651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535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606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9933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669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047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2297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17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9601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731976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901824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97209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174434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57096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855995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882218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322957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811101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9151057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7710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319110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6846147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3634466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046917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884480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38177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102541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255947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904035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141858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8274389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55292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71282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626671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0896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244426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665461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904539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920300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47938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2363769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04977424" name="object 30"/>
          <p:cNvSpPr txBox="1"/>
          <p:nvPr/>
        </p:nvSpPr>
        <p:spPr bwMode="auto">
          <a:xfrm>
            <a:off x="0" y="1143000"/>
            <a:ext cx="1310798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Library vs Framework vs Platform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9929101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1515425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97796537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Library vs Framework vs Platform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698806" name="object 3"/>
          <p:cNvSpPr txBox="1"/>
          <p:nvPr/>
        </p:nvSpPr>
        <p:spPr bwMode="auto">
          <a:xfrm>
            <a:off x="380997" y="888075"/>
            <a:ext cx="12367870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Library is a collection of reusable code that your program can call when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developer controls the application flow.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Framework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Framework provides a structure for building an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framework usually controls the overall application flow.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Platform is a broader environment that provides the runtime, tools, system capabilities, and services needed to develop and run software.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978773" name="object 3"/>
          <p:cNvSpPr txBox="1"/>
          <p:nvPr/>
        </p:nvSpPr>
        <p:spPr bwMode="auto">
          <a:xfrm>
            <a:off x="380997" y="888075"/>
            <a:ext cx="12382992" cy="82598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Your code calls the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Examples include C++ STL, NumPy, and jQuery.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Your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Calls the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Library performs a task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You call the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Framework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framework provides the application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Your code is written inside that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Examples include Django, Spring, and ASP.NET Core.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Framework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Controls the application flow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Your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The framework calls your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683479" name="object 3"/>
          <p:cNvSpPr txBox="1"/>
          <p:nvPr/>
        </p:nvSpPr>
        <p:spPr bwMode="auto">
          <a:xfrm>
            <a:off x="380997" y="888075"/>
            <a:ext cx="12368950" cy="600277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Platform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platform provides the environment where software is developed and runs.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Examples include Windows, Linux, Android, and the .NET platform.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Platform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Provides the environment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Framework / Libraries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Application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The platform provides the environment where software runs.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331144" name="object 3"/>
          <p:cNvSpPr txBox="1"/>
          <p:nvPr/>
        </p:nvSpPr>
        <p:spPr bwMode="auto">
          <a:xfrm>
            <a:off x="380997" y="888075"/>
            <a:ext cx="12396309" cy="6368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Using a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Include or reference the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Call the required function or API.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Continue controlling your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Using a Framework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Create a project using the framework.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Follow its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Implement your application logic.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Let the framework manage the application flow.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Using a 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Choose the target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 its available tools and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Build the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Run the application on that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762560" name="object 3"/>
          <p:cNvSpPr txBox="1"/>
          <p:nvPr/>
        </p:nvSpPr>
        <p:spPr bwMode="auto">
          <a:xfrm>
            <a:off x="380997" y="888075"/>
            <a:ext cx="12372918" cy="81044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Suppose you are building a web application: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.NET / Windows / Linux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Framework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ASP.NET Core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Libraries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JSON / Database / Logging Libraries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Your Application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Platform → provides the environment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Framework → provides the application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Library → provides reusable functionality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063068" name="object 3"/>
          <p:cNvSpPr txBox="1"/>
          <p:nvPr/>
        </p:nvSpPr>
        <p:spPr bwMode="auto">
          <a:xfrm>
            <a:off x="380997" y="888075"/>
            <a:ext cx="12363559" cy="43866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easiest way to remember the difference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Library   → You call 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Framework → It calls your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Platform  → Your software runs on 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Think of building a house: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Library → Tools you choose to use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Framework → The structure and rules for building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Platform → The land and infrastructure where the house exists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120537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library is not necessarily a framework.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framework can contain or use many libraries.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platform is broader than both and may provide operating-system features, runtimes, development tools, and other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304149" name="object 3"/>
          <p:cNvSpPr txBox="1"/>
          <p:nvPr/>
        </p:nvSpPr>
        <p:spPr bwMode="auto">
          <a:xfrm>
            <a:off x="380997" y="888075"/>
            <a:ext cx="12370759" cy="76254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reusable functionality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You call the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Gives you more control over application flow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C++ STL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Framework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application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Framework controls the application flow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You write code according to its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Django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the environment for software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Includes runtime and system capabilities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Applications run on the 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Windows / Linux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974804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Library provides reusable functionality that your code calls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Framework provides a structure and controls the application flow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Platform provides the environment where software is developed and runs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Library = You call 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Framework = It calls your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Platform = Provides the environment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01150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2026-09-28T13:36:53Z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