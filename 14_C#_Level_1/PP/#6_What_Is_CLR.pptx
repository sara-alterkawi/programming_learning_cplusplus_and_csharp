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95483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3019255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4553548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1716699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300698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154409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346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8567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8825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5228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7226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292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808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2928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323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526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5979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0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9335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05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3615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8645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53817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50594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42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7746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9640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7545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373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584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150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6519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58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349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4810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631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7865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68572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1614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8292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750824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76692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332509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324857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07434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946959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047603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446311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841390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940590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26616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776517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9591368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462348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403789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4396317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6819352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2640963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319690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6526016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564336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8526714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07133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028172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4861989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52402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9103295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591238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862292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7585066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87133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0025190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002663802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What is CLR?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9706759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2575135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90636150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What is CLR?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581029" name="object 3"/>
          <p:cNvSpPr txBox="1"/>
          <p:nvPr/>
        </p:nvSpPr>
        <p:spPr bwMode="auto">
          <a:xfrm>
            <a:off x="380997" y="888075"/>
            <a:ext cx="12367870" cy="5987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CLR — Common Language Runtime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CLR is the execution engine of the .NET platform.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provides the environment and services required to run and manage .NET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Main responsibilities include: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✔️ Executing .NET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✔️ JIT compilation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✔️ Memory management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✔️ Garbage collection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✔️ Exception handling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✔️ Type safety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✔️ Thread management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CLR = The runtime engine that runs and manages .NET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088877" name="object 3"/>
          <p:cNvSpPr txBox="1"/>
          <p:nvPr/>
        </p:nvSpPr>
        <p:spPr bwMode="auto">
          <a:xfrm>
            <a:off x="380997" y="697574"/>
            <a:ext cx="12382632" cy="939491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When you write a program in C#, the computer does not directly execute the C# source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C# / F# / VB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Language Compiler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CIL / IL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Assembly (.dll / .exe)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JIT Compiler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Machine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CPU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The CLR is the runtime layer between the .NET application and the operating system/hardware.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CLR as a Runtime Manager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CLR does not simply translate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also provides runtime services that manage how the application executes.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137250" name="object 3"/>
          <p:cNvSpPr txBox="1"/>
          <p:nvPr/>
        </p:nvSpPr>
        <p:spPr bwMode="auto">
          <a:xfrm>
            <a:off x="380997" y="888075"/>
            <a:ext cx="12396309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Write source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Compile the source code into IL/CIL.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Store IL and metadata in an assembly.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CLR loads and manages the assembly.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JIT converts required IL into native machine code when applicable.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CLR provides runtime services while the application executes.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365907" name="object 3"/>
          <p:cNvSpPr txBox="1"/>
          <p:nvPr/>
        </p:nvSpPr>
        <p:spPr bwMode="auto">
          <a:xfrm>
            <a:off x="380997" y="888075"/>
            <a:ext cx="12372918" cy="918415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x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y = 20;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Console.WriteLine(x + y);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C# Source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C# Compiler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IL / CIL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Assembly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JIT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Machine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CPU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Output: 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The CLR manages the runtime execution of the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330855" name="object 3"/>
          <p:cNvSpPr txBox="1"/>
          <p:nvPr/>
        </p:nvSpPr>
        <p:spPr bwMode="auto">
          <a:xfrm>
            <a:off x="380997" y="888075"/>
            <a:ext cx="12363559" cy="614768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CIL, IL, and historically MSIL refer to the intermediate code used in the .NET execution model.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CLR is not a programming language.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CLR is not the same thing as .NET.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.NET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Platform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Includes runtime + libraries + tools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Runtime / Execution Engine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465310" name="object 3"/>
          <p:cNvSpPr txBox="1"/>
          <p:nvPr/>
        </p:nvSpPr>
        <p:spPr bwMode="auto">
          <a:xfrm>
            <a:off x="380997" y="888075"/>
            <a:ext cx="12365714" cy="602035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say: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"CLR converts C# directly into machine code."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more accurate flow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Language Compiler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IL / CIL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CLR / JIT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Machine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Code still needs a compatible .NET runtime and supported target platform.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5371" name="object 3"/>
          <p:cNvSpPr txBox="1"/>
          <p:nvPr/>
        </p:nvSpPr>
        <p:spPr bwMode="auto">
          <a:xfrm>
            <a:off x="380997" y="888075"/>
            <a:ext cx="12370759" cy="61399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Runtime execution environment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Manages .NET code execution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garbage collection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Handles exceptions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threading and runtime services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Contains/uses the JIT compiler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JIT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Part of the runtime execution process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IL into native machine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Works during application execution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Produces code for the target architecture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724772" name="object 3"/>
          <p:cNvSpPr txBox="1"/>
          <p:nvPr/>
        </p:nvSpPr>
        <p:spPr bwMode="auto">
          <a:xfrm>
            <a:off x="380997" y="888075"/>
            <a:ext cx="12384432" cy="5621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CLR = Common Language Runtime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CLR is the execution engine/runtime environment for .NET applications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Source code is first compiled into IL/CIL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IL is stored in assemblies such as .dll and .exe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CLR manages the execution of .NET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JIT converts IL into native machine code at runtime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CLR provides memory management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CLR provides Garbage Collection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CLR supports exception handling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CLR provides type-safety mechanisms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CLR supports thread management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CLR ≠ JIT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86893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2026-09-28T13:56:09Z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