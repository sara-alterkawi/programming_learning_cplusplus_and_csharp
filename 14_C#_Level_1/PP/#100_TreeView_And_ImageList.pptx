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4341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089752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712738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799514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761921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306045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316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34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695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14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2961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344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530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865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698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53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786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664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890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630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840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7145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42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852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6895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366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301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030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228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107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092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384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207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671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34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853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805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0768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2460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616338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53965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95463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2054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29797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778003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241738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06018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49578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87300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0460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909591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4756641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3513517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793009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122606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281530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6416257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868996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82913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496405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86388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52192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58039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71186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5893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466439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11532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531020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93876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5990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6477993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14125312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TreeView And ImageList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368961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8979761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01684385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TreeView And ImageList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651657" name="object 3"/>
          <p:cNvSpPr txBox="1"/>
          <p:nvPr/>
        </p:nvSpPr>
        <p:spPr bwMode="auto">
          <a:xfrm>
            <a:off x="380997" y="888075"/>
            <a:ext cx="12385508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TreeView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display hierarchical data using TreeNode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Nodes can contain parent and child nodes at multiple levels.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ImageList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Component that stores a collection of images by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Can be connected to TreeView to display images next to 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318617" name="object 3"/>
          <p:cNvSpPr txBox="1"/>
          <p:nvPr/>
        </p:nvSpPr>
        <p:spPr bwMode="auto">
          <a:xfrm>
            <a:off x="380997" y="888075"/>
            <a:ext cx="12384070" cy="5606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Node Selection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`SelectedNode` gets the currently selected TreeNode.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`SelectedNode.Text` gets the text displayed by that 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Checking Nodes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`AfterCheck` occurs when a node's `Checked` state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`e.Node.Checked` determines whether the node is checked or unchecked.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`CheckTreeViewNode()` applies the same state to all child 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Recursive Processing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method loops through `node.Nodes` and changes each child's `Checked`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 child contains more nodes, the method calls itself recursively to process deeper levels.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420964" name="object 3"/>
          <p:cNvSpPr txBox="1"/>
          <p:nvPr/>
        </p:nvSpPr>
        <p:spPr bwMode="auto">
          <a:xfrm>
            <a:off x="380997" y="888075"/>
            <a:ext cx="12387309" cy="412872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TreeView to the Windows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parent and child TreeNodes.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Handle `MouseDoubleClick` to get the selected 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selected node's text using `SelectedNode.Text`.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Handle `AfterCheck` when a node's checkbox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Pass the node and its checked state to `CheckTreeViewNode()`.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Recursively apply the state to all child 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Connect an ImageList if node images are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603796" name="object 3"/>
          <p:cNvSpPr txBox="1"/>
          <p:nvPr/>
        </p:nvSpPr>
        <p:spPr bwMode="auto">
          <a:xfrm>
            <a:off x="380997" y="888075"/>
            <a:ext cx="12385155" cy="845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treeView1_MouseDoubleClick(object sender, MouseEventArgs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MessageBox.Show(treeView1.SelectedNode.Text);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treeView1_AfterCheck(object sender, TreeViewEventArgs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CheckTreeViewNode(e.Node, e.Node.Checked);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CheckTreeViewNode(TreeNode node, bool isChecked)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foreach (TreeNode nNode in node.Nodes)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nNode.Checked = isChecked;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if (nNode.Nodes.Count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CheckTreeViewNode(nNode, isChecked);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090451" name="object 3"/>
          <p:cNvSpPr txBox="1"/>
          <p:nvPr/>
        </p:nvSpPr>
        <p:spPr bwMode="auto">
          <a:xfrm>
            <a:off x="380997" y="888075"/>
            <a:ext cx="12364996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`TreeNode` represents one item in the TreeView.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`node.Nodes` contains its child 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`SelectedNode` gets the selected 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`Checked` is a Boolean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`ImageIndex` selects the normal node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`SelectedImageIndex` selects the image when the node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Recursion is used to process nodes at all hierarchy levels.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761946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TreeView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hierarchical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TreeNode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parent-child relationships.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ImageList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images by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assigned to TreeView.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icons next to 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208900" name="object 3"/>
          <p:cNvSpPr txBox="1"/>
          <p:nvPr/>
        </p:nvSpPr>
        <p:spPr bwMode="auto">
          <a:xfrm>
            <a:off x="380997" y="888075"/>
            <a:ext cx="12384795" cy="2628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`SelectedNode` can be `null` when no node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Changing `Checked` inside `AfterCheck` can trigger additional `AfterCheck` events.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Image indexes must exist in the assigned ImageList.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894754" name="object 3"/>
          <p:cNvSpPr txBox="1"/>
          <p:nvPr/>
        </p:nvSpPr>
        <p:spPr bwMode="auto">
          <a:xfrm>
            <a:off x="380997" y="888075"/>
            <a:ext cx="12385511" cy="38609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TreeView displays hierarchical information using TreeNodes.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`SelectedNode` → gets the selected 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`Checked` → gets or sets the checkbox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`AfterCheck` → handles changes to the checked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`ImageList` → stores images for TreeView nodes.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`ImageIndex` / `SelectedImageIndex` → control node images.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Recursion → processes all child levels.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97075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