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5076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5239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0680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4416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639750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959348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143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53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167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74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751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200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905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87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147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492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157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002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143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942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577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64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945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29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455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91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693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55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131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285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349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31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53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121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693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10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04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100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084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57397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482273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65888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11701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12333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6991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06228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3038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4506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10167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668985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234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2964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0614632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526269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1500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270678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20486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796390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89664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186817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03023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366844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9403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22396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18406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7046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71468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8785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10525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472616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3737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9131585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26252245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Values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230340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2744926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58190439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Values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566722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`default` returns the default value of a specified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default value depends on the type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501193" name="object 3"/>
          <p:cNvSpPr txBox="1"/>
          <p:nvPr/>
        </p:nvSpPr>
        <p:spPr bwMode="auto">
          <a:xfrm>
            <a:off x="380997" y="888075"/>
            <a:ext cx="1238263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Using `default(type)`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type can be specified explicitly inside `default()`.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252880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a variable with its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`default(type)` or `default`.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C# assigns the default value for that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variable normally.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833830" name="object 3"/>
          <p:cNvSpPr txBox="1"/>
          <p:nvPr/>
        </p:nvSpPr>
        <p:spPr bwMode="auto">
          <a:xfrm>
            <a:off x="380997" y="888075"/>
            <a:ext cx="12372918" cy="919164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i = default(int);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f = default(float);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decimal d = default(decimal);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b = default(bool);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c = default(char);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    →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  →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decimal →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  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   → '\0'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i = default;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f = default;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b = default;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  →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→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93251" name="object 3"/>
          <p:cNvSpPr txBox="1"/>
          <p:nvPr/>
        </p:nvSpPr>
        <p:spPr bwMode="auto">
          <a:xfrm>
            <a:off x="380997" y="888075"/>
            <a:ext cx="12363559" cy="39707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 default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Numeric types → `0`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`bool` → `false`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`char` → `'\0'`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Reference types → `null`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`default` does not mean a random or empty value; it returns the predefined default for that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790939" name="object 3"/>
          <p:cNvSpPr txBox="1"/>
          <p:nvPr/>
        </p:nvSpPr>
        <p:spPr bwMode="auto">
          <a:xfrm>
            <a:off x="380997" y="888075"/>
            <a:ext cx="1236571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`default` without a type requires the compiler to know the variable's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number = default;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`default(type)` explicitly specifies the type: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number = default(int);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76093" name="object 3"/>
          <p:cNvSpPr txBox="1"/>
          <p:nvPr/>
        </p:nvSpPr>
        <p:spPr bwMode="auto">
          <a:xfrm>
            <a:off x="380997" y="888075"/>
            <a:ext cx="12370759" cy="42736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`default(type)`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Type is explicitly specified.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`default(int)`.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`default`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Type is inferred from the context.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Introduced for this syntax in C# 7.1.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number = default;`.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51534" name="object 3"/>
          <p:cNvSpPr txBox="1"/>
          <p:nvPr/>
        </p:nvSpPr>
        <p:spPr bwMode="auto">
          <a:xfrm>
            <a:off x="380997" y="888075"/>
            <a:ext cx="12384432" cy="382579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`default` returns the default value of 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Numeric types →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`bool` →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`char` → `'\0'`.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types →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`default(type)` specifies the type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`default` lets the compiler determine the type from context.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9607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2026-09-29T13:53:52Z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