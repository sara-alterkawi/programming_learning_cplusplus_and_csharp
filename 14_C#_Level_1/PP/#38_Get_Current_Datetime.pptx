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4374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151416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377145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404363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101462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049110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165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5405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356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247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4556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7005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14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8511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789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8411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86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157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5762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2708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189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2573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31537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04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351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2515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314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70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0867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5335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439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50315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6779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6194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994160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828273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394842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5807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68588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466121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772438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587110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513343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84319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9705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73336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6902201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157120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503212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0206329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906475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7022337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625043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962144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543855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2095338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64441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84067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355710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6774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287145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807704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702424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6263547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88431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5340178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598720792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Get Current Date &amp; Time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1085637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7444793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34987077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Get Current Date &amp; Time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70756" name="object 3"/>
          <p:cNvSpPr txBox="1"/>
          <p:nvPr/>
        </p:nvSpPr>
        <p:spPr bwMode="auto">
          <a:xfrm>
            <a:off x="380997" y="888075"/>
            <a:ext cx="12367870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DateTime.Now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`DateTime.Now` returns the current local date and time of the computer.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180013" name="object 3"/>
          <p:cNvSpPr txBox="1"/>
          <p:nvPr/>
        </p:nvSpPr>
        <p:spPr bwMode="auto">
          <a:xfrm>
            <a:off x="380997" y="888075"/>
            <a:ext cx="1238263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Getting the Current Date &amp; 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`DateTime.Now` gets the current date and time at the moment the code runs.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returned value depends on the computer's local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197946" name="object 3"/>
          <p:cNvSpPr txBox="1"/>
          <p:nvPr/>
        </p:nvSpPr>
        <p:spPr bwMode="auto">
          <a:xfrm>
            <a:off x="380997" y="888075"/>
            <a:ext cx="1239630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Use `DateTime.Now`.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Store the result in a `DateTime`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Display or use the current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80356" name="object 3"/>
          <p:cNvSpPr txBox="1"/>
          <p:nvPr/>
        </p:nvSpPr>
        <p:spPr bwMode="auto">
          <a:xfrm>
            <a:off x="380997" y="888075"/>
            <a:ext cx="12372918" cy="3131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DateTime dt1 = DateTime.Now;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Console.WriteLine(dt1);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Current local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082064" name="object 3"/>
          <p:cNvSpPr txBox="1"/>
          <p:nvPr/>
        </p:nvSpPr>
        <p:spPr bwMode="auto">
          <a:xfrm>
            <a:off x="380997" y="888075"/>
            <a:ext cx="12363559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`DateTime.Now` gives the local system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Unlike `new DateTime()`, it does not return the default `01/01/0001 00:00:00`.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368084" name="object 3"/>
          <p:cNvSpPr txBox="1"/>
          <p:nvPr/>
        </p:nvSpPr>
        <p:spPr bwMode="auto">
          <a:xfrm>
            <a:off x="380997" y="888075"/>
            <a:ext cx="12384432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`DateTime.Now` gets the current local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value is determined when the code runs.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54653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2026-09-29T14:42:57Z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