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86116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904185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396606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157853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549089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347002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222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081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89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533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8039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800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71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2095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653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104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1156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3285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864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6340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5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49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7422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5244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180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8680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5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349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041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930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97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3153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67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7853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530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687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65207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997779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268832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35391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29688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84618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840350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304414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532327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328217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918865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5455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630994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4766062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5657646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62969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89899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942166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6556503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01496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50877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025655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278815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94970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22774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007095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1399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88632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941015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428026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2703761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47661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0350996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6439391" name="object 30"/>
          <p:cNvSpPr txBox="1"/>
          <p:nvPr/>
        </p:nvSpPr>
        <p:spPr bwMode="auto">
          <a:xfrm>
            <a:off x="0" y="1143000"/>
            <a:ext cx="1310942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332033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3249620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04476054" name="object 30"/>
          <p:cNvSpPr txBox="1"/>
          <p:nvPr/>
        </p:nvSpPr>
        <p:spPr bwMode="auto">
          <a:xfrm flipH="0" flipV="0">
            <a:off x="106425" y="3084201"/>
            <a:ext cx="1327565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97251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Implicit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Implicit casting is the automatic conversion of a value from one compatible data type to another by C#.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 explicit `(type)` syntax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533730" name="object 3"/>
          <p:cNvSpPr txBox="1"/>
          <p:nvPr/>
        </p:nvSpPr>
        <p:spPr bwMode="auto">
          <a:xfrm>
            <a:off x="380997" y="888075"/>
            <a:ext cx="12382632" cy="41739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Automatic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C# allows an implicit conversion, the value is automatically converted to the destination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value stays the same, but its data type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 Conversions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`int → long`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`int → double`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`float → double`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854517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variable with the source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it to a variable with a compatible destination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C# automatically performs the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No `(type)` cast is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551795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myInt = 17;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double myDouble = myInt;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Console.WriteLine("MyInt: {0}", myInt);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Console.WriteLine("MyDouble cast from int: {0}", myDouble);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MyInt: 17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MyDouble cast from int: 17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560616" name="object 3"/>
          <p:cNvSpPr txBox="1"/>
          <p:nvPr/>
        </p:nvSpPr>
        <p:spPr bwMode="auto">
          <a:xfrm>
            <a:off x="380997" y="888075"/>
            <a:ext cx="12363559" cy="27881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`myInt` remains an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`myDouble` is a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value `17` remains `17`; only its data type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different from explicit casting, covered in #47.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956686" name="object 3"/>
          <p:cNvSpPr txBox="1"/>
          <p:nvPr/>
        </p:nvSpPr>
        <p:spPr bwMode="auto">
          <a:xfrm>
            <a:off x="380997" y="888075"/>
            <a:ext cx="12365714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Not every type conversion is allowed implicitly.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 conversion may lose information, C# may require explicit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552393" name="object 3"/>
          <p:cNvSpPr txBox="1"/>
          <p:nvPr/>
        </p:nvSpPr>
        <p:spPr bwMode="auto">
          <a:xfrm>
            <a:off x="380997" y="888075"/>
            <a:ext cx="12384432" cy="265329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Implicit casting happens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No `(type)`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value is converted to a compatible destination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Examples: `int → long`, `int → double`, `float → 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78425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2026-10-05T08:11:13Z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