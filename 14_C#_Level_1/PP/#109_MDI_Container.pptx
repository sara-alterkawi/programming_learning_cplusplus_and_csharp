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45836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93141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4684751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3572797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4170430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0610357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959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4656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31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547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5775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3419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53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41083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69493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709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560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1844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3546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354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641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55493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14546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03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273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592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217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875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6565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736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1363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559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612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9027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21607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2893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96242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038854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468976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871409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5284814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9463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2350964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423949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96156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542986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5210853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84608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935671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2719435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0040701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857616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7500308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6138577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68517356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0204118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848672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22177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8210686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65709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282902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6789782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0607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156016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925968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6500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6978753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52044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7467871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90541728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MDI Container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4182638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7040181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00621991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MDI Container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3576228" name="object 3"/>
          <p:cNvSpPr txBox="1"/>
          <p:nvPr/>
        </p:nvSpPr>
        <p:spPr bwMode="auto">
          <a:xfrm>
            <a:off x="380997" y="888075"/>
            <a:ext cx="12385508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MDI (Multiple Document Interface) Container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Allows a main form to contain and manage multiple child forms.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 this example, Form1 is the MDI Parent and Form2 is the MDI Child.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189522" name="object 3"/>
          <p:cNvSpPr txBox="1"/>
          <p:nvPr/>
        </p:nvSpPr>
        <p:spPr bwMode="auto">
          <a:xfrm>
            <a:off x="380997" y="888075"/>
            <a:ext cx="12384070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Create a Child Form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`Form2 frm = new Form2();` creates a new Form2 instance.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Set the MDI Parent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`frm.MdiParent = this;` sets Form1 as the parent of Form2.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Show the Child Form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`frm.Show();` displays Form2 inside the MDI Parent.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125653" name="object 3"/>
          <p:cNvSpPr txBox="1"/>
          <p:nvPr/>
        </p:nvSpPr>
        <p:spPr bwMode="auto">
          <a:xfrm>
            <a:off x="380997" y="888075"/>
            <a:ext cx="12387309" cy="263571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an instance of Form2.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Set Form1 as its MDI Parent.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Show Form2.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Form2 appears inside Form1.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393452" name="object 3"/>
          <p:cNvSpPr txBox="1"/>
          <p:nvPr/>
        </p:nvSpPr>
        <p:spPr bwMode="auto">
          <a:xfrm>
            <a:off x="380997" y="888075"/>
            <a:ext cx="12384795" cy="44420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button1_Click(object sender, 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Form2 frm = new Form2();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frm.MdiParent = this;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frm.Show();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Form2 opens inside Form1 as an MDI Child.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644026" name="object 3"/>
          <p:cNvSpPr txBox="1"/>
          <p:nvPr/>
        </p:nvSpPr>
        <p:spPr bwMode="auto">
          <a:xfrm>
            <a:off x="380997" y="888075"/>
            <a:ext cx="12364996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main form must have `IsMdiContainer` enabled.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`this` refers to the current Form1 instance.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682774" name="object 3"/>
          <p:cNvSpPr txBox="1"/>
          <p:nvPr/>
        </p:nvSpPr>
        <p:spPr bwMode="auto">
          <a:xfrm>
            <a:off x="380997" y="888075"/>
            <a:ext cx="12373276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MDI Parent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Main/container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Contains and manages child forms.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MDI Child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Form displayed inside the MDI Parent.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Form2.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187770" name="object 3"/>
          <p:cNvSpPr txBox="1"/>
          <p:nvPr/>
        </p:nvSpPr>
        <p:spPr bwMode="auto">
          <a:xfrm>
            <a:off x="380997" y="888075"/>
            <a:ext cx="1238551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MDI Container allows multiple child forms inside one main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`MdiParent` defines the parent-child relationship.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`Show()` displays the child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60942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357</cp:revision>
  <dcterms:created xsi:type="dcterms:W3CDTF">2025-12-09T17:44:59Z</dcterms:created>
  <dcterms:modified xsi:type="dcterms:W3CDTF">2026-10-07T07:34:59Z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