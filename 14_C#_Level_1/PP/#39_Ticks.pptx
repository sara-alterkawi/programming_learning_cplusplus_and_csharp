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11056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5981257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66681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0052218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0802529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6561117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130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2581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059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241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25531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756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099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025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1344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61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953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319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2679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44878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877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8328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44323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362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73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78748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7556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476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9541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144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3523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2324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94725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0086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44151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0285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68613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852875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861423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253079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8575726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44764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289651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827269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087159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041145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4506456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64426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444124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6889872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1192396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653311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2684547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066128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6914971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7963035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8115780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317342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147468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09810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468434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8398655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90832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520403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227662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26147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1602665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89324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2637793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96885537" name="object 30"/>
          <p:cNvSpPr txBox="1"/>
          <p:nvPr/>
        </p:nvSpPr>
        <p:spPr bwMode="auto">
          <a:xfrm>
            <a:off x="0" y="1143000"/>
            <a:ext cx="1310798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Ticks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4242437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6177302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6683587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Ticks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562856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Tick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tick represents 100 nanoseconds.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`DateTime.Ticks` represents the number of ticks elapsed since `01/01/0001 00:00:00`.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0787378" name="object 3"/>
          <p:cNvSpPr txBox="1"/>
          <p:nvPr/>
        </p:nvSpPr>
        <p:spPr bwMode="auto">
          <a:xfrm>
            <a:off x="380997" y="888075"/>
            <a:ext cx="123826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Ticks in DateTime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Every `DateTime` value has a `Ticks` property.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`DateTime.MinValue.Ticks` returns the minimum DateTime tick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`DateTime.MaxValue.Ticks` returns the maximum DateTime tick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095193" name="object 3"/>
          <p:cNvSpPr txBox="1"/>
          <p:nvPr/>
        </p:nvSpPr>
        <p:spPr bwMode="auto">
          <a:xfrm>
            <a:off x="380997" y="888075"/>
            <a:ext cx="1239630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Use a `DateTime`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Access its `.Ticks` property.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Use `MinValue.Ticks` or `MaxValue.Ticks` to check the DateTime range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3075797" name="object 3"/>
          <p:cNvSpPr txBox="1"/>
          <p:nvPr/>
        </p:nvSpPr>
        <p:spPr bwMode="auto">
          <a:xfrm>
            <a:off x="380997" y="888075"/>
            <a:ext cx="12372918" cy="34971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Console.WriteLine(DateTime.MinValue.Ticks);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Console.WriteLine(DateTime.MaxValue.Ticks);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3155378975999999999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832799" name="object 3"/>
          <p:cNvSpPr txBox="1"/>
          <p:nvPr/>
        </p:nvSpPr>
        <p:spPr bwMode="auto">
          <a:xfrm>
            <a:off x="380997" y="888075"/>
            <a:ext cx="12363559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1 tick = 100 nanoseconds.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`DateTime.MinValue` starts at `01/01/0001 00:00:00`.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`DateTime.Ticks` is a `long`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377426" name="object 3"/>
          <p:cNvSpPr txBox="1"/>
          <p:nvPr/>
        </p:nvSpPr>
        <p:spPr bwMode="auto">
          <a:xfrm>
            <a:off x="380997" y="888075"/>
            <a:ext cx="12365714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Ticks are not milliseconds or 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the tick count with Unix time, which uses a different starting point.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907076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tick equals 100 nanoseconds.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`DateTime.Ticks` counts ticks from `01/01/0001 00:00:00`.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`MinValue.Ticks` is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`MaxValue.Ticks` represents the maximum supported DateTime tick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74125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2026-09-29T14:47:02Z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