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30626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7175415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7874117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6250810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46136986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4506613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61067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18955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3168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1511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8345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5695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70474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5566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96374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54720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2590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9707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53289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50035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829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3298D8-1AF9-B7AA-B2CB-BCC555AC952E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3046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13874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7214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121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3868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0738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6034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24175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6305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84385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6656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0339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3967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0519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4227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18483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324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979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28670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95530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36397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15057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8729391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514066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6462608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1504663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39959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6140558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4193893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1142169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3728456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8584879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99439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994192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3119743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2621069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1701171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8091833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5489312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17729781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41662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7793042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9134666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323884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31563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6570526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547047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87778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702314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553886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6087437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9038111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10326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77432681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634919844" name="object 30"/>
          <p:cNvSpPr txBox="1"/>
          <p:nvPr/>
        </p:nvSpPr>
        <p:spPr bwMode="auto">
          <a:xfrm>
            <a:off x="0" y="1143000"/>
            <a:ext cx="13107985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Compilation in .NET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81663174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80853605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371505484" name="object 30"/>
          <p:cNvSpPr txBox="1"/>
          <p:nvPr/>
        </p:nvSpPr>
        <p:spPr bwMode="auto">
          <a:xfrm flipH="0" flipV="0">
            <a:off x="106425" y="3084201"/>
            <a:ext cx="132742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Compilation in .NET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708716" name="object 3"/>
          <p:cNvSpPr txBox="1"/>
          <p:nvPr/>
        </p:nvSpPr>
        <p:spPr bwMode="auto">
          <a:xfrm>
            <a:off x="380997" y="888075"/>
            <a:ext cx="12367870" cy="3732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.NET Compilation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Compilation in .NET is the process of converting source code written in languages such as C#, F#, or Visual Basic into code that can eventually be executed by the computer.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traditional execution model commonly involves compilation to Intermediate Language and then runtime compilation with JIT.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Modern .NET also supports Ahead-of-Time compilation.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817905" name="object 3"/>
          <p:cNvSpPr txBox="1"/>
          <p:nvPr/>
        </p:nvSpPr>
        <p:spPr bwMode="auto">
          <a:xfrm>
            <a:off x="380997" y="888075"/>
            <a:ext cx="12382632" cy="827515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When you write a C# program, the computer does not directly execute the C# source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C# / F# / VB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Language Compiler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IL / CIL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Assembly (.dll / .exe)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CLR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JIT Compiler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Machine Code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CPU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Result: The source code eventually becomes native machine code that the processor can execute.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468245" name="object 3"/>
          <p:cNvSpPr txBox="1"/>
          <p:nvPr/>
        </p:nvSpPr>
        <p:spPr bwMode="auto">
          <a:xfrm>
            <a:off x="380997" y="888075"/>
            <a:ext cx="12382992" cy="5599260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CIL / IL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CIL (Common Intermediate Language), also called IL, is an intermediate instruction set generated from .NET source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is CPU-independent.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is stored inside .NET assemblies together with metadata.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CLR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CLR (Common Language Runtime) is the runtime environment responsible for executing managed .NET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provides services such as JIT compilation, garbage collection, exception handling, type safety, and memory management.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JIT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JIT converts IL into native machine code at runtime.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909254" name="object 3"/>
          <p:cNvSpPr txBox="1"/>
          <p:nvPr/>
        </p:nvSpPr>
        <p:spPr bwMode="auto">
          <a:xfrm>
            <a:off x="380997" y="888075"/>
            <a:ext cx="12396309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Write the source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Compile the source code using the appropriate language compiler.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Generate IL/CIL.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Store IL and metadata in an assembly such as .dll or .exe.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Load the assembly through the .NET runtime.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Use JIT when applicable to convert IL into native machine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Execute the generated machine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6041331" name="object 3"/>
          <p:cNvSpPr txBox="1"/>
          <p:nvPr/>
        </p:nvSpPr>
        <p:spPr bwMode="auto">
          <a:xfrm>
            <a:off x="380997" y="888075"/>
            <a:ext cx="12376518" cy="87506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💡 Example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static void Hello()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Console.WriteLine("Hello");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C# Code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Assembly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CLR / JIT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Native Machine Code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CPU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Result: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The CPU executes the generated native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358119" name="object 3"/>
          <p:cNvSpPr txBox="1"/>
          <p:nvPr/>
        </p:nvSpPr>
        <p:spPr bwMode="auto">
          <a:xfrm>
            <a:off x="380997" y="888075"/>
            <a:ext cx="12363559" cy="31463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Modern .NET JIT behavior is more nuanced than simply compiling every method once.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runtime can use different compilation strategies and optimizations depending on the application and execution profile.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AOT can generate native code before the application runs.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001452" name="object 3"/>
          <p:cNvSpPr txBox="1"/>
          <p:nvPr/>
        </p:nvSpPr>
        <p:spPr bwMode="auto">
          <a:xfrm>
            <a:off x="380997" y="888075"/>
            <a:ext cx="12365714" cy="6045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confuse IL with machine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IL → Intermediate, CPU-independent instructions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🟥 Machine Code → Native instructions for a specific CPU architecture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think that the C# compiler traditionally converts C# directly into machine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The typical JIT-based flow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C#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JIT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Machine Code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1904003" name="object 3"/>
          <p:cNvSpPr txBox="1"/>
          <p:nvPr/>
        </p:nvSpPr>
        <p:spPr bwMode="auto">
          <a:xfrm>
            <a:off x="380997" y="888075"/>
            <a:ext cx="12370759" cy="61399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JIT — Just-In-Time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Compiles IL at runtime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Generates native code when needed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optimize according to the runtime environment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Requires runtime compilation work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Common execution model for .NET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AOT — Ahead-of-Time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Compiles code before execution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Native code is available earlier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improve startup 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Reduces runtime JIT work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for specific deployment scenarios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8929992" name="object 3"/>
          <p:cNvSpPr txBox="1"/>
          <p:nvPr/>
        </p:nvSpPr>
        <p:spPr bwMode="auto">
          <a:xfrm>
            <a:off x="380997" y="888075"/>
            <a:ext cx="12384432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Source code is written in languages such as C#, F#, and Visual Basic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language compiler converts source code into IL/CIL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IL is stored inside assemblies such as .dll and .exe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CLR provides the runtime environment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JIT converts IL into native machine code at runtime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AOT generates native code ahead of execution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JIT = Compile at runtime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AOT = Compile before runtime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36500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2026-09-28T13:51:16Z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