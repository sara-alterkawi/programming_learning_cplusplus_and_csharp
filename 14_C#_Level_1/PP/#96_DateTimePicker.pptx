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6764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295517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78024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04144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734102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194231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349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033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816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116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782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99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212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822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548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126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7607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531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949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8242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088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998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081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987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172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408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859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257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408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988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84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285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799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934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975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093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205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747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462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8677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45476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54449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97437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17316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19893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160874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3273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33290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9890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42968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5129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639529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966206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576504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63645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419890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749319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7710999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11232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87318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54803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069745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5809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213374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8984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4550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01201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682996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38885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021846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44604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9401895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70502087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DateTimePicker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101017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9536047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95046596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DateTimePicker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2002" name="object 3"/>
          <p:cNvSpPr txBox="1"/>
          <p:nvPr/>
        </p:nvSpPr>
        <p:spPr bwMode="auto">
          <a:xfrm>
            <a:off x="380997" y="888075"/>
            <a:ext cx="12385508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DateTimePicker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select a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selected value is accessed through the `Value`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value can be displayed using standard or custom date/time formats.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832703" name="object 3"/>
          <p:cNvSpPr txBox="1"/>
          <p:nvPr/>
        </p:nvSpPr>
        <p:spPr bwMode="auto">
          <a:xfrm>
            <a:off x="380997" y="888075"/>
            <a:ext cx="12384070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`dateTimePicker1.Value` returns the selected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value can be converted to different string formats.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ValueChanged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Occurs whenever the selected date or time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 Formatting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`ToShortDateString()` displays a culture-dependent short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`ToLongDateString()` displays a culture-dependent long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`ToString("format")` allows a custom date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992759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DateTimePicker to the Windows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Select a date from the calendar.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Access the selected value using `Value`.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the value using a standard or custom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`ValueChanged` when the selected value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formatted result in a Label or MessageBox.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98933" name="object 3"/>
          <p:cNvSpPr txBox="1"/>
          <p:nvPr/>
        </p:nvSpPr>
        <p:spPr bwMode="auto">
          <a:xfrm>
            <a:off x="380997" y="888075"/>
            <a:ext cx="12384795" cy="78918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button1_Click(object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MessageBox.Show(dateTimePicker1.Value.ToShortDateString());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Custom format: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dateTimePicker1.Value.ToString("dd-MMM-yyyy")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`dd` → two-digit 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`MMM` → abbreviated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`yyyy` → four-digit year.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the selected date is September 10, 2026: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ToShortDateString()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→ 2026-09-10 or 09/10/2026 depending on culture.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ToLongDateString()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→ Thursday, September 10, 2026 depending on culture.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ToString("dd-MMM-yyyy")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→ 10-Sep-2026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844721" name="object 3"/>
          <p:cNvSpPr txBox="1"/>
          <p:nvPr/>
        </p:nvSpPr>
        <p:spPr bwMode="auto">
          <a:xfrm>
            <a:off x="380997" y="697574"/>
            <a:ext cx="12364996" cy="92899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DateTimePicker properties: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Value → gets or sets the selected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MinDate → sets the earliest selectable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MaxDate → sets the latest selectable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Format → controls the display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CustomFormat → defines a custom format when Format is Custom.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ShowUpDown → displays up/down controls instead of the calendar.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ShowCheckBox → displays a checkbox.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Checked → indicates whether the selected value is enabled when ShowCheckBox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Common format characters: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 → day without leading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dd → two-digit 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ddd → abbreviated day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dddd → full day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 → month without leading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MM → two-digit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MMM → abbreviated month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MMMM → full month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yy → two-digit year.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yyyy → four-digit year.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176644" name="object 3"/>
          <p:cNvSpPr txBox="1"/>
          <p:nvPr/>
        </p:nvSpPr>
        <p:spPr bwMode="auto">
          <a:xfrm>
            <a:off x="380997" y="888075"/>
            <a:ext cx="12373276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`ToShortDateString()`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Short date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current culture.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`ToLongDateString()`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Long date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current culture.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`ToString("format")`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Custom date/time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more control over the displayed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649446" name="object 3"/>
          <p:cNvSpPr txBox="1"/>
          <p:nvPr/>
        </p:nvSpPr>
        <p:spPr bwMode="auto">
          <a:xfrm>
            <a:off x="380997" y="888075"/>
            <a:ext cx="12384795" cy="2628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`ToShortDateString()` and `ToLongDateString()` depend on the system's culture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custom formats when a specific output structure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`MM` means month, while `mm` means minutes.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921794" name="object 3"/>
          <p:cNvSpPr txBox="1"/>
          <p:nvPr/>
        </p:nvSpPr>
        <p:spPr bwMode="auto">
          <a:xfrm>
            <a:off x="380997" y="888075"/>
            <a:ext cx="12385511" cy="42517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DateTimePicker allows the user to select a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`Value` → gets the selected DateTime.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`ValueChanged` → occurs when the selected value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`ToShortDateString()` → short culture-dependent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`ToLongDateString()` → long culture-dependent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`ToString("format")` → custom date/time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`MinDate` / `MaxDate` → limit selectable 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`Format` / `CustomFormat` → control the displayed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4427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