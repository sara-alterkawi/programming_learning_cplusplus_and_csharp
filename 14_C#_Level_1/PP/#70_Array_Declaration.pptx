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6408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332373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98177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22995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673510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9618019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0483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045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297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99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401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10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444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66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60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506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5570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369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999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4491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963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273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567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0009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718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248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22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466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0743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550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181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1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395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00137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386329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564250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741895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65241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620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305138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3335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8075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62262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98863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216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739334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73360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0235968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52592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038616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670404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843062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97376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063509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092796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16641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9196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178626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156574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426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15609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090460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90049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58863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74077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2641124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76534098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Declaration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261044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8411946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52049785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 Declaration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489223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array is a collection of elements of the same data type under one variable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Array elements are accessed using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705965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Declares an array without allocating its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Syntax: datatype[] arrayName;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023616" name="object 3"/>
          <p:cNvSpPr txBox="1"/>
          <p:nvPr/>
        </p:nvSpPr>
        <p:spPr bwMode="auto">
          <a:xfrm>
            <a:off x="380997" y="888075"/>
            <a:ext cx="12377958" cy="68740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int[]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Memory Allocation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new keyword creates the array and specifies its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new int[5] creates an array with 5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int[] age = new int[5];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 Indexes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length 5, valid indexes are 0 →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Elements are accessed using their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age[0]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age[1] = 25;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age[2] = 30;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363742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Declaring an array and allocating it can be done separately or in one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array's length is fixed after it is created.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Accessing an invalid index throws IndexOutOfRangeException.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302582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Array indexing is bounds-checked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Invalid indexes throw IndexOutOfRangeException.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Built-in array indexing does not perform runtime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Out-of-range access results in undefined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614202" name="object 3"/>
          <p:cNvSpPr txBox="1"/>
          <p:nvPr/>
        </p:nvSpPr>
        <p:spPr bwMode="auto">
          <a:xfrm>
            <a:off x="380997" y="888075"/>
            <a:ext cx="12384432" cy="30441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datatype[] arrayName; → declares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new int[5] → creates an array with 5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Last valid index = Length - 1.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checks array boundaries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2329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