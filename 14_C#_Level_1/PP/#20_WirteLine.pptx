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304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867712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0165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40227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656562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66978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9004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885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635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84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887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792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697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010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046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562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6216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882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417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9485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563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29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34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6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36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916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430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757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2078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39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006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290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18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362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1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672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768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7152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405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8175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215020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54556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717531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04792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81521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49994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65938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9339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36976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34929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5906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26754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94060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98495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29350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55073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857025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1668560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65137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26204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78472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855075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8243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76066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00531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9736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93057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236209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012352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13721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43871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1943965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95032319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WirteLine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182656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612412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4889953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WirteLine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191264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`Console.WriteLine()`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`Console.WriteLine()` displays text, values, variables, or expressions in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printing, it moves the cursor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868297" name="object 3"/>
          <p:cNvSpPr txBox="1"/>
          <p:nvPr/>
        </p:nvSpPr>
        <p:spPr bwMode="auto">
          <a:xfrm>
            <a:off x="380997" y="888075"/>
            <a:ext cx="123826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Basic Usage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print text, numbers, variables, and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belongs to the `Console` class in the `System` namespace.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Output Behavior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`WriteLine()` normally prints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`Console.Write()` prints without moving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590992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Import `System`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`Console.WriteLine()`.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text, a variable, or an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value is displayed and the cursor moves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164318" name="object 3"/>
          <p:cNvSpPr txBox="1"/>
          <p:nvPr/>
        </p:nvSpPr>
        <p:spPr bwMode="auto">
          <a:xfrm>
            <a:off x="380997" y="888075"/>
            <a:ext cx="12372918" cy="6788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static void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Console.WriteLine("Hello World!");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Console.WriteLine("My Name is Sara Alterkawi");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Console.WriteLine("The sum is " + (10 + 20));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Hello World!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Name is 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sum is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093080" name="object 3"/>
          <p:cNvSpPr txBox="1"/>
          <p:nvPr/>
        </p:nvSpPr>
        <p:spPr bwMode="auto">
          <a:xfrm>
            <a:off x="380997" y="888075"/>
            <a:ext cx="12363559" cy="27881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`Console.WriteLine()` prints and moves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`Console.Write()` prints without moving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`Console.ReadLine()` reads a line of user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`Console.ReadKey()` waits for a key press.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676595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`WriteLine()` and `writeline()` are not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output methods with input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805190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`Console.WriteLine()`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Moves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`Console.Write()`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the cursor on the same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099414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`Console.WriteLine()`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moves the cursor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print text, variables, numbers, and expressions.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`Console.Write()` does not move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`Console.ReadLine()` is used for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94941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