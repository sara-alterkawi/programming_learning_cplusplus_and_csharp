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8137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983719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744301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794030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818083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065754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8117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0522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597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557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52603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0665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439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2176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235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98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201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0577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536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81503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08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1977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3456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744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2079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287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5503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9832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0234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332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619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705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7983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30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70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9569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02962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70528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41614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909727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5861494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32409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280126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229915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3187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065578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012157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75981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701747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2070269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6472729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164728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3930524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798899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184699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720690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221842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206933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927065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11956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693606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481291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836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410999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907871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42190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781510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78954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2711213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78256021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TimeSpan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0188338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00404734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21251726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TimeSpan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341523" name="object 3"/>
          <p:cNvSpPr txBox="1"/>
          <p:nvPr/>
        </p:nvSpPr>
        <p:spPr bwMode="auto">
          <a:xfrm>
            <a:off x="380997" y="888075"/>
            <a:ext cx="1236787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TimeSpan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Represents a time interval or duration, such as days, hours, minutes, and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937212" name="object 3"/>
          <p:cNvSpPr txBox="1"/>
          <p:nvPr/>
        </p:nvSpPr>
        <p:spPr bwMode="auto">
          <a:xfrm>
            <a:off x="380997" y="888075"/>
            <a:ext cx="12382632" cy="5240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a TimeSpan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`new TimeSpan(49, 25, 34)` creates a duration of 49 hours, 25 minutes, and 34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Reading TimeSpan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`.Days` returns the total number of complete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`.Hours` returns the remaining hours after complete days.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`.Minutes` returns the remaining minutes.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`.Seconds` returns the remaining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Adding TimeSpan to DateTime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`dt.Add(ts)` adds the TimeSpan duration to a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result is stored in a new `DateTime`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72436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`DateTime`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Create a `TimeSpan` duration.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Access its days, hours, minutes, and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the TimeSpan to the DateTime using `.Add()`.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575255" name="object 3"/>
          <p:cNvSpPr txBox="1"/>
          <p:nvPr/>
        </p:nvSpPr>
        <p:spPr bwMode="auto">
          <a:xfrm>
            <a:off x="380997" y="888075"/>
            <a:ext cx="12372918" cy="71547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TimeSpan ts = new TimeSpan(49, 25, 34);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Console.WriteLine(ts);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Console.WriteLine(ts.Days);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Console.WriteLine(ts.Hours);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Console.WriteLine(ts.Minutes);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Console.WriteLine(ts.Seconds);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DateTime newDate = dt.Add(ts);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Console.WriteLine(newDate);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2.01:25:34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2023-02-23 01:25:34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722954" name="object 3"/>
          <p:cNvSpPr txBox="1"/>
          <p:nvPr/>
        </p:nvSpPr>
        <p:spPr bwMode="auto">
          <a:xfrm>
            <a:off x="380997" y="888075"/>
            <a:ext cx="12363559" cy="24073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`TimeSpan` represents a duration, not a specific date or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value such as `49` hours is automatically represented as `2` days and `1` hour when accessing `.Days` and `.Hours`.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95556" name="object 3"/>
          <p:cNvSpPr txBox="1"/>
          <p:nvPr/>
        </p:nvSpPr>
        <p:spPr bwMode="auto">
          <a:xfrm>
            <a:off x="380997" y="888075"/>
            <a:ext cx="1236571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`.Hours` does not return the total number of hours; it returns the hour component remaining after days are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the total duration in hours, use `.TotalHours`.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074737" name="object 3"/>
          <p:cNvSpPr txBox="1"/>
          <p:nvPr/>
        </p:nvSpPr>
        <p:spPr bwMode="auto">
          <a:xfrm>
            <a:off x="380997" y="888075"/>
            <a:ext cx="12384432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`TimeSpan` represents a duration.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`.Days`, `.Hours`, `.Minutes`, and `.Seconds` retrieve its components.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`DateTime.Add(TimeSpan)` adds a duration to a date and returns a new `DateTime`.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1684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2026-10-05T06:48:00Z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