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0242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321928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66271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705133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080161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970242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414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47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871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916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412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269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873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414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955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201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169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908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17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932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813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638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8168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733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624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6595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444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480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080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52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100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579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079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577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129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88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732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396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328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26236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062978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678077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18036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01202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1014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01649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03287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39590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46603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2054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893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541038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6014605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072849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154823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89405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5497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288550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862943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02479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698040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374576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97735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593470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303651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2022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56938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637854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159608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419571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44265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270465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23482650" name="object 30"/>
          <p:cNvSpPr txBox="1"/>
          <p:nvPr/>
        </p:nvSpPr>
        <p:spPr bwMode="auto">
          <a:xfrm>
            <a:off x="0" y="1143000"/>
            <a:ext cx="1310762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211668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3687658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24340448" name="object 30"/>
          <p:cNvSpPr txBox="1"/>
          <p:nvPr/>
        </p:nvSpPr>
        <p:spPr bwMode="auto">
          <a:xfrm flipH="0" flipV="0">
            <a:off x="106425" y="3084201"/>
            <a:ext cx="1327385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18668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Numeric Data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Numeric data types are used to store whole numbers and numbers with decimal parts.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provides integer, floating-point, and decimal numeric types with different sizes, ranges, and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146103" name="object 3"/>
          <p:cNvSpPr txBox="1"/>
          <p:nvPr/>
        </p:nvSpPr>
        <p:spPr bwMode="auto">
          <a:xfrm>
            <a:off x="380997" y="888075"/>
            <a:ext cx="12382632" cy="841292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Integer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`byte` → 8-bit unsigned → 0 to 255.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`sbyte` → 8-bit signed → -128 to 127.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`short` → 16-bit signed → -32,768 to 32,767.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`ushort` → 16-bit unsigned → 0 to 65,535.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`int` → 32-bit signed → -2,147,483,648 to 2,147,483,647.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`uint` → 32-bit unsigned → 0 to 4,294,967,295.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`long` → 64-bit signed → very large positive and negative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`ulong` → 64-bit unsigned → very large non-negative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Floating-Point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`float` → 32-bit single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`double` → 64-bit double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`decimal` → 128-bit decimal type with high precision and a smaller range than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`decimal` is commonly suitable for financial and monetary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Minimum and Maximum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numeric type provides `MinValue` and `MaxValue`.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They can be used to check the smallest and largest values supported by the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55517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Choose a numeric type according to the required range and precision.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Declare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a value within the supported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`MinValue` and `MaxValue` when checking the type's limits.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210771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Console.WriteLine(int.MinValue);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Console.WriteLine(int.MaxValue);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-2147483648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2147483647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141719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Signed types can store negative and positive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Unsigned types can store zero and positive values 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Larger types generally provide a larger range, while floating-point types differ mainly in precision and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093941" name="object 3"/>
          <p:cNvSpPr txBox="1"/>
          <p:nvPr/>
        </p:nvSpPr>
        <p:spPr bwMode="auto">
          <a:xfrm>
            <a:off x="380997" y="888075"/>
            <a:ext cx="12365714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value outside the type's range cannot be assigned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byte b = 255;      // ✅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byte x = 256;      // ❌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the correct suffix when required: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f = 10.5f;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long l = 100000L;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decimal m = 10.5m;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07143" name="object 3"/>
          <p:cNvSpPr txBox="1"/>
          <p:nvPr/>
        </p:nvSpPr>
        <p:spPr bwMode="auto">
          <a:xfrm>
            <a:off x="380997" y="888075"/>
            <a:ext cx="12370759" cy="507288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Integer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 signed and unsigned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Best when no decimal part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Floating-Point / Decimal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 numbers with decimal parts.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`float` → lower precision and smaller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`double` → higher precision and larger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`decimal` → high decimal precision, commonly used for financial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486080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Numeric types store whole numbers or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Integer types range from 8-bit to 64-bit.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Signed types support negative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Unsigned types support zero and positive values 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`float`, `double`, and `decimal` support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`MinValue` and `MaxValue` show the limits of a numeric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`e` / `E` represents scientific notation.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`0x` represents hexadecimal.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`0b` represents binary.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3676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2026-09-29T13:45:12Z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