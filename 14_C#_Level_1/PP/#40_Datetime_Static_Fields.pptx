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39174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3558534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3099965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693980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6591679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8807760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9556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090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8406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92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927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562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1530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3996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482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5911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5973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24623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593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6418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9137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4639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97167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89034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6863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84592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254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9093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0096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4517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9951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975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8309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399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71232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442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667810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520291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000033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586737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8429258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96733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719760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13101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467017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046963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315121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7930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849529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89678390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6230065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424822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5668602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305454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4349540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6126546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082690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908803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0908540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93581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307622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8672235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84723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9810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842661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057794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0859738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61421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64869907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33137302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DateTime Static Properties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1793059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7712717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45688905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DateTime Static Properties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838269" name="object 3"/>
          <p:cNvSpPr txBox="1"/>
          <p:nvPr/>
        </p:nvSpPr>
        <p:spPr bwMode="auto">
          <a:xfrm>
            <a:off x="380997" y="888075"/>
            <a:ext cx="12367870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DateTime Static Properties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`DateTime` provides static properties for getting commonly needed date and time values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624041" name="object 3"/>
          <p:cNvSpPr txBox="1"/>
          <p:nvPr/>
        </p:nvSpPr>
        <p:spPr bwMode="auto">
          <a:xfrm>
            <a:off x="380997" y="888075"/>
            <a:ext cx="12382632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Current Local Date &amp; 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`DateTime.Now` returns the current local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Today's Date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`DateTime.Today` returns the current local date with the time set to `00:00:00`.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Current UTC Date &amp; 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`DateTime.UtcNow` returns the current date and time in UTC.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023275" name="object 3"/>
          <p:cNvSpPr txBox="1"/>
          <p:nvPr/>
        </p:nvSpPr>
        <p:spPr bwMode="auto">
          <a:xfrm>
            <a:off x="380997" y="888075"/>
            <a:ext cx="12396309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Use the required `DateTime` static property.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Store or use the returned `DateTime`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Display or process the value as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340604" name="object 3"/>
          <p:cNvSpPr txBox="1"/>
          <p:nvPr/>
        </p:nvSpPr>
        <p:spPr bwMode="auto">
          <a:xfrm>
            <a:off x="380997" y="888075"/>
            <a:ext cx="12372918" cy="42286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Console.WriteLine(DateTime.Now);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Console.WriteLine(DateTime.Today);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Console.WriteLine(DateTime.UtcNow);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Current local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Today's date at 00:00:00.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Current UTC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434716" name="object 3"/>
          <p:cNvSpPr txBox="1"/>
          <p:nvPr/>
        </p:nvSpPr>
        <p:spPr bwMode="auto">
          <a:xfrm>
            <a:off x="380997" y="888075"/>
            <a:ext cx="12363559" cy="28408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`Now` → local date +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`Today` → local date only, time is `00:00:00`.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`UtcNow` → UTC date +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`MinValue` and `MaxValue` define the supported `DateTime`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833814" name="object 3"/>
          <p:cNvSpPr txBox="1"/>
          <p:nvPr/>
        </p:nvSpPr>
        <p:spPr bwMode="auto">
          <a:xfrm>
            <a:off x="380997" y="888075"/>
            <a:ext cx="12370759" cy="46393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`DateTime.Now`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Current local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`DateTime.Today`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Current local date.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Time is `00:00:00`.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🟦 `DateTime.UtcNow`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Current UTC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186188" name="object 3"/>
          <p:cNvSpPr txBox="1"/>
          <p:nvPr/>
        </p:nvSpPr>
        <p:spPr bwMode="auto">
          <a:xfrm>
            <a:off x="380997" y="888075"/>
            <a:ext cx="12384432" cy="30968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`Now` → current local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`Today` → today's date at midnight.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`UtcNow` → current UTC date and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`MinValue` → minimum supported `DateTime`.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`MaxValue` → maximum supported `DateTime`.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41789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2026-09-29T14:51:03Z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