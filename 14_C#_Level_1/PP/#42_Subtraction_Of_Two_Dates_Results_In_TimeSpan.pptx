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3422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92703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92074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427989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041786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454748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95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300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208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010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255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366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554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192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8917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80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613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75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5579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715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9877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374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881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143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318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1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71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48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028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33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778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917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50542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653327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03356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85692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49168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52907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62063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71268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2394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239637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77016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1593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09170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2916299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848170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678702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805221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141918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5528347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68838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151817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92270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348895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81729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18737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683464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3513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172386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975187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355258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1684698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2105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903670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00677599" name="object 30"/>
          <p:cNvSpPr txBox="1"/>
          <p:nvPr/>
        </p:nvSpPr>
        <p:spPr bwMode="auto">
          <a:xfrm>
            <a:off x="0" y="1143000"/>
            <a:ext cx="131097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Subtraction Of Two Dates Results In TimeSpan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802495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198666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0807590" name="object 30"/>
          <p:cNvSpPr txBox="1"/>
          <p:nvPr/>
        </p:nvSpPr>
        <p:spPr bwMode="auto">
          <a:xfrm flipH="0" flipV="0">
            <a:off x="106425" y="3084201"/>
            <a:ext cx="13276015" cy="236560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Subtraction Of Two Dates Results In TimeSpan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706732" name="object 3"/>
          <p:cNvSpPr txBox="1"/>
          <p:nvPr/>
        </p:nvSpPr>
        <p:spPr bwMode="auto">
          <a:xfrm>
            <a:off x="380997" y="888075"/>
            <a:ext cx="1236787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 Subtraction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Subtracting two `DateTime` values returns a `TimeSpan` representing the difference between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16416" name="object 3"/>
          <p:cNvSpPr txBox="1"/>
          <p:nvPr/>
        </p:nvSpPr>
        <p:spPr bwMode="auto">
          <a:xfrm>
            <a:off x="380997" y="888075"/>
            <a:ext cx="1238263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`Subtract()`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`dt2.Subtract(dt1)` calculates the time difference between `dt2` and `dt1`.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 is stored in a `TimeSpan`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Getting the Difference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`.Days` returns the number of complete days between the two 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23719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first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the second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Subtract the first date from the second using `.Subtract()`.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the result in a `TimeSpan`.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Access the difference using `.Days`.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318148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dt1 = new DateTime(2023, 2, 21);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dt2 = new DateTime(2023, 2, 25);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TimeSpan result = dt2.Subtract(dt1);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74052" name="object 3"/>
          <p:cNvSpPr txBox="1"/>
          <p:nvPr/>
        </p:nvSpPr>
        <p:spPr bwMode="auto">
          <a:xfrm>
            <a:off x="380997" y="888075"/>
            <a:ext cx="12363559" cy="24073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 - DateTime` also produces a `TimeSpan`.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order matters: `dt2.Subtract(dt1)` gives a positive result when `dt2` is later than `dt1`.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894256" name="object 3"/>
          <p:cNvSpPr txBox="1"/>
          <p:nvPr/>
        </p:nvSpPr>
        <p:spPr bwMode="auto">
          <a:xfrm>
            <a:off x="380997" y="888075"/>
            <a:ext cx="1238443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Subtracting two dates produces a `TimeSpan`.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`.Days` can be used to get the difference in complete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0256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2026-10-05T07:27:06Z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