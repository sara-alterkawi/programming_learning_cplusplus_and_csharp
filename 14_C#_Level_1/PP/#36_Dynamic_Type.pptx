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74324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522712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0402015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7317918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058177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8287313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01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1141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9506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4346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4407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694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3309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30712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3746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8242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0321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739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251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7893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915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208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3904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043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910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5780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82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182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61347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322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848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552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443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2497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24979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8870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1744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6212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279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96017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877116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793857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265328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226682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96363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021746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881548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737890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153841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4433899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50665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371043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4783931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5639399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050070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1413719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936668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3468737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42617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451383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221440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8326948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01174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718363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215729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15154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124150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751326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609062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5740997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50932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7602394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23413361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Dynamic Type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0689589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7548729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88006805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Dynamic Type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774886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Dynamic Type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`dynamic` bypasses compile-time type checking.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actual type of the variable is determined at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239992" name="object 3"/>
          <p:cNvSpPr txBox="1"/>
          <p:nvPr/>
        </p:nvSpPr>
        <p:spPr bwMode="auto">
          <a:xfrm>
            <a:off x="380997" y="888075"/>
            <a:ext cx="12382632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Storing Different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`dynamic` variable can store values of different types during program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variable can be reassigned to another type without changing its declaration.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794450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Declare the variable using `dynamic`.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Assign a value of any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Reassign a value of another type if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Operations are checked at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`GetType()` to inspect the current runtime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920986" name="object 3"/>
          <p:cNvSpPr txBox="1"/>
          <p:nvPr/>
        </p:nvSpPr>
        <p:spPr bwMode="auto">
          <a:xfrm>
            <a:off x="380997" y="888075"/>
            <a:ext cx="12372918" cy="459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dynamic MyDynamicVar = 100;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"Value: {0}, Type: {1}",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MyDynamicVar,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MyDynamicVar.GetType()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Value: 100, Type: System.Int32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985076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`dynamic` delays type checking until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variable itself does not have to keep the same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actual value still has a real .NET type at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400142" name="object 3"/>
          <p:cNvSpPr txBox="1"/>
          <p:nvPr/>
        </p:nvSpPr>
        <p:spPr bwMode="auto">
          <a:xfrm>
            <a:off x="380997" y="888075"/>
            <a:ext cx="12365714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Errors that would normally be detected at compile time may only appear when the code runs.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693516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`var`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Type is determined by the compiler.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variable remains strongly typed.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Compile-time type checking is still applied.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`dynamic`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Type checking is performed at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variable can hold different types during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Some type errors are detected only when the program runs.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701910" name="object 3"/>
          <p:cNvSpPr txBox="1"/>
          <p:nvPr/>
        </p:nvSpPr>
        <p:spPr bwMode="auto">
          <a:xfrm>
            <a:off x="380997" y="888075"/>
            <a:ext cx="12384432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`dynamic` bypasses compile-time type checking.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Its actual type is determined at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`dynamic` variable can store different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`GetType()` shows the current runtime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`var` is strongly typed after compilation.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`dynamic` provides more flexibility but can move errors from compile time to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86549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2026-09-29T14:32:08Z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