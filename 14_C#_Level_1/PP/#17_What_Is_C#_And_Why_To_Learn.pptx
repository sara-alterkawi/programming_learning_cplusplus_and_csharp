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7319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5538531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98339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326678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321910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49090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560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6071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7850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927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1939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517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65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0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03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022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3140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734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60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16348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82667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909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638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936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227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335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89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995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3904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7432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465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7603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812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889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3553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659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9955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55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935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48881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45400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724257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0263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61305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7760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983949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755116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079158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54389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269656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1612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309360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4866265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9480120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552565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6521745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458634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321517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49088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701902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839176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490155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47524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609648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75981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097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756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78628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122189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601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06508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7092051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22466691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C# And Why To Learn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0931509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588595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41114924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C# And Why To Learn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985768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(C Sharp) is a modern, general-purpose, strongly typed, object-oriented programming language developed by Microsoft.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commonly used with the .NET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016620" name="object 3"/>
          <p:cNvSpPr txBox="1"/>
          <p:nvPr/>
        </p:nvSpPr>
        <p:spPr bwMode="auto">
          <a:xfrm>
            <a:off x="380997" y="888075"/>
            <a:ext cx="123826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C# and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is the programming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is the platform providing runtime, libraries, and tools.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can be used to build many different types of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Characteristics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Object-oriented.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Strongly typed.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High-level.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Modern and continuously evolving.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Integrated with the .NET ecosystem.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051338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C#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Compile it into 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.NET runtime loads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JIT can convert IL into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The application executes on the target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904595" name="object 3"/>
          <p:cNvSpPr txBox="1"/>
          <p:nvPr/>
        </p:nvSpPr>
        <p:spPr bwMode="auto">
          <a:xfrm>
            <a:off x="380997" y="888075"/>
            <a:ext cx="12372918" cy="6057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 Student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string 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void Study()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Console.WriteLine("Student is studying.");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 allows developers to create structured, object-oriented applications using the .NET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78546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influenced by C, C++, and Java.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C# includes features such as generics, LINQ, async/await, pattern matching, records, and nullable reference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can be used for desktop, web, cloud, mobile, gaming, IoT, and AI-related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806447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say "C# is a platform."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the language; .NET is the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not simply "C++ with Garbage Collection."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468612" name="object 3"/>
          <p:cNvSpPr txBox="1"/>
          <p:nvPr/>
        </p:nvSpPr>
        <p:spPr bwMode="auto">
          <a:xfrm>
            <a:off x="380997" y="888075"/>
            <a:ext cx="12370759" cy="5393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Programming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write application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Strongly typed and object-oriented.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with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Development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runtime and libraries.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tools for building and running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multiple programming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848490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is a modern programming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strongly typed and object-oriented.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is commonly used with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can be used for web, desktop, cloud, mobile, gaming, and other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=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.NET =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16115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