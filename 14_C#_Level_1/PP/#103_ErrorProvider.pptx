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1199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578424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87119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90432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110578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524539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76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004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5961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24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4204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884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033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390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908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103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583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74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065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751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762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161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32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38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267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06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15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100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9381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526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91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324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296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05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8022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189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40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060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525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55132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122041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97209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927757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54457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58788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52558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1973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0074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5885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70721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8566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7470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175660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1736603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752441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732440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76615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198371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686691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77499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4510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881656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6792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395094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49894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1192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68672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743068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817478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285559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34993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953680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92344877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ErrorProvider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289111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5712498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97611152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ErrorProvider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331557" name="object 3"/>
          <p:cNvSpPr txBox="1"/>
          <p:nvPr/>
        </p:nvSpPr>
        <p:spPr bwMode="auto">
          <a:xfrm>
            <a:off x="380997" y="888075"/>
            <a:ext cx="12385508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ErrorProvider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component used to display validation errors next to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910281" name="object 3"/>
          <p:cNvSpPr txBox="1"/>
          <p:nvPr/>
        </p:nvSpPr>
        <p:spPr bwMode="auto">
          <a:xfrm>
            <a:off x="380997" y="888075"/>
            <a:ext cx="12384070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Validating Event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Checks the TextBox input when the user tries to leave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Empty Input Check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`string.IsNullOrWhiteSpace()` checks whether the TextBox is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Error Handling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`e.Cancel = true` prevents leaving the control and `SetError()` displays the error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the input is valid, `e.Cancel = false` allows the user to continue and `SetError()` clears the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709964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Handle the `Validating`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whether the First Name or Last Name is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If invalid, set `e.Cancel = true` and display an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valid, set `e.Cancel = false` and clear the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915063" name="object 3"/>
          <p:cNvSpPr txBox="1"/>
          <p:nvPr/>
        </p:nvSpPr>
        <p:spPr bwMode="auto">
          <a:xfrm>
            <a:off x="380997" y="888075"/>
            <a:ext cx="12384795" cy="66590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(string.IsNullOrWhiteSpace(textBox1.Text))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e.Cancel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errorProvider1.SetError(textBox1, "First Name should have a value!");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e.Cancel = false;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errorProvider1.SetError(textBox1, "");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An error icon appears when the input is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user cannot leave the invalid TextBox until a value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error disappears when the input becomes 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860394" name="object 3"/>
          <p:cNvSpPr txBox="1"/>
          <p:nvPr/>
        </p:nvSpPr>
        <p:spPr bwMode="auto">
          <a:xfrm>
            <a:off x="380997" y="888075"/>
            <a:ext cx="12364996" cy="23152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`e.Cancel = true` → prevents leaving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`e.Cancel = false` → allows leaving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`SetError(control, "")` → clears the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205964" name="object 3"/>
          <p:cNvSpPr txBox="1"/>
          <p:nvPr/>
        </p:nvSpPr>
        <p:spPr bwMode="auto">
          <a:xfrm>
            <a:off x="380997" y="888075"/>
            <a:ext cx="12373276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`e.Cancel = true`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invalid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Prevents leaving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`e.Cancel = false`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valid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the user to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720990" name="object 3"/>
          <p:cNvSpPr txBox="1"/>
          <p:nvPr/>
        </p:nvSpPr>
        <p:spPr bwMode="auto">
          <a:xfrm>
            <a:off x="380997" y="888075"/>
            <a:ext cx="12384795" cy="1881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clear the error message when the input becomes valid, otherwise the error icon may remain visible.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581257" name="object 3"/>
          <p:cNvSpPr txBox="1"/>
          <p:nvPr/>
        </p:nvSpPr>
        <p:spPr bwMode="auto">
          <a:xfrm>
            <a:off x="380997" y="888075"/>
            <a:ext cx="12385511" cy="27060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`ErrorProvider` → displays validation errors.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`Validating` → validates input before leaving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`e.Cancel` → controls whether the user can leave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`SetError()` → displays or clears the validation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41025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2026-10-07T06:26:50Z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