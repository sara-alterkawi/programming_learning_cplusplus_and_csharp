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704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28278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302317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54338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557928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03487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190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826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107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616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228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994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564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80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630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463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48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939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8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2349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029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0256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711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865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765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402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501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726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328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631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573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336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619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6421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88954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63912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9737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84926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5109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60788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803097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5932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41510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207559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380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310737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74262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11155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82720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695928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6270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1483557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52878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369807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67354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514602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537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73481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895543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2620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16583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752318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299893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957959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19754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9070285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33731169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Ternary Operator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521203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286317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63555997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Ternary Operator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201265" name="object 3"/>
          <p:cNvSpPr txBox="1"/>
          <p:nvPr/>
        </p:nvSpPr>
        <p:spPr bwMode="auto">
          <a:xfrm>
            <a:off x="380997" y="888075"/>
            <a:ext cx="1236787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Ternary Operator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Written as ? : and works with three operands.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shorter way to write a simple if-else.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Selects one of two values based on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740397" name="object 3"/>
          <p:cNvSpPr txBox="1"/>
          <p:nvPr/>
        </p:nvSpPr>
        <p:spPr bwMode="auto">
          <a:xfrm>
            <a:off x="380997" y="888075"/>
            <a:ext cx="12382632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variable = condition ? expression1 : expression2;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condition is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expression1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condition is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expression2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104659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Console.Write("Enter a number to check if it's even or odd: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number = int.Parse(Console.ReadLine());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result;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result = (number % 2 == 0) ? "Even Number" : "Odd Number";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Console.WriteLine("{0} is {1}", number, result);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a number to check if it's even or odd: 56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56 is Even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061900" name="object 3"/>
          <p:cNvSpPr txBox="1"/>
          <p:nvPr/>
        </p:nvSpPr>
        <p:spPr bwMode="auto">
          <a:xfrm>
            <a:off x="380997" y="888075"/>
            <a:ext cx="12363559" cy="24500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Ternary is equivalent to a simple if-else that assigns one of two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→ first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→ second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194064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Ternary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Shorter and suitable for simple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Produces/selects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If-Else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Better for more complex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execute multiple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13035" name="object 3"/>
          <p:cNvSpPr txBox="1"/>
          <p:nvPr/>
        </p:nvSpPr>
        <p:spPr bwMode="auto">
          <a:xfrm>
            <a:off x="380997" y="888075"/>
            <a:ext cx="12384432" cy="30617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? : → Ternary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Works with three operands.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Shorthand for simple if-else.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true → expression1.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false → expression2.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9772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2026-10-05T11:23:35Z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