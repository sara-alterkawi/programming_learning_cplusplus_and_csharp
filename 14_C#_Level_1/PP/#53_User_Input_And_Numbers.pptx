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9354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504318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57567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383193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603386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55979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976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12855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241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8835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4170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4063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098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0541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02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522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276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8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3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518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54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489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892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272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34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6991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052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562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7874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818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057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558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772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91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9357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9577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1434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370261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88768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94491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73156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73767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3121153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29994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9731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450339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02951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680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112061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002183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676004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036261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881232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313884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7727280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459508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704434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190563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930131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22301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606930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77927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3234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597794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031095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093227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768607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95560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152835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68449108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User Input and Numbers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252960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2840597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41903897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User Input and Numbers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445665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User Input and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Console.ReadLine() always returns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 store the input as another type, such as int, it must be converted.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639680" name="object 3"/>
          <p:cNvSpPr txBox="1"/>
          <p:nvPr/>
        </p:nvSpPr>
        <p:spPr bwMode="auto">
          <a:xfrm>
            <a:off x="380997" y="888075"/>
            <a:ext cx="123826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to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User input like 25 is read as "25" (string).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Convert.ToInt32() converts the string into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Type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is type conversion, not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Invalid input that cannot be converted causes a conversion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77936" name="object 3"/>
          <p:cNvSpPr txBox="1"/>
          <p:nvPr/>
        </p:nvSpPr>
        <p:spPr bwMode="auto">
          <a:xfrm>
            <a:off x="380997" y="888075"/>
            <a:ext cx="1239630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user's input with Console.ReadLine().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Convert the string using Convert.ToInt32().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converted value in an int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64948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Console.WriteLine("Enter your age:");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age = Convert.ToInt32(Console.ReadLine());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Console.WriteLine("Your age is: " + age);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your age: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Your age is: 45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024845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 such as "Sara" cannot be converted to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causes a conversion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int.TryParse() can be used later for safer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243736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cin &gt;&gt;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directly read the input as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Convert.ToInt32(Console.ReadLine());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the string input into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229623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Console.ReadLine() returns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Convert.ToInt32() converts it to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This is type conversion, not casting.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3785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2026-10-05T09:42:30Z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