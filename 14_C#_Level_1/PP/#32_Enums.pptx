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7266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15961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961605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43737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461305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09426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418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086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88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685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884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630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693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64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544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138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319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036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65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83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33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996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553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760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287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631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194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966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188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080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725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297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41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853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93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26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092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93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671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75257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420240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019224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41450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45219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68455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9275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6256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3114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83745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02335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5329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70324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9786696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20326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07351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507473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47312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171834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64131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53731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52736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570923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03538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69681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66667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8311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895973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2296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410319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6779878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5968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640529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81993201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400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2966700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35943380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Enums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803706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Enumeration (enum)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`enum` is a type used to define a set of named constant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enum member has an underlying numeric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552915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 Numbering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By default, the first member has the value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following member increases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716549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an enum with named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numeric values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a variable using the enum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one of the enum members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or display the selected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690668" name="object 3"/>
          <p:cNvSpPr txBox="1"/>
          <p:nvPr/>
        </p:nvSpPr>
        <p:spPr bwMode="auto">
          <a:xfrm>
            <a:off x="380997" y="888075"/>
            <a:ext cx="12372918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enum enWeekDays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Monday,     //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Tuesday,    //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Wednesday,  //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Thursday,   //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Friday,     //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Saturday,   //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Sunday      //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enWeekDays WeekDay;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WeekDay = enWeekDays.Friday;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Console.WriteLine(WeekDay);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Friday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176543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Enum members represent named constants, making code easier to read than using unexplained numeric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 value is assigned, numbering starts from `0` and increases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assigning a value manually, the following members continue from that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248774" name="object 3"/>
          <p:cNvSpPr txBox="1"/>
          <p:nvPr/>
        </p:nvSpPr>
        <p:spPr bwMode="auto">
          <a:xfrm>
            <a:off x="380997" y="888075"/>
            <a:ext cx="12365714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underlying type must be an integral numeric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enum enCategories : byte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Invalid: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enum enCategories :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manually assigning values because duplicate numeric values are allowed.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2315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Default Enum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Automatically increase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`Monday = 0`, `Tuesday =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Custom Enum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can be assigned manually.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Following members continue from the assigned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specific numeric values are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43085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`enum` defines a set of named constant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Enum members have numeric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Default numbering starts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Values can be assigned manually.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Following members are automatically numbered.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default underlying type is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Other integral types such as `byte`, `short`, and `long` can be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`string` cannot be used as an enum's underlying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6737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