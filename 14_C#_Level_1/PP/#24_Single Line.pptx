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0649464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56114980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030957424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5193695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947202049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21210570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60963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564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402383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096243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032208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379486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437921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8739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847706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57638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77599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7675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38182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351108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9825266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87042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428374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35916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51475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09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3432235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63624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09705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442423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215810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40978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17935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725900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84537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5205848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635971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993393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12601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8157675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42674698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85399243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43581289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65227984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3223747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95631238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4716314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48368897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563145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48706705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717156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014483179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39723848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67580182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407411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968073046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70108251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43544266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2199772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69499865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18173969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5242285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093223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505047355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659073735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445240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223700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9986284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266061391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228480620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6480160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377270046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343344407" name="object 30"/>
          <p:cNvSpPr txBox="1"/>
          <p:nvPr/>
        </p:nvSpPr>
        <p:spPr bwMode="auto">
          <a:xfrm>
            <a:off x="0" y="1143000"/>
            <a:ext cx="13107985" cy="40661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</a:t>
            </a:r>
            <a:r>
              <a:rPr sz="6000" b="1">
                <a:solidFill>
                  <a:schemeClr val="bg1"/>
                </a:solidFill>
                <a:latin typeface="Comic Sans MS"/>
                <a:cs typeface="Comic Sans MS"/>
              </a:rPr>
              <a:t>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Single-Line / Multiple-Line Comments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43255297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861410213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034717571" name="object 30"/>
          <p:cNvSpPr txBox="1"/>
          <p:nvPr/>
        </p:nvSpPr>
        <p:spPr bwMode="auto">
          <a:xfrm flipH="0" flipV="0">
            <a:off x="106425" y="3084201"/>
            <a:ext cx="13274935" cy="2450824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C#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</a:t>
            </a:r>
            <a:r>
              <a:rPr sz="2400" spc="-16">
                <a:solidFill>
                  <a:srgbClr val="FFFFFF"/>
                </a:solidFill>
                <a:latin typeface="Comic Sans MS"/>
                <a:cs typeface="Comic Sans MS"/>
              </a:rPr>
              <a:t>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Single-Line / Multiple-Line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Comments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3505737" name="object 3"/>
          <p:cNvSpPr txBox="1"/>
          <p:nvPr/>
        </p:nvSpPr>
        <p:spPr bwMode="auto">
          <a:xfrm>
            <a:off x="380997" y="888075"/>
            <a:ext cx="12367870" cy="340989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Comments are text written inside the source code to explain what the code does.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Comments are ignored by the compiler, so they do not affect the execution of the program.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C# provides two main types of comments: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Single-line comments → `//`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Multiple-line comments → `/* ... */`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756349" name="object 3"/>
          <p:cNvSpPr txBox="1"/>
          <p:nvPr/>
        </p:nvSpPr>
        <p:spPr bwMode="auto">
          <a:xfrm>
            <a:off x="380997" y="888075"/>
            <a:ext cx="12382632" cy="375547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Single-Line Comment `//`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A single-line comment starts with `//`.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Everything after `//` on that line is treated as a comment.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The comment itself is not displayed.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Multiple-Line Comment `/* ... */`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A multiple-line comment starts with `/*` and ends with `*/`.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It can contain several lines of text.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4006120" name="object 3"/>
          <p:cNvSpPr txBox="1"/>
          <p:nvPr/>
        </p:nvSpPr>
        <p:spPr bwMode="auto">
          <a:xfrm>
            <a:off x="380997" y="888075"/>
            <a:ext cx="12396309" cy="7047313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</a:t>
            </a:r>
            <a:r>
              <a:rPr lang="en-GB" sz="4000" b="1" i="0" u="none" strike="noStrike" cap="none" spc="-16">
                <a:solidFill>
                  <a:prstClr val="black"/>
                </a:solidFill>
                <a:latin typeface="Comic Sans MS"/>
                <a:ea typeface="Comic Sans MS"/>
                <a:cs typeface="Comic Sans MS"/>
              </a:rPr>
              <a:t>Procedures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Write a Single-Line Comment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// This is a comment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Result: The compiler ignores this line.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Write a Multiple-Line Comment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/*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This is a comment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that spans multiple lines.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*/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Result: All lines between `/*` and `*/` are ignored.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Comment Code Temporarily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🔹 Comments can also be used to temporarily disable a line of code.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// Console.WriteLine("This will not execute");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Console.WriteLine("This will execute");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➡️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This will execute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722760" name="object 3"/>
          <p:cNvSpPr txBox="1"/>
          <p:nvPr/>
        </p:nvSpPr>
        <p:spPr bwMode="auto">
          <a:xfrm>
            <a:off x="380997" y="888075"/>
            <a:ext cx="12372918" cy="75205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internal class Program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static void Main(string[] args)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{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// This is a single line comment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Console.Write("My Name is Sara Alterkawi ");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/*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   This is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   a multiple 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   comment.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*/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    Console.ReadKey();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    }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My Name is Sara Alterkawi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7547192" name="object 3"/>
          <p:cNvSpPr txBox="1"/>
          <p:nvPr/>
        </p:nvSpPr>
        <p:spPr bwMode="auto">
          <a:xfrm>
            <a:off x="380997" y="888075"/>
            <a:ext cx="12363559" cy="39003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Comments are useful for: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Explaining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Documenting complicated logic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Making code easier to understand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🟩 Temporarily disabling code during testing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Good comments should explain **why** something is done when the code itself is not obvious.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5170096" name="object 3"/>
          <p:cNvSpPr txBox="1"/>
          <p:nvPr/>
        </p:nvSpPr>
        <p:spPr bwMode="auto">
          <a:xfrm>
            <a:off x="380997" y="888075"/>
            <a:ext cx="12365714" cy="409126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⚠️ A multiple-line comment must be closed with `*/`.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❌ Incorrect: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/*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   This comment is not closed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✅ Correct: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	/*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   This comment is closed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*/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763524" name="object 3"/>
          <p:cNvSpPr txBox="1"/>
          <p:nvPr/>
        </p:nvSpPr>
        <p:spPr bwMode="auto">
          <a:xfrm>
            <a:off x="380997" y="888075"/>
            <a:ext cx="12370759" cy="46468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Single-Line Comment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`//`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Applies to one line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Quick and simple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Multiple-Line Comment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`/* ... */`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Can span multiple lines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Useful for longer explanations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106257" name="object 3"/>
          <p:cNvSpPr txBox="1"/>
          <p:nvPr/>
        </p:nvSpPr>
        <p:spPr bwMode="auto">
          <a:xfrm>
            <a:off x="380997" y="888075"/>
            <a:ext cx="12384432" cy="300896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Comments explain or document source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Comments are ignored during program execution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`//` is used for single-line comments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`/* ... */` is used for multiple-line comments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Comments can also temporarily disable code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1334090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349</cp:revision>
  <dcterms:created xsi:type="dcterms:W3CDTF">2025-12-09T17:44:59Z</dcterms:created>
  <dcterms:modified xsi:type="dcterms:W3CDTF">2026-09-29T08:00:51Z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