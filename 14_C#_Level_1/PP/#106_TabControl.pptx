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93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11354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993104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540141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597294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8295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935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8360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045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46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719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20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153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269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253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17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3882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753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423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669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08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854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71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567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127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5550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787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406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5451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1961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579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68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52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850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723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221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855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496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608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9217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573047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56522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9570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42304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99371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781758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58041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09391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67008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822031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4780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962980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3699292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57464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250185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628656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42325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1938075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3186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409868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332957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50197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8573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3134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50587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4380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959504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014653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045420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72866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5052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49581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51067820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TabControl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64018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138785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8711399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TabControl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915497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organize multiple pages inside the same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page is represented by a TabPage, and the user switches between pages by selecting a tab.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337461" name="object 3"/>
          <p:cNvSpPr txBox="1"/>
          <p:nvPr/>
        </p:nvSpPr>
        <p:spPr bwMode="auto">
          <a:xfrm>
            <a:off x="380997" y="888075"/>
            <a:ext cx="12384070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TabPage Organization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TabPage represents one section of the form and can contain controls such as Label, TextBox, Button, or DataGridView.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 Selection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SelectedIndex gets or sets the index of the selected tab.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SelectedTab gets or sets the currently selected TabPage.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 Appearance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Alignment determines where the tabs appear.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Appearance, Multiline, ItemSize, and SizeMode control how the tabs are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653900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TabControl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the required TabPages.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Set the Text property of each TabPage.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controls to the appropriate TabPage.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SelectedIndex or SelectedTab to access the selected 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Handle SelectedIndexChanged when the selected tab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394635" name="object 3"/>
          <p:cNvSpPr txBox="1"/>
          <p:nvPr/>
        </p:nvSpPr>
        <p:spPr bwMode="auto">
          <a:xfrm>
            <a:off x="380997" y="888075"/>
            <a:ext cx="12384795" cy="4076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TabControl tabControl = new TabControl();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TabPage tabPage1 = new TabPage("Personal Information");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TabPage tabPage2 = new TabPage("Contact Information");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tabControl.TabPages.Add(tabPage1);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tabControl.TabPages.Add(tabPage2);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[ Personal Information ] [ Contact Information 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40494" name="object 3"/>
          <p:cNvSpPr txBox="1"/>
          <p:nvPr/>
        </p:nvSpPr>
        <p:spPr bwMode="auto">
          <a:xfrm>
            <a:off x="380997" y="888075"/>
            <a:ext cx="12364996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TabPages contains all pages inside the TabControl.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SelectedIndex represents the selected tab by its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SelectedTab represents the selected TabPage.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Alignment can be Top, Bottom, Left, or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SizeMode can be Normal, FillToRight, or Fixed.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962070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TabControl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and manages multiple TabPages.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switching between pages.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tab-related properties and events.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TabPage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one page inside a TabControl.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controls belonging to that 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Text to define the displayed tab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723479" name="object 3"/>
          <p:cNvSpPr txBox="1"/>
          <p:nvPr/>
        </p:nvSpPr>
        <p:spPr bwMode="auto">
          <a:xfrm>
            <a:off x="380997" y="888075"/>
            <a:ext cx="12384795" cy="2254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Controls should be added to a TabPage, not directly to the TabControl.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TabControl manages the pages, while each TabPage manages the controls inside that 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736170" name="object 3"/>
          <p:cNvSpPr txBox="1"/>
          <p:nvPr/>
        </p:nvSpPr>
        <p:spPr bwMode="auto">
          <a:xfrm>
            <a:off x="380997" y="888075"/>
            <a:ext cx="12385511" cy="348770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TabControl → manages multiple pages.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TabPage → represents one page/tab.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TabPages → collection of pages.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SelectedIndex → selected tab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SelectedTab → selected page.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SelectedIndexChanged → detects tab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30556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