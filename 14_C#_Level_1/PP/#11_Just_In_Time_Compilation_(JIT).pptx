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57112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9264885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2478891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401891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02166521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517795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6107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5075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8368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90425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21606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60399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608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0849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41585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585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9356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13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8323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0397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16248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236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4941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8856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8170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902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8555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41484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496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56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5789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84372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529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01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2537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923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4911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08418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0101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58362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776829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3026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89383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0189583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65762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7559728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4869072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412259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805986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715437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28781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5652859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5859335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4337397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978379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1119845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7898347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437103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4850051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304812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312269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6124922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76221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9038131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4187775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10109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468223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422371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119146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5997814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34968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61870088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487767573" name="object 30"/>
          <p:cNvSpPr txBox="1"/>
          <p:nvPr/>
        </p:nvSpPr>
        <p:spPr bwMode="auto">
          <a:xfrm>
            <a:off x="0" y="1143000"/>
            <a:ext cx="1311230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Just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Time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Compilation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(JIT)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91094000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03391752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30257552" name="object 30"/>
          <p:cNvSpPr txBox="1"/>
          <p:nvPr/>
        </p:nvSpPr>
        <p:spPr bwMode="auto">
          <a:xfrm flipH="0" flipV="0">
            <a:off x="106425" y="3084201"/>
            <a:ext cx="1327853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Just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Time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Compilation</a:t>
            </a:r>
            <a:r>
              <a:rPr lang="ar-SY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(JIT)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9668980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JIT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JIT (Just-In-Time) Compiler is part of the CLR execution environment.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 converts IL (Intermediate Language) into native machine code during JIT-based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398100" name="object 3"/>
          <p:cNvSpPr txBox="1"/>
          <p:nvPr/>
        </p:nvSpPr>
        <p:spPr bwMode="auto">
          <a:xfrm>
            <a:off x="380997" y="888075"/>
            <a:ext cx="12382632" cy="339980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Compilation Stages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Source code is first compiled into IL by the C# compiler.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 the application runs, JIT converts the required IL into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Execution Flow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→ Compiler → IL → CLR/JIT → Native Code → CPU.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CPU executes the generated native machine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5727033" name="object 3"/>
          <p:cNvSpPr txBox="1"/>
          <p:nvPr/>
        </p:nvSpPr>
        <p:spPr bwMode="auto">
          <a:xfrm>
            <a:off x="380997" y="888075"/>
            <a:ext cx="12396309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C# source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C# compiler converts it into IL and metadata.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The assembly is loaded by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JIT compiles required IL into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CPU executes the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528872" name="object 3"/>
          <p:cNvSpPr txBox="1"/>
          <p:nvPr/>
        </p:nvSpPr>
        <p:spPr bwMode="auto">
          <a:xfrm>
            <a:off x="380997" y="888075"/>
            <a:ext cx="12372918" cy="69143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C# Source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C# Compiler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Native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CPU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C# program is converted from IL into machine-specific code that can be executed by the processor.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3589801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IL may also be called CIL or MSIL.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Native code is machine code designed for the target processor.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Traditional materials may describe Pre-JIT, Econo JIT, and Normal JIT, but this is mainly a historical/educational classification.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948797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C# compiler normally does not directly compile C# into CPU machine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JIT and CLR are not the same thing.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Modern .NET also supports AOT compilation.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563336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IL into native code during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optimize code for the target environment.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as part of the .NET runtime execution process.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AOT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Compiles code ahead of execution.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Reduces the need for runtime compilation.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by modern .NET in supported scenarios.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003559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JIT = Just-In-Time Compiler.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Converts IL into native machine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Works as part of the CLR execution environment.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JIT-based execution happens when the application runs.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CPU executes the resulting native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702658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2026-09-28T14:24:23Z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