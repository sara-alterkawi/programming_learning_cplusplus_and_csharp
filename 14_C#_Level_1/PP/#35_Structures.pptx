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0892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985782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3646365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3985950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0232848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2646646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87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3948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666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3931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3671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987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0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7612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4079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5413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3709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0802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41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71573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931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1593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5685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5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774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5953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7452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761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1800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972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960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33959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630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666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04946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3153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2596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2659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0551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90703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989019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832791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154926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4914844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24759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67374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719480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17017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048080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827884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6957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203708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6266509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4486606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516562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499627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03797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5160102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7937207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946045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768341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4471500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84553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266631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784606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08904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27162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46604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154733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5745377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07430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419686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46813954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Structures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5680084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0015692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24579696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Structures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54716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Structure (`struct`)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`struct` is a value type that can group related data and functionality into one custom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is useful for representing small data structures.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07431" name="object 3"/>
          <p:cNvSpPr txBox="1"/>
          <p:nvPr/>
        </p:nvSpPr>
        <p:spPr bwMode="auto">
          <a:xfrm>
            <a:off x="380997" y="888075"/>
            <a:ext cx="123826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Defining a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`struct` can contain fields and methods.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Fields can be accessed through an object of the struct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193955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a `struct`.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Add related fields or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Declare a variable of the struct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Assign values to its fields.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Access the fields using the `.` operator.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840129" name="object 3"/>
          <p:cNvSpPr txBox="1"/>
          <p:nvPr/>
        </p:nvSpPr>
        <p:spPr bwMode="auto">
          <a:xfrm>
            <a:off x="380997" y="888075"/>
            <a:ext cx="12373278" cy="91969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struct stStudent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public string FirstName;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public string LastName;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stStudent Student;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Student.FirstName = "Dania";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Student.LastName = "Aljasem";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Console.WriteLine(Student.FirstName);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Console.WriteLine(Student.LastName);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stStudent Student2 = new stStudent();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Student2.FirstName = "Hadi";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Student2.LastName = "Aljasem";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Console.WriteLine(Student2.FirstName);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Console.WriteLine(Student2.LastName);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Dania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Aljasem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Hadi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Aljasem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138816" name="object 3"/>
          <p:cNvSpPr txBox="1"/>
          <p:nvPr/>
        </p:nvSpPr>
        <p:spPr bwMode="auto">
          <a:xfrm>
            <a:off x="380997" y="888075"/>
            <a:ext cx="12363559" cy="3153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`struct` is a value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struct can contain multiple related values under one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Struct variables can be created with or without `new`.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declared without `new`, all fields must be definitely assigned before they are accessed.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683400" name="object 3"/>
          <p:cNvSpPr txBox="1"/>
          <p:nvPr/>
        </p:nvSpPr>
        <p:spPr bwMode="auto">
          <a:xfrm>
            <a:off x="380997" y="888075"/>
            <a:ext cx="12365714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You cannot read an unassigned field.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🟥 Invalid: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stStudent Student;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Console.WriteLine(Student.FirstName);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field must be assigned first: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Student.FirstName = "Dania";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409905" name="object 3"/>
          <p:cNvSpPr txBox="1"/>
          <p:nvPr/>
        </p:nvSpPr>
        <p:spPr bwMode="auto">
          <a:xfrm>
            <a:off x="380997" y="888075"/>
            <a:ext cx="12370759" cy="5020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Struct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a value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Groups related data into a custom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created with or without `new`.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Suitable for small, data-focused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Class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a reference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Creates objects that are reference-based.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Commonly used for larger or more complex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444806" name="object 3"/>
          <p:cNvSpPr txBox="1"/>
          <p:nvPr/>
        </p:nvSpPr>
        <p:spPr bwMode="auto">
          <a:xfrm>
            <a:off x="380997" y="888075"/>
            <a:ext cx="1238443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`struct` creates a custom value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can group related data and functionality.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Structs can contain fields and methods.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struct can be created with or without `new`.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Fields must be assigned before they are read.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03332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2026-09-29T14:25:47Z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