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69734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5542588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7646780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0443109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6333948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561479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1618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6850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9617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7734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53670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08422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60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61289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28875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7755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6283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787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6477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7688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8962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1629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4217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8511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630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8836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833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37530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882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70797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646258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622062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592443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104496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7820034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24164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7984285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082619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060630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060535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2676344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91934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8011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7109327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4225582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541931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9566039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5487871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92093566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190992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030674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844853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0025574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38094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513842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2946011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72559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627737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327227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470826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1637732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06923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2509484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06761143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Drawing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3710817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2629715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48552671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Drawing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465161" name="object 3"/>
          <p:cNvSpPr txBox="1"/>
          <p:nvPr/>
        </p:nvSpPr>
        <p:spPr bwMode="auto">
          <a:xfrm>
            <a:off x="380997" y="888075"/>
            <a:ext cx="12385508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Windows Forms Drawing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Uses the `Paint` event and `e.Graphics` to draw shapes directly on the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`Pen` controls the color, width, and line appearance.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143762" name="object 3"/>
          <p:cNvSpPr txBox="1"/>
          <p:nvPr/>
        </p:nvSpPr>
        <p:spPr bwMode="auto">
          <a:xfrm>
            <a:off x="380997" y="888075"/>
            <a:ext cx="12384070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Black 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Creates a black `Pen` with width `10`.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Uses `Round` caps and draws a vertical line from `(100, 100)` to `(100, 200)`.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Red Rectangle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Creates a red `Pen` with width `5`.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Draws a rectangle starting at `(200, 200)` with size `300 × 300`.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Blue Ellipse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Creates a blue `Pen` with width `8`.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Draws an ellipse starting at `(200, 50)` with size `100 × 120`.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5255959" name="object 3"/>
          <p:cNvSpPr txBox="1"/>
          <p:nvPr/>
        </p:nvSpPr>
        <p:spPr bwMode="auto">
          <a:xfrm>
            <a:off x="380997" y="888075"/>
            <a:ext cx="12387309" cy="263571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Handle the form's `Paint` event.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a `Pen` with the required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Set the pen width and line caps.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`e.Graphics` to draw the required shape.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154129" name="object 3"/>
          <p:cNvSpPr txBox="1"/>
          <p:nvPr/>
        </p:nvSpPr>
        <p:spPr bwMode="auto">
          <a:xfrm>
            <a:off x="380997" y="888075"/>
            <a:ext cx="12364637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`Color.FromArgb()` creates a color using Alpha, Red, Green, and Blue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`DrawLine()`, `DrawRectangle()`, and `DrawEllipse()` are methods of `Graphics`.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`LineCap.Round` makes line ends rounded, while `Custom` uses a custom cap style.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65120" name="object 3"/>
          <p:cNvSpPr txBox="1"/>
          <p:nvPr/>
        </p:nvSpPr>
        <p:spPr bwMode="auto">
          <a:xfrm>
            <a:off x="380997" y="888075"/>
            <a:ext cx="12385511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Draws a line, rectangle, and ellipse on the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Uses `Pen` to control drawing properties.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Uses `Graphics` methods to render shapes.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60350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355</cp:revision>
  <dcterms:created xsi:type="dcterms:W3CDTF">2025-12-09T17:44:59Z</dcterms:created>
  <dcterms:modified xsi:type="dcterms:W3CDTF">2026-10-06T13:15:28Z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