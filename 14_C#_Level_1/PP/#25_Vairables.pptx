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6600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430298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92425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42812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938553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921166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575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4866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955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31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437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23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01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7339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0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398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4717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152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8090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9769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4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512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051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872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41122D-B2E5-AD2E-FB6D-73DD9F3D550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060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375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983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830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205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44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56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6394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954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491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405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210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068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07679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711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29025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504258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407727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28849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402248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44051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973783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643134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675589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19293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66841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5092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823545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997937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6840493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796254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38088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10121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3629794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07910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697353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838863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292988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00300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407919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215174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4897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498713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422249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684750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759782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6834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783993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83013946" name="object 30"/>
          <p:cNvSpPr txBox="1"/>
          <p:nvPr/>
        </p:nvSpPr>
        <p:spPr bwMode="auto">
          <a:xfrm>
            <a:off x="0" y="1143000"/>
            <a:ext cx="1311014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Variables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8928985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0126831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02273604" name="object 30"/>
          <p:cNvSpPr txBox="1"/>
          <p:nvPr/>
        </p:nvSpPr>
        <p:spPr bwMode="auto">
          <a:xfrm flipH="0" flipV="0">
            <a:off x="106425" y="3084201"/>
            <a:ext cx="1327637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Variables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17196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variable is a named storage location used to hold a value in a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variable has a data type, which determines what kind of value it can store.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79945" name="object 3"/>
          <p:cNvSpPr txBox="1"/>
          <p:nvPr/>
        </p:nvSpPr>
        <p:spPr bwMode="auto">
          <a:xfrm>
            <a:off x="380997" y="888075"/>
            <a:ext cx="12382632" cy="3054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general syntax for declaring a variable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DataType VariableName = 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int → Integer data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x →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10 → Stored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86137" name="object 3"/>
          <p:cNvSpPr txBox="1"/>
          <p:nvPr/>
        </p:nvSpPr>
        <p:spPr bwMode="auto">
          <a:xfrm>
            <a:off x="380997" y="888075"/>
            <a:ext cx="12396669" cy="89135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String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MyName = "Sara Alterkawi";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 string stores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Console.WriteLine(MyName);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Integer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y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int is used to store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Console.WriteLine("x=" + x);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Console.WriteLine("y=" + 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Adding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Be careful when using + with strings and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❌ This does not calculate the sum: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Console.WriteLine("x+y=" + x + 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Sum Correctly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✅ Use parentheses: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Console.WriteLine("x+y=" + (x + y));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(x + y) is calculated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Create a double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double MyDouble = 25.89D;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double stores numbers that can contain decimal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249414" name="object 3"/>
          <p:cNvSpPr txBox="1"/>
          <p:nvPr/>
        </p:nvSpPr>
        <p:spPr bwMode="auto">
          <a:xfrm>
            <a:off x="380997" y="888075"/>
            <a:ext cx="12397389" cy="595752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6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5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String Variable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Create a char Variable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 MyLetter = 'M';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char stores one character.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📌 A char uses single quotes: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'M'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Create a bool Variable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bool MyBool = true;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bool stores one of two logical values: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true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🟥 false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238088" name="object 3"/>
          <p:cNvSpPr txBox="1"/>
          <p:nvPr/>
        </p:nvSpPr>
        <p:spPr bwMode="auto">
          <a:xfrm>
            <a:off x="380997" y="888075"/>
            <a:ext cx="12372918" cy="42211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Common Data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Data Type	Stores	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	Text	"Sara"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	Whole numbers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double	Decimal numbers	25.89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char	One character	'M'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bool	True/False	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362568" name="object 3"/>
          <p:cNvSpPr txBox="1"/>
          <p:nvPr/>
        </p:nvSpPr>
        <p:spPr bwMode="auto">
          <a:xfrm>
            <a:off x="380997" y="888075"/>
            <a:ext cx="12365714" cy="48302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Do not confuse addition with string concatenation.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"x+y=" + x + 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Produces: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x+y=1020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"x+y=" + (x + y)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Produces: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x+y=30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parentheses force C# to calculate x + y before joining the result with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671527" name="object 3"/>
          <p:cNvSpPr txBox="1"/>
          <p:nvPr/>
        </p:nvSpPr>
        <p:spPr bwMode="auto">
          <a:xfrm>
            <a:off x="380997" y="888075"/>
            <a:ext cx="12370759" cy="91034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Whole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10, 25, -5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double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Decimal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25.89, 3.14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char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One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' 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'M'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" 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"Sara"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bool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Logical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true or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974545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Variables store values in a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Every variable has a data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string stores 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int stores whole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double stores decimal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char stores one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bool stores true or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(x + y) when you want arithmetic before string concatenation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69678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2026-09-29T08:17:06Z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