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5680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00989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888996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36135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6563995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94963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775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86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301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103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5008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991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631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4810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680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343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6020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8472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86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1851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08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143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1394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296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2884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33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089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441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678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190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564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0063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208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21242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68114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967544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856216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83480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35758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76753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6185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28965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39966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32585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4920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022543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6268877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6854291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014581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9955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130503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4353642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652832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90396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619984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829255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87447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349575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4455379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8642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27284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107187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482384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840305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35092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8206756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60521388" name="object 30"/>
          <p:cNvSpPr txBox="1"/>
          <p:nvPr/>
        </p:nvSpPr>
        <p:spPr bwMode="auto">
          <a:xfrm>
            <a:off x="0" y="1143000"/>
            <a:ext cx="1311086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 Dimensional Array Declaration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769181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4106397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58096700" name="object 30"/>
          <p:cNvSpPr txBox="1"/>
          <p:nvPr/>
        </p:nvSpPr>
        <p:spPr bwMode="auto">
          <a:xfrm flipH="0" flipV="0">
            <a:off x="106425" y="3084201"/>
            <a:ext cx="1327709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 Dimensional Array Declaration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385141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Two-Dimensional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2D array stores elements in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commonly used for tables, matrices, and grids.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585719" name="object 3"/>
          <p:cNvSpPr txBox="1"/>
          <p:nvPr/>
        </p:nvSpPr>
        <p:spPr bwMode="auto">
          <a:xfrm>
            <a:off x="380997" y="888075"/>
            <a:ext cx="123840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int[,] declares a two-dimensional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new int[2, 3] creates 2 rows and 3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638624" name="object 3"/>
          <p:cNvSpPr txBox="1"/>
          <p:nvPr/>
        </p:nvSpPr>
        <p:spPr bwMode="auto">
          <a:xfrm>
            <a:off x="380997" y="888075"/>
            <a:ext cx="12384436" cy="6788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int[,] numbers = { { 12, 13 }, { 55, 77 }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Console.WriteLine("2D Array Elements :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 i = 0; i &lt; numbers.GetLength(0);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j = 0; j &lt; numbers.GetLength(1); j++)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Console.Write(numbers[i, j] + "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2D Array Elements 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12 13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55 77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848849" name="object 3"/>
          <p:cNvSpPr txBox="1"/>
          <p:nvPr/>
        </p:nvSpPr>
        <p:spPr bwMode="auto">
          <a:xfrm>
            <a:off x="380997" y="888075"/>
            <a:ext cx="12364637" cy="28232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new int[2, 3], valid rows are 0 →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Valid columns are 0 →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[2, 0] and [0, 3] are invalid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Total elements = rows ×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979122" name="object 3"/>
          <p:cNvSpPr txBox="1"/>
          <p:nvPr/>
        </p:nvSpPr>
        <p:spPr bwMode="auto">
          <a:xfrm>
            <a:off x="380997" y="888075"/>
            <a:ext cx="12372917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1D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int[]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one index: array[index]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a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2D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int[,]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two indexes: array[row, column]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a table or grid.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06868" name="object 3"/>
          <p:cNvSpPr txBox="1"/>
          <p:nvPr/>
        </p:nvSpPr>
        <p:spPr bwMode="auto">
          <a:xfrm>
            <a:off x="380997" y="888075"/>
            <a:ext cx="12385511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int[,] represents a 2D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new int[2, 3] creates 2 rows and 3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Elements are accessed using [row, column].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Nested loops are commonly used to traverse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53125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353</cp:revision>
  <dcterms:created xsi:type="dcterms:W3CDTF">2025-12-09T17:44:59Z</dcterms:created>
  <dcterms:modified xsi:type="dcterms:W3CDTF">2026-10-05T13:04:07Z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