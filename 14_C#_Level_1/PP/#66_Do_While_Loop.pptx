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45974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0853293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3662741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7021433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2662799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023904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0922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71245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31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3705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429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397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7314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0720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6030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2798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15279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87583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204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4623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08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25774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0119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0914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285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837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04773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5873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169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9700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14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83037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623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86575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31885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26514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761899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1567471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34216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8453970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75691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70817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515825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8155983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14779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6789776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159838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3186914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257667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9413796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630667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82690586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1049446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999027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449908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3304413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73811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920215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9619591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88712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923689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53705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737966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9728844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495339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82839035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82288" name="object 30"/>
          <p:cNvSpPr txBox="1"/>
          <p:nvPr/>
        </p:nvSpPr>
        <p:spPr bwMode="auto">
          <a:xfrm>
            <a:off x="0" y="1143000"/>
            <a:ext cx="1310978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Do While Loop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2404998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08450486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98300066" name="object 30"/>
          <p:cNvSpPr txBox="1"/>
          <p:nvPr/>
        </p:nvSpPr>
        <p:spPr bwMode="auto">
          <a:xfrm flipH="0" flipV="0">
            <a:off x="106425" y="3084201"/>
            <a:ext cx="13276013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Do While Loop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271811" name="object 3"/>
          <p:cNvSpPr txBox="1"/>
          <p:nvPr/>
        </p:nvSpPr>
        <p:spPr bwMode="auto">
          <a:xfrm>
            <a:off x="380997" y="888075"/>
            <a:ext cx="12367870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do...while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Repeats a block of code while a condition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code executes before the condition is checked.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Therefore, the loop body always executes at least once.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010819" name="object 3"/>
          <p:cNvSpPr txBox="1"/>
          <p:nvPr/>
        </p:nvSpPr>
        <p:spPr bwMode="auto">
          <a:xfrm>
            <a:off x="380997" y="888075"/>
            <a:ext cx="12396309" cy="267087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Execute the code inside do.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Check the while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If true → execute the code again.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If false → stop the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013720" name="object 3"/>
          <p:cNvSpPr txBox="1"/>
          <p:nvPr/>
        </p:nvSpPr>
        <p:spPr bwMode="auto">
          <a:xfrm>
            <a:off x="380997" y="888075"/>
            <a:ext cx="12372918" cy="6423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i = 1;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do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Console.WriteLine(i);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i++;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while (i &lt;= 5);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C# while Loop: Iteration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C# while Loop: Iteration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C# while Loop: Iteration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C# while Loop: Iteration 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C# while Loop: Iteration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318045" name="object 3"/>
          <p:cNvSpPr txBox="1"/>
          <p:nvPr/>
        </p:nvSpPr>
        <p:spPr bwMode="auto">
          <a:xfrm>
            <a:off x="380997" y="888075"/>
            <a:ext cx="12363559" cy="24073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do...while loop executes at least once, even if the condition is initially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while condition ends with a semicolon: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 while (condition);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536424" name="object 3"/>
          <p:cNvSpPr txBox="1"/>
          <p:nvPr/>
        </p:nvSpPr>
        <p:spPr bwMode="auto">
          <a:xfrm>
            <a:off x="380997" y="888075"/>
            <a:ext cx="12370759" cy="3900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while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Checks the condition before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May execute zero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do...while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Executes the code before checking the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Always executes at least once.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815398" name="object 3"/>
          <p:cNvSpPr txBox="1"/>
          <p:nvPr/>
        </p:nvSpPr>
        <p:spPr bwMode="auto">
          <a:xfrm>
            <a:off x="380997" y="888075"/>
            <a:ext cx="12384432" cy="304413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do...while executes the code first and checks the condition afterward.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loop continues while the condition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body always runs at least once.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while → condition first.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do...while → code first.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41093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351</cp:revision>
  <dcterms:created xsi:type="dcterms:W3CDTF">2025-12-09T17:44:59Z</dcterms:created>
  <dcterms:modified xsi:type="dcterms:W3CDTF">2026-10-05T12:15:53Z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