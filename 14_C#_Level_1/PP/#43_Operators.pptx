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4238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899295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24384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45475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4142468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71464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48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360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452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3677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750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32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6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005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24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089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4945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281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818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49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364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883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898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00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982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374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51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25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477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120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82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1616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543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33044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53017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650699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35796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36648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87589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18953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33994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70254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23210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57714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1051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970532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6909927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65212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453039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933776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811837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554076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30202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991684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667602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812742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77601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0911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747295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5692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43927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360263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948519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925328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50132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9721188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29336630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4973645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4209701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83949726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134310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DateTime and TimeSpan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Operators can be used to add or subtract `TimeSpan` values and compare `DateTime`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3046" name="object 3"/>
          <p:cNvSpPr txBox="1"/>
          <p:nvPr/>
        </p:nvSpPr>
        <p:spPr bwMode="auto">
          <a:xfrm>
            <a:off x="380997" y="888075"/>
            <a:ext cx="12382632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Adding TimeSpan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 + TimeSpan` adds a duration to a date and returns a new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Subtracting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 - DateTime` returns a `TimeSpan` representing the difference between the two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the same concept covered in #42.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Comparing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`==` checks if two dates are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`!=` checks if two dates are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`&gt;` checks if the first date is later.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`&lt;` checks if the first date is earlier.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`&gt;=` checks if the first date is later or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`&lt;=` checks if the first date is earlier or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304881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`DateTime`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`TimeSpan`.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`+` to add the TimeSpan to a DateTime.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`-` to subtract two DateTime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comparison operators to compare the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321110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 - DateTime` returns a `TimeSpan`, as covered in #42.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`DateTime + TimeSpan` returns a new `DateTime`; the original date is not 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Comparison operators return a `bool` value: `True` or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13054" name="object 3"/>
          <p:cNvSpPr txBox="1"/>
          <p:nvPr/>
        </p:nvSpPr>
        <p:spPr bwMode="auto">
          <a:xfrm>
            <a:off x="380997" y="888075"/>
            <a:ext cx="1236571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order of subtraction matters: `dt2 - dt1` and `dt1 - dt2` produce opposite `TimeSpan`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`&gt;` and `&lt;` compare which date occurs later or earlier; they do not compare the displayed date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709000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`+` adds a `TimeSpan` to a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`-` between two `DateTime` values produces a `TimeSpan`.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`==`, `!=`, `&gt;`, `&lt;`, `&gt;=`, and `&lt;=` compare `DateTime`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77460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2026-10-05T07:33:14Z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