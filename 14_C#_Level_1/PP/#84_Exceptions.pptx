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320964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8519443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2620080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0886467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523075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8906738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3259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8229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7104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86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05226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6994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091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2524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0282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4254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16086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167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1582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0724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88193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83CE4-3D67-0FA8-C2FA-EFF6B0C589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562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8734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2598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77920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64161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4634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35424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88294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50354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514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345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9838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6869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1785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84922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88150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249449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4689403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3247143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652686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89417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9818300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043349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403568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972891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7595463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72169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727505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5348100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7783612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2520251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397320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017744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67625447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0366150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304373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5682050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7994992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542717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820982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5635097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43938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3167140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738186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709168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76730759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06166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38873448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212817802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Exceptions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88248112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589799039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766094015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Exceptions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260711" name="object 3"/>
          <p:cNvSpPr txBox="1"/>
          <p:nvPr/>
        </p:nvSpPr>
        <p:spPr bwMode="auto">
          <a:xfrm>
            <a:off x="380997" y="888075"/>
            <a:ext cx="12385508" cy="4875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Exception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An exception is an error that occurs while the program is running.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C# throws an exception when an unexpected error occurs.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Without handling, an unhandled exception can terminate the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🟦 try...catch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Contains code that may cause an exception.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catch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Handles the exception when one occurs inside try.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Allows the program to continue after the exception is handled.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4319309" name="object 3"/>
          <p:cNvSpPr txBox="1"/>
          <p:nvPr/>
        </p:nvSpPr>
        <p:spPr bwMode="auto">
          <a:xfrm>
            <a:off x="380997" y="888075"/>
            <a:ext cx="12384070" cy="455472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What happens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Valid array indexes are 0, 1, and 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Accessing numbers[10] causes an IndexOutOfRangeException.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exception is caught by catch.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e.Message returns the exception message.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🟦 Exception 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Exception → type used to represent the exception.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 → variable containing information about the exception.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e.Message → returns a description of the error.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645416" name="object 3"/>
          <p:cNvSpPr txBox="1"/>
          <p:nvPr/>
        </p:nvSpPr>
        <p:spPr bwMode="auto">
          <a:xfrm>
            <a:off x="380997" y="888075"/>
            <a:ext cx="12387309" cy="263571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spc="-16">
                <a:solidFill>
                  <a:schemeClr val="tx1"/>
                </a:solidFill>
                <a:latin typeface="Comic Sans MS"/>
                <a:cs typeface="Comic Sans MS"/>
              </a:rPr>
              <a:t>Procedure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Put potentially failing code inside try.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If an exception occurs, C# moves to catch.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Handle the error inside catch.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Continue with the code after try...catch.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055971" name="object 3"/>
          <p:cNvSpPr txBox="1"/>
          <p:nvPr/>
        </p:nvSpPr>
        <p:spPr bwMode="auto">
          <a:xfrm>
            <a:off x="380997" y="888075"/>
            <a:ext cx="12384436" cy="5691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int[] myNumbers = { 1, 2, 3 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Console.WriteLine("Value at index 10: " + myNumbers[10]);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catch (Exception e)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Console.WriteLine(e.Message);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Index was outside the bounds of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526669" name="object 3"/>
          <p:cNvSpPr txBox="1"/>
          <p:nvPr/>
        </p:nvSpPr>
        <p:spPr bwMode="auto">
          <a:xfrm>
            <a:off x="380997" y="888075"/>
            <a:ext cx="12364637" cy="31463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C# provides specific exception types, such as IndexOutOfRangeException, FormatException, and DivideByZeroException.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catch (Exception e) handles exceptions broadly.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Specific exception types can be used when different errors need different handling.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4065746" name="object 3"/>
          <p:cNvSpPr txBox="1"/>
          <p:nvPr/>
        </p:nvSpPr>
        <p:spPr bwMode="auto">
          <a:xfrm>
            <a:off x="380997" y="888075"/>
            <a:ext cx="12372917" cy="3374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Without try...catch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An unhandled exception can terminate the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With try...catch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exception is handled.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program can continue after the catch block.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437769" name="object 3"/>
          <p:cNvSpPr txBox="1"/>
          <p:nvPr/>
        </p:nvSpPr>
        <p:spPr bwMode="auto">
          <a:xfrm>
            <a:off x="380997" y="888075"/>
            <a:ext cx="12385511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An exception is a runtime error.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C# throws an exception when an error occurs.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try contains code that may cause an exception.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catch handles the exception.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Exception e provides information about the error.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e.Message gives the error description.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378412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355</cp:revision>
  <dcterms:created xsi:type="dcterms:W3CDTF">2025-12-09T17:44:59Z</dcterms:created>
  <dcterms:modified xsi:type="dcterms:W3CDTF">2026-10-06T08:12:21Z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