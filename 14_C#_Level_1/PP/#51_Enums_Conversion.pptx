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84818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6513894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1106335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8682953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863492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9284603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4858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8860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64818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7783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1488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413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6216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30131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3329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354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70872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834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4388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221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49829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359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029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70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675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5355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1406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1397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4271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873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0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91973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1943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2949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6573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029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9521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2175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3885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88404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945444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260143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582737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9448890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17768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9018440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227434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143286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439415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8574832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031574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377753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4691042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7204099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085608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2820829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432488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1516481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8039126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377837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388559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9190142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93502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086206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5453128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8037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828962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56944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87905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2981226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33058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4648207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1345184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Enums Conversion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1614463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4914013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42048203" name="object 30"/>
          <p:cNvSpPr txBox="1"/>
          <p:nvPr/>
        </p:nvSpPr>
        <p:spPr bwMode="auto">
          <a:xfrm flipH="0" flipV="0">
            <a:off x="106425" y="3084201"/>
            <a:ext cx="1327601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Enums Conversion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080007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Enum Conversion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An `enum` has an underlying integral type, usually `int`.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Converting between an `enum` and its underlying integer type requires explicit casting.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497281" name="object 3"/>
          <p:cNvSpPr txBox="1"/>
          <p:nvPr/>
        </p:nvSpPr>
        <p:spPr bwMode="auto">
          <a:xfrm>
            <a:off x="380997" y="888075"/>
            <a:ext cx="12382632" cy="341738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Enum → int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 `(int)` before the enum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By default, enum members start at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int → Enum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 the enum type in parentheses before the integer.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integer is interpreted as the enum's underlying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47474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or use an enum.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Convert an enum value to `int` using `(int)`.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Convert an integer to the enum using `(EnumType)`.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which enum member corresponds to the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022503" name="object 3"/>
          <p:cNvSpPr txBox="1"/>
          <p:nvPr/>
        </p:nvSpPr>
        <p:spPr bwMode="auto">
          <a:xfrm>
            <a:off x="380997" y="888075"/>
            <a:ext cx="12372918" cy="8983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enum WeekDays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Monday,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Tuesday,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Wednesday,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Thursday,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Friday,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Saturday,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Sunday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Console.WriteLine("Weekday: {0}", WeekDays.Friday);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Console.WriteLine("Day number: {0}", day);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day = (int)WeekDays.Friday;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Console.WriteLine("Day number: {0}", day);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Console.WriteLine("New weekday by entering int 5: {0}", wd);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Weekday: Friday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Day number: 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New weekday by entering int 5: Saturday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285543" name="object 3"/>
          <p:cNvSpPr txBox="1"/>
          <p:nvPr/>
        </p:nvSpPr>
        <p:spPr bwMode="auto">
          <a:xfrm>
            <a:off x="380997" y="888075"/>
            <a:ext cx="12363559" cy="282327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Enum numbering starts at `0` unless values are explicitly assigned.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`Friday` has the value `4`.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`(int)WeekDays.Friday` → `4`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`(WeekDays)5` → `Saturday`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885111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integer does not have to correspond to a named enum member.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`(WeekDays)10` is allowed even if `10` is not defined in the enum.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that case, the variable contains the underlying value `10`, but it does not represent a named `WeekDays` member.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278105" name="object 3"/>
          <p:cNvSpPr txBox="1"/>
          <p:nvPr/>
        </p:nvSpPr>
        <p:spPr bwMode="auto">
          <a:xfrm>
            <a:off x="380997" y="888075"/>
            <a:ext cx="12370759" cy="393554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Enum → int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`(int)WeekDays.Friday`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Result: `4`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int → Enum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`(WeekDays)5`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Result: `Saturday`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860035" name="object 3"/>
          <p:cNvSpPr txBox="1"/>
          <p:nvPr/>
        </p:nvSpPr>
        <p:spPr bwMode="auto">
          <a:xfrm>
            <a:off x="380997" y="888075"/>
            <a:ext cx="12384432" cy="267087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Enums normally use `int` as their underlying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Enum → `int` requires explicit casting.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`int` → Enum also requires explicit casting.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Default enum values start from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77798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350</cp:revision>
  <dcterms:created xsi:type="dcterms:W3CDTF">2025-12-09T17:44:59Z</dcterms:created>
  <dcterms:modified xsi:type="dcterms:W3CDTF">2026-10-05T08:31:57Z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