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038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63543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815981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50202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215521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706798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085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28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653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820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8247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925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49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76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81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195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9873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275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555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4002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638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905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287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596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549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4098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707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856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886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64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18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0220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255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663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958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12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519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4558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267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68586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62116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92784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56143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20507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76326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783720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8629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459725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22509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94820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5264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632818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5007788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5320664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25456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67516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654159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5341095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03687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391986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216088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172238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0734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11896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038753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949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1984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584343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926531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354582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64485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0328589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37082277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Type Conversion Methods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191109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9754119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49328466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Type Conversion Methods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113892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Type Conversion Methods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provides the `Convert` class for converting values between data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uses methods such as `Convert.ToString()`, `Convert.ToDouble()`, and `Convert.ToInt32()`.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01643" name="object 3"/>
          <p:cNvSpPr txBox="1"/>
          <p:nvPr/>
        </p:nvSpPr>
        <p:spPr bwMode="auto">
          <a:xfrm>
            <a:off x="380997" y="888075"/>
            <a:ext cx="12382632" cy="5614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`Convert.ToString()`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Converts a value to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`Convert.ToDouble()`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Converts a value to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`Convert.ToInt32()`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Converts a value to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Unlike `(int)`, it rounds fractional values instead of simply discarding the decimal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`Convert.ToInt64()`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Converts a value to `long`.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`Convert.ToBoolean()`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Converts a value to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91783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Choose the required `Convert`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value as the method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converted value in the appropriate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the result, especially when converting numeric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104932" name="object 3"/>
          <p:cNvSpPr txBox="1"/>
          <p:nvPr/>
        </p:nvSpPr>
        <p:spPr bwMode="auto">
          <a:xfrm>
            <a:off x="380997" y="888075"/>
            <a:ext cx="12372918" cy="7886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myInt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Console.WriteLine("Int value: {0}", myInt);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Console.WriteLine("Int value converted to string: {0}", Convert.ToString(myInt));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myDouble = 7.25;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Console.WriteLine("Double value: {0}", myDouble);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Console.WriteLine("Double value converted to string: {0}", Convert.ToString(myDouble));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bool myBool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Console.WriteLine("Bool value: {0}", myBool);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Console.WriteLine("Bool value converted to string: {0}", Convert.ToString(myBool));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value: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value converted to string: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value: 7,25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value converted to string: 7,25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value: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value converted to string: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350919" name="object 3"/>
          <p:cNvSpPr txBox="1"/>
          <p:nvPr/>
        </p:nvSpPr>
        <p:spPr bwMode="auto">
          <a:xfrm>
            <a:off x="380997" y="888075"/>
            <a:ext cx="12363559" cy="31890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`Convert.ToInt32()` performs rounding.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`(int)7.8` → `7`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`Convert.ToInt32(7.8)` → `8`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`Convert.ToString()` changes the type to `string`; the displayed value may look the same.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63958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`Convert` behaves exactly like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`Convert.ToInt32()` rounds fractional values, while `(int)` removes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Some conversions can fail or throw an exception when the value cannot be converted to the requested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880892" name="object 3"/>
          <p:cNvSpPr txBox="1"/>
          <p:nvPr/>
        </p:nvSpPr>
        <p:spPr bwMode="auto">
          <a:xfrm>
            <a:off x="380997" y="888075"/>
            <a:ext cx="12370759" cy="46820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Explicit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`(type)value`.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`(int)7.8` → `7`.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Decimal part is truncated.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`Convert`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methods such as `Convert.ToInt32()`.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`Convert.ToInt32(7.8)` → `8`.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built-in conversions for many data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301305" name="object 3"/>
          <p:cNvSpPr txBox="1"/>
          <p:nvPr/>
        </p:nvSpPr>
        <p:spPr bwMode="auto">
          <a:xfrm>
            <a:off x="380997" y="888075"/>
            <a:ext cx="12384432" cy="3843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`Convert` provides built-in type conversion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`ToString()` →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`ToDouble()` → `double`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`ToInt32()` → `int`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`ToInt64()` → `long`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`ToBoolean()` → `bool`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`Convert` and explicit casting can produce different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72858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