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5470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67516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7789594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076048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4841546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3242909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8205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3922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6513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284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551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310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001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2652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682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9006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8159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124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32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4749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662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925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1579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7003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8146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1765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82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3902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7883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821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552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18035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272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8267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65409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19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7873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0909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162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46508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47551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95408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888334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4062993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98650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047896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701061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050593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818551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451619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0512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735903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0484392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6679971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153062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36351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989645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8507688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265896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062003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674027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5604141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7029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128895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7506644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9711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519859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819120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511341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339623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948206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3187073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66349335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TrackBar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6077505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6592640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59526971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TrackBar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400727" name="object 3"/>
          <p:cNvSpPr txBox="1"/>
          <p:nvPr/>
        </p:nvSpPr>
        <p:spPr bwMode="auto">
          <a:xfrm>
            <a:off x="380997" y="888075"/>
            <a:ext cx="12385508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TrackBar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control that lets the user select a value by moving a slider.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5145" name="object 3"/>
          <p:cNvSpPr txBox="1"/>
          <p:nvPr/>
        </p:nvSpPr>
        <p:spPr bwMode="auto">
          <a:xfrm>
            <a:off x="380997" y="888075"/>
            <a:ext cx="12384070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Scroll Event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Triggered when the user moves the TrackBar.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Current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`trackBar1.Value` gets the selected value and can be displayed in a `Label`.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5489154" name="object 3"/>
          <p:cNvSpPr txBox="1"/>
          <p:nvPr/>
        </p:nvSpPr>
        <p:spPr bwMode="auto">
          <a:xfrm>
            <a:off x="380997" y="888075"/>
            <a:ext cx="12387309" cy="300896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`TrackBar` to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Handle its `Scroll` event.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Get the current value using `trackBar1.Value`.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Display the value in `label1`.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Configure the TrackBar's minimum and maximum values if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746294" name="object 3"/>
          <p:cNvSpPr txBox="1"/>
          <p:nvPr/>
        </p:nvSpPr>
        <p:spPr bwMode="auto">
          <a:xfrm>
            <a:off x="380997" y="888075"/>
            <a:ext cx="12384795" cy="37105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trackBar1_Scroll(object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label1.Text = $"Value: {trackBar1.Value}";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Moving the slider updates the Label with the current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955371" name="object 3"/>
          <p:cNvSpPr txBox="1"/>
          <p:nvPr/>
        </p:nvSpPr>
        <p:spPr bwMode="auto">
          <a:xfrm>
            <a:off x="380997" y="888075"/>
            <a:ext cx="12364996" cy="231520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`Value` → current TrackBar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`Scroll` → detects movement of the TrackBar.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`Label.Text` → displays the selected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1566748" name="object 3"/>
          <p:cNvSpPr txBox="1"/>
          <p:nvPr/>
        </p:nvSpPr>
        <p:spPr bwMode="auto">
          <a:xfrm>
            <a:off x="380997" y="888075"/>
            <a:ext cx="12373276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TrackBar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Lets the user select a value with a slider.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`Value` to get the selected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Label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the selected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`Text` to set the displayed content.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24457" name="object 3"/>
          <p:cNvSpPr txBox="1"/>
          <p:nvPr/>
        </p:nvSpPr>
        <p:spPr bwMode="auto">
          <a:xfrm>
            <a:off x="380997" y="888075"/>
            <a:ext cx="12384795" cy="1881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`Scroll` event must be connected to the TrackBar for the event code to run when the slider moves.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586647" name="object 3"/>
          <p:cNvSpPr txBox="1"/>
          <p:nvPr/>
        </p:nvSpPr>
        <p:spPr bwMode="auto">
          <a:xfrm>
            <a:off x="380997" y="888075"/>
            <a:ext cx="12385511" cy="270603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`TrackBar` → lets the user select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`Value` → gets the current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`Scroll` → detects slider movement.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`Label.Text` → displays the selected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76185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2026-10-07T06:59:15Z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