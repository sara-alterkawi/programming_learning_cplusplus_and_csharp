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72689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21685975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78096732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47191294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0220703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4677536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408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35284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8395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3807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61655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1298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15436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7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47858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1226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6255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82371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73089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092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71949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B83CE4-3D67-0FA8-C2FA-EFF6B0C58997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97772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1633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3766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29434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94946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67154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5366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3632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51770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1390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6440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5954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24061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68524204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1179425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439324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7203612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67672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9752642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5278613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5661155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48251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07034366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81524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91588340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34039809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80465745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70392349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7563719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7953850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23917725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9935210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555913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116610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11663301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368598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5695806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3570433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688988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2071419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7834224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915095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1239143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9091273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488474759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30368701" name="object 30"/>
          <p:cNvSpPr txBox="1"/>
          <p:nvPr/>
        </p:nvSpPr>
        <p:spPr bwMode="auto">
          <a:xfrm>
            <a:off x="0" y="1143000"/>
            <a:ext cx="13110862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Random Function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13251065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1271763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339789422" name="object 30"/>
          <p:cNvSpPr txBox="1"/>
          <p:nvPr/>
        </p:nvSpPr>
        <p:spPr bwMode="auto">
          <a:xfrm flipH="0" flipV="0">
            <a:off x="106425" y="3084201"/>
            <a:ext cx="13277090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Random Function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919279" name="object 3"/>
          <p:cNvSpPr txBox="1"/>
          <p:nvPr/>
        </p:nvSpPr>
        <p:spPr bwMode="auto">
          <a:xfrm>
            <a:off x="380997" y="888075"/>
            <a:ext cx="12385508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Random Number Generation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Random is a C# class used to generate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Next(min, max) generates a random integer within a specified range.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0049150" name="object 3"/>
          <p:cNvSpPr txBox="1"/>
          <p:nvPr/>
        </p:nvSpPr>
        <p:spPr bwMode="auto">
          <a:xfrm>
            <a:off x="380997" y="888075"/>
            <a:ext cx="12384070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Range Rule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min is included.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max is excluded.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Next(10, 20) can return values from 10 to 19.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Random Object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Create a Random object before generating numbers: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Random rnd = new Random();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110299" name="object 3"/>
          <p:cNvSpPr txBox="1"/>
          <p:nvPr/>
        </p:nvSpPr>
        <p:spPr bwMode="auto">
          <a:xfrm>
            <a:off x="380997" y="888075"/>
            <a:ext cx="12387309" cy="2635713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21911">
              <a:spcBef>
                <a:spcPts val="1214"/>
              </a:spcBef>
              <a:defRPr/>
            </a:pPr>
            <a:r>
              <a:rPr lang="en-GB" sz="4000" b="1" spc="-16">
                <a:solidFill>
                  <a:schemeClr val="tx1"/>
                </a:solidFill>
                <a:latin typeface="Comic Sans MS"/>
                <a:cs typeface="Comic Sans MS"/>
              </a:rPr>
              <a:t>📖 </a:t>
            </a:r>
            <a:r>
              <a:rPr sz="4000" b="1" spc="-16">
                <a:solidFill>
                  <a:schemeClr val="tx1"/>
                </a:solidFill>
                <a:latin typeface="Comic Sans MS"/>
                <a:cs typeface="Comic Sans MS"/>
              </a:rPr>
              <a:t>Procedure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Create a Random object.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Call Next(min, max).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Use the returned random integer.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Calling Next() multiple times can produce different values.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2359760" name="object 3"/>
          <p:cNvSpPr txBox="1"/>
          <p:nvPr/>
        </p:nvSpPr>
        <p:spPr bwMode="auto">
          <a:xfrm>
            <a:off x="380997" y="888075"/>
            <a:ext cx="12384436" cy="27656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rnd.Next(10, 20)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Possible values: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10, 11, 12, ..., 18, 19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860102" name="object 3"/>
          <p:cNvSpPr txBox="1"/>
          <p:nvPr/>
        </p:nvSpPr>
        <p:spPr bwMode="auto">
          <a:xfrm>
            <a:off x="380997" y="888075"/>
            <a:ext cx="12364637" cy="204160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maximum value is never included.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In a loop, Next() can be called multiple times to generate several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867326" name="object 3"/>
          <p:cNvSpPr txBox="1"/>
          <p:nvPr/>
        </p:nvSpPr>
        <p:spPr bwMode="auto">
          <a:xfrm>
            <a:off x="380997" y="888075"/>
            <a:ext cx="12385511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Random generates random numbers.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Next(min, max) generates a random integer.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min is included.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max is excluded.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557714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355</cp:revision>
  <dcterms:created xsi:type="dcterms:W3CDTF">2025-12-09T17:44:59Z</dcterms:created>
  <dcterms:modified xsi:type="dcterms:W3CDTF">2026-10-06T08:17:19Z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