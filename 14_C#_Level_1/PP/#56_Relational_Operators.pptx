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417964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86898994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03905811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8195233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33403464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92598156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74831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0341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20311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39618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3695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41180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12129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79075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1008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06665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5307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84636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85429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00027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47840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40462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56531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02294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10869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29280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13271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11346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28375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15089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9794150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20868993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9899225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5004256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3045232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2587520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7895827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0255353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0671574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5291169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8017910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146195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53097212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842728035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77490573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01758618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82263326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77684702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375880178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56268099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6238369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34332195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43753929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070020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49532202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881956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47471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3392964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845183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07461153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63221304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5430097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55217243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110994463" name="object 30"/>
          <p:cNvSpPr txBox="1"/>
          <p:nvPr/>
        </p:nvSpPr>
        <p:spPr bwMode="auto">
          <a:xfrm>
            <a:off x="0" y="1143000"/>
            <a:ext cx="13109784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Relational Operators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96580906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596014168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812911587" name="object 30"/>
          <p:cNvSpPr txBox="1"/>
          <p:nvPr/>
        </p:nvSpPr>
        <p:spPr bwMode="auto">
          <a:xfrm flipH="0" flipV="0">
            <a:off x="106425" y="3084201"/>
            <a:ext cx="13276014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Relational Operators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1214767" name="object 3"/>
          <p:cNvSpPr txBox="1"/>
          <p:nvPr/>
        </p:nvSpPr>
        <p:spPr bwMode="auto">
          <a:xfrm>
            <a:off x="380997" y="888075"/>
            <a:ext cx="12367870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Relational Operators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Used to compare two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result is always a Boolean: true or false.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6810870" name="object 3"/>
          <p:cNvSpPr txBox="1"/>
          <p:nvPr/>
        </p:nvSpPr>
        <p:spPr bwMode="auto">
          <a:xfrm>
            <a:off x="380997" y="888075"/>
            <a:ext cx="12372918" cy="34971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x = 10;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y = 20;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Console.WriteLine(x &lt; y);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True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1636169" name="object 3"/>
          <p:cNvSpPr txBox="1"/>
          <p:nvPr/>
        </p:nvSpPr>
        <p:spPr bwMode="auto">
          <a:xfrm>
            <a:off x="380997" y="888075"/>
            <a:ext cx="12363559" cy="24148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Relational expressions produce true or false.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Commonly used in decision-making and loops.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Example: age &gt;= 18 checks whether age is at least 18.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6320031" name="object 3"/>
          <p:cNvSpPr txBox="1"/>
          <p:nvPr/>
        </p:nvSpPr>
        <p:spPr bwMode="auto">
          <a:xfrm>
            <a:off x="380997" y="888075"/>
            <a:ext cx="12370759" cy="811914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==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Equal to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10 == 10 → true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!=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Not equal to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10 != 20 → true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&gt;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Greater than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20 &gt; 10 → true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&lt;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Less than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10 &lt; 20 → true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&gt;=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Greater than or equal to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20 &gt;= 20 → true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&lt;=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Less than or equal to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10 &lt;= 20 → true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7028158" name="object 3"/>
          <p:cNvSpPr txBox="1"/>
          <p:nvPr/>
        </p:nvSpPr>
        <p:spPr bwMode="auto">
          <a:xfrm>
            <a:off x="380997" y="888075"/>
            <a:ext cx="12384432" cy="386096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Compare two values and return true or false.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== → Equal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!= → Not equal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&gt; → Greater than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&lt; → Less than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&gt;= → Greater than or equal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&lt;= → Less than or equal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8160004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350</cp:revision>
  <dcterms:created xsi:type="dcterms:W3CDTF">2025-12-09T17:44:59Z</dcterms:created>
  <dcterms:modified xsi:type="dcterms:W3CDTF">2026-10-05T09:54:09Z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