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5130559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684825617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44520564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6520302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263447140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6330467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71258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31501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024410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52780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15623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27585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73286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835872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0960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76452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98983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29075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7939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975511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95971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3862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39966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03683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24686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00575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4087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07945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1191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81405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58957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63310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06398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82225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78129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7103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891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25835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80992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83703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15906867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8603118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8319853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1774029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23081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8272901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8861689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3232055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1558310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31759988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18412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7932347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0325718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48264736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0838707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100771030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374725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35466680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88134532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71078404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25010901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1741415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7885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432086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49395442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632133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1848603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4617551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852006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261175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774990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70797478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17432026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Core Syntax Comparisons C++ And C#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52301374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790946647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09122961" name="object 30"/>
          <p:cNvSpPr txBox="1"/>
          <p:nvPr/>
        </p:nvSpPr>
        <p:spPr bwMode="auto">
          <a:xfrm flipH="0" flipV="0">
            <a:off x="106425" y="3084201"/>
            <a:ext cx="13274935" cy="245082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Core Syntax Comparisons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C++ And C#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8167193" name="object 3"/>
          <p:cNvSpPr txBox="1"/>
          <p:nvPr/>
        </p:nvSpPr>
        <p:spPr bwMode="auto">
          <a:xfrm>
            <a:off x="380997" y="888075"/>
            <a:ext cx="12367870" cy="2628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C++ and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C++ and C# share many C-style syntax features.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Their syntax can look similar, but their type systems, memory models, runtimes, and libraries are different.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80803" name="object 3"/>
          <p:cNvSpPr txBox="1"/>
          <p:nvPr/>
        </p:nvSpPr>
        <p:spPr bwMode="auto">
          <a:xfrm>
            <a:off x="380997" y="888075"/>
            <a:ext cx="12382632" cy="448699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Common Syntax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Variables, conditions, loops, classes, inheritance, exceptions, and enums have similar syntax.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Both support object-oriented programming.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🟨 Important Differences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C++ provides greater low-level control and commonly uses RAII.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uses managed memory and Garbage Collection.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C# provides properties, delegates, generics, and async/await as core language/runtime features.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6548548" name="object 3"/>
          <p:cNvSpPr txBox="1"/>
          <p:nvPr/>
        </p:nvSpPr>
        <p:spPr bwMode="auto">
          <a:xfrm>
            <a:off x="380997" y="888075"/>
            <a:ext cx="12396309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Compare the same programming concept in both languages.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Identify similar syntax.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Identify differences in memory and runtime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Apply the correct language-specific features.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9785426" name="object 3"/>
          <p:cNvSpPr txBox="1"/>
          <p:nvPr/>
        </p:nvSpPr>
        <p:spPr bwMode="auto">
          <a:xfrm>
            <a:off x="380997" y="888075"/>
            <a:ext cx="12372918" cy="75355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C++: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5;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cout &lt;&lt; i &lt;&lt; endl;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C#: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int x = 10;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for (int i = 0; i &lt; 5; i++)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Console.WriteLine(i);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The basic algorithm is similar, while the language-specific syntax and runtime behavior differ.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0603057" name="object 3"/>
          <p:cNvSpPr txBox="1"/>
          <p:nvPr/>
        </p:nvSpPr>
        <p:spPr bwMode="auto">
          <a:xfrm>
            <a:off x="380997" y="888075"/>
            <a:ext cx="12363559" cy="31538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uses `#include` for header inclusion.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commonly uses `using` for namespaces.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uses templates; C# uses generics.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commonly uses RAII; C# uses `IDisposable` and `using` for deterministic resource cleanup.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04529" name="object 3"/>
          <p:cNvSpPr txBox="1"/>
          <p:nvPr/>
        </p:nvSpPr>
        <p:spPr bwMode="auto">
          <a:xfrm>
            <a:off x="380997" y="888075"/>
            <a:ext cx="12365714" cy="22624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is not simply "C++ with Garbage Collection."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and C# generics/templates are not identical.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C++ memory management and C# managed memory work differently.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203585" name="object 3"/>
          <p:cNvSpPr txBox="1"/>
          <p:nvPr/>
        </p:nvSpPr>
        <p:spPr bwMode="auto">
          <a:xfrm>
            <a:off x="380997" y="888075"/>
            <a:ext cx="12370759" cy="8104162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C++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Greater low-level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Manual memory management is available.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templates.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Commonly uses RAII for resource management.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C#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Managed by the .NET runtime.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Garbage Collection for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generics.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`IDisposable` and `using` for deterministic cleanup.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C++ → C# Connections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`vector` → `List&lt;T&gt;`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`map` → `Dictionary&lt;TKey,TValue&gt;`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Templates → Generics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Getters/Setters → Properties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RAII → `IDisposable` / `using`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185114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C++ and C# share C-style syntax.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Basic loops and conditions are very similar.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uses .NET and managed memory.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C++ provides more low-level control.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Both support OOP and exceptions.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C# provides properties, delegates, generics, and async/await.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Similar syntax does not mean identical runtime behavior.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146686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2026-09-29T06:53:51Z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