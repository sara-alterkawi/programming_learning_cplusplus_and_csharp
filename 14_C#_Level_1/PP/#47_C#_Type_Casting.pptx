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4005284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919061498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452198828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72221123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80198867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29776292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59458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101282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72171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06618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751382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35039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96329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762223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31702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38120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1845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91905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03785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36600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94966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11598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061437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79877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44354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07412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50546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40453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321503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01519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52895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60812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63769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85055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026370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98545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67502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50745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82793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3129963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22905188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23321663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64668502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09951205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4410441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14616741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53558985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37017333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4612995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06645454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539035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65214724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064550663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110073621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55254128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9879016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43728696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829032430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97981733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72010437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32590012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25964835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3223905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23291836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72909553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587690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38262154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48139061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93274294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3779629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070781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601790529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928738410" name="object 30"/>
          <p:cNvSpPr txBox="1"/>
          <p:nvPr/>
        </p:nvSpPr>
        <p:spPr bwMode="auto">
          <a:xfrm>
            <a:off x="0" y="1143000"/>
            <a:ext cx="13109784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 Type Casting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98437894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266922180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572322975" name="object 30"/>
          <p:cNvSpPr txBox="1"/>
          <p:nvPr/>
        </p:nvSpPr>
        <p:spPr bwMode="auto">
          <a:xfrm flipH="0" flipV="0">
            <a:off x="106425" y="3084201"/>
            <a:ext cx="13276014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 Type Casting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387251" name="object 3"/>
          <p:cNvSpPr txBox="1"/>
          <p:nvPr/>
        </p:nvSpPr>
        <p:spPr bwMode="auto">
          <a:xfrm>
            <a:off x="380997" y="888075"/>
            <a:ext cx="12367870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Type Casting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Type casting means converting a value from one data type to another.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C# mainly uses implicit and explicit casting.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9331659" name="object 3"/>
          <p:cNvSpPr txBox="1"/>
          <p:nvPr/>
        </p:nvSpPr>
        <p:spPr bwMode="auto">
          <a:xfrm>
            <a:off x="380997" y="888075"/>
            <a:ext cx="12382632" cy="3765562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Implicit Casting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Happens automatically when C# allows the conversion without requiring a cast.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Common example: `int` → `double`.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Explicit Casting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Must be done manually using `(type)value`.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Used when the conversion may lose information or precision.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4221506" name="object 3"/>
          <p:cNvSpPr txBox="1"/>
          <p:nvPr/>
        </p:nvSpPr>
        <p:spPr bwMode="auto">
          <a:xfrm>
            <a:off x="380997" y="888075"/>
            <a:ext cx="12396309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Identify the source and target data types.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Use implicit casting when C# allows the conversion automatically.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Use `(targetType)value` for explicit casting.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Check the result for possible data loss.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7138345" name="object 3"/>
          <p:cNvSpPr txBox="1"/>
          <p:nvPr/>
        </p:nvSpPr>
        <p:spPr bwMode="auto">
          <a:xfrm>
            <a:off x="380997" y="888075"/>
            <a:ext cx="12372918" cy="422867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int x = 10;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double y = x;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double a = 10.75;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int b = (int)a;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Implicit: `10`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Explicit: `10`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087460" name="object 3"/>
          <p:cNvSpPr txBox="1"/>
          <p:nvPr/>
        </p:nvSpPr>
        <p:spPr bwMode="auto">
          <a:xfrm>
            <a:off x="380997" y="888075"/>
            <a:ext cx="12363559" cy="245002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`int → double` can be done implicitly.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`double → int` requires explicit casting.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When `double` is converted to `int`, the decimal part is discarded.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2754188" name="object 3"/>
          <p:cNvSpPr txBox="1"/>
          <p:nvPr/>
        </p:nvSpPr>
        <p:spPr bwMode="auto">
          <a:xfrm>
            <a:off x="380997" y="888075"/>
            <a:ext cx="12365714" cy="2254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Do not assume that every conversion from a "smaller" type to a "larger" type is automatically safe in terms of precision.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Explicit casting does not round decimal values; it removes the fractional part.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7178477" name="object 3"/>
          <p:cNvSpPr txBox="1"/>
          <p:nvPr/>
        </p:nvSpPr>
        <p:spPr bwMode="auto">
          <a:xfrm>
            <a:off x="380997" y="888075"/>
            <a:ext cx="12370759" cy="502014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Implicit Casting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Automatic.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No cast syntax required.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`double y = x;`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Explicit Casting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Manual.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Uses `(type)value`.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May cause data loss.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`int b = (int)a;`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5140029" name="object 3"/>
          <p:cNvSpPr txBox="1"/>
          <p:nvPr/>
        </p:nvSpPr>
        <p:spPr bwMode="auto">
          <a:xfrm>
            <a:off x="380997" y="888075"/>
            <a:ext cx="12384432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Implicit casting is performed automatically.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Explicit casting uses `(type)value`.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Explicit casting can cause data or precision loss.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1976337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350</cp:revision>
  <dcterms:created xsi:type="dcterms:W3CDTF">2025-12-09T17:44:59Z</dcterms:created>
  <dcterms:modified xsi:type="dcterms:W3CDTF">2026-10-05T08:05:48Z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