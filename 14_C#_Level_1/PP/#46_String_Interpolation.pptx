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5936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3406918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610522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647464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7650495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0905509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62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60645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541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442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75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890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30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8424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22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129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4522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335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808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11203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9537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689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88841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3794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0910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767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6606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893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8078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7111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64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0743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976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3178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0052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010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250041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370939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968624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507260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0386308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3453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897770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850808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080036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135076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8288425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42596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6376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9713391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4162569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783028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6571436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889255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0649157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878073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2582620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22466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8843716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759057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47623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310777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28820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994938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843600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845396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2415559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718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4103952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68583821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String Interpolation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2057029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4859864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80483951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String Interpolation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423442" name="object 3"/>
          <p:cNvSpPr txBox="1"/>
          <p:nvPr/>
        </p:nvSpPr>
        <p:spPr bwMode="auto">
          <a:xfrm>
            <a:off x="380997" y="888075"/>
            <a:ext cx="12367870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String Interpolation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String interpolation allows you to insert variables directly inside a string using `$` before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654237" name="object 3"/>
          <p:cNvSpPr txBox="1"/>
          <p:nvPr/>
        </p:nvSpPr>
        <p:spPr bwMode="auto">
          <a:xfrm>
            <a:off x="380997" y="888075"/>
            <a:ext cx="12382632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`$` Prefix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Add `$` before the string to enable interpolation.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Variables or expressions are placed inside `{}`.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Inserting Variables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`$"Ms. {firstName} {lastName}, Code: {code}"` combines multiple variables into one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`string.Format()`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`string.Format()` can also be used to insert values into a formatted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this example, `{0}` refers to the `fullName`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482318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Add `$` before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Put variables inside `{}`.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Store the resulting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Print the formatted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978758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 firstName = "Dania";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 lastName = "Aljasem";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 code = "107";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string fullName = $"Ms. {firstName} {lastName}, Code: {code}";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Console.WriteLine("Full Name: {0}", fullName);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Full Name: Ms. Dania Aljasem, Code: 107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303563" name="object 3"/>
          <p:cNvSpPr txBox="1"/>
          <p:nvPr/>
        </p:nvSpPr>
        <p:spPr bwMode="auto">
          <a:xfrm>
            <a:off x="380997" y="888075"/>
            <a:ext cx="1236355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`$` must be placed before the string to enable interpolation.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`{}` is used to insert variables or expressions.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String interpolation makes combining text and variables easier to read.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269526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String Interpolation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`$"Hello {name}"`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More readable and direct.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`string.Format()`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`"Hello {0}"` with `string.Format(...)`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traditional format-string syntax.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638469" name="object 3"/>
          <p:cNvSpPr txBox="1"/>
          <p:nvPr/>
        </p:nvSpPr>
        <p:spPr bwMode="auto">
          <a:xfrm>
            <a:off x="380997" y="888075"/>
            <a:ext cx="123844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String interpolation inserts variables directly into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`$` before the string and `{}` around variables.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`string.Format()` provides an alternative formatting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76332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2026-10-05T08:01:42Z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