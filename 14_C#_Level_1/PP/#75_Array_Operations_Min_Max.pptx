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40421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571138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4149856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322688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2064635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1089932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303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5387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541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852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0034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5157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173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581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2349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413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51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800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4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67463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355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013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3202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632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03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74210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01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989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7908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7763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0414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47811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084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4213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125946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836695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845005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2272683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12691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661946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324181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363469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40078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8912044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01720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434001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1726695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7401983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446979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2601946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236422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5830228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5872085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971698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160613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1812222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54331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041574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9716320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5455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95106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41361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620633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0436384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73212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0345200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89769243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 Operations Min Max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7324406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4661684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31241886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 Operations Min Max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032253" name="object 3"/>
          <p:cNvSpPr txBox="1"/>
          <p:nvPr/>
        </p:nvSpPr>
        <p:spPr bwMode="auto">
          <a:xfrm>
            <a:off x="380997" y="888075"/>
            <a:ext cx="12385508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LINQ Array Operations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System.Linq provides useful methods for working with arrays and collections.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Min() finds the smallest value, while Max() finds the largest.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365221" name="object 3"/>
          <p:cNvSpPr txBox="1"/>
          <p:nvPr/>
        </p:nvSpPr>
        <p:spPr bwMode="auto">
          <a:xfrm>
            <a:off x="380997" y="888075"/>
            <a:ext cx="12384070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Import System.Linq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using System.Linq;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is required to use LINQ extension methods such as Min() and Max().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Returns the smallest element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Max()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Returns the largest element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023623" name="object 3"/>
          <p:cNvSpPr txBox="1"/>
          <p:nvPr/>
        </p:nvSpPr>
        <p:spPr bwMode="auto">
          <a:xfrm>
            <a:off x="380997" y="888075"/>
            <a:ext cx="12384436" cy="6423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int[] numbers = { 51, -1, 2, 14, 18, 40, 178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Console.Write("Array element: { 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foreach (int number in numbers)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Console.Write(number + ", 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Console.WriteLine("}");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Console.WriteLine("Smallest  Element: " + numbers.Min());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Console.WriteLine("Largest Element: " + numbers.Max());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element: { 51, -1, 2, 14, 18, 40, 178,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Smallest Element: -1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Largest Element: 178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626520" name="object 3"/>
          <p:cNvSpPr txBox="1"/>
          <p:nvPr/>
        </p:nvSpPr>
        <p:spPr bwMode="auto">
          <a:xfrm>
            <a:off x="380997" y="888075"/>
            <a:ext cx="12364637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Min() and Max() are LINQ methods.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Other useful LINQ methods include Sum(), Average(), Count(), First(), and Last().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this lesson, focus on Min() and Max().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955337" name="object 3"/>
          <p:cNvSpPr txBox="1"/>
          <p:nvPr/>
        </p:nvSpPr>
        <p:spPr bwMode="auto">
          <a:xfrm>
            <a:off x="380997" y="888075"/>
            <a:ext cx="12372917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Min()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Finds the smallest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replace a manual minimum-search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Max()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Finds the largest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replace a manual maximum-search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833502" name="object 3"/>
          <p:cNvSpPr txBox="1"/>
          <p:nvPr/>
        </p:nvSpPr>
        <p:spPr bwMode="auto">
          <a:xfrm>
            <a:off x="380997" y="888075"/>
            <a:ext cx="12385511" cy="267087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using System.Linq; enables LINQ extension methods.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Min() → smallest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Max() → largest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Both can be used directly with an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01579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354</cp:revision>
  <dcterms:created xsi:type="dcterms:W3CDTF">2025-12-09T17:44:59Z</dcterms:created>
  <dcterms:modified xsi:type="dcterms:W3CDTF">2026-10-05T13:18:31Z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