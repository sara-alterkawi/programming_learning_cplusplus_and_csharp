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7521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726819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62490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280215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709753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145021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728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7653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855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512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6182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643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935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5259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182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13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03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7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285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254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6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48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913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11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19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7810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58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840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7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976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364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491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58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67404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384863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63028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40209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18210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46206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214149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2295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94523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83608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69982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8309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60720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03980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897993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291658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67006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345384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3243403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325774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679867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091007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71572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93025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91487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37772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1490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619574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146580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6911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338632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00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4326973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2582262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 Parameters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82980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2805907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5432481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 Parameters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976262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Parameters are variables that allow information to be passed into a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They are defined inside the method's parentheses 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685967" name="object 3"/>
          <p:cNvSpPr txBox="1"/>
          <p:nvPr/>
        </p:nvSpPr>
        <p:spPr bwMode="auto">
          <a:xfrm>
            <a:off x="380997" y="888075"/>
            <a:ext cx="12384070" cy="63659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Basic Syntax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static void MethodName(type parameter1, type parameter2)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//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method can have no parameters, one parameter, or multiple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 parameters are separated by a comma (,).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Parameters vs Arguments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Parameter → variable defined in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Argument → actual value passed when calling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How It Works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argument is assigned to the corresponding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order matters: the first argument goes to the first parameter, and so 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494163" name="object 3"/>
          <p:cNvSpPr txBox="1"/>
          <p:nvPr/>
        </p:nvSpPr>
        <p:spPr bwMode="auto">
          <a:xfrm>
            <a:off x="380997" y="888075"/>
            <a:ext cx="12384436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PrintMyInfo(string Name, int Age)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Console.WriteLine("Name= {0} , Age= {1}", Name, 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Console.WriteLine("Enter your name:");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string Name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Console.WriteLine("Enter your age:");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 Age = Convert.ToInt32(Console.ReadLine());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PrintMyInfo(Name, 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age: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 = Sara , Age =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539145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Arguments must match the parameters in the correct order and compatible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Parameters are only available inside the method where they are defined.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115719" name="object 3"/>
          <p:cNvSpPr txBox="1"/>
          <p:nvPr/>
        </p:nvSpPr>
        <p:spPr bwMode="auto">
          <a:xfrm>
            <a:off x="380997" y="888075"/>
            <a:ext cx="12372197" cy="4266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Parameter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Defined in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Receives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Argument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Passed when calling the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actual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016253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Parameters receive information inside a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Arguments are the actual values passed to those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Multiple parameters are separated by commas.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order of arguments must match the order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3603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