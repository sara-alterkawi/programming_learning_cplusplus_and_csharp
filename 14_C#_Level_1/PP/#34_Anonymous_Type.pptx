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4156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35440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89819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57226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408638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568623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63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912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384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457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095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19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359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011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952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077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636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27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78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47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376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36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0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861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963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4669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052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90D048-2D11-9F0D-8FD0-3B76404258F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467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135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103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47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230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208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03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793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946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893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576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211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3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9252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267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064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605356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62783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8951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76004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2869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94876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58209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33262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39774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74670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575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648519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5188329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96059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97494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803353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45595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395803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069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299437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23070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90085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975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75665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737838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6348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60325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122061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836332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209680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8317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21884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4614127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Anonymous Type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61822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014767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63179449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Anonymous Type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41680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Anonymous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anonymous type is a type created automatically by the compiler without explicitly giving it a type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commonly created using `var` with the `new`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186761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an Anonymous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Properties are defined directly inside the object initializer.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compiler automatically determines the property's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623710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object using `new`.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its properties inside `{ 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`var` to store the anonymous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Access properties using the `.`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nested properties through the same dot notation.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716307" name="object 3"/>
          <p:cNvSpPr txBox="1"/>
          <p:nvPr/>
        </p:nvSpPr>
        <p:spPr bwMode="auto">
          <a:xfrm>
            <a:off x="380997" y="888075"/>
            <a:ext cx="12373278" cy="62783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 student = new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Id = 20,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FirstName = "Dania",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LastName = "Aljasem"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Console.WriteLine(student.Id);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Console.WriteLine(student.FirstName);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Console.WriteLine(student.LastName);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Dania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Aljasem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959155" name="object 3"/>
          <p:cNvSpPr txBox="1"/>
          <p:nvPr/>
        </p:nvSpPr>
        <p:spPr bwMode="auto">
          <a:xfrm>
            <a:off x="380997" y="888075"/>
            <a:ext cx="12374718" cy="84653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var student = new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Id = 21,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FirstName = "Hadi",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Address = new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City = "Perstorp",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Country = "Sweden"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Console.WriteLine(student.Address.City);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Console.WriteLine(student.Address.Country);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Hadi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Aljasem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Perstorp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Sweden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057123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anonymous type does not have a name that you define.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Its properties are strongly typed and determined by the compiler.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complete object can also be printed directly: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Console.WriteLine(student);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634141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Anonymous type properties cannot be reassigned after creation.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Invalid: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student.Id = 21;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Anonymous types are mainly useful for temporary data structures and are commonly used in LINQ queries.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34648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Named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an explicitly defined type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reused throughout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data that needs a defined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Anonymous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type name is explicitly defined.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Created directly with `new { 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Properties are read-only.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temporary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841597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Anonymous types are created without explicitly defining a type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`var` stores the automatically generated anonymous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Properties are defined inside `new { 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Properties are read-only after creation.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anonymous types are supported.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Properties are accessed using the `.`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9341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