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0621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972809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08599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72730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3334961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242018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506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285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985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59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0795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335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773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201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281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992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858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11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281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8756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390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431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369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57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53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3035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0154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696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0517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7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32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4201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32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5752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027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233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88705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976493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605032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256146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17609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04435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947875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618278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44248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98944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87302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6729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389341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578721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932413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379744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732919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49268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481523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50556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353448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776805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214303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34594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474961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08948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760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528620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036099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604249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76640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9925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5860776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25547287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Continue Statement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889020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1407186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55637429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Continue Statement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065817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Skip Current Iteration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continue skips the remaining code in the current loop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loop then proceeds to the next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394815" name="object 3"/>
          <p:cNvSpPr txBox="1"/>
          <p:nvPr/>
        </p:nvSpPr>
        <p:spPr bwMode="auto">
          <a:xfrm>
            <a:off x="380997" y="888075"/>
            <a:ext cx="1238263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How continue Works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continue executes, the remaining statements in the current iteration are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a for loop, the iterator executes before the next condition check.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Difference from break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break terminates the entire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continue skips only the current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470282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Loop starts and checks its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If the continue condition is true, continue executes.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Remaining code in the current iteration is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The loop proceeds to the next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144394" name="object 3"/>
          <p:cNvSpPr txBox="1"/>
          <p:nvPr/>
        </p:nvSpPr>
        <p:spPr bwMode="auto">
          <a:xfrm>
            <a:off x="380997" y="888075"/>
            <a:ext cx="12372918" cy="6423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 i = 1; i &lt;= 5; ++i)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if (i == 3)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continue;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537973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i == 3, Console.WriteLine(i) is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a for loop, ++i executes after continue.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82770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continue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Skips the current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Loop continues with the next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break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the entire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further iterations are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941804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continue skips the current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loop itself continues running.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 a for loop, the iterator executes after continue.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3289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