
<file path=[Content_Types].xml><?xml version="1.0" encoding="utf-8"?>
<Types xmlns="http://schemas.openxmlformats.org/package/2006/content-types">
  <Default Extension="jpg" ContentType="image/jpeg"/>
  <Default Extension="bin" ContentType="application/vnd.openxmlformats-officedocument.oleObject"/>
  <Default Extension="jpeg" ContentType="image/jpeg"/>
  <Default Extension="rels" ContentType="application/vnd.openxmlformats-package.relationships+xml"/>
  <Default Extension="xml" ContentType="application/xml"/>
  <Default Extension="png" ContentType="image/png"/>
  <Default Extension="wmf" ContentType="image/x-wmf"/>
  <Override PartName="/ppt/presentation.xml" ContentType="application/vnd.openxmlformats-officedocument.presentationml.presentation.main+xml"/>
  <Override PartName="/ppt/slideLayouts/slideLayout5.xml" ContentType="application/vnd.openxmlformats-officedocument.presentationml.slideLayout+xml"/>
  <Override PartName="/ppt/tableStyles.xml" ContentType="application/vnd.openxmlformats-officedocument.presentationml.tableStyles+xml"/>
  <Override PartName="/ppt/presProps.xml" ContentType="application/vnd.openxmlformats-officedocument.presentationml.presProps+xml"/>
  <Override PartName="/docProps/app.xml" ContentType="application/vnd.openxmlformats-officedocument.extended-properties+xml"/>
  <Override PartName="/ppt/viewProps.xml" ContentType="application/vnd.openxmlformats-officedocument.presentationml.viewProps+xml"/>
  <Override PartName="/docProps/custom.xml" ContentType="application/vnd.openxmlformats-officedocument.custom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theme/theme2.xml" ContentType="application/vnd.openxmlformats-officedocument.them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slides/slide1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9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sldMasterIdLst>
    <p:sldMasterId id="2147483648" r:id="rId1"/>
  </p:sldMasterIdLst>
  <p:notesMasterIdLst>
    <p:notesMasterId r:id="rId13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</p:sldIdLst>
  <p:sldSz cx="13411200" cy="10058400"/>
  <p:notesSz cx="7772400" cy="10058400"/>
  <p:defaultTextStyle>
    <a:defPPr>
      <a:defRPr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</p:showPr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>
      <p:cViewPr varScale="1">
        <p:scale>
          <a:sx n="41" d="100"/>
          <a:sy n="41" d="100"/>
        </p:scale>
        <p:origin x="54" y="771"/>
      </p:cViewPr>
      <p:guideLst>
        <p:guide pos="2880" orient="horz"/>
        <p:guide pos="3727"/>
      </p:guideLst>
    </p:cSldViewPr>
  </p:slideViewPr>
  <p:gridSpacing cx="76200" cy="76200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theme" Target="theme/theme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 /><Relationship Id="rId15" Type="http://schemas.openxmlformats.org/officeDocument/2006/relationships/tableStyles" Target="tableStyles.xml" /><Relationship Id="rId16" Type="http://schemas.openxmlformats.org/officeDocument/2006/relationships/viewProps" Target="viewProps.xml" /></Relationships>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91400946" name="Header Placeholder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392563693" name="Date Placeholder 2"/>
          <p:cNvSpPr>
            <a:spLocks noGrp="1"/>
          </p:cNvSpPr>
          <p:nvPr>
            <p:ph type="dt" idx="2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1806822648" name="Date Placeholder 2"/>
          <p:cNvSpPr>
            <a:spLocks noGrp="1"/>
          </p:cNvSpPr>
          <p:nvPr>
            <p:ph type="dt" idx="3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325718931" name="Notes Placeholder 4"/>
          <p:cNvSpPr>
            <a:spLocks noGrp="1"/>
          </p:cNvSpPr>
          <p:nvPr>
            <p:ph type="body" sz="quarter" idx="1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/>
          </a:p>
        </p:txBody>
      </p:sp>
      <p:sp>
        <p:nvSpPr>
          <p:cNvPr id="833395181" name="Footer Placeholder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2135559051" name="Slide Number Placeholder 6"/>
          <p:cNvSpPr>
            <a:spLocks noGrp="1"/>
          </p:cNvSpPr>
          <p:nvPr>
            <p:ph type="sldNum" sz="quarter" idx="10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 ?>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 ?>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 ?>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 ?>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 ?>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 ?>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 ?>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 ?>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1090487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53795714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0082438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AB30386-858D-E7F8-9EC1-96526C894032}" type="slidenum">
              <a:rPr/>
              <a:t>1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8558365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62737555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3973974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9650235-5017-31DA-ADE7-2E5720A08C55}" type="slidenum">
              <a:rPr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2506013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8192915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3979648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930BF87-D410-C3C8-7416-04E7AB6F2790}" type="slidenum">
              <a:rPr/>
              <a:t>3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8941942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67560688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7697806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EEEE434-A53A-77D6-A1A1-76816A380033}" type="slidenum">
              <a:rPr/>
              <a:t>4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2077767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10758766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8817332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ED4B15E-DC1D-871B-195A-409A7609C310}" type="slidenum">
              <a:rPr/>
              <a:t>7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2178167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98690743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7645459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FB780D0-01FC-1E82-7F28-775DCD58CC27}" type="slidenum">
              <a:rPr/>
              <a:t>8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2585999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53475392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8598520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C46612F-4D71-E8FE-73F2-51D32A4C3E49}" type="slidenum">
              <a:rPr/>
              <a:t>10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9257644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68244191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4926657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D3E466E-FDE0-677F-9612-EA45582FD9CD}" type="slidenum">
              <a:rPr/>
              <a:t>11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6624909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98429162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3786892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59DFAF6-37CE-40E2-747A-C584C149C0F7}" type="slidenum">
              <a:rPr/>
              <a:t>12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itle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4772578" name="Holder 2"/>
          <p:cNvSpPr>
            <a:spLocks noGrp="1"/>
          </p:cNvSpPr>
          <p:nvPr>
            <p:ph type="ctrTitle"/>
          </p:nvPr>
        </p:nvSpPr>
        <p:spPr bwMode="auto">
          <a:xfrm>
            <a:off x="1005840" y="3118104"/>
            <a:ext cx="11399520" cy="90287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585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058424024" name="Holder 3"/>
          <p:cNvSpPr>
            <a:spLocks noGrp="1"/>
          </p:cNvSpPr>
          <p:nvPr>
            <p:ph type="subTitle" idx="4"/>
          </p:nvPr>
        </p:nvSpPr>
        <p:spPr bwMode="auto">
          <a:xfrm>
            <a:off x="2011680" y="5632706"/>
            <a:ext cx="9387840" cy="47795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1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907158803" name="Holder 4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907671401" name="Holder 5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700173300" name="Holder 6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0" type="obj" userDrawn="1">
  <p:cSld name="Title and Content">
    <p:bg>
      <p:bgPr shadeToTitle="0">
        <a:solidFill>
          <a:schemeClr val="bg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09954756" name="bg object 16"/>
          <p:cNvSpPr/>
          <p:nvPr/>
        </p:nvSpPr>
        <p:spPr bwMode="auto">
          <a:xfrm>
            <a:off x="331334" y="2514600"/>
            <a:ext cx="12753788" cy="4142104"/>
          </a:xfrm>
          <a:custGeom>
            <a:avLst/>
            <a:gdLst/>
            <a:ahLst/>
            <a:cxnLst/>
            <a:rect l="l" t="t" r="r" b="b"/>
            <a:pathLst>
              <a:path w="7391400" h="4142104" fill="norm" stroke="1" extrusionOk="0">
                <a:moveTo>
                  <a:pt x="0" y="4141597"/>
                </a:moveTo>
                <a:lnTo>
                  <a:pt x="7391146" y="4141597"/>
                </a:lnTo>
                <a:lnTo>
                  <a:pt x="7391146" y="0"/>
                </a:lnTo>
                <a:lnTo>
                  <a:pt x="0" y="0"/>
                </a:lnTo>
                <a:lnTo>
                  <a:pt x="0" y="4141597"/>
                </a:lnTo>
                <a:close/>
              </a:path>
            </a:pathLst>
          </a:custGeom>
          <a:ln w="1219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>
              <a:defRPr/>
            </a:pPr>
            <a:endParaRPr/>
          </a:p>
        </p:txBody>
      </p:sp>
      <p:sp>
        <p:nvSpPr>
          <p:cNvPr id="62509472" name="Holder 2"/>
          <p:cNvSpPr>
            <a:spLocks noGrp="1"/>
          </p:cNvSpPr>
          <p:nvPr>
            <p:ph type="title"/>
          </p:nvPr>
        </p:nvSpPr>
        <p:spPr bwMode="auto">
          <a:xfrm>
            <a:off x="4117587" y="3823463"/>
            <a:ext cx="7712317" cy="902876"/>
          </a:xfrm>
        </p:spPr>
        <p:txBody>
          <a:bodyPr lIns="0" tIns="0" rIns="0" bIns="0"/>
          <a:lstStyle>
            <a:lvl1pPr>
              <a:defRPr sz="585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902908095" name="Holder 3"/>
          <p:cNvSpPr>
            <a:spLocks noGrp="1"/>
          </p:cNvSpPr>
          <p:nvPr>
            <p:ph type="body" idx="1"/>
          </p:nvPr>
        </p:nvSpPr>
        <p:spPr bwMode="auto">
          <a:xfrm>
            <a:off x="617089" y="3228215"/>
            <a:ext cx="7643506" cy="477951"/>
          </a:xfrm>
        </p:spPr>
        <p:txBody>
          <a:bodyPr lIns="0" tIns="0" rIns="0" bIns="0"/>
          <a:lstStyle>
            <a:lvl1pPr>
              <a:defRPr sz="31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553580366" name="Holder 4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908725416" name="Holder 5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1789027239" name="Holder 6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wo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77545878" name="Holder 2"/>
          <p:cNvSpPr>
            <a:spLocks noGrp="1"/>
          </p:cNvSpPr>
          <p:nvPr>
            <p:ph type="title"/>
          </p:nvPr>
        </p:nvSpPr>
        <p:spPr bwMode="auto">
          <a:xfrm>
            <a:off x="4117587" y="3823463"/>
            <a:ext cx="7712317" cy="902876"/>
          </a:xfrm>
        </p:spPr>
        <p:txBody>
          <a:bodyPr lIns="0" tIns="0" rIns="0" bIns="0"/>
          <a:lstStyle>
            <a:lvl1pPr>
              <a:defRPr sz="585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838416708" name="Holder 3"/>
          <p:cNvSpPr>
            <a:spLocks noGrp="1"/>
          </p:cNvSpPr>
          <p:nvPr>
            <p:ph sz="half" idx="2"/>
          </p:nvPr>
        </p:nvSpPr>
        <p:spPr bwMode="auto">
          <a:xfrm>
            <a:off x="670560" y="2313434"/>
            <a:ext cx="5833872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pPr>
              <a:defRPr/>
            </a:pPr>
            <a:endParaRPr/>
          </a:p>
        </p:txBody>
      </p:sp>
      <p:sp>
        <p:nvSpPr>
          <p:cNvPr id="19028544" name="Holder 4"/>
          <p:cNvSpPr>
            <a:spLocks noGrp="1"/>
          </p:cNvSpPr>
          <p:nvPr>
            <p:ph sz="half" idx="3"/>
          </p:nvPr>
        </p:nvSpPr>
        <p:spPr bwMode="auto">
          <a:xfrm>
            <a:off x="6906768" y="2313434"/>
            <a:ext cx="5833872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pPr>
              <a:defRPr/>
            </a:pPr>
            <a:endParaRPr/>
          </a:p>
        </p:txBody>
      </p:sp>
      <p:sp>
        <p:nvSpPr>
          <p:cNvPr id="1452725438" name="Holder 5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759994814" name="Holder 6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413658524" name="Holder 7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0" type="obj" userDrawn="1">
  <p:cSld name="Title Only">
    <p:bg>
      <p:bgPr shadeToTitle="0">
        <a:solidFill>
          <a:schemeClr val="bg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639552997" name="bg object 16"/>
          <p:cNvPicPr/>
          <p:nvPr/>
        </p:nvPicPr>
        <p:blipFill rotWithShape="1">
          <a:blip r:embed="rId2"/>
          <a:stretch/>
        </p:blipFill>
        <p:spPr bwMode="auto">
          <a:xfrm>
            <a:off x="3" y="2209800"/>
            <a:ext cx="13411198" cy="5081016"/>
          </a:xfrm>
          <a:prstGeom prst="rect">
            <a:avLst/>
          </a:prstGeom>
        </p:spPr>
      </p:pic>
      <p:sp>
        <p:nvSpPr>
          <p:cNvPr id="744226898" name="bg object 17"/>
          <p:cNvSpPr/>
          <p:nvPr/>
        </p:nvSpPr>
        <p:spPr bwMode="auto">
          <a:xfrm>
            <a:off x="105186" y="3901439"/>
            <a:ext cx="13306014" cy="789940"/>
          </a:xfrm>
          <a:custGeom>
            <a:avLst/>
            <a:gdLst/>
            <a:ahLst/>
            <a:cxnLst/>
            <a:rect l="l" t="t" r="r" b="b"/>
            <a:pathLst>
              <a:path w="7711440" h="789939" fill="norm" stroke="1" extrusionOk="0">
                <a:moveTo>
                  <a:pt x="0" y="789431"/>
                </a:moveTo>
                <a:lnTo>
                  <a:pt x="7711440" y="789431"/>
                </a:lnTo>
                <a:lnTo>
                  <a:pt x="7711440" y="0"/>
                </a:lnTo>
                <a:lnTo>
                  <a:pt x="0" y="0"/>
                </a:lnTo>
                <a:lnTo>
                  <a:pt x="0" y="789431"/>
                </a:lnTo>
                <a:close/>
              </a:path>
            </a:pathLst>
          </a:custGeom>
          <a:ln w="1219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>
              <a:defRPr/>
            </a:pPr>
            <a:endParaRPr/>
          </a:p>
        </p:txBody>
      </p:sp>
      <p:sp>
        <p:nvSpPr>
          <p:cNvPr id="158353286" name="Holder 2"/>
          <p:cNvSpPr>
            <a:spLocks noGrp="1"/>
          </p:cNvSpPr>
          <p:nvPr>
            <p:ph type="title"/>
          </p:nvPr>
        </p:nvSpPr>
        <p:spPr bwMode="auto">
          <a:xfrm>
            <a:off x="4117587" y="3823463"/>
            <a:ext cx="7712317" cy="902876"/>
          </a:xfrm>
        </p:spPr>
        <p:txBody>
          <a:bodyPr lIns="0" tIns="0" rIns="0" bIns="0"/>
          <a:lstStyle>
            <a:lvl1pPr>
              <a:defRPr sz="585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3208969" name="Holder 3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718616622" name="Holder 4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349501816" name="Holder 5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Blank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65835853" name="Holder 2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207159206" name="Holder 3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2098793542" name="Holder 4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Pr shadeToTitle="0">
        <a:solidFill>
          <a:schemeClr val="bg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81480683" name="Holder 2"/>
          <p:cNvSpPr>
            <a:spLocks noGrp="1"/>
          </p:cNvSpPr>
          <p:nvPr>
            <p:ph type="title"/>
          </p:nvPr>
        </p:nvSpPr>
        <p:spPr bwMode="auto">
          <a:xfrm>
            <a:off x="4117587" y="3823463"/>
            <a:ext cx="7712317" cy="5232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40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524415983" name="Holder 3"/>
          <p:cNvSpPr>
            <a:spLocks noGrp="1"/>
          </p:cNvSpPr>
          <p:nvPr>
            <p:ph type="body" idx="1"/>
          </p:nvPr>
        </p:nvSpPr>
        <p:spPr bwMode="auto">
          <a:xfrm>
            <a:off x="617089" y="3228213"/>
            <a:ext cx="764350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678422852" name="Holder 4"/>
          <p:cNvSpPr>
            <a:spLocks noGrp="1"/>
          </p:cNvSpPr>
          <p:nvPr>
            <p:ph type="ftr" sz="quarter" idx="5"/>
          </p:nvPr>
        </p:nvSpPr>
        <p:spPr bwMode="auto">
          <a:xfrm>
            <a:off x="4559808" y="9354314"/>
            <a:ext cx="4291584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302842763" name="Holder 5"/>
          <p:cNvSpPr>
            <a:spLocks noGrp="1"/>
          </p:cNvSpPr>
          <p:nvPr>
            <p:ph type="dt" sz="half" idx="6"/>
          </p:nvPr>
        </p:nvSpPr>
        <p:spPr bwMode="auto">
          <a:xfrm>
            <a:off x="670560" y="9354314"/>
            <a:ext cx="308457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554808757" name="Holder 6"/>
          <p:cNvSpPr>
            <a:spLocks noGrp="1"/>
          </p:cNvSpPr>
          <p:nvPr>
            <p:ph type="sldNum" sz="quarter" idx="7"/>
          </p:nvPr>
        </p:nvSpPr>
        <p:spPr bwMode="auto">
          <a:xfrm>
            <a:off x="9656064" y="9354314"/>
            <a:ext cx="308457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788842">
        <a:defRPr>
          <a:latin typeface="+mn-lt"/>
          <a:ea typeface="+mn-ea"/>
          <a:cs typeface="+mn-cs"/>
        </a:defRPr>
      </a:lvl2pPr>
      <a:lvl3pPr marL="1577682">
        <a:defRPr>
          <a:latin typeface="+mn-lt"/>
          <a:ea typeface="+mn-ea"/>
          <a:cs typeface="+mn-cs"/>
        </a:defRPr>
      </a:lvl3pPr>
      <a:lvl4pPr marL="2366523">
        <a:defRPr>
          <a:latin typeface="+mn-lt"/>
          <a:ea typeface="+mn-ea"/>
          <a:cs typeface="+mn-cs"/>
        </a:defRPr>
      </a:lvl4pPr>
      <a:lvl5pPr marL="3155365">
        <a:defRPr>
          <a:latin typeface="+mn-lt"/>
          <a:ea typeface="+mn-ea"/>
          <a:cs typeface="+mn-cs"/>
        </a:defRPr>
      </a:lvl5pPr>
      <a:lvl6pPr marL="3944206">
        <a:defRPr>
          <a:latin typeface="+mn-lt"/>
          <a:ea typeface="+mn-ea"/>
          <a:cs typeface="+mn-cs"/>
        </a:defRPr>
      </a:lvl6pPr>
      <a:lvl7pPr marL="4733048">
        <a:defRPr>
          <a:latin typeface="+mn-lt"/>
          <a:ea typeface="+mn-ea"/>
          <a:cs typeface="+mn-cs"/>
        </a:defRPr>
      </a:lvl7pPr>
      <a:lvl8pPr marL="5521888">
        <a:defRPr>
          <a:latin typeface="+mn-lt"/>
          <a:ea typeface="+mn-ea"/>
          <a:cs typeface="+mn-cs"/>
        </a:defRPr>
      </a:lvl8pPr>
      <a:lvl9pPr marL="631073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788842">
        <a:defRPr>
          <a:latin typeface="+mn-lt"/>
          <a:ea typeface="+mn-ea"/>
          <a:cs typeface="+mn-cs"/>
        </a:defRPr>
      </a:lvl2pPr>
      <a:lvl3pPr marL="1577682">
        <a:defRPr>
          <a:latin typeface="+mn-lt"/>
          <a:ea typeface="+mn-ea"/>
          <a:cs typeface="+mn-cs"/>
        </a:defRPr>
      </a:lvl3pPr>
      <a:lvl4pPr marL="2366523">
        <a:defRPr>
          <a:latin typeface="+mn-lt"/>
          <a:ea typeface="+mn-ea"/>
          <a:cs typeface="+mn-cs"/>
        </a:defRPr>
      </a:lvl4pPr>
      <a:lvl5pPr marL="3155365">
        <a:defRPr>
          <a:latin typeface="+mn-lt"/>
          <a:ea typeface="+mn-ea"/>
          <a:cs typeface="+mn-cs"/>
        </a:defRPr>
      </a:lvl5pPr>
      <a:lvl6pPr marL="3944206">
        <a:defRPr>
          <a:latin typeface="+mn-lt"/>
          <a:ea typeface="+mn-ea"/>
          <a:cs typeface="+mn-cs"/>
        </a:defRPr>
      </a:lvl6pPr>
      <a:lvl7pPr marL="4733048">
        <a:defRPr>
          <a:latin typeface="+mn-lt"/>
          <a:ea typeface="+mn-ea"/>
          <a:cs typeface="+mn-cs"/>
        </a:defRPr>
      </a:lvl7pPr>
      <a:lvl8pPr marL="5521888">
        <a:defRPr>
          <a:latin typeface="+mn-lt"/>
          <a:ea typeface="+mn-ea"/>
          <a:cs typeface="+mn-cs"/>
        </a:defRPr>
      </a:lvl8pPr>
      <a:lvl9pPr marL="631073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jpg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jpg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13169913" name="object 46"/>
          <p:cNvSpPr txBox="1">
            <a:spLocks noGrp="1"/>
          </p:cNvSpPr>
          <p:nvPr>
            <p:ph type="sldNum" sz="quarter" idx="7"/>
          </p:nvPr>
        </p:nvSpPr>
        <p:spPr bwMode="auto">
          <a:xfrm>
            <a:off x="22501110" y="12821186"/>
            <a:ext cx="518023" cy="29495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5742">
              <a:lnSpc>
                <a:spcPts val="2260"/>
              </a:lnSpc>
              <a:defRPr/>
            </a:pPr>
            <a:fld id="{81D60167-4931-47E6-BA6A-407CBD079E47}" type="slidenum">
              <a:rPr spc="-86"/>
              <a:t>1</a:t>
            </a:fld>
            <a:endParaRPr spc="-86"/>
          </a:p>
        </p:txBody>
      </p:sp>
      <p:pic>
        <p:nvPicPr>
          <p:cNvPr id="440345889" name="object 25"/>
          <p:cNvPicPr/>
          <p:nvPr/>
        </p:nvPicPr>
        <p:blipFill rotWithShape="1">
          <a:blip r:embed="rId3"/>
          <a:srcRect l="0" t="17" r="0" b="16"/>
          <a:stretch/>
        </p:blipFill>
        <p:spPr bwMode="auto">
          <a:xfrm>
            <a:off x="1" y="457200"/>
            <a:ext cx="13411199" cy="9021482"/>
          </a:xfrm>
          <a:prstGeom prst="rect">
            <a:avLst/>
          </a:prstGeom>
        </p:spPr>
      </p:pic>
      <p:sp>
        <p:nvSpPr>
          <p:cNvPr id="1736622802" name="object 30"/>
          <p:cNvSpPr txBox="1"/>
          <p:nvPr/>
        </p:nvSpPr>
        <p:spPr bwMode="auto">
          <a:xfrm>
            <a:off x="0" y="1143000"/>
            <a:ext cx="13110862" cy="4066137"/>
          </a:xfrm>
          <a:prstGeom prst="rect">
            <a:avLst/>
          </a:prstGeom>
          <a:ln w="12953"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marL="2786346" algn="ctr">
              <a:spcBef>
                <a:spcPts val="673"/>
              </a:spcBef>
              <a:defRPr/>
            </a:pPr>
            <a:r>
              <a:rPr lang="sv-SE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C#</a:t>
            </a:r>
            <a:endParaRPr/>
          </a:p>
          <a:p>
            <a:pPr marL="2786346" algn="ctr">
              <a:spcBef>
                <a:spcPts val="673"/>
              </a:spcBef>
              <a:defRPr/>
            </a:pPr>
            <a:r>
              <a:rPr lang="en-GB" sz="6000" b="1">
                <a:solidFill>
                  <a:schemeClr val="bg1"/>
                </a:solidFill>
                <a:latin typeface="Comic Sans MS"/>
                <a:cs typeface="Comic Sans MS"/>
              </a:rPr>
              <a:t>Level </a:t>
            </a:r>
            <a:r>
              <a:rPr sz="6000" b="1">
                <a:solidFill>
                  <a:schemeClr val="bg1"/>
                </a:solidFill>
                <a:latin typeface="Comic Sans MS"/>
                <a:cs typeface="Comic Sans MS"/>
              </a:rPr>
              <a:t>1</a:t>
            </a:r>
            <a:endParaRPr lang="sv-SE" sz="6000" b="1">
              <a:solidFill>
                <a:schemeClr val="bg1"/>
              </a:solidFill>
              <a:latin typeface="Comic Sans MS"/>
              <a:cs typeface="Comic Sans MS"/>
            </a:endParaRPr>
          </a:p>
          <a:p>
            <a:pPr marL="2786346" algn="ctr">
              <a:spcBef>
                <a:spcPts val="670"/>
              </a:spcBef>
              <a:defRPr/>
            </a:pPr>
            <a:endParaRPr lang="sv-SE"/>
          </a:p>
          <a:p>
            <a:pPr marL="2786346" algn="ctr">
              <a:spcBef>
                <a:spcPts val="671"/>
              </a:spcBef>
              <a:defRPr/>
            </a:pPr>
            <a:r>
              <a:rPr lang="en-US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Array Operation Count, Sum, Average</a:t>
            </a:r>
            <a:endParaRPr lang="en-US" sz="6000" b="1" i="0" u="none" strike="noStrike" cap="none" spc="0">
              <a:solidFill>
                <a:srgbClr val="FFCE53"/>
              </a:solidFill>
              <a:latin typeface="Comic Sans MS"/>
              <a:ea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1175765339" name="object 2"/>
          <p:cNvGrpSpPr/>
          <p:nvPr/>
        </p:nvGrpSpPr>
        <p:grpSpPr bwMode="auto">
          <a:xfrm>
            <a:off x="-10957" y="645359"/>
            <a:ext cx="13422157" cy="8767682"/>
            <a:chOff x="0" y="2209800"/>
            <a:chExt cx="7778750" cy="5081270"/>
          </a:xfrm>
        </p:grpSpPr>
        <p:pic>
          <p:nvPicPr>
            <p:cNvPr id="3" name="object 3"/>
            <p:cNvPicPr/>
            <p:nvPr/>
          </p:nvPicPr>
          <p:blipFill rotWithShape="1">
            <a:blip r:embed="rId3"/>
            <a:stretch/>
          </p:blipFill>
          <p:spPr bwMode="auto">
            <a:xfrm>
              <a:off x="0" y="2209800"/>
              <a:ext cx="7772399" cy="5081016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 bwMode="auto">
            <a:xfrm>
              <a:off x="60960" y="3901439"/>
              <a:ext cx="7711440" cy="1264919"/>
            </a:xfrm>
            <a:custGeom>
              <a:avLst/>
              <a:gdLst/>
              <a:ahLst/>
              <a:cxnLst/>
              <a:rect l="l" t="t" r="r" b="b"/>
              <a:pathLst>
                <a:path w="7711440" h="1264920" fill="norm" stroke="1" extrusionOk="0">
                  <a:moveTo>
                    <a:pt x="0" y="1264919"/>
                  </a:moveTo>
                  <a:lnTo>
                    <a:pt x="7711440" y="1264919"/>
                  </a:lnTo>
                  <a:lnTo>
                    <a:pt x="7711440" y="0"/>
                  </a:lnTo>
                  <a:lnTo>
                    <a:pt x="0" y="0"/>
                  </a:lnTo>
                  <a:lnTo>
                    <a:pt x="0" y="1264919"/>
                  </a:lnTo>
                  <a:close/>
                </a:path>
              </a:pathLst>
            </a:custGeom>
            <a:grpFill/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>
                <a:defRPr/>
              </a:pPr>
              <a:endParaRPr/>
            </a:p>
          </p:txBody>
        </p:sp>
      </p:grpSp>
      <p:sp>
        <p:nvSpPr>
          <p:cNvPr id="524276125" name="object 8"/>
          <p:cNvSpPr txBox="1"/>
          <p:nvPr/>
        </p:nvSpPr>
        <p:spPr bwMode="auto">
          <a:xfrm>
            <a:off x="13091697" y="12746337"/>
            <a:ext cx="182980" cy="352972"/>
          </a:xfrm>
          <a:prstGeom prst="rect">
            <a:avLst/>
          </a:prstGeom>
        </p:spPr>
        <p:txBody>
          <a:bodyPr vert="horz" wrap="square" lIns="0" tIns="20818" rIns="0" bIns="0" rtlCol="0">
            <a:spAutoFit/>
          </a:bodyPr>
          <a:lstStyle/>
          <a:p>
            <a:pPr marL="21914">
              <a:spcBef>
                <a:spcPts val="163"/>
              </a:spcBef>
              <a:defRPr/>
            </a:pPr>
            <a:r>
              <a:rPr sz="2150" spc="-86">
                <a:latin typeface="Calibri"/>
                <a:cs typeface="Calibri"/>
              </a:rPr>
              <a:t>2</a:t>
            </a:r>
            <a:endParaRPr sz="2150">
              <a:latin typeface="Calibri"/>
              <a:cs typeface="Calibri"/>
            </a:endParaRPr>
          </a:p>
        </p:txBody>
      </p:sp>
      <p:sp>
        <p:nvSpPr>
          <p:cNvPr id="1262353520" name="object 30"/>
          <p:cNvSpPr txBox="1"/>
          <p:nvPr/>
        </p:nvSpPr>
        <p:spPr bwMode="auto">
          <a:xfrm flipH="0" flipV="0">
            <a:off x="106425" y="3084201"/>
            <a:ext cx="13277090" cy="1756008"/>
          </a:xfrm>
          <a:prstGeom prst="rect">
            <a:avLst/>
          </a:prstGeom>
          <a:ln w="12953"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marL="2786346" algn="ctr">
              <a:spcBef>
                <a:spcPts val="673"/>
              </a:spcBef>
              <a:defRPr/>
            </a:pPr>
            <a:r>
              <a:rPr sz="4000" b="0" i="0" u="none" strike="noStrike" cap="none" spc="-16">
                <a:solidFill>
                  <a:srgbClr val="FFFFFF"/>
                </a:solidFill>
                <a:latin typeface="Comic Sans MS"/>
                <a:ea typeface="Comic Sans MS"/>
                <a:cs typeface="Comic Sans MS"/>
              </a:rPr>
              <a:t>C#</a:t>
            </a:r>
            <a:endParaRPr/>
          </a:p>
          <a:p>
            <a:pPr marL="2786346" algn="ctr">
              <a:spcBef>
                <a:spcPts val="673"/>
              </a:spcBef>
              <a:defRPr/>
            </a:pPr>
            <a:r>
              <a:rPr lang="sv-SE" sz="2400" spc="-17">
                <a:solidFill>
                  <a:srgbClr val="FFFFFF"/>
                </a:solidFill>
                <a:latin typeface="Comic Sans MS"/>
                <a:cs typeface="Comic Sans MS"/>
              </a:rPr>
              <a:t>Level </a:t>
            </a:r>
            <a:r>
              <a:rPr sz="2400" spc="-16">
                <a:solidFill>
                  <a:srgbClr val="FFFFFF"/>
                </a:solidFill>
                <a:latin typeface="Comic Sans MS"/>
                <a:cs typeface="Comic Sans MS"/>
              </a:rPr>
              <a:t>1</a:t>
            </a:r>
            <a:endParaRPr/>
          </a:p>
          <a:p>
            <a:pPr marL="2786346" algn="ctr">
              <a:spcBef>
                <a:spcPts val="671"/>
              </a:spcBef>
              <a:defRPr/>
            </a:pPr>
            <a:r>
              <a:rPr lang="en-US" sz="4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Array Operation Count, Sum, Average</a:t>
            </a:r>
            <a:endParaRPr lang="en-US" sz="4000" b="1" i="0" u="none" strike="noStrike" cap="none" spc="0">
              <a:solidFill>
                <a:srgbClr val="FFCE53"/>
              </a:solidFill>
              <a:latin typeface="Comic Sans MS"/>
              <a:ea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05561434" name="object 3"/>
          <p:cNvSpPr txBox="1"/>
          <p:nvPr/>
        </p:nvSpPr>
        <p:spPr bwMode="auto">
          <a:xfrm>
            <a:off x="380997" y="888075"/>
            <a:ext cx="12385508" cy="2628220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lang="en-GB" sz="4000" b="1" spc="-17">
                <a:solidFill>
                  <a:schemeClr val="tx1"/>
                </a:solidFill>
                <a:latin typeface="Comic Sans MS"/>
                <a:cs typeface="Comic Sans MS"/>
              </a:rPr>
              <a:t>🔎 Definition</a:t>
            </a:r>
            <a:endParaRPr/>
          </a:p>
          <a:p>
            <a:pPr>
              <a:defRPr/>
            </a:pP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🟨 LINQ Array Operations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System.Linq provides methods for performing operations on arrays and collections.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Count(), Sum(), and Average() are useful LINQ methods.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07566246" name="object 3"/>
          <p:cNvSpPr txBox="1"/>
          <p:nvPr/>
        </p:nvSpPr>
        <p:spPr bwMode="auto">
          <a:xfrm>
            <a:off x="380997" y="888075"/>
            <a:ext cx="12384070" cy="3755473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 marL="21912">
              <a:spcBef>
                <a:spcPts val="1215"/>
              </a:spcBef>
              <a:defRPr/>
            </a:pPr>
            <a:r>
              <a:rPr lang="en-GB" sz="4000" b="1" spc="-17">
                <a:solidFill>
                  <a:schemeClr val="tx1"/>
                </a:solidFill>
                <a:latin typeface="Comic Sans MS"/>
                <a:cs typeface="Comic Sans MS"/>
              </a:rPr>
              <a:t>📖 Explanation</a:t>
            </a:r>
            <a:endParaRPr/>
          </a:p>
          <a:p>
            <a:pPr>
              <a:defRPr/>
            </a:pP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🟨 Count()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Returns the number of elements in the array.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🟨 Sum()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Returns the total of all elements.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🟨 Average()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Returns the average value of the elements.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Average = Sum ÷ Count.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0575439" name="object 3"/>
          <p:cNvSpPr txBox="1"/>
          <p:nvPr/>
        </p:nvSpPr>
        <p:spPr bwMode="auto">
          <a:xfrm>
            <a:off x="380997" y="888075"/>
            <a:ext cx="12384436" cy="7154754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sz="4000" b="1">
                <a:latin typeface="Comic Sans MS"/>
              </a:rPr>
              <a:t>💡 </a:t>
            </a:r>
            <a:r>
              <a:rPr lang="sv-SE" sz="4000" b="1">
                <a:latin typeface="Comic Sans MS"/>
              </a:rPr>
              <a:t>Example</a:t>
            </a:r>
            <a:endParaRPr lang="en-GB" sz="4000" b="1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endParaRPr lang="en-GB" sz="24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int[] numbers = { 20, 22, 19, 18, 1 };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Console.Write("Array elements: {");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foreach (int number in numbers)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{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    Console.Write(number + ", ");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}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Console.WriteLine("}");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Console.WriteLine("Count : " + numbers.Count());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Console.WriteLine("Sum : " + numbers.Sum());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Console.WriteLine("Average: " + numbers.Average());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➡️ Result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Array elements: { 20, 22, 19, 18, 1, }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Count: 5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Sum: 80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Average: 16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ea typeface="Comic Sans MS"/>
              <a:cs typeface="Comic Sans MS"/>
            </a:endParaRPr>
          </a:p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51058244" name="object 3"/>
          <p:cNvSpPr txBox="1"/>
          <p:nvPr/>
        </p:nvSpPr>
        <p:spPr bwMode="auto">
          <a:xfrm>
            <a:off x="380997" y="888075"/>
            <a:ext cx="12364637" cy="2414860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sz="4000"/>
              <a:t>📌</a:t>
            </a:r>
            <a:r>
              <a:rPr lang="en-GB" sz="4000" b="1" spc="-17">
                <a:solidFill>
                  <a:schemeClr val="tx1"/>
                </a:solidFill>
                <a:latin typeface="Comic Sans MS"/>
              </a:rPr>
              <a:t> Note</a:t>
            </a:r>
            <a:endParaRPr/>
          </a:p>
          <a:p>
            <a:pPr>
              <a:defRPr/>
            </a:pPr>
            <a:endParaRPr lang="en-GB" sz="24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These methods are LINQ extension methods.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Add using System.Linq; to use them.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Count() counts elements, while Sum() adds their values.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75068569" name="object 3"/>
          <p:cNvSpPr txBox="1"/>
          <p:nvPr/>
        </p:nvSpPr>
        <p:spPr bwMode="auto">
          <a:xfrm>
            <a:off x="380997" y="888075"/>
            <a:ext cx="12373277" cy="4113740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lang="en-GB" sz="4000" b="1" spc="-17">
                <a:solidFill>
                  <a:schemeClr val="tx1"/>
                </a:solidFill>
                <a:latin typeface="Comic Sans MS"/>
              </a:rPr>
              <a:t>⚖️ Comparison</a:t>
            </a:r>
            <a:endParaRPr/>
          </a:p>
          <a:p>
            <a:pPr>
              <a:defRPr/>
            </a:pPr>
            <a:endParaRPr lang="en-GB" sz="24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🟩 Count()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Number of elements.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🟥 Sum()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Total of all elements.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🟨 Average()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Average value = Sum ÷ Count.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33989490" name="object 3"/>
          <p:cNvSpPr txBox="1"/>
          <p:nvPr/>
        </p:nvSpPr>
        <p:spPr bwMode="auto">
          <a:xfrm>
            <a:off x="380997" y="888075"/>
            <a:ext cx="12385511" cy="2688458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lang="en-GB" sz="4000" b="1" spc="-17">
                <a:solidFill>
                  <a:schemeClr val="tx1"/>
                </a:solidFill>
                <a:latin typeface="Comic Sans MS"/>
              </a:rPr>
              <a:t>✨ Summary</a:t>
            </a:r>
            <a:endParaRPr lang="en-GB" sz="40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endParaRPr lang="en-GB" sz="24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Count() → number of elements.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Sum() → total of elements.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Average() → average value.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using System.Linq; is required for these LINQ methods.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82285022" name="object 4"/>
          <p:cNvSpPr txBox="1"/>
          <p:nvPr/>
        </p:nvSpPr>
        <p:spPr bwMode="auto">
          <a:xfrm>
            <a:off x="0" y="4712874"/>
            <a:ext cx="13411200" cy="632652"/>
          </a:xfrm>
          <a:prstGeom prst="rect">
            <a:avLst/>
          </a:prstGeom>
        </p:spPr>
        <p:txBody>
          <a:bodyPr vert="horz" wrap="square" lIns="0" tIns="16934" rIns="0" bIns="0" rtlCol="0">
            <a:spAutoFit/>
          </a:bodyPr>
          <a:lstStyle>
            <a:defPPr>
              <a:defRPr/>
            </a:defPPr>
            <a:lvl1pPr>
              <a:defRPr>
                <a:latin typeface="+mj-lt"/>
                <a:ea typeface="+mj-ea"/>
                <a:cs typeface="+mj-cs"/>
              </a:defRPr>
            </a:lvl1pPr>
          </a:lstStyle>
          <a:p>
            <a:pPr marL="16932" algn="ctr">
              <a:spcBef>
                <a:spcPts val="133"/>
              </a:spcBef>
              <a:defRPr/>
            </a:pPr>
            <a:r>
              <a:rPr lang="sv-SE" sz="4000" b="1" spc="-17">
                <a:solidFill>
                  <a:srgbClr val="FF0000"/>
                </a:solidFill>
                <a:latin typeface="Comic Sans MS"/>
              </a:rPr>
              <a:t>Thank you</a:t>
            </a:r>
            <a:r>
              <a:rPr lang="sv-SE" sz="4000" spc="-21">
                <a:solidFill>
                  <a:srgbClr val="FF0000"/>
                </a:solidFill>
              </a:rPr>
              <a:t> </a:t>
            </a:r>
            <a:r>
              <a:rPr lang="sv-SE" sz="4000" spc="-67">
                <a:solidFill>
                  <a:srgbClr val="FF0000"/>
                </a:solidFill>
                <a:latin typeface="Wingdings"/>
                <a:cs typeface="Wingdings"/>
              </a:rPr>
              <a:t></a:t>
            </a:r>
            <a:endParaRPr lang="sv-SE" sz="4000">
              <a:solidFill>
                <a:srgbClr val="FF0000"/>
              </a:solidFill>
              <a:latin typeface="Wingdings"/>
              <a:cs typeface="Wingding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theme/_rels/theme1.xml.rels><?xml version="1.0" encoding="UTF-8" standalone="yes"?><Relationships xmlns="http://schemas.openxmlformats.org/package/2006/relationships"></Relationships>
</file>

<file path=ppt/theme/_rels/theme2.xml.rels><?xml version="1.0" encoding="UTF-8" standalone="yes"?><Relationships xmlns="http://schemas.openxmlformats.org/package/2006/relationships"></Relationships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/>
</a:theme>
</file>

<file path=ppt/theme/theme2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">
      <a:majorFont>
        <a:latin typeface="Calibri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0</Words>
  <Application>ONLYOFFICE/9.4.0.129</Application>
  <PresentationFormat>On-screen Show (4:3)</PresentationFormat>
  <Paragraphs>0</Paragraphs>
  <Slides>9</Slides>
  <Notes>9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0" baseType="lpstr">
      <vt:lpstr>Theme 1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LinksUpToDate>0</LinksUpToDate>
  <SharedDoc>0</SharedDoc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/>
  <cp:revision>354</cp:revision>
  <dcterms:created xsi:type="dcterms:W3CDTF">2025-12-09T17:44:59Z</dcterms:created>
  <dcterms:modified xsi:type="dcterms:W3CDTF">2026-10-05T13:25:23Z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2025-12-09T00:00:00Z</vt:filetime>
  </property>
  <property fmtid="{D5CDD505-2E9C-101B-9397-08002B2CF9AE}" pid="3" name="Creator">
    <vt:lpwstr>Microsoft® PowerPoint® 2016</vt:lpwstr>
  </property>
  <property fmtid="{D5CDD505-2E9C-101B-9397-08002B2CF9AE}" pid="4" name="LastSaved">
    <vt:filetime>2025-12-09T00:00:00Z</vt:filetime>
  </property>
  <property fmtid="{D5CDD505-2E9C-101B-9397-08002B2CF9AE}" pid="5" name="Producer">
    <vt:lpwstr>www.ilovepdf.com</vt:lpwstr>
  </property>
</Properties>
</file>