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115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442753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096426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0968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370724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906267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231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8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088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20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293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75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058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811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701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029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90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3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466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947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681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911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8176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915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807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174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720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2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533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729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153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2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243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04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6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75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793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2321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106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662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33849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69063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8058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57026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79057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42196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61793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55333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38388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9408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310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758662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822812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5095577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9986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812263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0594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484467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182249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68414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07189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1298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78925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300809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681666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9714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6968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50778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852197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144259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1745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9491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71320175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NumericUpDown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8780271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0154129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7747347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NumericUpDown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622394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NumericUpDown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that allows the user to select a numeric value using up and down buttons.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value can be limited using minimum and maximum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078833" name="object 3"/>
          <p:cNvSpPr txBox="1"/>
          <p:nvPr/>
        </p:nvSpPr>
        <p:spPr bwMode="auto">
          <a:xfrm>
            <a:off x="380997" y="888075"/>
            <a:ext cx="12384070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ValueChanged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Triggered whenever the NumericUpDown value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current value is accessed through numericUpDown1.Value.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Label Update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selected value is displayed in label1 using string interpolation.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046154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NumericUpDown control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Connect its ValueChanged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Get the current value using numericUpDown1.Value.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value in label1.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Change the value using the up or down buttons.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The ValueChanged event updates the displayed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863539" name="object 3"/>
          <p:cNvSpPr txBox="1"/>
          <p:nvPr/>
        </p:nvSpPr>
        <p:spPr bwMode="auto">
          <a:xfrm>
            <a:off x="380997" y="888075"/>
            <a:ext cx="12384795" cy="4442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numericUpDown1_ValueChanged(object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label1.Text = $"Value: {numericUpDown1.Value}";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Value: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Value: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88599" name="object 3"/>
          <p:cNvSpPr txBox="1"/>
          <p:nvPr/>
        </p:nvSpPr>
        <p:spPr bwMode="auto">
          <a:xfrm>
            <a:off x="380997" y="888075"/>
            <a:ext cx="12364996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Value represents the current numeric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Minimum and Maximum define the allowed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79131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NumericUpDown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 numeric value using up/down buttons.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Value to access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ValueChanged to detect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TrackBar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Selects a value using a slider.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Value to access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Scroll to detect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38648" name="object 3"/>
          <p:cNvSpPr txBox="1"/>
          <p:nvPr/>
        </p:nvSpPr>
        <p:spPr bwMode="auto">
          <a:xfrm>
            <a:off x="380997" y="888075"/>
            <a:ext cx="12384795" cy="1881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ValueChanged event must be connected to the NumericUpDown for the event code to execute when the value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404613" name="object 3"/>
          <p:cNvSpPr txBox="1"/>
          <p:nvPr/>
        </p:nvSpPr>
        <p:spPr bwMode="auto">
          <a:xfrm>
            <a:off x="380997" y="888075"/>
            <a:ext cx="12385511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NumericUpDown → selects a numeric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Value → gets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ValueChanged → detects value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Label.Text → displays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0674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