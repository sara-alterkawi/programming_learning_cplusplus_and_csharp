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3266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677094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33954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14955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786266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37759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493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461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33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733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498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12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67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178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182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83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15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973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112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2925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995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968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231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635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379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5729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298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535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302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24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88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904923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537221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72780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83118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79622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2646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61936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37988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85031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64632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5563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410578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802810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129158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251365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132188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8633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082681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27180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4981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910182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632333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2701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825357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1220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0611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44913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159581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27258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79247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26305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1723466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5418050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 each Loop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351538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0701629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0017608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 each Loop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620436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foreach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foreach is used to iterate through each element in an array or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accesses elements directly without manually using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072976" name="object 3"/>
          <p:cNvSpPr txBox="1"/>
          <p:nvPr/>
        </p:nvSpPr>
        <p:spPr bwMode="auto">
          <a:xfrm>
            <a:off x="380997" y="888075"/>
            <a:ext cx="12384436" cy="6788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char[] myArray = { 'H', 'e', 'l', 'l', 'o'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Console.WriteLine("Characters in the array:");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foreach (char ch in myArray)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Console.WriteLine(ch);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Characters in the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53449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foreach provides the current element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mainly used for reading or processing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modifying elements by index, a for loop is often more appropriate.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20589" name="object 3"/>
          <p:cNvSpPr txBox="1"/>
          <p:nvPr/>
        </p:nvSpPr>
        <p:spPr bwMode="auto">
          <a:xfrm>
            <a:off x="380997" y="888075"/>
            <a:ext cx="12372197" cy="5012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elements with array[index].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indexes are needed or elements must be modified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foreach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element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manual index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Simpler for reading or processing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556782" name="object 3"/>
          <p:cNvSpPr txBox="1"/>
          <p:nvPr/>
        </p:nvSpPr>
        <p:spPr bwMode="auto">
          <a:xfrm>
            <a:off x="380997" y="888075"/>
            <a:ext cx="12385511" cy="3044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foreach iterates through each element in an array or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automatically moves from one element to the next.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Syntax: foreach (type variable in collection)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→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foreach →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58439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