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42064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9976107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082326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8278812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01342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4812726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3481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2990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726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4878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76328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5309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3034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82414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186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7112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3616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14576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7432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4129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1460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6568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0706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3992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8BFD13-DC37-4E9E-E20A-BC87740A21CD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5722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260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4633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6773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57467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603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1243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0411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6962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547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587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956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99522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851705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39380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767928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906402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76774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7084024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372553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712750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657744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9077863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72853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916327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397706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0526434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831174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2469920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902870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2880595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5032779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004713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783976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7208627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63327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666570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9665087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6871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929240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29408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244250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279341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87280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585396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111676088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Default Parameter Value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31456592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00775036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69201241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Default Parameter Value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550566" name="object 3"/>
          <p:cNvSpPr txBox="1"/>
          <p:nvPr/>
        </p:nvSpPr>
        <p:spPr bwMode="auto">
          <a:xfrm>
            <a:off x="380997" y="888075"/>
            <a:ext cx="12385508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Default Parameter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value automatically used when the caller does not provide an argument for that parameter.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Defined using the equals sign `=`.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5954569" name="object 3"/>
          <p:cNvSpPr txBox="1"/>
          <p:nvPr/>
        </p:nvSpPr>
        <p:spPr bwMode="auto">
          <a:xfrm>
            <a:off x="380997" y="888075"/>
            <a:ext cx="12384070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Required Parameters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Must be provided when calling the method.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They should come before optional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Optional Parameter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Has a default value and can be omitted when calling the method.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an argument is provided, it replaces the default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3352578" name="object 3"/>
          <p:cNvSpPr txBox="1"/>
          <p:nvPr/>
        </p:nvSpPr>
        <p:spPr bwMode="auto">
          <a:xfrm>
            <a:off x="380997" y="888075"/>
            <a:ext cx="12385516" cy="91894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static void PrintMyInfo(string Name, int Age, string Address = "No Address")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Console.WriteLine("Name= {0} , Age= {1}, Address= {2}", Name, Age, Address);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static void Main(string[] args)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string Name, Address;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int Age;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Console.WriteLine("Enter your name:");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Name = Console.ReadLine();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Console.WriteLine("Enter your age:");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Age = Convert.ToInt32(Console.ReadLine());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PrintMyInfo(Name, Age);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Console.WriteLine("Enter your name:");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Name = Console.ReadLine();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Console.WriteLine("Enter your age:");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Age = Convert.ToInt32(Console.ReadLine());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Console.WriteLine("Enter your Address:");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Address = Console.ReadLine();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PrintMyInfo(Name, Age, Address);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Console.ReadKey();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089283" name="object 3"/>
          <p:cNvSpPr txBox="1"/>
          <p:nvPr/>
        </p:nvSpPr>
        <p:spPr bwMode="auto">
          <a:xfrm>
            <a:off x="380997" y="888075"/>
            <a:ext cx="12387676" cy="590507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your name: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Sara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your age: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45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Name = Sara , Age = 45, Address = No Address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your name: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Sara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your age: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45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your Address: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Kolrevagen 5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Name = Sara, Age = 45, Address = Kolrevagen 5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3535478" name="object 3"/>
          <p:cNvSpPr txBox="1"/>
          <p:nvPr/>
        </p:nvSpPr>
        <p:spPr bwMode="auto">
          <a:xfrm>
            <a:off x="380997" y="888075"/>
            <a:ext cx="12364637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`Name` and `Age` are required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`Address` is an optional parameter with `"No Address"` as its default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caller can omit `Address` or provide a different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946032" name="object 3"/>
          <p:cNvSpPr txBox="1"/>
          <p:nvPr/>
        </p:nvSpPr>
        <p:spPr bwMode="auto">
          <a:xfrm>
            <a:off x="380997" y="888075"/>
            <a:ext cx="12373277" cy="20341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Optional parameters should come after required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115210" name="object 3"/>
          <p:cNvSpPr txBox="1"/>
          <p:nvPr/>
        </p:nvSpPr>
        <p:spPr bwMode="auto">
          <a:xfrm>
            <a:off x="380997" y="888075"/>
            <a:ext cx="12385511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`=` to assign a default parameter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default is used when no argument is provided.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provided argument overrides the default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03513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354</cp:revision>
  <dcterms:created xsi:type="dcterms:W3CDTF">2025-12-09T17:44:59Z</dcterms:created>
  <dcterms:modified xsi:type="dcterms:W3CDTF">2026-10-05T13:54:51Z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