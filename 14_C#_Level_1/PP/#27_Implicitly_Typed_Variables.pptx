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1456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916852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98362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555429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365198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914724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215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604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960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776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353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825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398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561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053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153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680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793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226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8796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05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70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913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484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85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573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823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51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41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08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63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767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393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072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19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704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91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15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06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8404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336451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6700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97522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63608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29549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781145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61502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90858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964520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5685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318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6976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162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143191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3189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7322573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704489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3085744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90871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899094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0442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076461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960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331362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381818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756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7440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39498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536719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98716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2758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745663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687889" name="object 30"/>
          <p:cNvSpPr txBox="1"/>
          <p:nvPr/>
        </p:nvSpPr>
        <p:spPr bwMode="auto">
          <a:xfrm>
            <a:off x="0" y="1143000"/>
            <a:ext cx="1310762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771812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5688178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45195001" name="object 30"/>
          <p:cNvSpPr txBox="1"/>
          <p:nvPr/>
        </p:nvSpPr>
        <p:spPr bwMode="auto">
          <a:xfrm flipH="0" flipV="0">
            <a:off x="106425" y="3084201"/>
            <a:ext cx="1327385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195182" name="object 3"/>
          <p:cNvSpPr txBox="1"/>
          <p:nvPr/>
        </p:nvSpPr>
        <p:spPr bwMode="auto">
          <a:xfrm>
            <a:off x="380997" y="888075"/>
            <a:ext cx="12367870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implicitly typed variable is a local variable whose type is automatically determined by the compiler using the var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do not explicitly write the data type; C# determines it from the value assigned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71156" name="object 3"/>
          <p:cNvSpPr txBox="1"/>
          <p:nvPr/>
        </p:nvSpPr>
        <p:spPr bwMode="auto">
          <a:xfrm>
            <a:off x="380997" y="888075"/>
            <a:ext cx="12382632" cy="52562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Instead of writing: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y = 10.5;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z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write: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y = 10.5;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z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 →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 → double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z →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347483" name="object 3"/>
          <p:cNvSpPr txBox="1"/>
          <p:nvPr/>
        </p:nvSpPr>
        <p:spPr bwMode="auto">
          <a:xfrm>
            <a:off x="380997" y="888075"/>
            <a:ext cx="12396309" cy="63910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 the var keyword: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var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the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variable declared with var must be initialized at the time of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x = 10;      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name = "Sara";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Compiler Determines the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y = 10.5;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z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 →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 → double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z →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166785" name="object 3"/>
          <p:cNvSpPr txBox="1"/>
          <p:nvPr/>
        </p:nvSpPr>
        <p:spPr bwMode="auto">
          <a:xfrm>
            <a:off x="380997" y="888075"/>
            <a:ext cx="12372918" cy="49527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 y = 10.5;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 z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Console.WriteLine("x={0}, y={1}, z={2}", x, y, z);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becomes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 becomes a double.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z becomes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467768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var is not dynamic typing.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compilation, x is an int. You cannot later do: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= "Sara"; // ❌ Error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185369" name="object 3"/>
          <p:cNvSpPr txBox="1"/>
          <p:nvPr/>
        </p:nvSpPr>
        <p:spPr bwMode="auto">
          <a:xfrm>
            <a:off x="380997" y="888075"/>
            <a:ext cx="12365714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You cannot declare a var variable without assigning a value: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var x; // ❌ Error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var does not mean “any type.”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The type is determined at compile time, not while the program is running.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89829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Explicit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programmer specifies the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variable can be declared with a specific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type is visible directly in the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Implicit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determines the type from the assigned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var must be initialized when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variable still has a specific type after compilation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65203" name="object 3"/>
          <p:cNvSpPr txBox="1"/>
          <p:nvPr/>
        </p:nvSpPr>
        <p:spPr bwMode="auto">
          <a:xfrm>
            <a:off x="380997" y="888075"/>
            <a:ext cx="12384432" cy="3808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 is used to declare implicitly typed local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compiler automatically determines the variable’s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variable must be initialized when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 x = 10; → x is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 y = 10.5; → y is double.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 z = "Sara"; → z is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 is still strongly typed; it does not mean “any type.”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23723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2026-09-29T12:34:06Z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