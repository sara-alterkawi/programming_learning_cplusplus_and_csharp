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0562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69686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705822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37297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729590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92672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472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105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119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582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0461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633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13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844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97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67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4866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803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531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10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85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876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548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14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369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37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028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9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819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111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307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5343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18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7072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67298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66846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93270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81655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72622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01253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44932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00254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318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45621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7611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06794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51226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335880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1457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4844061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181991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2549519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68064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316786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205690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88391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04797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9165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526128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9299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4961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0455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707213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160341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09565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916131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77795352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Menu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829901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567838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96980397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ContextMenu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750726" name="object 3"/>
          <p:cNvSpPr txBox="1"/>
          <p:nvPr/>
        </p:nvSpPr>
        <p:spPr bwMode="auto">
          <a:xfrm>
            <a:off x="380997" y="888075"/>
            <a:ext cx="1238550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ContextMenuStrip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that displays a shortcut menu, usually when right-clicking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Provides actions related to the selected control, such as changing color, changing font, or clearing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976984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ContextMenuStrip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ToolStripMenuItems such as Change Color, Change Font, and Clear.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the ContextMenuStrip to the target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Handle each menu item's Click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ColorDialog and FontDialog to modify the control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817415" name="object 3"/>
          <p:cNvSpPr txBox="1"/>
          <p:nvPr/>
        </p:nvSpPr>
        <p:spPr bwMode="auto">
          <a:xfrm>
            <a:off x="380997" y="888075"/>
            <a:ext cx="12385515" cy="9219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textBox1.ContextMenuStrip = contextMenuStrip1;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tsmChangeColor_Click(object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(colorDialog1.ShowDialog()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textBox1.BackColor = colorDialog1.Color;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tsmChangeFont_Click(object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(fontDialog1.ShowDialog()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textBox1.Font = fontDialog1.Font;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textBox1.ForeColor = fontDialog1.Color;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tcmClear_Click(object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textBox1.Clear();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Right-clicking textBox1 opens the context menu with actions to: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Change the background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Change the font and text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Clear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134964" name="object 3"/>
          <p:cNvSpPr txBox="1"/>
          <p:nvPr/>
        </p:nvSpPr>
        <p:spPr bwMode="auto">
          <a:xfrm>
            <a:off x="380997" y="888075"/>
            <a:ext cx="12364996" cy="57373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ContextMenuStrip is normally used for quick actions related to a specific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ToolStripMenuItem represents an individual menu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DropDownItems can be used to create submenu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Most Used Properties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ContextMenuStrip → Assigns a context menu to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Items → Contains the 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Text → Sets the displayed menu item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Enabled / Visible → Controls availability and visibility.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Checked → Shows whether a menu item is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ShortcutKeys → Assigns keyboard shortcuts.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DropDownItems → Contains submenu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324922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MenuStrip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Main application menu.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displayed at the top of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general actions such as File, Edit, and Help.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ContextMenuStrip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Shortcut menu for a specific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opened with a right-click.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actions such as Change Color and Clear.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020104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ContextMenuStrip creates a right-click shortcut menu.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ToolStripMenuItem represents menu options.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ContextMenuStrip property assigns the menu to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Click events perform the selected actions.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17508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