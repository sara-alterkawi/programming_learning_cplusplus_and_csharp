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2602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619936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5591866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9016724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43437462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8695722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25213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23068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29227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1559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56766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00845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9552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0481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0020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72025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49978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0035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6835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900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4868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47422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9346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7344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28819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58043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7138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8936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87739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9135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406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7162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454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463685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135023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967047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147724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8937265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6666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3904278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926700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232901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2805194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6400137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723617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3712879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3351559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2198043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495830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4737353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946394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8055153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8001990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2554804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8852100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4607249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80015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706229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3932981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28360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417096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3880231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136619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1408415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999329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59643634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852739900" name="object 30"/>
          <p:cNvSpPr txBox="1"/>
          <p:nvPr/>
        </p:nvSpPr>
        <p:spPr bwMode="auto">
          <a:xfrm>
            <a:off x="0" y="1143000"/>
            <a:ext cx="13109784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Unary Operators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97690078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217953800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076515783" name="object 30"/>
          <p:cNvSpPr txBox="1"/>
          <p:nvPr/>
        </p:nvSpPr>
        <p:spPr bwMode="auto">
          <a:xfrm flipH="0" flipV="0">
            <a:off x="106425" y="3084201"/>
            <a:ext cx="13276014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Unary Operators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6374" name="object 3"/>
          <p:cNvSpPr txBox="1"/>
          <p:nvPr/>
        </p:nvSpPr>
        <p:spPr bwMode="auto">
          <a:xfrm>
            <a:off x="380997" y="888075"/>
            <a:ext cx="12367870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Unary Operators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Operators that work on only one operand.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5826705" name="object 3"/>
          <p:cNvSpPr txBox="1"/>
          <p:nvPr/>
        </p:nvSpPr>
        <p:spPr bwMode="auto">
          <a:xfrm>
            <a:off x="380997" y="888075"/>
            <a:ext cx="12383711" cy="752316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Operators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+x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Unary Plus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Keeps the value unchanged.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-x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Unary Minus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Changes the sign.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++x / x++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Increment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Increases the value by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--x / x--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Decrement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Decreases the value by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!x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Logical NOT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Reverses a Boolean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true → false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false → true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591037" name="object 3"/>
          <p:cNvSpPr txBox="1"/>
          <p:nvPr/>
        </p:nvSpPr>
        <p:spPr bwMode="auto">
          <a:xfrm>
            <a:off x="380997" y="888075"/>
            <a:ext cx="12372918" cy="100808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result = +number;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Console.WriteLine("+number = " + result);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result = -number;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Console.WriteLine("-number = " + result);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result = ++number;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Console.WriteLine("++number = " + result);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result = --number;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Console.WriteLine("--number = " + result);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Console.WriteLine("!flag = " + (!flag));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Console.WriteLine(("number++ = ", number++));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Console.WriteLine((("number = ", number)));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Console.WriteLine((("++number = ", ++number)));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Console.WriteLine((("number = ", number)));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+number =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-number = -10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++number = 11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--number =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!flag = False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(number++ = , 10)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(number = , 11)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(++number = , 12)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(number = , 12)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3006834" name="object 3"/>
          <p:cNvSpPr txBox="1"/>
          <p:nvPr/>
        </p:nvSpPr>
        <p:spPr bwMode="auto">
          <a:xfrm>
            <a:off x="380997" y="888075"/>
            <a:ext cx="12363559" cy="20416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++x and x++ both increase by 1, but differ in when the value is used.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--x and x-- both decrease by 1, but differ in when the value is used.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207785" name="object 3"/>
          <p:cNvSpPr txBox="1"/>
          <p:nvPr/>
        </p:nvSpPr>
        <p:spPr bwMode="auto">
          <a:xfrm>
            <a:off x="380997" y="888075"/>
            <a:ext cx="12370759" cy="360494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Prefix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++x → Increase first, then use the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--x → Decrease first, then use the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Postfix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x++ → Use the current value, then increase.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x-- → Use the current value, then decrease.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889402" name="object 3"/>
          <p:cNvSpPr txBox="1"/>
          <p:nvPr/>
        </p:nvSpPr>
        <p:spPr bwMode="auto">
          <a:xfrm>
            <a:off x="380997" y="888075"/>
            <a:ext cx="12384432" cy="34701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Unary operators work on one operand.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+ → Keeps the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- → Changes the sign.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++ → Increase by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-- → Decrease by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! → Reverses Boolean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99667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350</cp:revision>
  <dcterms:created xsi:type="dcterms:W3CDTF">2025-12-09T17:44:59Z</dcterms:created>
  <dcterms:modified xsi:type="dcterms:W3CDTF">2026-10-05T11:16:07Z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