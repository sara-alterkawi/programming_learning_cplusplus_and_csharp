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616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53385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398478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0501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5388673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2363802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294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1408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133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893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263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507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62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4789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234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7891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6148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6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12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6773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3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986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9622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34422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897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5660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587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2680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7142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811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985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485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246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306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4149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565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275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3155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115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13339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300819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818789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03680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2980082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28627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221225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665083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553498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151703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6415563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5073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848810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4865565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8225547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856017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37061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167617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2144627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053263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188685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963748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0134357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17964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600647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7597432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9484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981740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597748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981632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4496616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79095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7998767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08843259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Predefined Data Types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590771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5728090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97570695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Predefined Data Types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052527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Built-In Data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Predefined data types are types already provided by C# and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They can be used directly without creating a custom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230047" name="object 3"/>
          <p:cNvSpPr txBox="1"/>
          <p:nvPr/>
        </p:nvSpPr>
        <p:spPr bwMode="auto">
          <a:xfrm>
            <a:off x="380997" y="888075"/>
            <a:ext cx="12382632" cy="65541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Main Predefined Categories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Integral Types → `byte`, `short`, `int`, `long`, `sbyte`, `ushort`, `uint`, `ulong`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Floating-Point Types → `float`, `double`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Decimal Type → `decimal`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Character Type → `char`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Boolean Type → `bool`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String Type → `string`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Object Type → `object`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Integer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`byte` → small positive integers.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`short` → small integers.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`int` → commonly used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`long` → large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180522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Choose the predefined type that matches the required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Declare the variable using that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Assign a suitable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the variable in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237398" name="object 3"/>
          <p:cNvSpPr txBox="1"/>
          <p:nvPr/>
        </p:nvSpPr>
        <p:spPr bwMode="auto">
          <a:xfrm>
            <a:off x="380997" y="888075"/>
            <a:ext cx="12372918" cy="23998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💡 Example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uint age = 25;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92198" name="object 3"/>
          <p:cNvSpPr txBox="1"/>
          <p:nvPr/>
        </p:nvSpPr>
        <p:spPr bwMode="auto">
          <a:xfrm>
            <a:off x="380997" y="888075"/>
            <a:ext cx="12363559" cy="282327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Integer types can be signed or unsigned.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Signed → `sbyte`, `short`, `int`, `long`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Unsigned → `byte`, `ushort`, `uint`, `ulong`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Unsigned types cannot store negative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834490" name="object 3"/>
          <p:cNvSpPr txBox="1"/>
          <p:nvPr/>
        </p:nvSpPr>
        <p:spPr bwMode="auto">
          <a:xfrm>
            <a:off x="380997" y="888075"/>
            <a:ext cx="12365714" cy="44645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Remember the required numeric suffixes: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x = 10.5f;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long y = 100000L;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decimal z = 10.5m;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`object` with `var`: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object value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var number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`object` is an actual predefined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`var` is a keyword that lets the compiler determine the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6229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Signed Integer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store positive and negative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 `sbyte`, `short`, `int`, and `long`.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Unsigned Integer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 zero and positive values only.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 `byte`, `ushort`, `uint`, and `ulong`.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902623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Predefined data types are built into C# and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Integer types include signed and unsigned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`float` and `double` store floating-point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`decimal` is used for high-precision decimal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`object` is the base type for C#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Numeric suffixes such as `f`, `L`, and `m` specify literal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25089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2026-09-29T12:50:32Z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