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964007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73800868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2291167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4786177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43341466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08310958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28616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86439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34110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18444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854745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55083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16984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9062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85440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30377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23207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6983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68561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4808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36615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50663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82349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63700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68843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91084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920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02050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16135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13681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95578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07748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09173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1819964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88224957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35989682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1352671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02832000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7364806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85944625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48748490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6607375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8261465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2536612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727895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07627524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38518899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66966154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67661724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79237673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8001366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481354562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0981008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71883027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39928581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93142292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55862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57379770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593474959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98858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83223669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0940083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46776085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64383385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2070177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2094485336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306486691" name="object 30"/>
          <p:cNvSpPr txBox="1"/>
          <p:nvPr/>
        </p:nvSpPr>
        <p:spPr bwMode="auto">
          <a:xfrm>
            <a:off x="0" y="1143000"/>
            <a:ext cx="13107985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Rules of Naming Variables in C#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56143289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785626194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639998191" name="object 30"/>
          <p:cNvSpPr txBox="1"/>
          <p:nvPr/>
        </p:nvSpPr>
        <p:spPr bwMode="auto">
          <a:xfrm flipH="0" flipV="0">
            <a:off x="106425" y="3084201"/>
            <a:ext cx="13274215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Rules of Naming Variables in C#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6887258" name="object 3"/>
          <p:cNvSpPr txBox="1"/>
          <p:nvPr/>
        </p:nvSpPr>
        <p:spPr bwMode="auto">
          <a:xfrm>
            <a:off x="380997" y="888075"/>
            <a:ext cx="12367870" cy="18892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variable name is the identifier used to refer to a value stored in memory.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C# has specific rules that determine which names are valid and which are invalid.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3706497" name="object 3"/>
          <p:cNvSpPr txBox="1"/>
          <p:nvPr/>
        </p:nvSpPr>
        <p:spPr bwMode="auto">
          <a:xfrm>
            <a:off x="380997" y="888075"/>
            <a:ext cx="12382632" cy="78612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Allowed Characters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A variable name can contain: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🟩 Uppercase letters: A-Z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🟩 Lowercase letters: a-z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🟩 Digits: 0-9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🟩 Underscore: _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🟩 @ symbol can be used in special cases.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The Name Cannot Start With a Digit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A variable name must start with a letter, _, or @.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C# Is Case-Sensitive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C# treats uppercase and lowercase letters as different characters.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Cannot Use C# Keywords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A variable name cannot normally be a C# reserved keyword.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🟩 if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🟩 for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🟩 using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🟩 class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🟩 return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7166188" name="object 3"/>
          <p:cNvSpPr txBox="1"/>
          <p:nvPr/>
        </p:nvSpPr>
        <p:spPr bwMode="auto">
          <a:xfrm>
            <a:off x="380997" y="888075"/>
            <a:ext cx="12372918" cy="27581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 age = 25;        // Valid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 _age = 25;       // Valid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 @break = 10;     // Valid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 101subject = 5;  // Invalid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7865483" name="object 3"/>
          <p:cNvSpPr txBox="1"/>
          <p:nvPr/>
        </p:nvSpPr>
        <p:spPr bwMode="auto">
          <a:xfrm>
            <a:off x="380997" y="888075"/>
            <a:ext cx="12363559" cy="27806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Although _age and @class are valid, they have different purposes.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_age is commonly used by convention for private fields.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@class is mainly used when you need an identifier that conflicts with a C# keyword.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156760" name="object 3"/>
          <p:cNvSpPr txBox="1"/>
          <p:nvPr/>
        </p:nvSpPr>
        <p:spPr bwMode="auto">
          <a:xfrm>
            <a:off x="380997" y="888075"/>
            <a:ext cx="12365714" cy="270603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⚠️ 101subject → Invalid because it starts with a digit.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⚠️ your name → Invalid because variable names cannot contain spaces.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⚠️ class → Invalid because it is a C# keyword.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⚠️ age and Age → They are different variables because C# is case-sensitive.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2036330" name="object 3"/>
          <p:cNvSpPr txBox="1"/>
          <p:nvPr/>
        </p:nvSpPr>
        <p:spPr bwMode="auto">
          <a:xfrm>
            <a:off x="380997" y="888075"/>
            <a:ext cx="12384432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Variable names can contain letters, digits, _, and can use @ in special cases.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 variable name cannot start with a digit.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C# is case-sensitive.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Variable names cannot normally be C# keywords.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@ can be used before a keyword when necessary.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9759224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9</Slides>
  <Notes>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349</cp:revision>
  <dcterms:created xsi:type="dcterms:W3CDTF">2025-12-09T17:44:59Z</dcterms:created>
  <dcterms:modified xsi:type="dcterms:W3CDTF">2026-09-29T08:22:29Z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