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8761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44459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4149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68834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114007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71895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23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5726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424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496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091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377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682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879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349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40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680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2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653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0941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25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596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74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585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101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14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12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03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993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44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713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226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74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21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974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502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232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917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2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0840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715756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58608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67663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76225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3802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557025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0001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14758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74803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46949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1505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811756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045506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9030158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43393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613930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51383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228682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61529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294154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50314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45687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1942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44765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25488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6793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05073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19711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824604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9847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6512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9195941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7200477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Set Date &amp; Time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91866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09975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296079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Set Date &amp; Time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046803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`DateTime` is a .NET type used to represent a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store values ranging from a date only to a date with time and a specified kind.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67319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`new DateTime()` creates the default `DateTime`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default value is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916664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`DateTime` object using `new DateTime()`.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Provide year, month, and day when a specific date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Add hour, minute, and second when time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Specify `DateTimeKind` when the time context is important.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2453" name="object 3"/>
          <p:cNvSpPr txBox="1"/>
          <p:nvPr/>
        </p:nvSpPr>
        <p:spPr bwMode="auto">
          <a:xfrm>
            <a:off x="380997" y="888075"/>
            <a:ext cx="12372918" cy="7520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dt1 = new DateTime();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Console.WriteLine(dt1);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dt2 = new DateTime(2026, 09, 03);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Console.WriteLine(dt2);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dt3 = new DateTime(2026, 09, 03, 13, 15, 00);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Console.WriteLine(dt3);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dt4 = new DateTime(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2026, 09, 03, 13, 15, 28,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DateTimeKind.Utc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Console.WriteLine(dt4);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01/01/0001 00:00:00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03/09/2026 00:00:00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03/09/2026 13:15:00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03/09/2026 13:15:28 UTC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603094" name="object 3"/>
          <p:cNvSpPr txBox="1"/>
          <p:nvPr/>
        </p:nvSpPr>
        <p:spPr bwMode="auto">
          <a:xfrm>
            <a:off x="380997" y="888075"/>
            <a:ext cx="12363559" cy="35798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constructor parameters follow this order: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`year, month, day, hour, minute, second`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`DateTimeKind` has three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`Utc` → Coordinated Universal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`Local` → Local system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`Unspecified` → No time zone information is specified.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146158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Month values range from `1` to `12`.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Day values must be valid for the specified month and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`new DateTime()` does not mean the current date and time; it creates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050402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`new DateTime()`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Creates the default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`new DateTime(year, month, day, ...)`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Creates a specific date and optionally a specific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also specify `DateTimeKind`.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705264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`DateTime` represents date and time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`new DateTime()` creates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`year, month, day` create a specific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`hour, minute, second` add a specific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`DateTimeKind` specifies `Utc`, `Local`, or `Unspecified`.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618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