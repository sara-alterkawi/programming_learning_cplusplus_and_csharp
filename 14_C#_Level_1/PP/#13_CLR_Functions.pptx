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8920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299370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346196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538169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956471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12340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674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3809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44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0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503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829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590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5334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564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2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340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272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65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7025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557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6787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97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278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380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21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625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072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4889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171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530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326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498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468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397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05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33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4378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727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09224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093490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77626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36018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331959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81571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642385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81613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47678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10571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58982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8876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963352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831360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6197997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855752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721359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978613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3784551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26048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046061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005383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028379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18719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469565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075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7139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292166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447150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854601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663842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62845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0923667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37099480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CLR Functions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678635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7917968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70772392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CLR Functions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296977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(Common Language Runtime) is the execution environment of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manages and supports the execution of .NET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444454" name="object 3"/>
          <p:cNvSpPr txBox="1"/>
          <p:nvPr/>
        </p:nvSpPr>
        <p:spPr bwMode="auto">
          <a:xfrm>
            <a:off x="380997" y="888075"/>
            <a:ext cx="123826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Main CLR Responsibilities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JIT compilation.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Garbage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Exception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Type safety.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Managed memory management.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Runtime execution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Language and Platform Support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Multiple .NET languages can target the same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Modern .NET supports execution on Windows, Linux, and macOS.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064203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CLR loads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CLR provides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JIT compiles required IL into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CLR manages memory and exceptions.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Application continues execution under the runtime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838896" name="object 3"/>
          <p:cNvSpPr txBox="1"/>
          <p:nvPr/>
        </p:nvSpPr>
        <p:spPr bwMode="auto">
          <a:xfrm>
            <a:off x="380997" y="888075"/>
            <a:ext cx="12372918" cy="57920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.NET Application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JIT + GC + Runtime Services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Operating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Hardware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CLR manages important runtime tasks while the .NET application executes.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229043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JIT is a component involved in CLR-based execution, not the CLR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.NET is cross-platform; old .NET Framework is primarily Windows-only.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470310" name="object 3"/>
          <p:cNvSpPr txBox="1"/>
          <p:nvPr/>
        </p:nvSpPr>
        <p:spPr bwMode="auto">
          <a:xfrm>
            <a:off x="380997" y="888075"/>
            <a:ext cx="1236571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memorize "CLR = JIT".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JIT is responsible for IL-to-native compilation, while CLR provides many additional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152288" name="object 3"/>
          <p:cNvSpPr txBox="1"/>
          <p:nvPr/>
        </p:nvSpPr>
        <p:spPr bwMode="auto">
          <a:xfrm>
            <a:off x="380997" y="888075"/>
            <a:ext cx="12370759" cy="5020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Manages .NET application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with JIT and Garbage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type and exception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Operating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Manages system resources.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Manages processes and hardware.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OS-level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543636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= Common Language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the .NET execution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Works with JIT.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Garbage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Supports exception handling and type safety.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Manages important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95032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