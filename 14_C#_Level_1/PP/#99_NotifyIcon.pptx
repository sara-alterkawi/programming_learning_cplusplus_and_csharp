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21095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446934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0010496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7012574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9218185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619937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1207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6621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506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346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67676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0704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5779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41210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2149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152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6124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1513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2499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01476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811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231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81804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028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765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87929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3293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8571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85270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816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5311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462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3561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0872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6953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194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085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24194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205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63478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972979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743860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489591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7851038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28021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7801641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623295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931082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199553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696095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8340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632508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5927000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8650233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343811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0779237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0420967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2411273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6864955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819220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665546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5996928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20967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510056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6996723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53600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477130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820295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866960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0989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11076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0948301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29612418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NotifyIcon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9503143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854612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69954084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NotifyIcon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209245" name="object 3"/>
          <p:cNvSpPr txBox="1"/>
          <p:nvPr/>
        </p:nvSpPr>
        <p:spPr bwMode="auto">
          <a:xfrm>
            <a:off x="380997" y="888075"/>
            <a:ext cx="12385508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NotifyIcon Component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Forms component that displays an application icon in the Windows notification area (system tray).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Can display balloon notifications and respond to user interactions.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044671" name="object 3"/>
          <p:cNvSpPr txBox="1"/>
          <p:nvPr/>
        </p:nvSpPr>
        <p:spPr bwMode="auto">
          <a:xfrm>
            <a:off x="380997" y="888075"/>
            <a:ext cx="12384070" cy="5614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Icon Configuration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`Icon` specifies the icon displayed in the system tray.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`SystemIcons.Application` provides a standard Windows application icon.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Balloon Notification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`BalloonTipIcon` specifies the notification icon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`BalloonTipTitle` sets the notification title.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`BalloonTipText` sets the notification message.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`ShowBalloonTip()` displays the notification.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Notification Interaction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`BalloonTipClicked` detects when the user clicks the balloon notification.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Other mouse events such as `Click` and `DoubleClick` can respond to interaction with the tray icon.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289877" name="object 3"/>
          <p:cNvSpPr txBox="1"/>
          <p:nvPr/>
        </p:nvSpPr>
        <p:spPr bwMode="auto">
          <a:xfrm>
            <a:off x="380997" y="888075"/>
            <a:ext cx="12387309" cy="300896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Add a NotifyIcon component to the Windows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Assign an icon using the `Icon` property.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Configure the notification icon, title, and message.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Call `ShowBalloonTip()` to display the notification.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Handle `BalloonTipClicked` if a response to notification clicks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316083" name="object 3"/>
          <p:cNvSpPr txBox="1"/>
          <p:nvPr/>
        </p:nvSpPr>
        <p:spPr bwMode="auto">
          <a:xfrm>
            <a:off x="380997" y="888075"/>
            <a:ext cx="12384795" cy="8129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button1_Click(object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notifyIcon1.Icon = SystemIcons.Application;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notifyIcon1.BalloonTipIcon = ToolTipIcon.Info;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notifyIcon1.BalloonTipTitle = "This is the title.";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notifyIcon1.BalloonTipText = "This is the message.";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notifyIcon1.ShowBalloonTip(5000);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private void notifyIcon1_BalloonTipClicked(object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MessageBox.Show("You clicked the notification icon!");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Clicking Button 1 displays a notification in the Windows notification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notification contains a title and message.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`ShowBalloonTip(5000)` requests a display duration of approximately 5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Clicking the notification triggers `BalloonTipClicked`.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4317428" name="object 3"/>
          <p:cNvSpPr txBox="1"/>
          <p:nvPr/>
        </p:nvSpPr>
        <p:spPr bwMode="auto">
          <a:xfrm>
            <a:off x="380997" y="888075"/>
            <a:ext cx="12364996" cy="618838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Important properties: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`Icon` → system-tray icon.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`Visible` → controls tray-icon visibility.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`BalloonTipIcon` → notification icon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`BalloonTipTitle` → notification title.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`BalloonTipText` → notification message.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`Text` → tooltip shown when hovering over the tray icon.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`ContextMenuStrip` → adds a context menu to the tray icon.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`ToolTipIcon` types: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`Info` →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`Warning` → warning.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`Error` → error.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`None` → no notification icon.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4946390" name="object 3"/>
          <p:cNvSpPr txBox="1"/>
          <p:nvPr/>
        </p:nvSpPr>
        <p:spPr bwMode="auto">
          <a:xfrm>
            <a:off x="380997" y="888075"/>
            <a:ext cx="12373276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NotifyIcon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Displays an icon in the system tray.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show balloon notifications.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Supports mouse and notification events.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use a `ContextMenuStrip`.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MessageBox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Displays a dialog box inside the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Supports buttons and message icons.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user interaction in many cases.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Is not a system-tray notification.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881670" name="object 3"/>
          <p:cNvSpPr txBox="1"/>
          <p:nvPr/>
        </p:nvSpPr>
        <p:spPr bwMode="auto">
          <a:xfrm>
            <a:off x="380997" y="888075"/>
            <a:ext cx="12384795" cy="263571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`NotifyIcon` requires an icon assigned to `Icon` to display correctly.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`ShowBalloonTip()` uses milliseconds, e.g. `5000` = approximately 5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actual notification duration can be affected by Windows settings.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`NotifyIcon` should be disposed when it is no longer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877647" name="object 3"/>
          <p:cNvSpPr txBox="1"/>
          <p:nvPr/>
        </p:nvSpPr>
        <p:spPr bwMode="auto">
          <a:xfrm>
            <a:off x="380997" y="888075"/>
            <a:ext cx="12385511" cy="386096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`NotifyIcon` allows a Windows Forms application to interact with the system tray.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`Icon` → sets the tray icon.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`Visible` → controls icon visibility.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`BalloonTipTitle/Text` → define the notification content.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`ShowBalloonTip()` → displays the notification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`BalloonTipClicked` → handles notification clicks.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`ContextMenuStrip` → adds a context menu.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8201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356</cp:revision>
  <dcterms:created xsi:type="dcterms:W3CDTF">2025-12-09T17:44:59Z</dcterms:created>
  <dcterms:modified xsi:type="dcterms:W3CDTF">2026-10-06T14:43:07Z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