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9822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894600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948587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546918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264089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613034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130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6067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3077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511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220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544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277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146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825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757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400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297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172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835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389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7243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452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023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839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633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63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621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667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780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570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90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2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58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5884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903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727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23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1607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3381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028587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95704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73020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50523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64166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653801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12617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69440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5910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21837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4236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693902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0022761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350607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578584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1218979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324481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0527453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686566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636066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277003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57315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48727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070921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777970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00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582339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55451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402001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707342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32954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154111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99927877" name="object 30"/>
          <p:cNvSpPr txBox="1"/>
          <p:nvPr/>
        </p:nvSpPr>
        <p:spPr bwMode="auto">
          <a:xfrm>
            <a:off x="0" y="1143000"/>
            <a:ext cx="1311122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Assemblies &amp; Metadata (Manifest)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8137797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3517102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09736851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Assemblies &amp; Metadata (Manifest)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457896" name="object 3"/>
          <p:cNvSpPr txBox="1"/>
          <p:nvPr/>
        </p:nvSpPr>
        <p:spPr bwMode="auto">
          <a:xfrm>
            <a:off x="380997" y="888075"/>
            <a:ext cx="12367870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Assembly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assembly is a compiled .NET unit containing IL, metadata, and possibly resources.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commonly used as a deployment and versioning unit.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Metadata and Manifest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Metadata describes types and members in the compiled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manifest describes the assembly itself, including identity, references, and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008505" name="object 3"/>
          <p:cNvSpPr txBox="1"/>
          <p:nvPr/>
        </p:nvSpPr>
        <p:spPr bwMode="auto">
          <a:xfrm>
            <a:off x="380997" y="888075"/>
            <a:ext cx="123826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Assembly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`.exe` is commonly used for executable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`.dll` is commonly used for reusable libraries.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Both can contain IL and metadata.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Assembly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IL contains the compiled instructions.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Metadata describes types and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Manifest contains assembly-level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Resources may also be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238511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code using a .NET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Compile the code into IL and metadata.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result in an 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CLR loads the 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JIT compiles required IL during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77500" name="object 3"/>
          <p:cNvSpPr txBox="1"/>
          <p:nvPr/>
        </p:nvSpPr>
        <p:spPr bwMode="auto">
          <a:xfrm>
            <a:off x="380997" y="888075"/>
            <a:ext cx="12372918" cy="46445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MyApplication.exe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References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MyLibrary.dll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application can use the types and functionality provided by the referenced 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227610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Assembly and manifest are not the same thing.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Manifest is part of the assembly's metadata.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Assembly identity can include name, version, culture, and public key information for strong-named assemblies.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879920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`.exe` and `.dll` with completely different technologies.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Both can be .NET assemblies.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Metadata is broader than the manifest.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926189" name="object 3"/>
          <p:cNvSpPr txBox="1"/>
          <p:nvPr/>
        </p:nvSpPr>
        <p:spPr bwMode="auto">
          <a:xfrm>
            <a:off x="380997" y="888075"/>
            <a:ext cx="12370759" cy="5020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Assembly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Complete compiled .NET unit.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IL and metadata.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an `.exe` or `.dll`.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deployment and versioning.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Manifest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Part of the assembly metadata.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Describes the assembly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identity, references, and file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797173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Assembly = compiled .NET unit.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`.exe` commonly represents an executable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`.dll` commonly represents a reusable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Metadata describes types and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Manifest describes the assembly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10256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2026-09-28T14:28:32Z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