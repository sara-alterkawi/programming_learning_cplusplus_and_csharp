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0454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942636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6644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10869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73675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929867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501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157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652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466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6280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72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712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702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901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95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722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0671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6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484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6415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64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799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545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625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795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243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349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48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896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8238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9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442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759564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57652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68458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05712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49740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08820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197284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37069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0173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01724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4848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96021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74063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8174911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9718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304097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203708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7645462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57223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144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2324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273973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425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5885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437615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6505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21290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66900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377384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995348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47747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52050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87131019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 Are Bound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13017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3291346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07361877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 Are Bound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59568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Fixed Array Size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C# array has a fixed length after it is created.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Elements can only be accessed within the valid index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59792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Indexes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Arrays are zero-indexed, so the first element has index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last valid index is Length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536086" name="object 3"/>
          <p:cNvSpPr txBox="1"/>
          <p:nvPr/>
        </p:nvSpPr>
        <p:spPr bwMode="auto">
          <a:xfrm>
            <a:off x="380997" y="888075"/>
            <a:ext cx="12372918" cy="24174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numbers = { 10, 20, 30, 40, 50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Length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Valid indexes = 0 →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071592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 with 5 elements has indexes 0 through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Index 5 is outside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731199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Normal array indexing is bounds-checked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Invalid indexes throw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operator[]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Out-of-bounds access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30624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Arrays have a fixed length after creation.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last valid index is Length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Invalid indexing in C# throws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73035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