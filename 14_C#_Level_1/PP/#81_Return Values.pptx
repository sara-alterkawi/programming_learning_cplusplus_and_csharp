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3807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258678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82619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792125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762461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87022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14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824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25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908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555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853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371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7709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23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40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208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837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4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2019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968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0DC70-00E8-A69A-A70C-3AD41D40E0D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856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2191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0962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506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205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283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867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29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413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661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3724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416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804222-9D09-0AF6-F652-93AE434B4AF8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52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42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18291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0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564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973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4206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864121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11855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57333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5390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38965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223398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27394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47839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25673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13048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5687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734367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379640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952943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540953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673298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45872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633953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13007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395258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7097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777509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4059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107873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76046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7831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56573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35806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472414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592253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02418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5389474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14061930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Return Values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101396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4668016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5523125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Return Values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696470" name="object 3"/>
          <p:cNvSpPr txBox="1"/>
          <p:nvPr/>
        </p:nvSpPr>
        <p:spPr bwMode="auto">
          <a:xfrm>
            <a:off x="380997" y="888075"/>
            <a:ext cx="12385508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Method Return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method can return a value instead of only performing an 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Replace void with the data type of the value the method returns.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 return to send the value back to the calling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245614" name="object 3"/>
          <p:cNvSpPr txBox="1"/>
          <p:nvPr/>
        </p:nvSpPr>
        <p:spPr bwMode="auto">
          <a:xfrm>
            <a:off x="380997" y="888075"/>
            <a:ext cx="12384070" cy="41990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Return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string → returns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 → returns an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double → returns a decimal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bool → returns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return Keyword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Sends a value back from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value must match the method's return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662637" name="object 3"/>
          <p:cNvSpPr txBox="1"/>
          <p:nvPr/>
        </p:nvSpPr>
        <p:spPr bwMode="auto">
          <a:xfrm>
            <a:off x="380997" y="888075"/>
            <a:ext cx="12390910" cy="263571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Procedures</a:t>
            </a:r>
            <a:endParaRPr b="1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method with the required return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Write the method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return to send the result back.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or use the returned value where the method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311962" name="object 3"/>
          <p:cNvSpPr txBox="1"/>
          <p:nvPr/>
        </p:nvSpPr>
        <p:spPr bwMode="auto">
          <a:xfrm>
            <a:off x="380997" y="888075"/>
            <a:ext cx="12384436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string GetMyName()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"Ahmad Aljasem";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Console.WriteLine("My Name is {0}", GetMyName());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Name is Ahmad Aljasem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625256" name="object 3"/>
          <p:cNvSpPr txBox="1"/>
          <p:nvPr/>
        </p:nvSpPr>
        <p:spPr bwMode="auto">
          <a:xfrm>
            <a:off x="380997" y="888075"/>
            <a:ext cx="12364637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non-void method must return a value of the declared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returned value can be stored in a variable or used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return also ends the method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984422" name="object 3"/>
          <p:cNvSpPr txBox="1"/>
          <p:nvPr/>
        </p:nvSpPr>
        <p:spPr bwMode="auto">
          <a:xfrm>
            <a:off x="380997" y="888075"/>
            <a:ext cx="12372197" cy="4266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void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an 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return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Return Value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and returns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return type specifies the type of value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382176" name="object 3"/>
          <p:cNvSpPr txBox="1"/>
          <p:nvPr/>
        </p:nvSpPr>
        <p:spPr bwMode="auto">
          <a:xfrm>
            <a:off x="380997" y="888075"/>
            <a:ext cx="12382637" cy="240736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Returning a value with the wrong type causes a compilation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method declared as string cannot return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97288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Replace void with the required return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return to send a value back.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returned value must match the method's return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Returned values can be stored or used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31252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2026-10-05T14:02:50Z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