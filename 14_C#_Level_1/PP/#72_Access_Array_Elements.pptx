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8999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741286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955339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443798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098125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81077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43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6412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86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852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0180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0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74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939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94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1212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4571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3868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673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75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883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1519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212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147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05646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24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613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516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373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006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6940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1740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25151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916618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612301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983724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871621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34777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136488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499750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26867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86505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628632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0721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687548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5467999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902235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961596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648970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948151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5874671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497446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831018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289150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4493225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76426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306130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55570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5046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15495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37264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296218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808058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7441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144254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46687478" name="object 30"/>
          <p:cNvSpPr txBox="1"/>
          <p:nvPr/>
        </p:nvSpPr>
        <p:spPr bwMode="auto">
          <a:xfrm>
            <a:off x="0" y="1143000"/>
            <a:ext cx="13110863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Access Array Elements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8831288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2381452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76707355" name="object 30"/>
          <p:cNvSpPr txBox="1"/>
          <p:nvPr/>
        </p:nvSpPr>
        <p:spPr bwMode="auto">
          <a:xfrm flipH="0" flipV="0">
            <a:off x="106425" y="3084201"/>
            <a:ext cx="1327673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Access Array Elements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070435" name="object 3"/>
          <p:cNvSpPr txBox="1"/>
          <p:nvPr/>
        </p:nvSpPr>
        <p:spPr bwMode="auto">
          <a:xfrm>
            <a:off x="380997" y="888075"/>
            <a:ext cx="1238550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Array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Array elements are accessed using their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Syntax: arrayName[index]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56723" name="object 3"/>
          <p:cNvSpPr txBox="1"/>
          <p:nvPr/>
        </p:nvSpPr>
        <p:spPr bwMode="auto">
          <a:xfrm>
            <a:off x="380997" y="888075"/>
            <a:ext cx="1238407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 by Index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Array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numbers[2] accesses the 3rd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18478" name="object 3"/>
          <p:cNvSpPr txBox="1"/>
          <p:nvPr/>
        </p:nvSpPr>
        <p:spPr bwMode="auto">
          <a:xfrm>
            <a:off x="380997" y="888075"/>
            <a:ext cx="12384437" cy="82520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System.Xml.Linq;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int[] numbers = { 11, 12, 13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Console.WriteLine("Element in first index : " + numbers[0]);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Console.WriteLine("Element in second index : " + numbers[1]);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Console.WriteLine("Element in third index : " + numbers[2]);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Console.WriteLine("\nAccess array using loop:\n");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(int i = 0; i &lt; numbers.Length;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Console.WriteLine("Element in index {0} : {1} ", i, numbers[i]);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in first index : 11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in second index : 12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in third index : 13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Access array using loop: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in index 0 : 11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in index 1 : 12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in index 2 : 13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277466" name="object 3"/>
          <p:cNvSpPr txBox="1"/>
          <p:nvPr/>
        </p:nvSpPr>
        <p:spPr bwMode="auto">
          <a:xfrm>
            <a:off x="380997" y="888075"/>
            <a:ext cx="12364638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numbers[0] always accesses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numbers[i] accesses the element at the current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Length returns the number of elements, not the last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665723" name="object 3"/>
          <p:cNvSpPr txBox="1"/>
          <p:nvPr/>
        </p:nvSpPr>
        <p:spPr bwMode="auto">
          <a:xfrm>
            <a:off x="380997" y="888075"/>
            <a:ext cx="12372198" cy="4631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numbers[0]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numbers[i]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the element at the current loop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numbers.Length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215983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Array elements are accessed using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array[index] accesses a specific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numbers[i] is used to access elements dynamically in a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6463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352</cp:revision>
  <dcterms:created xsi:type="dcterms:W3CDTF">2025-12-09T17:44:59Z</dcterms:created>
  <dcterms:modified xsi:type="dcterms:W3CDTF">2026-10-05T12:58:02Z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