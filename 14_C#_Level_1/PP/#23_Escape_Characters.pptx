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7687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25193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0996649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1534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936325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863579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453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188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331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350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0865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758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20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6841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272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6069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665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0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087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581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444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975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43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894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446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276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614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970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061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7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03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026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672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081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6633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444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58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120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0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0264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686326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54508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2420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6609484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43806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77058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72964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60341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889602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72956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6362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396820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409945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708251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741102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371616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564591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6709220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681542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288731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722355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884817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9898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55774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473069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1858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69375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725742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274784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480501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81633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757701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98796153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Escape Characters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2652553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300831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26833739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Escape Characters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64729" name="object 3"/>
          <p:cNvSpPr txBox="1"/>
          <p:nvPr/>
        </p:nvSpPr>
        <p:spPr bwMode="auto">
          <a:xfrm>
            <a:off x="380997" y="888075"/>
            <a:ext cx="12367870" cy="2986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Escape characters in C# are special character sequences that begin with a backslash `\` and are used to represent characters or actions that are difficult or impossible to type directly inside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They are commonly used with strings such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Console.WriteLine("Text");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07310" name="object 3"/>
          <p:cNvSpPr txBox="1"/>
          <p:nvPr/>
        </p:nvSpPr>
        <p:spPr bwMode="auto">
          <a:xfrm>
            <a:off x="380997" y="888075"/>
            <a:ext cx="12382632" cy="536406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escape sequence usually starts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\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character after `\` determines what action or character will be produced.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Common Escape Characters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`\n` →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`\t` → Tab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`\b` → Backspace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`\'` → Single quote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`\"` → Double quote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`\\` → Backslash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`\a` → Alert / Beep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605602" name="object 3"/>
          <p:cNvSpPr txBox="1"/>
          <p:nvPr/>
        </p:nvSpPr>
        <p:spPr bwMode="auto">
          <a:xfrm>
            <a:off x="380997" y="697574"/>
            <a:ext cx="12396309" cy="93018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Newline `\n`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`\n` moves the cursor to a **new line**.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Console.WriteLine("Welcome to \nProgrammingAdvices");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Tab `\t`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`\t` inserts a **tab space**.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Console.WriteLine("Welcome to\tProgrammingAdvices");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Backspace `\b`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`\b` moves the cursor one position backward.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Console.WriteLine("Welcome to \bProgrammingAdvices");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Its exact visible effect can depend on the console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Single Quote `\'`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`\'` allows you to include a single quote character inside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Console.WriteLine("Welcome to \'ProgrammingAdvices");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Double Quote `\"`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`\"` allows you to include a double quote inside a double-quoted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Console.WriteLine("Welcome to \"ProgrammingAdvices\"");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Backslash `\\`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`\\` represents a single backslash `\`.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Console.WriteLine("C:\\Users\\Sara");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Alert `\a`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`\a` represents the **alert/bell character**.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Console.WriteLine("\a");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694902" name="object 3"/>
          <p:cNvSpPr txBox="1"/>
          <p:nvPr/>
        </p:nvSpPr>
        <p:spPr bwMode="auto">
          <a:xfrm>
            <a:off x="380997" y="507074"/>
            <a:ext cx="12390918" cy="89760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"Useful Escape Characters: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</a:rPr>
              <a:t>//Newline</a:t>
            </a:r>
            <a:endParaRPr sz="2400" b="0" i="0" u="none">
              <a:solidFill>
                <a:srgbClr val="2B91AF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"Newline:"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"Welcome to 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C#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</a:rPr>
              <a:t>//Tab</a:t>
            </a:r>
            <a:endParaRPr sz="2400" b="0" i="0" u="none">
              <a:solidFill>
                <a:srgbClr val="008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"Tab:"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"Welcome to 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\t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C#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</a:rPr>
              <a:t>//Backspace</a:t>
            </a:r>
            <a:endParaRPr sz="2400" b="0" i="0" u="none">
              <a:solidFill>
                <a:srgbClr val="2B91AF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"Backspace:"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"Welcome to  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\b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C#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</a:rPr>
              <a:t>//Single quote</a:t>
            </a:r>
            <a:endParaRPr sz="2400" b="0" i="0" u="none">
              <a:solidFill>
                <a:srgbClr val="008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"Single Quote:"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"Welcome to 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\'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C#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</a:rPr>
              <a:t>//Double quote</a:t>
            </a:r>
            <a:endParaRPr sz="2400" b="0" i="0" u="none">
              <a:solidFill>
                <a:srgbClr val="2B91AF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"Double Quote:"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"Welcome to 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\"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C#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</a:rPr>
              <a:t>//Backslash</a:t>
            </a:r>
            <a:endParaRPr sz="2400" b="0" i="0" u="none">
              <a:solidFill>
                <a:srgbClr val="2B91AF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"Backslash:"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"Welcome to 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\\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 C#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\n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sz="2400" b="0" i="0" u="none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</a:rPr>
              <a:t>//Alert</a:t>
            </a:r>
            <a:endParaRPr sz="2400" b="0" i="0" u="none">
              <a:solidFill>
                <a:srgbClr val="2B91AF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"Alert:"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 </a:t>
            </a:r>
            <a:r>
              <a:rPr sz="2400" b="0" i="0" u="none">
                <a:solidFill>
                  <a:srgbClr val="2B91AF"/>
                </a:solidFill>
                <a:latin typeface="Comic Sans MS"/>
                <a:ea typeface="Comic Sans MS"/>
                <a:cs typeface="Comic Sans MS"/>
              </a:rPr>
              <a:t>Console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2400" b="0" i="0" u="none">
                <a:solidFill>
                  <a:srgbClr val="74531F"/>
                </a:solidFill>
                <a:latin typeface="Comic Sans MS"/>
                <a:ea typeface="Comic Sans MS"/>
                <a:cs typeface="Comic Sans MS"/>
              </a:rPr>
              <a:t>WriteLine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9E5B71"/>
                </a:solidFill>
                <a:latin typeface="Comic Sans MS"/>
                <a:ea typeface="Comic Sans MS"/>
                <a:cs typeface="Comic Sans MS"/>
              </a:rPr>
              <a:t>\a</a:t>
            </a:r>
            <a:r>
              <a:rPr sz="2400" b="0" i="0" u="none">
                <a:solidFill>
                  <a:srgbClr val="A31515"/>
                </a:solidFill>
                <a:latin typeface="Comic Sans MS"/>
                <a:ea typeface="Comic Sans MS"/>
                <a:cs typeface="Comic Sans MS"/>
              </a:rPr>
              <a:t>"</a:t>
            </a:r>
            <a:r>
              <a:rPr sz="2400" b="0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082577" name="object 3"/>
          <p:cNvSpPr txBox="1"/>
          <p:nvPr/>
        </p:nvSpPr>
        <p:spPr bwMode="auto">
          <a:xfrm>
            <a:off x="380997" y="888075"/>
            <a:ext cx="12363559" cy="3877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Escape characters are interpreted **inside regular C# string literals**.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Console.WriteLine("Hello\nWorld");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 different from: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Console.WriteLine(@"Hello\nWorld");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`@` creates a **verbatim string**, where `\n` is treated as ordinary text rather than a newline.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019887" name="object 3"/>
          <p:cNvSpPr txBox="1"/>
          <p:nvPr/>
        </p:nvSpPr>
        <p:spPr bwMode="auto">
          <a:xfrm>
            <a:off x="380997" y="888075"/>
            <a:ext cx="12365714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A single backslash `\` has a special meaning inside a regular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❌ Incorrect: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Console.WriteLine("C:\Users\Sara");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Console.WriteLine("C:\\Users\\Sara");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Or use a verbatim string: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Console.WriteLine(@"C:\Users\Sara");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613721" name="object 3"/>
          <p:cNvSpPr txBox="1"/>
          <p:nvPr/>
        </p:nvSpPr>
        <p:spPr bwMode="auto">
          <a:xfrm>
            <a:off x="380997" y="888075"/>
            <a:ext cx="12370759" cy="4631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Normal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Console.WriteLine("Hello\nWorld");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Escape sequences are interpreted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`\n` creates a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Verbatim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Console.WriteLine(@"Hello\nWorld");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Backslashes are treated literally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`\n` appears as `\n`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703900" name="object 3"/>
          <p:cNvSpPr txBox="1"/>
          <p:nvPr/>
        </p:nvSpPr>
        <p:spPr bwMode="auto">
          <a:xfrm>
            <a:off x="380997" y="888075"/>
            <a:ext cx="12384432" cy="462505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Escape characters start with `\`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`\n` →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`\t` → Tab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`\b` → Backspace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`\'` → Single quote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`\"` → Double quote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`\\` → Backslash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`\a` → Alert / Beep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They are mainly used to control or represent special characters inside strings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60152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2026-09-29T07:44:43Z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