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5382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869226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703489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220257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915965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00704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70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2367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045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54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478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9463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628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3638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25391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000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0940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231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877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968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1779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589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254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6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900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6853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283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683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593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344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877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682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188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927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635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353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445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215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178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30623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66677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95967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18447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66056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57321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676921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31992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76583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56520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550191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097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134873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902877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866877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334784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007820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88811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9400488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275154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785774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91059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385590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10005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03329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784287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10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72168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315524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91548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1785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248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7221854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6639435" name="object 30"/>
          <p:cNvSpPr txBox="1"/>
          <p:nvPr/>
        </p:nvSpPr>
        <p:spPr bwMode="auto">
          <a:xfrm>
            <a:off x="0" y="1143000"/>
            <a:ext cx="1310834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Types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891966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5059107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19844819" name="object 30"/>
          <p:cNvSpPr txBox="1"/>
          <p:nvPr/>
        </p:nvSpPr>
        <p:spPr bwMode="auto">
          <a:xfrm flipH="0" flipV="0">
            <a:off x="106425" y="3084201"/>
            <a:ext cx="1327457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Types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23874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Data Type Classification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Data types define what kind of value a variable can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is strongly typed, so every variable has a specific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1881" name="object 3"/>
          <p:cNvSpPr txBox="1"/>
          <p:nvPr/>
        </p:nvSpPr>
        <p:spPr bwMode="auto">
          <a:xfrm>
            <a:off x="380997" y="888075"/>
            <a:ext cx="12382632" cy="761367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Value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Store the actual value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types include `int`, `long`, `float`, `double`, `decimal`, `char`, and `bool`.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Store a reference to an object rather than the object data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types include `string`, `object`, arrays, classes, and interfaces.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Basic Data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`int` →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`long` → large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`float` → decimal numbers using the `f` suffix.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`double` → decimal numbers with higher precision than `float`.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`decimal` → high-precision decimal values, commonly used for financial calculations.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`char` → one character using single quotes.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`bool` → `true` or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`string` → text using double quotes.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21180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a variable with a suitable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 value to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the variable in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or process the stored value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727182" name="object 3"/>
          <p:cNvSpPr txBox="1"/>
          <p:nvPr/>
        </p:nvSpPr>
        <p:spPr bwMode="auto">
          <a:xfrm>
            <a:off x="380997" y="888075"/>
            <a:ext cx="12372918" cy="7520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name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age = 25;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height = 1.65;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char grade = 'A';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bool isStudent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Console.WriteLine(height);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Console.WriteLine(grade);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Console.WriteLine(isStudent);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1.65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073227" name="object 3"/>
          <p:cNvSpPr txBox="1"/>
          <p:nvPr/>
        </p:nvSpPr>
        <p:spPr bwMode="auto">
          <a:xfrm>
            <a:off x="380997" y="888075"/>
            <a:ext cx="12363559" cy="24073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`string` can contain multiple characters, while `char` stores only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`var` is not a separate data type; the compiler determines the variable's type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772442" name="object 3"/>
          <p:cNvSpPr txBox="1"/>
          <p:nvPr/>
        </p:nvSpPr>
        <p:spPr bwMode="auto">
          <a:xfrm>
            <a:off x="380997" y="888075"/>
            <a:ext cx="12365714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`char` requires single quotes: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char letter = 'A';      // ✅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`string` requires double quotes: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name = "Sara";   // ✅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`float` requires the `f` suffix: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float x = 10.5f;        // ✅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04160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Value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 the value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 `int`, `double`, `char`, `bool`, etc.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for individual values such as numbers and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Reference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 a reference to an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 `string`, arrays, classes, and `object`.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Suitable for objects and collections of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43021" name="object 3"/>
          <p:cNvSpPr txBox="1"/>
          <p:nvPr/>
        </p:nvSpPr>
        <p:spPr bwMode="auto">
          <a:xfrm>
            <a:off x="380997" y="888075"/>
            <a:ext cx="12384432" cy="460746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Data types determine what kind of data a variable can store.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Value types store values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types store references to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`int` → whole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`double` → decimal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`char` → one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`bool` → true /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`string` →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`var` → compiler determines the type automatically.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063699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2026-09-29T12:44:49Z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