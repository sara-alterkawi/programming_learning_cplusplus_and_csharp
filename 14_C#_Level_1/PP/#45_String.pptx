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8595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22907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249352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714728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04390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953427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453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5077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37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688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4264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614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224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77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365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237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053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169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13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073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217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373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994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141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355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284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331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0251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258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735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34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436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00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279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129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9540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644078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509670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87743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46228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8018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48673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08359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692510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36774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10157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1226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603623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398902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9311774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156364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808060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94391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5270223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396842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007205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22270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731441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4205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11822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753386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5437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07398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378549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616491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7120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10929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8267560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24867737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079676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664240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77467972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75702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`string` is used to store a sequence of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provides many methods for searching, modifying, and extracting parts of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342988" name="object 3"/>
          <p:cNvSpPr txBox="1"/>
          <p:nvPr/>
        </p:nvSpPr>
        <p:spPr bwMode="auto">
          <a:xfrm>
            <a:off x="380997" y="888075"/>
            <a:ext cx="12382632" cy="786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Length `.Length` returns Total characters (including spaces).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Substring `.Substring(startIndex, length)` Extracts part of the string.characters.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Case Conversion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`.ToLower()` converts the string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`.ToUpper()` converts the string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Indexer `S1[index]` Accesses character at index (starts at `0`).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Insert `.Insert(index, value)` Inserts text without removing existing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Replace `.Replace(oldValue, newValue)`Replaces all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Searching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`.IndexOf(value)` returns the index of the first occurrence.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`.LastIndexOf(value)` returns the index of the last occurrence.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`.Contains(value)` Returns `true` if found, else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Split `.Split(delimiter)` Splits string into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resulting elements can be accessed using their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Trim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`.Trim()` removes whitespace from both the beginning and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`.TrimStart()` removes whitespace from the beginning.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`.TrimEnd()` removes whitespace from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537028" name="object 3"/>
          <p:cNvSpPr txBox="1"/>
          <p:nvPr/>
        </p:nvSpPr>
        <p:spPr bwMode="auto">
          <a:xfrm>
            <a:off x="380997" y="888075"/>
            <a:ext cx="12396309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string methods to get its length, extract text, change case, search, or modify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`.Split()` when the string contains multiple values separated by a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`.Trim()` methods to remove unwanted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660730" name="object 3"/>
          <p:cNvSpPr txBox="1"/>
          <p:nvPr/>
        </p:nvSpPr>
        <p:spPr bwMode="auto">
          <a:xfrm>
            <a:off x="380997" y="888075"/>
            <a:ext cx="12374718" cy="93847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S1 = "Sara 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S1.Length → `14`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S1.Substring(2, 5) → `ra Al`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S1.ToLower() → `sara alterkawi`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S1.ToUpper() → `SARA ALTERKAWI`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S1[2] → `r`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S1.Insert(3, "KKKK") → `SarKKKKa Alterkawi`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S1.Replace("a", "*") → `S*r* Alterkawi`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S1.IndexOf("r") → `2`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S1.Contains("t") → `True`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S1.Contains("x") → `False`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S1.LastIndexOf("a") → `12`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S2 = "Ahmad, Hadi, Aljasem";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S2.Split(',') →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`NamesList[0]` → `Ahmad`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`NamesList[1]` → ` Hadi`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`NamesList[2]` → ` Aljasem`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S3 = "  Alterkawi 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S3.Trim() → `Alterkawi`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methods allow you to extract, search, modify, split, and clean string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971419" name="object 3"/>
          <p:cNvSpPr txBox="1"/>
          <p:nvPr/>
        </p:nvSpPr>
        <p:spPr bwMode="auto">
          <a:xfrm>
            <a:off x="380997" y="888075"/>
            <a:ext cx="12363559" cy="27881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String indexes start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Spaces are counted as characters by `.Length`.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`.Split()` returns an array of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`.Contains()` returns a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737766" name="object 3"/>
          <p:cNvSpPr txBox="1"/>
          <p:nvPr/>
        </p:nvSpPr>
        <p:spPr bwMode="auto">
          <a:xfrm>
            <a:off x="380997" y="888075"/>
            <a:ext cx="12365714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`Substring()` throws an exception if the starting index or requested length is outside the string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`IndexOf()` returns `-1` when the searched value is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`.Replace()` replaces all matching occurrences, not just the first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`.Split(',')` does not automatically remove spaces after the comma, so `" Hadi"` contains a leading space. Use `.Trim()`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946526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`string` stores text and provides methods for working with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Searching uses `IndexOf()`, `LastIndexOf()`, and `Contains()`.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Text can be modified using `Insert()` and `Replace()`.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`Split()` converts separated text into a string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`Trim()` methods remove unwanted whitespace.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1325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2026-10-05T07:55:57Z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