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6546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76271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6539677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9419381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8998914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04757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8441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4053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108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574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4137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185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34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51646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8277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96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938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4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999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6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358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4936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199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54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0274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8980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937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4115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0221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177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5353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0379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233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752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838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158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1630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7853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97358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780703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37146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5569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94502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62072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6221124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176503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566281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712998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70263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5634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910885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7650046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9191181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426323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4881896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122540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776617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846207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281667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664560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841003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83781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700632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156353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3358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193647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188681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537440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7673747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18337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8921471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67371187" name="object 30"/>
          <p:cNvSpPr txBox="1"/>
          <p:nvPr/>
        </p:nvSpPr>
        <p:spPr bwMode="auto">
          <a:xfrm>
            <a:off x="0" y="1143000"/>
            <a:ext cx="1310798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.NET Framework Architecture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9911767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1255671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66441550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.NET Framework Architecture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624249" name="object 3"/>
          <p:cNvSpPr txBox="1"/>
          <p:nvPr/>
        </p:nvSpPr>
        <p:spPr bwMode="auto">
          <a:xfrm>
            <a:off x="380997" y="888075"/>
            <a:ext cx="12367870" cy="7142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.NET Framework Architecture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.NET Framework Architecture describes how different components work together to build and execute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Major concepts include languages, application models, class libraries, and the Common Language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Languages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Application Models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.NET Framework Class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Operating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Hardware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155659" name="object 3"/>
          <p:cNvSpPr txBox="1"/>
          <p:nvPr/>
        </p:nvSpPr>
        <p:spPr bwMode="auto">
          <a:xfrm>
            <a:off x="380997" y="888075"/>
            <a:ext cx="12382632" cy="863053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Languages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Framework supports languages such as C#, Visual Basic, F#, and other .NET languages.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Language compilers convert source code into Intermediate Language.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Application Models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→ Windows desktop applications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Web Forms → ASP.NET web applications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Console Applications → command-line applications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.NET Framework Class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Provides reusable classes, types, and APIs.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Supports strings, numbers, dates, collections, files, networking, database access, diagnostics, threading, and reflection.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Base Class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BCL provides core .NET types and fundamental functionality.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Examples include System.String, System.DateTime, System.IO, System.Threading, and System.Collections.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Common Language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CLR is the execution engine of the .NET Framework.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manages code execution, memory, garbage collection, exceptions, type safety, and threads.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933676" name="object 3"/>
          <p:cNvSpPr txBox="1"/>
          <p:nvPr/>
        </p:nvSpPr>
        <p:spPr bwMode="auto">
          <a:xfrm>
            <a:off x="380997" y="888075"/>
            <a:ext cx="12396309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Write the application using a .NET-supported language.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an application model appropriate for the application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the .NET Framework Class Library and BCL APIs.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Compile the source code into 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Run the application through the CLR.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Let the CLR provide runtime services such as garbage collection and memory management.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169036" name="object 3"/>
          <p:cNvSpPr txBox="1"/>
          <p:nvPr/>
        </p:nvSpPr>
        <p:spPr bwMode="auto">
          <a:xfrm>
            <a:off x="380997" y="888075"/>
            <a:ext cx="12372918" cy="73729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Suppose you create a C# application that reads a file: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C# Application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System.IO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.NET Framework Class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Windows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File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→ language used to write the application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System.IO → API used to work with files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CLR → executes and manages the application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→ underlying operating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407742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.NET Framework is primarily a Windows-focused, legacy implementation of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current unified platform is simply called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.NET 6 was an LTS release, but it is not the latest .NET 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621847" name="object 3"/>
          <p:cNvSpPr txBox="1"/>
          <p:nvPr/>
        </p:nvSpPr>
        <p:spPr bwMode="auto">
          <a:xfrm>
            <a:off x="380997" y="888075"/>
            <a:ext cx="12365714" cy="307929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CLR → Runtime/execution engine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BCL/FCL → Libraries and APIs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→ Programming language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Framework → Older Windows-focused .NET implementation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370595" name="object 3"/>
          <p:cNvSpPr txBox="1"/>
          <p:nvPr/>
        </p:nvSpPr>
        <p:spPr bwMode="auto">
          <a:xfrm>
            <a:off x="380997" y="888075"/>
            <a:ext cx="12370759" cy="5393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Executes .NET applications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runtime services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Manages memory and garbage collection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Handles exceptions and type safety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Class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reusable APIs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Handles common programming tasks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Includes I/O, collections, networking, and other functionality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by applications running on the 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82600" name="object 3"/>
          <p:cNvSpPr txBox="1"/>
          <p:nvPr/>
        </p:nvSpPr>
        <p:spPr bwMode="auto">
          <a:xfrm>
            <a:off x="380997" y="888075"/>
            <a:ext cx="12384432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Languages such as C# are used to write applications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Application Models provide technologies for different application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Class Library provides reusable APIs and functionality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BCL provides core .NET types and services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is the execution engine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Garbage Collector manages managed memory automatically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ADO.NET provides database access APIs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I/O provides file and data input/output functionality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Reflection allows runtime inspection of types and metadata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Threading provides concurrency-related functionality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.NET Framework is primarily Windows-focused and legacy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Modern .NET is the unified, cross-platform successor to .NET Framework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15981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2026-09-28T13:53:35Z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