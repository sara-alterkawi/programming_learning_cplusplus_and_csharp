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241691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849683985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212033137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537579139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003900259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523918442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197602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069778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0355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20580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809690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80622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84613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765827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39305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30488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815776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79948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4933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222049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69940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47688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784423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25967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82263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272412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18028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66154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156475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40472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7626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968654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94993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49435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722013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84872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584343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551941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53443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723497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66119050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91605756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13273499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680857608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1057999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83766730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75436715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64895089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10425298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335389233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1104759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30987855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702065947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918092146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73467125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616341561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97459590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504467275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58821668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63396049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20838280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539976167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632754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84292865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973738303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5536400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54236919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13063376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47389346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007520286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3900429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667673976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2146098506" name="object 30"/>
          <p:cNvSpPr txBox="1"/>
          <p:nvPr/>
        </p:nvSpPr>
        <p:spPr bwMode="auto">
          <a:xfrm>
            <a:off x="0" y="1143000"/>
            <a:ext cx="13107626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Sum of Matrix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20216864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670319409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088651206" name="object 30"/>
          <p:cNvSpPr txBox="1"/>
          <p:nvPr/>
        </p:nvSpPr>
        <p:spPr bwMode="auto">
          <a:xfrm flipH="0" flipV="0">
            <a:off x="106425" y="3084201"/>
            <a:ext cx="13273856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1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Sum of Matrix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9956494" name="object 3"/>
          <p:cNvSpPr txBox="1"/>
          <p:nvPr/>
        </p:nvSpPr>
        <p:spPr bwMode="auto">
          <a:xfrm>
            <a:off x="380997" y="888075"/>
            <a:ext cx="12367870" cy="22624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Nullable Type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A nullable type can store a normal value or `null`.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It is mainly used with value types that normally cannot contain `null`.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6367959" name="object 3"/>
          <p:cNvSpPr txBox="1"/>
          <p:nvPr/>
        </p:nvSpPr>
        <p:spPr bwMode="auto">
          <a:xfrm>
            <a:off x="380997" y="888075"/>
            <a:ext cx="12382632" cy="22624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Nullable&lt;int&gt;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`Nullable&lt;int&gt;` can store any `int` value or `null`.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It can be declared using `Nullable&lt;T&gt;` syntax.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7980522" name="object 3"/>
          <p:cNvSpPr txBox="1"/>
          <p:nvPr/>
        </p:nvSpPr>
        <p:spPr bwMode="auto">
          <a:xfrm>
            <a:off x="380997" y="888075"/>
            <a:ext cx="12396309" cy="263571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</a:t>
            </a:r>
            <a:r>
              <a:rPr lang="en-GB" sz="4000" b="1" i="0" u="none" strike="noStrike" cap="none" spc="-16">
                <a:solidFill>
                  <a:prstClr val="black"/>
                </a:solidFill>
                <a:latin typeface="Comic Sans MS"/>
                <a:ea typeface="Comic Sans MS"/>
                <a:cs typeface="Comic Sans MS"/>
              </a:rPr>
              <a:t>Procedures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Declare a nullable value type.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Assign a normal value or `null`.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Use `HasValue` to check whether a value exists.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Access the value only when `HasValue` is `true`.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7429220" name="object 3"/>
          <p:cNvSpPr txBox="1"/>
          <p:nvPr/>
        </p:nvSpPr>
        <p:spPr bwMode="auto">
          <a:xfrm>
            <a:off x="380997" y="888075"/>
            <a:ext cx="12372918" cy="313139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Nullable&lt;int&gt; i = null;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Console.WriteLine(i.HasValue);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False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6434984" name="object 3"/>
          <p:cNvSpPr txBox="1"/>
          <p:nvPr/>
        </p:nvSpPr>
        <p:spPr bwMode="auto">
          <a:xfrm>
            <a:off x="380997" y="888075"/>
            <a:ext cx="12363559" cy="352712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`int` normally cannot store `null`.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🟥 `int i = null;` ❌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`Nullable&lt;int&gt;` can store `null`.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`Nullable&lt;int&gt; i = null;` ✔️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Nullable types can also use the `?` shorthand: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int? i = null;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740570" name="object 3"/>
          <p:cNvSpPr txBox="1"/>
          <p:nvPr/>
        </p:nvSpPr>
        <p:spPr bwMode="auto">
          <a:xfrm>
            <a:off x="380997" y="888075"/>
            <a:ext cx="12365714" cy="151595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Do not access the value of a nullable variable when it is `null`.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0129515" name="object 3"/>
          <p:cNvSpPr txBox="1"/>
          <p:nvPr/>
        </p:nvSpPr>
        <p:spPr bwMode="auto">
          <a:xfrm>
            <a:off x="380997" y="888075"/>
            <a:ext cx="12370759" cy="39003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`int`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Stores integer values.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Cannot normally store `null`.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`int?` / `Nullable&lt;int&gt;`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Stores integer values or `null`.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Can be used when a value may be missing.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6142094" name="object 3"/>
          <p:cNvSpPr txBox="1"/>
          <p:nvPr/>
        </p:nvSpPr>
        <p:spPr bwMode="auto">
          <a:xfrm>
            <a:off x="380997" y="888075"/>
            <a:ext cx="12384432" cy="304413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Nullable types can store a value or `null`.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`Nullable&lt;int&gt;` and `int?` represent the same nullable integer type.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`HasValue` checks whether a value exists.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`true` → value exists.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`false` → value is `null`.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4024416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349</cp:revision>
  <dcterms:created xsi:type="dcterms:W3CDTF">2025-12-09T17:44:59Z</dcterms:created>
  <dcterms:modified xsi:type="dcterms:W3CDTF">2026-09-29T14:07:18Z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