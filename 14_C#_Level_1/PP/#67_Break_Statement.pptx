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2659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679409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27918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31558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853432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374543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6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209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83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13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867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347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71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805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885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950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294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426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335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737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324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5288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376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757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145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329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753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14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880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371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148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303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5979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96903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4355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50025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59448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5035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236665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4108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52409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37038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899542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287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64195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463763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9714456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82667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379705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52871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470119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6919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772068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667607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1095118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2648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160989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468908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6676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82612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97820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33878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054637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74819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3296443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01191207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Break Statement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025738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010833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05643614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Break Statement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989604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break Statement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Immediately terminates the nearest enclosing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Stops the loop even if its condition is still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709646" name="object 3"/>
          <p:cNvSpPr txBox="1"/>
          <p:nvPr/>
        </p:nvSpPr>
        <p:spPr bwMode="auto">
          <a:xfrm>
            <a:off x="380997" y="888075"/>
            <a:ext cx="1238263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Using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combined with an if statement to stop the loop when a specific condition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Once break executes, no further iterations are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04904" name="object 3"/>
          <p:cNvSpPr txBox="1"/>
          <p:nvPr/>
        </p:nvSpPr>
        <p:spPr bwMode="auto">
          <a:xfrm>
            <a:off x="380997" y="888075"/>
            <a:ext cx="12372918" cy="6423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i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(i == 3)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break;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 while (i &lt;= 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65286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break can be used with for, while, and do...while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exits only the nearest enclosing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243398" name="object 3"/>
          <p:cNvSpPr txBox="1"/>
          <p:nvPr/>
        </p:nvSpPr>
        <p:spPr bwMode="auto">
          <a:xfrm>
            <a:off x="380997" y="888075"/>
            <a:ext cx="12370759" cy="3153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Loop Ending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Loop continues until its condition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the loop immediately when reached.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334115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break terminates a loop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commonly used with if.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stop a loop before its normal condition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83620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