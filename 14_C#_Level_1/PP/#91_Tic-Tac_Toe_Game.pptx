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945656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36523337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8706532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2652346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27352792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60749478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66393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863875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62182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6289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87827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53122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8994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77587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06575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05860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78752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45313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84275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50207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20686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B83CE4-3D67-0FA8-C2FA-EFF6B0C58997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51309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04257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16897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20306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76195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22582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83008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72846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13797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B93161-CB31-2A59-CFBB-66340BF80951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42594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05015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45086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80149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90149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07330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0478077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33274780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4042023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4821695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1127584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2802710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65775219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925746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1949499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5252994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8239762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38695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28351445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664526241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864543848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92113950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9376697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8879744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875439378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42436750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77951827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95623124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17477592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5326573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33308981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26917124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134123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2287044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9340311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49183977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95460974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1685284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164889087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176738315" name="object 30"/>
          <p:cNvSpPr txBox="1"/>
          <p:nvPr/>
        </p:nvSpPr>
        <p:spPr bwMode="auto">
          <a:xfrm>
            <a:off x="0" y="1143000"/>
            <a:ext cx="13110862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Tic Tac Toe Game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64251493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9716536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772174968" name="object 30"/>
          <p:cNvSpPr txBox="1"/>
          <p:nvPr/>
        </p:nvSpPr>
        <p:spPr bwMode="auto">
          <a:xfrm flipH="0" flipV="0">
            <a:off x="106425" y="3084201"/>
            <a:ext cx="13277090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Tic Tac Toe Game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3973033" name="object 3"/>
          <p:cNvSpPr txBox="1"/>
          <p:nvPr/>
        </p:nvSpPr>
        <p:spPr bwMode="auto">
          <a:xfrm>
            <a:off x="380997" y="888075"/>
            <a:ext cx="12385508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Tic-Tac-Toe Game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 simple two-player game using 9 Label controls as the game cells.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Player 1 uses X and Player 2 uses O.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7474092" name="object 3"/>
          <p:cNvSpPr txBox="1"/>
          <p:nvPr/>
        </p:nvSpPr>
        <p:spPr bwMode="auto">
          <a:xfrm>
            <a:off x="380997" y="888075"/>
            <a:ext cx="12384070" cy="711475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Game State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IsTurnPlayer1 determines whose turn it is.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IsGameOver determines whether players can continue playing.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Cell Click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clicked Label is received through sender and cast to Label.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If the cell contains "?", the current player's symbol is placed.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turn then switches to the other player.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Clicking an occupied cell shows a MessageBox notification.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WinLogic()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Checks all possible rows, columns, and diagonals for three matching symbols.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If a player wins, the game ends.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If all cells are occupied without a winner, the game is declared a draw.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ResetGame()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Resets all nine cells to "?".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Sets Player 1 as the starting player.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Sets IsGameOver to false and updates the turn label.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647853" name="object 3"/>
          <p:cNvSpPr txBox="1"/>
          <p:nvPr/>
        </p:nvSpPr>
        <p:spPr bwMode="auto">
          <a:xfrm>
            <a:off x="380997" y="888075"/>
            <a:ext cx="12387309" cy="3382219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21911">
              <a:spcBef>
                <a:spcPts val="1214"/>
              </a:spcBef>
              <a:defRPr/>
            </a:pPr>
            <a:r>
              <a:rPr lang="en-GB" sz="4000" b="1" spc="-16">
                <a:solidFill>
                  <a:schemeClr val="tx1"/>
                </a:solidFill>
                <a:latin typeface="Comic Sans MS"/>
                <a:cs typeface="Comic Sans MS"/>
              </a:rPr>
              <a:t>📖 </a:t>
            </a:r>
            <a:r>
              <a:rPr sz="4000" b="1" spc="-16">
                <a:solidFill>
                  <a:schemeClr val="tx1"/>
                </a:solidFill>
                <a:latin typeface="Comic Sans MS"/>
                <a:cs typeface="Comic Sans MS"/>
              </a:rPr>
              <a:t>Procedure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Start the form and call ResetGame().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Click an empty cell.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Place X or O according to the current turn.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Switch to the other player.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Check for a winner or draw using WinLogic().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Use New Game to reset the board.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0266669" name="object 3"/>
          <p:cNvSpPr txBox="1"/>
          <p:nvPr/>
        </p:nvSpPr>
        <p:spPr bwMode="auto">
          <a:xfrm>
            <a:off x="380997" y="888075"/>
            <a:ext cx="12384795" cy="449218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Player 1 → X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Player 2 → O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X | O | X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 | X | ?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 | ? | X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Player 1 Wins!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132058" name="object 3"/>
          <p:cNvSpPr txBox="1"/>
          <p:nvPr/>
        </p:nvSpPr>
        <p:spPr bwMode="auto">
          <a:xfrm>
            <a:off x="380997" y="888075"/>
            <a:ext cx="12364996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"?" represents an empty cell.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All cells use the same lblQ_Click event handler.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sender object identifies which Label was clicked.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656513" name="object 3"/>
          <p:cNvSpPr txBox="1"/>
          <p:nvPr/>
        </p:nvSpPr>
        <p:spPr bwMode="auto">
          <a:xfrm>
            <a:off x="380997" y="888075"/>
            <a:ext cx="12384795" cy="2262459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>
              <a:defRPr/>
            </a:pPr>
            <a:r>
              <a:rPr sz="4000" b="1" i="0" u="none" strike="noStrike" cap="none" spc="-16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6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move is only allowed when IsGameOver is false.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An occupied cell cannot be changed.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After a winner is found, WinLogic() returns immediately.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0831627" name="object 3"/>
          <p:cNvSpPr txBox="1"/>
          <p:nvPr/>
        </p:nvSpPr>
        <p:spPr bwMode="auto">
          <a:xfrm>
            <a:off x="380997" y="888075"/>
            <a:ext cx="12385511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Implements a two-player Tic-Tac-Toe game in Windows Forms.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Uses Labels as the game cells.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Handles turns, wins, occupied cells, and draws.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ResetGame() starts a new game.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0404422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356</cp:revision>
  <dcterms:created xsi:type="dcterms:W3CDTF">2025-12-09T17:44:59Z</dcterms:created>
  <dcterms:modified xsi:type="dcterms:W3CDTF">2026-10-06T13:41:42Z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