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29335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144548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4117236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9767277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9898755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8993933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2680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58280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4983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26664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5777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7375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3897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11888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6744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106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77994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86373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9811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56077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2640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5225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62998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60045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7975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5965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5164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1435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46817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619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50779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048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72344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42237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2673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375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4136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16204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0029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70451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3627812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9521509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6882669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185957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51971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7862582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5965636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673049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955366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2989013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312220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3031015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5044846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7131140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3035003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3272653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414066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02153048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0002282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2238753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0423119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325665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3713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3301659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1811464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40264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4595367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4118963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9138360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70944193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096834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82848078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743457408" name="object 30"/>
          <p:cNvSpPr txBox="1"/>
          <p:nvPr/>
        </p:nvSpPr>
        <p:spPr bwMode="auto">
          <a:xfrm>
            <a:off x="0" y="1143000"/>
            <a:ext cx="13107985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CLR Structure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6273423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04287350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374197981" name="object 30"/>
          <p:cNvSpPr txBox="1"/>
          <p:nvPr/>
        </p:nvSpPr>
        <p:spPr bwMode="auto">
          <a:xfrm flipH="0" flipV="0">
            <a:off x="106425" y="3084201"/>
            <a:ext cx="1327421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CLR Structure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624232" name="object 3"/>
          <p:cNvSpPr txBox="1"/>
          <p:nvPr/>
        </p:nvSpPr>
        <p:spPr bwMode="auto">
          <a:xfrm>
            <a:off x="380997" y="888075"/>
            <a:ext cx="12367870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CLR Structure	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CLR contains multiple runtime components that work together to load, execute, and manage .NET applications.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Important components include Class Loader, JIT, Garbage Collector, Type System, Exception Handling, and Thread Support.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000418" name="object 3"/>
          <p:cNvSpPr txBox="1"/>
          <p:nvPr/>
        </p:nvSpPr>
        <p:spPr bwMode="auto">
          <a:xfrm>
            <a:off x="380997" y="888075"/>
            <a:ext cx="12382632" cy="71147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Class Loader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Loads required assemblies and types during execution.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JIT Compiler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Converts required IL into native machine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Garbage Collector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Manages managed memory and reclaims memory from unreachable objects.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Type Checker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Helps enforce rules of the .NET type system and type safety.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Exception Handler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Supports detecting, propagating, and handling runtime exceptions.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Thread Support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Supports threads, synchronization, and concurrent execution.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COM Marshaler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Helps managed code communicate with COM components.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Debugging Support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Provides runtime support for debugging applications.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4385499" name="object 3"/>
          <p:cNvSpPr txBox="1"/>
          <p:nvPr/>
        </p:nvSpPr>
        <p:spPr bwMode="auto">
          <a:xfrm>
            <a:off x="380997" y="888075"/>
            <a:ext cx="12396309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CLR loads required assemblies and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JIT compiles required IL.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Runtime executes the application.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GC manages managed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Other CLR services handle types, exceptions, threads, and interoperability.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6572919" name="object 3"/>
          <p:cNvSpPr txBox="1"/>
          <p:nvPr/>
        </p:nvSpPr>
        <p:spPr bwMode="auto">
          <a:xfrm>
            <a:off x="380997" y="888075"/>
            <a:ext cx="12506118" cy="656357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│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┌─────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─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─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─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─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─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┼──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─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─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─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─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───────┐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↓		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↓		↓		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Class	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Loader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	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JIT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	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GC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	↓		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↓		↓		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Types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Native Code			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Memory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└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─────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─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─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─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─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─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┼──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─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─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─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─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───────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┘</a:t>
            </a:r>
            <a:endParaRPr/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Runtime Services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CLR coordinates different runtime services required to execute a .NET application.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39833" name="object 3"/>
          <p:cNvSpPr txBox="1"/>
          <p:nvPr/>
        </p:nvSpPr>
        <p:spPr bwMode="auto">
          <a:xfrm>
            <a:off x="380997" y="888075"/>
            <a:ext cx="12363559" cy="20416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structure is based largely on classic .NET Framework terminology.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Modern .NET keeps the core runtime concepts but has evolved internally.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306520" name="object 3"/>
          <p:cNvSpPr txBox="1"/>
          <p:nvPr/>
        </p:nvSpPr>
        <p:spPr bwMode="auto">
          <a:xfrm>
            <a:off x="380997" y="888075"/>
            <a:ext cx="12365714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memorize CLR as only JIT.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JIT is one component of the runtime execution environment.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6517876" name="object 3"/>
          <p:cNvSpPr txBox="1"/>
          <p:nvPr/>
        </p:nvSpPr>
        <p:spPr bwMode="auto">
          <a:xfrm>
            <a:off x="380997" y="888075"/>
            <a:ext cx="12370759" cy="68714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Class Loader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Loads assemblies and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Makes required types available.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Garbage Collector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Manages managed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Reclaims memory from unreachable objects.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JIT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Converts IL to native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Works during JIT-based execution.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Exception Handler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Handles runtime exceptions.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Supports exception propagation and handling.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3197659" name="object 3"/>
          <p:cNvSpPr txBox="1"/>
          <p:nvPr/>
        </p:nvSpPr>
        <p:spPr bwMode="auto">
          <a:xfrm>
            <a:off x="380997" y="888075"/>
            <a:ext cx="12384432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CLR is made of multiple runtime services.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Class Loader loads types and assemblies.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JIT converts IL to native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GC manages managed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Type checking supports type safety.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Exception handling manages runtime errors.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Thread support enables concurrent execution.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43061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2026-09-29T06:41:15Z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