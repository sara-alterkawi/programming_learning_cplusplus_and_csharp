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58006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349339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407350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196091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21005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7970440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74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5167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06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7717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9974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0755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6140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67051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93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0103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2714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895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3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8260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07759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94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5745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0593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0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4535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007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0335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122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82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05556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234165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7351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237824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62889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82846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09196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94918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38507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201635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312162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0041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508281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7079719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0424234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142638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492624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89010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1823088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38238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284721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890036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858677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57308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537817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11760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611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014817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085922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076673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008660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36450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9412514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99870204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Arithmetic Operators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66994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8909845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51751973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Arithmetic Operators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888540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Arithmetic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to perform mathematical operations on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Main operators are +, -, *, /, and 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61051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x = 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y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z = x + y;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z = 15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50264" name="object 3"/>
          <p:cNvSpPr txBox="1"/>
          <p:nvPr/>
        </p:nvSpPr>
        <p:spPr bwMode="auto">
          <a:xfrm>
            <a:off x="380997" y="888075"/>
            <a:ext cx="12363559" cy="24324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both operands are int, integer division is performed.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decimal part is discarded.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Example: 5 / 2 →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654164" name="object 3"/>
          <p:cNvSpPr txBox="1"/>
          <p:nvPr/>
        </p:nvSpPr>
        <p:spPr bwMode="auto">
          <a:xfrm>
            <a:off x="380997" y="888075"/>
            <a:ext cx="12370759" cy="69818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Addition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5 + 10 → 15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-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Subtraction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10 - 5 →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*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Multiplication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5 * 10 → 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/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Division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10 / 2 →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Modulus / Remainder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10 % 3 →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55289" name="object 3"/>
          <p:cNvSpPr txBox="1"/>
          <p:nvPr/>
        </p:nvSpPr>
        <p:spPr bwMode="auto">
          <a:xfrm>
            <a:off x="380997" y="888075"/>
            <a:ext cx="12384432" cy="30968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+ → Addition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- → Subtraction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* → Multiplication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/ → Division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% → Remainder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21871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2026-10-05T09:51:03Z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