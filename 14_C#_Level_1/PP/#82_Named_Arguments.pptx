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20952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684896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508556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2444074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313209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032323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304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6314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608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8890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1739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5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5993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91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436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221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48844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527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67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634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925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065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9702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713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872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706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89085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814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9553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619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4821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1190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76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856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8451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2743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13804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467197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987656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642289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8627178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73242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32540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527190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043260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373826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052562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8301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873647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242192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05181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664963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0142144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367825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4856961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433664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740665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508797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4571800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35937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745168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615949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4670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100271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34930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832127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2891306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43257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2990308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82508201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Named Arguments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2729255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655666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90099175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Named Arguments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440536" name="object 3"/>
          <p:cNvSpPr txBox="1"/>
          <p:nvPr/>
        </p:nvSpPr>
        <p:spPr bwMode="auto">
          <a:xfrm>
            <a:off x="380997" y="888075"/>
            <a:ext cx="12385508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Named Arguments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Arguments are passed using the parameter name with `parameterName: 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uses the parameter name to match each value with the correct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837672" name="object 3"/>
          <p:cNvSpPr txBox="1"/>
          <p:nvPr/>
        </p:nvSpPr>
        <p:spPr bwMode="auto">
          <a:xfrm>
            <a:off x="380997" y="888075"/>
            <a:ext cx="123840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Parameter Matching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argument explicitly identifies the parameter it belongs to.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order of named arguments does not matter.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284117" name="object 3"/>
          <p:cNvSpPr txBox="1"/>
          <p:nvPr/>
        </p:nvSpPr>
        <p:spPr bwMode="auto">
          <a:xfrm>
            <a:off x="380997" y="888075"/>
            <a:ext cx="12387310" cy="2635714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a method with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Call the method using `parameterName: 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C# matches each value with its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The arguments can be written in any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607271" name="object 3"/>
          <p:cNvSpPr txBox="1"/>
          <p:nvPr/>
        </p:nvSpPr>
        <p:spPr bwMode="auto">
          <a:xfrm>
            <a:off x="380997" y="888075"/>
            <a:ext cx="12384436" cy="5691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static void MyMethod(string child1, string child2)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Console.WriteLine("The youngest child is: " + child2);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static void Main(string[] args)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MyMethod(child2: "Hadi", child1: "Dania");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Console.ReadKey();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youngest child is: Hadi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761799" name="object 3"/>
          <p:cNvSpPr txBox="1"/>
          <p:nvPr/>
        </p:nvSpPr>
        <p:spPr bwMode="auto">
          <a:xfrm>
            <a:off x="380997" y="888075"/>
            <a:ext cx="12364637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Named arguments use `parameterName: value`, not `parameterName = 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parameter name must match the method's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648722" name="object 3"/>
          <p:cNvSpPr txBox="1"/>
          <p:nvPr/>
        </p:nvSpPr>
        <p:spPr bwMode="auto">
          <a:xfrm>
            <a:off x="380997" y="888075"/>
            <a:ext cx="12372917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Positional Arguments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Values are matched according to their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order must match the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Named Arguments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Values are matched by parameter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order does not matter.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make calls with many parameters easier to understand.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386646" name="object 3"/>
          <p:cNvSpPr txBox="1"/>
          <p:nvPr/>
        </p:nvSpPr>
        <p:spPr bwMode="auto">
          <a:xfrm>
            <a:off x="380997" y="888075"/>
            <a:ext cx="1238551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Named arguments pass values using parameter names.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Their order does not matter.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They improve readability, especially with many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40721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354</cp:revision>
  <dcterms:created xsi:type="dcterms:W3CDTF">2025-12-09T17:44:59Z</dcterms:created>
  <dcterms:modified xsi:type="dcterms:W3CDTF">2026-10-05T14:11:36Z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