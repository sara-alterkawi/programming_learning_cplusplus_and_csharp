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6402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615672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84924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6491482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684381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453226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13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820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7873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2075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8495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972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769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832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616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143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914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5753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324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229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9855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778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1603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595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371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8356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929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71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532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305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735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380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509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340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8853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254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296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9629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19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78223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692398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106520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836400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4081632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00349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4630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80166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577703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455791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24955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4990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778407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4360804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842387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944822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426829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746385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8992119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387204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984818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126576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550496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55898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552000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957862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8724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600290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144640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200531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52479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98823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8362128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59236223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Formatted String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4798811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7319866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33898675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Formatted String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63963" name="object 3"/>
          <p:cNvSpPr txBox="1"/>
          <p:nvPr/>
        </p:nvSpPr>
        <p:spPr bwMode="auto">
          <a:xfrm>
            <a:off x="380997" y="888075"/>
            <a:ext cx="12367870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formatted string in C# allows you to insert values into a string using placeholders such as `{0}`, `{1}`, `{2}`, etc.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values are provided after the string and are inserted into the corresponding placeholders.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069704" name="object 3"/>
          <p:cNvSpPr txBox="1"/>
          <p:nvPr/>
        </p:nvSpPr>
        <p:spPr bwMode="auto">
          <a:xfrm>
            <a:off x="380997" y="888075"/>
            <a:ext cx="12382632" cy="380072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basic syntax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Console.WriteLine("Text {0} {1}", value1, value2);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placeholder represents a value: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`{0}` → first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`{1}` → second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`{2}` → third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numbering starts from **0**, not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557154" name="object 3"/>
          <p:cNvSpPr txBox="1"/>
          <p:nvPr/>
        </p:nvSpPr>
        <p:spPr bwMode="auto">
          <a:xfrm>
            <a:off x="380997" y="888075"/>
            <a:ext cx="12396309" cy="526116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Formatted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Console.WriteLine("{0} {1}", "Welcome to", "My workplace");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`{0}` is replaced by `"Welcome to"`.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`{1}` is replaced by `"My workplace"`.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Multiple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`{0}` → `"Sara"`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`{1}` → `"Sweden"`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Formatted strings can also contain numbers: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Console.WriteLine("My age is {0}", 25);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556196" name="object 3"/>
          <p:cNvSpPr txBox="1"/>
          <p:nvPr/>
        </p:nvSpPr>
        <p:spPr bwMode="auto">
          <a:xfrm>
            <a:off x="380997" y="888075"/>
            <a:ext cx="12372918" cy="8983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System;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namespace Main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internal class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static void Main(string[] args)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Console.WriteLine("{0} {1}", "Welcome to", "My workplace");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Console.WriteLine(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    "Hi MyName is: {0} I live in {1}",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    "Sara",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    "Sweden"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🖥️ Output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Welcome to My workplace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 MyName is: Sara I live in Sweden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126090" name="object 3"/>
          <p:cNvSpPr txBox="1"/>
          <p:nvPr/>
        </p:nvSpPr>
        <p:spPr bwMode="auto">
          <a:xfrm>
            <a:off x="380997" y="888075"/>
            <a:ext cx="12363559" cy="35798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placeholder number determines which argument is inserted.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Console.WriteLine("{0} {1} {2}", "C#", "is", "easy");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mapping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`{0}` → `"C#"`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`{1}` → `"is"`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`{2}` → `"easy"`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892200" name="object 3"/>
          <p:cNvSpPr txBox="1"/>
          <p:nvPr/>
        </p:nvSpPr>
        <p:spPr bwMode="auto">
          <a:xfrm>
            <a:off x="380997" y="888075"/>
            <a:ext cx="12365714" cy="2986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Placeholder numbering starts at **0**.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"{0}" // First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"{1}" // Second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"{2}" // Third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Make sure the number of placeholders matches the values you provide.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393339" name="object 3"/>
          <p:cNvSpPr txBox="1"/>
          <p:nvPr/>
        </p:nvSpPr>
        <p:spPr bwMode="auto">
          <a:xfrm>
            <a:off x="380997" y="888075"/>
            <a:ext cx="12370759" cy="42736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Formatted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placeholders such as `{0}` and `{1}`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Values are passed as additional arguments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inserting multiple values into 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String Concatenation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`+` to combine strings and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become harder to read with many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35000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Formatted strings use placeholders such as `{0}`, `{1}`, `{2}`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`{0}` represents the first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`{1}` represents the second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Values are supplied after the format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Makes output easier to organize and read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21141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2026-09-29T07:28:49Z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