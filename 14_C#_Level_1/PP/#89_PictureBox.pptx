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701150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5461053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5745311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3259008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70815744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6380078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97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345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8650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64853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65018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03187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2917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58768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032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7327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46153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215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41319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9670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987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75482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77495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9134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364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23937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376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067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7723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19815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021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1477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0375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B93161-CB31-2A59-CFBB-66340BF80951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8233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0559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6100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60892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49642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3780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580895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5960999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048453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38326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2590791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548372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3291458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044530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6431160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978637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1091505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311552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9406648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07664517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1664058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598827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3004262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357065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50931737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6978345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218844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433517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1707441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7810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055010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6420170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76502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1437643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951546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31391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607906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21801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34666613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987080235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PictureBox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9192525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3050649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49043732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PictureBox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20834" name="object 3"/>
          <p:cNvSpPr txBox="1"/>
          <p:nvPr/>
        </p:nvSpPr>
        <p:spPr bwMode="auto">
          <a:xfrm>
            <a:off x="380997" y="888075"/>
            <a:ext cx="12385508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PictureBox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Windows Forms control used to display images inside a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Its Image property determines which image is displayed.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547026" name="object 3"/>
          <p:cNvSpPr txBox="1"/>
          <p:nvPr/>
        </p:nvSpPr>
        <p:spPr bwMode="auto">
          <a:xfrm>
            <a:off x="380997" y="888075"/>
            <a:ext cx="12384070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Resources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Project images are stored in the application's Resources.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Images can be accessed through the Resources class.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Image Property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pictureBox1.Image represents the image currently displayed.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Assigning a resource image changes the displayed image.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4570157" name="object 3"/>
          <p:cNvSpPr txBox="1"/>
          <p:nvPr/>
        </p:nvSpPr>
        <p:spPr bwMode="auto">
          <a:xfrm>
            <a:off x="380997" y="888075"/>
            <a:ext cx="12387309" cy="3008966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spc="-16">
                <a:solidFill>
                  <a:schemeClr val="tx1"/>
                </a:solidFill>
                <a:latin typeface="Comic Sans MS"/>
                <a:cs typeface="Comic Sans MS"/>
              </a:rPr>
              <a:t>Procedure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Add a PictureBox to the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Add the required images to the project's Resources.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Create a Button Click event.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Assign the selected resource image to pictureBox1.Image.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The PictureBox displays the selected image.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320761" name="object 3"/>
          <p:cNvSpPr txBox="1"/>
          <p:nvPr/>
        </p:nvSpPr>
        <p:spPr bwMode="auto">
          <a:xfrm>
            <a:off x="380997" y="888075"/>
            <a:ext cx="12384436" cy="502533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private void btnSpiderMan_Click(object sender, EventArgs 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pictureBox1.Image = Resources.Spiderman;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Clicking the Spiderman button: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PictureBox → Spiderman image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Clicking the Fireman button: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PictureBox → Fireman image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025585" name="object 3"/>
          <p:cNvSpPr txBox="1"/>
          <p:nvPr/>
        </p:nvSpPr>
        <p:spPr bwMode="auto">
          <a:xfrm>
            <a:off x="380997" y="888075"/>
            <a:ext cx="12364637" cy="20416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Images must be added to the project's Resources first.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resource name must match the name used in the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4334846" name="object 3"/>
          <p:cNvSpPr txBox="1"/>
          <p:nvPr/>
        </p:nvSpPr>
        <p:spPr bwMode="auto">
          <a:xfrm>
            <a:off x="380997" y="888075"/>
            <a:ext cx="12372917" cy="3747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pictureBox1.Image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Specifies the image displayed by the PictureBox.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 changed at runtime.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Resources.Spiderman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Represents the Spiderman image stored in Resources.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the image assigned to the PictureBox.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286753" name="object 3"/>
          <p:cNvSpPr txBox="1"/>
          <p:nvPr/>
        </p:nvSpPr>
        <p:spPr bwMode="auto">
          <a:xfrm>
            <a:off x="380997" y="888075"/>
            <a:ext cx="12384436" cy="1889206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resource name is different, Resources.Spiderman will not be available.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Image property can be changed during program execution.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344191" name="object 3"/>
          <p:cNvSpPr txBox="1"/>
          <p:nvPr/>
        </p:nvSpPr>
        <p:spPr bwMode="auto">
          <a:xfrm>
            <a:off x="380997" y="888075"/>
            <a:ext cx="12385511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PictureBox displays images in a Windows Forms application.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Resources provides access to stored project images.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Image specifies which image the PictureBox displays.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Button Click events can be used to change the displayed image.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13680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355</cp:revision>
  <dcterms:created xsi:type="dcterms:W3CDTF">2025-12-09T17:44:59Z</dcterms:created>
  <dcterms:modified xsi:type="dcterms:W3CDTF">2026-10-06T12:51:22Z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