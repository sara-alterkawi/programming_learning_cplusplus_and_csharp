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495350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12958857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8478269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8774115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8105497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54072739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12215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0656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5139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93483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23881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63971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33481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941811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71129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5941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932755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6392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12931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01754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49916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B83CE4-3D67-0FA8-C2FA-EFF6B0C58997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38016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62198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88875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61805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54397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23877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75614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63032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25130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46958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73203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34895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48545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78556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14599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2082914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34492137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56561474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1857344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9444463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3446577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89423119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8894640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9647376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9770979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370315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080695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20520068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668391457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968021380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52153246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82144055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2527741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429110110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3810700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52318577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68739275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77624822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7484567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27521837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82126470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673028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3787167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979822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5035937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54262154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8434345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617860249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43112498" name="object 30"/>
          <p:cNvSpPr txBox="1"/>
          <p:nvPr/>
        </p:nvSpPr>
        <p:spPr bwMode="auto">
          <a:xfrm>
            <a:off x="0" y="1143000"/>
            <a:ext cx="13110862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Web VS Desktop Applications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05425407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489573481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338192447" name="object 30"/>
          <p:cNvSpPr txBox="1"/>
          <p:nvPr/>
        </p:nvSpPr>
        <p:spPr bwMode="auto">
          <a:xfrm flipH="0" flipV="0">
            <a:off x="106425" y="3084201"/>
            <a:ext cx="13277090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Web VS Desktop Applications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5049989" name="object 3"/>
          <p:cNvSpPr txBox="1"/>
          <p:nvPr/>
        </p:nvSpPr>
        <p:spPr bwMode="auto">
          <a:xfrm>
            <a:off x="380997" y="888075"/>
            <a:ext cx="12385508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Web-Based Applications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Applications accessed through a web browser, usually relying on remote servers.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Normally do not require installation on the user's computer.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2887264" name="object 3"/>
          <p:cNvSpPr txBox="1"/>
          <p:nvPr/>
        </p:nvSpPr>
        <p:spPr bwMode="auto">
          <a:xfrm>
            <a:off x="380997" y="888075"/>
            <a:ext cx="12384070" cy="48752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Web Applications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Accessed through a browser.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Usually depend on remote servers for processing or data.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Generally easier to access and update.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Offline use is usually limited.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Desktop Applications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Installed and run mainly on the local computer.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Can often work without an Internet connection.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Can use local hardware and resources directly.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Require installation and local storage.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5073556" name="object 3"/>
          <p:cNvSpPr txBox="1"/>
          <p:nvPr/>
        </p:nvSpPr>
        <p:spPr bwMode="auto">
          <a:xfrm>
            <a:off x="380997" y="888075"/>
            <a:ext cx="12387309" cy="2670875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21911">
              <a:spcBef>
                <a:spcPts val="1214"/>
              </a:spcBef>
              <a:defRPr/>
            </a:pPr>
            <a:r>
              <a:rPr lang="en-GB" sz="4000" b="1" spc="-16">
                <a:solidFill>
                  <a:schemeClr val="tx1"/>
                </a:solidFill>
                <a:latin typeface="Comic Sans MS"/>
                <a:cs typeface="Comic Sans MS"/>
              </a:rPr>
              <a:t>📖 </a:t>
            </a:r>
            <a:r>
              <a:rPr sz="4000" b="1" spc="-16">
                <a:solidFill>
                  <a:schemeClr val="tx1"/>
                </a:solidFill>
                <a:latin typeface="Comic Sans MS"/>
                <a:cs typeface="Comic Sans MS"/>
              </a:rPr>
              <a:t>Procedure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Web Application: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Browser → Internet → Server → Application/Data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Desktop Application: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Computer → Installed Application → Local Resources/Data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4622242" name="object 3"/>
          <p:cNvSpPr txBox="1"/>
          <p:nvPr/>
        </p:nvSpPr>
        <p:spPr bwMode="auto">
          <a:xfrm>
            <a:off x="380997" y="888075"/>
            <a:ext cx="12384436" cy="16608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Microsoft Word, Excel, Photoshop, Web Browsers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6932292" name="object 3"/>
          <p:cNvSpPr txBox="1"/>
          <p:nvPr/>
        </p:nvSpPr>
        <p:spPr bwMode="auto">
          <a:xfrm>
            <a:off x="380997" y="888075"/>
            <a:ext cx="12364637" cy="24148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Desktop applications are not automatically more private or cheaper.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Modern desktop applications can support automatic updates.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Web applications can also provide high performance depending on their design.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2130726" name="object 3"/>
          <p:cNvSpPr txBox="1"/>
          <p:nvPr/>
        </p:nvSpPr>
        <p:spPr bwMode="auto">
          <a:xfrm>
            <a:off x="380997" y="888075"/>
            <a:ext cx="12372917" cy="67340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Web Application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Usually does not require installation.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Usually requires Internet access.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Accessed through a web browser.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Updates are usually handled on the server.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More portable across compatible devices.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Offline use is generally limited.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Desktop Application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Usually requires installation.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often work without Internet.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Runs through an installed application.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local storage and computer resources.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provide greater hardware access.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May require updates on the user's device.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5477515" name="object 3"/>
          <p:cNvSpPr txBox="1"/>
          <p:nvPr/>
        </p:nvSpPr>
        <p:spPr bwMode="auto">
          <a:xfrm>
            <a:off x="380997" y="888075"/>
            <a:ext cx="12385511" cy="3740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Web applications are accessed through a browser and generally rely on remote services.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Desktop applications are installed and run mainly on the local computer.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Web applications are generally easier to access and update.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Desktop applications can offer offline use and greater local resource access.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Neither approach is always better; the choice depends on the application requirements.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5270702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355</cp:revision>
  <dcterms:created xsi:type="dcterms:W3CDTF">2025-12-09T17:44:59Z</dcterms:created>
  <dcterms:modified xsi:type="dcterms:W3CDTF">2026-10-06T08:23:26Z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