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03145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867982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672910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058135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2966028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957378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4448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5461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061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341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4749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8924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0225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12217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489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539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2438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588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481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7331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11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6908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280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422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719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4275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257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4285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669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4676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7633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4780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368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1045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090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1096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4805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1777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67520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006597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527161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052136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2129496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81829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668136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541911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052502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710583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845200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6771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646088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1501693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1586290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088191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6347525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363827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7944194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558441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199773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49890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8339070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07686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755536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1975803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8252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511726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541102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824319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7229877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88991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2917704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14381958" name="object 30"/>
          <p:cNvSpPr txBox="1"/>
          <p:nvPr/>
        </p:nvSpPr>
        <p:spPr bwMode="auto">
          <a:xfrm>
            <a:off x="0" y="1143000"/>
            <a:ext cx="1310798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Managed Vs Unmanaged Code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744281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1528064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69803021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Managed Vs Unmanaged Code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183857" name="object 3"/>
          <p:cNvSpPr txBox="1"/>
          <p:nvPr/>
        </p:nvSpPr>
        <p:spPr bwMode="auto">
          <a:xfrm>
            <a:off x="380997" y="888075"/>
            <a:ext cx="12367870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Managed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Code that executes under the control of the CLR.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CLR provides services such as GC, exception handling, type safety, and runtime support.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Unmanaged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Code that executes outside the CLR.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Commonly associated with native C/C++ and operating-system APIs.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179368" name="object 3"/>
          <p:cNvSpPr txBox="1"/>
          <p:nvPr/>
        </p:nvSpPr>
        <p:spPr bwMode="auto">
          <a:xfrm>
            <a:off x="380997" y="888075"/>
            <a:ext cx="12382632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Managed Execution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is normally compiled into 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CLR loads the assembly and manages its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Garbage Collector manages ordinary managed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Unmanaged Execution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Native code is compiled directly into machine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executes outside the CLR.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Resource management is handled by the programmer or native runtime mechanisms.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162840" name="object 3"/>
          <p:cNvSpPr txBox="1"/>
          <p:nvPr/>
        </p:nvSpPr>
        <p:spPr bwMode="auto">
          <a:xfrm>
            <a:off x="380997" y="888075"/>
            <a:ext cx="12396309" cy="30366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Managed: C# → IL → CLR → JIT → Native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Unmanaged: Native Source → Native Compiler → Native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Managed code can communicate with native code through interoperability mechanisms.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P/Invoke is one example of managed-to-native interoperability.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27634" name="object 3"/>
          <p:cNvSpPr txBox="1"/>
          <p:nvPr/>
        </p:nvSpPr>
        <p:spPr bwMode="auto">
          <a:xfrm>
            <a:off x="380997" y="888075"/>
            <a:ext cx="12372918" cy="35622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Managed: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→ IL → CLR → JIT → Native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Unmanaged: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C++ → Native Code → Operating System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Managed code runs under the CLR, while unmanaged code runs outside the CLR.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282393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C++ can be managed or unmanaged depending on how it is compiled.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Managed memory is handled by the .NET GC.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Unmanaged resources may require explicit cleanup.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693448" name="object 3"/>
          <p:cNvSpPr txBox="1"/>
          <p:nvPr/>
        </p:nvSpPr>
        <p:spPr bwMode="auto">
          <a:xfrm>
            <a:off x="380997" y="888075"/>
            <a:ext cx="12365714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memorize "C# = managed, C++ = unmanaged" as an absolute rule.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C++/CLI can interact with managed .NET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164884" name="object 3"/>
          <p:cNvSpPr txBox="1"/>
          <p:nvPr/>
        </p:nvSpPr>
        <p:spPr bwMode="auto">
          <a:xfrm>
            <a:off x="380997" y="888075"/>
            <a:ext cx="12370759" cy="5393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Managed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Runs under the CLR.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.NET runtime services.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Garbage Collection manages managed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 in C#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Unmanaged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Runs outside the CLR.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 in native C/C++.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more direct native/system interaction.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Resource management may require explicit handling.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22318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Managed code runs under the CLR.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Unmanaged code runs outside the CLR.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CLR provides GC and other runtime services.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Native C/C++ is commonly unmanaged.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Managed and unmanaged code can communicate through interoperability.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classification depends on how the code is executed.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22019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2026-09-29T06:29:53Z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