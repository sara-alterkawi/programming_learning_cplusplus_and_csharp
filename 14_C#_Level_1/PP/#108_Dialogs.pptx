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0689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832431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219946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0960273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644540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3966270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77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97876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88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4628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2161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669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55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6405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673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511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8944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78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4C4668-1D67-C739-E10D-6CC2B3383E51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068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835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657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62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086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642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F1C2E6-FA47-7A8E-C1E8-5EE3F4705F65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6545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4612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807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BAE813-E10E-501C-06CE-CF50D9B050C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4896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692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9764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0D8884-21CE-CCE3-073A-632D0E26104C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770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2142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2041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366C4F-EC95-6F55-243D-B0481759F036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138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081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905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818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945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653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962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0880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63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EF533C-2B61-DE0C-7818-D7897EE8B043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7706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895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7258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E4ABC2-186E-ECA8-553A-A1319A18351C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83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9684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7079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227D71-1496-AC18-37AE-204E0CEE528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853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0915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4492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C3FF7B-B1B7-F912-50DD-0CC7224E3801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180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816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51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D60E06-DC60-6C94-B4B2-AA16EBFC12F9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656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26042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20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3370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6841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425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708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83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984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5872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3842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780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907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6514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4328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75126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50369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189116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946486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207361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74818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421483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499491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601982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158019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98910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9769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512759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2545874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2673901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725370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168372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159296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2433416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282515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337491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970432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0609488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9383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590173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87984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7041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668766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745896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385742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0121492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63486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7180439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27853167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Dialogs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184888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3723731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44231485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Dialogs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723010" name="object 3"/>
          <p:cNvSpPr txBox="1"/>
          <p:nvPr/>
        </p:nvSpPr>
        <p:spPr bwMode="auto">
          <a:xfrm>
            <a:off x="380997" y="888075"/>
            <a:ext cx="12385508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Windows Forms Dialogs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Standard dialogs that allow the user to interact with files, folders, colors, and fonts.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Common dialogs include ColorDialog, FolderBrowserDialog, FontDialog, OpenFileDialog, and SaveFileDialog.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485841" name="object 3"/>
          <p:cNvSpPr txBox="1"/>
          <p:nvPr/>
        </p:nvSpPr>
        <p:spPr bwMode="auto">
          <a:xfrm>
            <a:off x="380997" y="888075"/>
            <a:ext cx="12384070" cy="2628220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ShowDialog()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Opens the dialog and waits for the user's response.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result is usually checked with DialogResult.OK before applying the selection.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110392" name="object 3"/>
          <p:cNvSpPr txBox="1"/>
          <p:nvPr/>
        </p:nvSpPr>
        <p:spPr bwMode="auto">
          <a:xfrm>
            <a:off x="380997" y="888075"/>
            <a:ext cx="123840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ColorDialog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Allows the user to select a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selected color is available through Color and can be assigned to BackColor or ForeColor.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729886" name="object 3"/>
          <p:cNvSpPr txBox="1"/>
          <p:nvPr/>
        </p:nvSpPr>
        <p:spPr bwMode="auto">
          <a:xfrm>
            <a:off x="380997" y="888075"/>
            <a:ext cx="12384070" cy="2635714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FolderBrowserDialog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Allows the user to select a folder.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SelectedPath contains the selected folder path.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ShowNewFolderButton allows the user to create a new folder.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17139" name="object 3"/>
          <p:cNvSpPr txBox="1"/>
          <p:nvPr/>
        </p:nvSpPr>
        <p:spPr bwMode="auto">
          <a:xfrm>
            <a:off x="380997" y="888075"/>
            <a:ext cx="12384070" cy="3374727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FontDialog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Allows the user to select font settings such as font, size, style, effects, and optionally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ShowColor enables color selection.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ShowApply displays the Apply button.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Font and Color contain the selected settings.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04460" name="object 3"/>
          <p:cNvSpPr txBox="1"/>
          <p:nvPr/>
        </p:nvSpPr>
        <p:spPr bwMode="auto">
          <a:xfrm>
            <a:off x="380997" y="888075"/>
            <a:ext cx="12384070" cy="3008967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OpenFileDialog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Allows the user to select an existing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FileName contains one selected file path.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FileNames contains all selected file paths when Multiselect is enabled.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Filter controls the available file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65298" name="object 3"/>
          <p:cNvSpPr txBox="1"/>
          <p:nvPr/>
        </p:nvSpPr>
        <p:spPr bwMode="auto">
          <a:xfrm>
            <a:off x="380997" y="888075"/>
            <a:ext cx="12384070" cy="3008967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SaveFileDialog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Allows the user to choose a file name and location for saving.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FileName contains the selected save path.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DefaultExt defines the default file extension.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Filter controls the available file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450383" name="object 3"/>
          <p:cNvSpPr txBox="1"/>
          <p:nvPr/>
        </p:nvSpPr>
        <p:spPr bwMode="auto">
          <a:xfrm>
            <a:off x="380997" y="888075"/>
            <a:ext cx="12387309" cy="300896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Configure the required dialog properties.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Use ShowDialog() to open the dialog.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for DialogResult.OK.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Get the selected value using the appropriate property.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Apply or use the selected value in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44729" name="object 3"/>
          <p:cNvSpPr txBox="1"/>
          <p:nvPr/>
        </p:nvSpPr>
        <p:spPr bwMode="auto">
          <a:xfrm>
            <a:off x="380997" y="888075"/>
            <a:ext cx="12384795" cy="29789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ColorDialog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 (colorDialog1.ShowDialog() == DialogResult.OK)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textBox1.BackColor = colorDialog1.Color;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831798" name="object 3"/>
          <p:cNvSpPr txBox="1"/>
          <p:nvPr/>
        </p:nvSpPr>
        <p:spPr bwMode="auto">
          <a:xfrm>
            <a:off x="380997" y="888075"/>
            <a:ext cx="12384795" cy="334475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FolderBrowserDialog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folderBrowserDialog1.ShowNewFolderButton = true;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 (folderBrowserDialog1.ShowDialog() == DialogResult.OK)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MessageBox.Show(folderBrowserDialog1.SelectedPath);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212117" name="object 3"/>
          <p:cNvSpPr txBox="1"/>
          <p:nvPr/>
        </p:nvSpPr>
        <p:spPr bwMode="auto">
          <a:xfrm>
            <a:off x="380997" y="888075"/>
            <a:ext cx="12384795" cy="407627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FontDialog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fontDialog1.ShowColor = true;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fontDialog1.Font = textBox1.Font;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 (fontDialog1.ShowDialog() == DialogResult.OK)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textBox1.Font = fontDialog1.Font;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textBox1.ForeColor = fontDialog1.Color;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887128" name="object 3"/>
          <p:cNvSpPr txBox="1"/>
          <p:nvPr/>
        </p:nvSpPr>
        <p:spPr bwMode="auto">
          <a:xfrm>
            <a:off x="380997" y="888075"/>
            <a:ext cx="12384795" cy="334475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OpenFileDialog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openFileDialog1.Filter = "Text files (*.txt)|*.txt|All files (*.*)|*.*";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 (openFileDialog1.ShowDialog() == DialogResult.OK)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MessageBox.Show(openFileDialog1.FileName);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131993" name="object 3"/>
          <p:cNvSpPr txBox="1"/>
          <p:nvPr/>
        </p:nvSpPr>
        <p:spPr bwMode="auto">
          <a:xfrm>
            <a:off x="380997" y="888075"/>
            <a:ext cx="12384795" cy="37105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SaveFileDialog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saveFileDialog1.DefaultExt = "txt";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saveFileDialog1.Filter = "Text files (*.txt)|*.txt|All files (*.*)|*.*";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 (saveFileDialog1.ShowDialog() == DialogResult.OK)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MessageBox.Show(saveFileDialog1.FileName);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744198" name="object 3"/>
          <p:cNvSpPr txBox="1"/>
          <p:nvPr/>
        </p:nvSpPr>
        <p:spPr bwMode="auto">
          <a:xfrm>
            <a:off x="380997" y="888075"/>
            <a:ext cx="12366436" cy="6544061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6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Common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ShowDialog() → opens the dialog and waits for the user's response.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DialogResult.OK → confirms the user's selection.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ColorDialog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Color → selected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FolderBrowserDialog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SelectedPath → selected folder path.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ShowNewFolderButton → allows creating a new folder.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FontDialog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Font → selected font.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Color → selected font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ShowColor → enables color selection.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ShowApply → displays Apply.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ShowEffects → enables font effects.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379217" name="object 3"/>
          <p:cNvSpPr txBox="1"/>
          <p:nvPr/>
        </p:nvSpPr>
        <p:spPr bwMode="auto">
          <a:xfrm>
            <a:off x="380997" y="888075"/>
            <a:ext cx="12364996" cy="538913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OpenFileDialog / SaveFileDialog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InitialDirectory → sets the starting folder.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Title → sets the dialog title.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Filter → defines available file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FilterIndex → selects the default filter.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FileName → selected file path.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OpenFileDialog only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Multiselect → allows selecting multiple files.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FileNames → contains all selected file paths.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SaveFileDialog only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DefaultExt → defines the default file extension.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195699" name="object 3"/>
          <p:cNvSpPr txBox="1"/>
          <p:nvPr/>
        </p:nvSpPr>
        <p:spPr bwMode="auto">
          <a:xfrm>
            <a:off x="380997" y="888075"/>
            <a:ext cx="12373276" cy="74580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ColorDialog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Selects a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FontDialog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Selects font settings and optionally a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FolderBrowserDialog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Selects a folder.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path through SelectedPath.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OpenFileDialog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Selects an existing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FileName or FileNames.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SaveFileDialog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Selects a file name and save location.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FileName.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792755" name="object 3"/>
          <p:cNvSpPr txBox="1"/>
          <p:nvPr/>
        </p:nvSpPr>
        <p:spPr bwMode="auto">
          <a:xfrm>
            <a:off x="380997" y="888075"/>
            <a:ext cx="12384795" cy="336723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Always check DialogResult.OK before using the selected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OpenFileDialog selects an existing file, while SaveFileDialog only chooses the location and name for saving.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SaveFileDialog does not save the file content automatically; file-writing code is still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FolderBrowserDialog selects a folder, not a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499467" name="object 3"/>
          <p:cNvSpPr txBox="1"/>
          <p:nvPr/>
        </p:nvSpPr>
        <p:spPr bwMode="auto">
          <a:xfrm>
            <a:off x="380997" y="888075"/>
            <a:ext cx="12385511" cy="38785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ColorDialog → selects a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FolderBrowserDialog → selects a folder.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FontDialog → selects font settings and optionally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OpenFileDialog → selects existing file(s).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SaveFileDialog → selects a file name and save location.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ShowDialog() → opens the dialog.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DialogResult.OK → confirms the selection.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66674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357</cp:revision>
  <dcterms:created xsi:type="dcterms:W3CDTF">2025-12-09T17:44:59Z</dcterms:created>
  <dcterms:modified xsi:type="dcterms:W3CDTF">2026-10-07T07:28:53Z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