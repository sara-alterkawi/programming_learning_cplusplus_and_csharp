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01431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5602903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0381215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4636387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5590592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1683140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12075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5749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4444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519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50028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89646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5949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5203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9941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88181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495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376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14883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7259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6532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83CE4-3D67-0FA8-C2FA-EFF6B0C5899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0931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722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00297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438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26961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68492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5741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7827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7096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65288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09119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15285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B93161-CB31-2A59-CFBB-66340BF80951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0170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5595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8190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851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23423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68320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20258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01382018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792987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4632007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9571267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5193631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5350947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441029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223797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684199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2868395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54265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439372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1352944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2448804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8138111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4168051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5814098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99047504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3824038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306073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59374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8418866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6391364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4470216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9021052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24977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4944553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7009698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353436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4613045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42016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40041786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622388815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ComboBox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33743911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64036278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529584329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ComboBox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9403061" name="object 3"/>
          <p:cNvSpPr txBox="1"/>
          <p:nvPr/>
        </p:nvSpPr>
        <p:spPr bwMode="auto">
          <a:xfrm>
            <a:off x="380997" y="888075"/>
            <a:ext cx="12385508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ComboBox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Windows Forms control that displays a drop-down list of items.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user can select an item and, depending on its configuration, type a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164864" name="object 3"/>
          <p:cNvSpPr txBox="1"/>
          <p:nvPr/>
        </p:nvSpPr>
        <p:spPr bwMode="auto">
          <a:xfrm>
            <a:off x="380997" y="888075"/>
            <a:ext cx="12384070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Items Collection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Stores the available items in the ComboBox.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Items can be added using Items.Add().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Selection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SelectedItem returns the currently selected item.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SelectedIndex returns the index of the selected item.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Selection Event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SelectedIndexChanged runs when the selected item changes.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043202" name="object 3"/>
          <p:cNvSpPr txBox="1"/>
          <p:nvPr/>
        </p:nvSpPr>
        <p:spPr bwMode="auto">
          <a:xfrm>
            <a:off x="380997" y="888075"/>
            <a:ext cx="12387309" cy="3755472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sz="4000" b="1" spc="-16">
                <a:solidFill>
                  <a:schemeClr val="tx1"/>
                </a:solidFill>
                <a:latin typeface="Comic Sans MS"/>
                <a:cs typeface="Comic Sans MS"/>
              </a:rPr>
              <a:t>Procedure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Add a ComboBox to the Windows 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Add items using Items.Add().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Display the drop-down list.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Select an item.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Get the selected item using SelectedItem.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Get its position using SelectedIndex.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Handle changes using SelectedIndexChanged.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979697" name="object 3"/>
          <p:cNvSpPr txBox="1"/>
          <p:nvPr/>
        </p:nvSpPr>
        <p:spPr bwMode="auto">
          <a:xfrm>
            <a:off x="380997" y="888075"/>
            <a:ext cx="12384795" cy="846539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private void Form1_Load(object sender, EventArgs e)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comboBox1.Items.Add("Sweden");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comboBox1.Items.Add("Saudi Arabia");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comboBox1.Items.Add("Germany");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private void comboBox1_SelectedIndexChanged(object sender, EventArgs e)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MessageBox.Show(comboBox1.SelectedItem.ToString());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ComboBox: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Sweden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Saudi Arabia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Germany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If the user selects: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Saudi Arabia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MessageBox: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Saudi Arabia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898632" name="object 3"/>
          <p:cNvSpPr txBox="1"/>
          <p:nvPr/>
        </p:nvSpPr>
        <p:spPr bwMode="auto">
          <a:xfrm>
            <a:off x="380997" y="888075"/>
            <a:ext cx="12364996" cy="341738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SelectedIndex starts from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First item → index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Second item → index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no item is selected, SelectedIndex is usually -1.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DropDownStyle controls whether the user can type into the ComboBox.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Text gets or sets the displayed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9535368" name="object 3"/>
          <p:cNvSpPr txBox="1"/>
          <p:nvPr/>
        </p:nvSpPr>
        <p:spPr bwMode="auto">
          <a:xfrm>
            <a:off x="380997" y="888075"/>
            <a:ext cx="12373276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ComboBox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Displays items in a drop-down list.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Allows the user to select an item.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SelectedItem and SelectedIndex.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ListBox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Displays items directly in a list.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use a drop-down list.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support multiple selections.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9137664" name="object 3"/>
          <p:cNvSpPr txBox="1"/>
          <p:nvPr/>
        </p:nvSpPr>
        <p:spPr bwMode="auto">
          <a:xfrm>
            <a:off x="380997" y="888075"/>
            <a:ext cx="12384795" cy="2628219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SelectedItem can be null when no item is selected.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Calling SelectedItem.ToString() without checking can cause a NullReferenceException.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Duplicate items are allowed.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167031" name="object 3"/>
          <p:cNvSpPr txBox="1"/>
          <p:nvPr/>
        </p:nvSpPr>
        <p:spPr bwMode="auto">
          <a:xfrm>
            <a:off x="380997" y="888075"/>
            <a:ext cx="12385511" cy="425179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ComboBox provides a drop-down list for selecting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Items → stores the available items.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Items.Add() → adds an item.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SelectedItem → gets the selected item.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SelectedIndex → gets its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SelectedIndexChanged → detects selection changes.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Text → gets or sets the displayed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DropDownStyle → controls the input behavior.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01829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356</cp:revision>
  <dcterms:created xsi:type="dcterms:W3CDTF">2025-12-09T17:44:59Z</dcterms:created>
  <dcterms:modified xsi:type="dcterms:W3CDTF">2026-10-06T14:06:46Z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