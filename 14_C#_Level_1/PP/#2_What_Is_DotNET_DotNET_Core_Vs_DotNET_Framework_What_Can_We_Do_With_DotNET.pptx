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6722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21484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9002554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031076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8153941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385780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9020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8471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561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20711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6773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055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92231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849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543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57031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5220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944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5888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492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60A85-D1A0-79F6-55A1-8F09F20411F5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2888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9411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7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61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1020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1206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201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520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088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814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56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311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37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441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357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897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0379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570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7308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5027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09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81979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513768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25851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374020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68194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34785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153621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107330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577520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427317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9793755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6404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164948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3804277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5277338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185071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6216784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968799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8974062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498733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45409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03039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8078661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36872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520602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938574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79259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51496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904835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32570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900713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04634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360934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8902139" name="object 30"/>
          <p:cNvSpPr txBox="1"/>
          <p:nvPr/>
        </p:nvSpPr>
        <p:spPr bwMode="auto">
          <a:xfrm>
            <a:off x="0" y="1143000"/>
            <a:ext cx="13111585" cy="615058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What is .NET?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.NET Core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.NET Framework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8725764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6587946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08400984" name="object 30"/>
          <p:cNvSpPr txBox="1"/>
          <p:nvPr/>
        </p:nvSpPr>
        <p:spPr bwMode="auto">
          <a:xfrm flipH="0" flipV="0">
            <a:off x="106425" y="3084201"/>
            <a:ext cx="13275655" cy="245082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What is .NET?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.NET Core vs .NET Framework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344066" name="object 3"/>
          <p:cNvSpPr txBox="1"/>
          <p:nvPr/>
        </p:nvSpPr>
        <p:spPr bwMode="auto">
          <a:xfrm>
            <a:off x="380997" y="888075"/>
            <a:ext cx="12367870" cy="78237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.NET	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is a free, open-source, cross-platform developer platform maintained by Microsoft and the .NET community.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provides languages, runtime environments, libraries, development tools, and frameworks for different application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Common .NET languages include C#, F#, and Visual Basic.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is a platform, not a programming language.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.NET Framework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Framework is an older implementation of the .NET platform designed primarily for Windows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provides a runtime, class libraries, and technologies for Windows desktop and web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.NET Core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Core was Microsoft's cross-platform, open-source, and modular implementation of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supported Windows, Linux, and macOS.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name ".NET Core" was used through .NET Core 3.1.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Starting with .NET 5, Microsoft unified the platform under the name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513563" name="object 3"/>
          <p:cNvSpPr txBox="1"/>
          <p:nvPr/>
        </p:nvSpPr>
        <p:spPr bwMode="auto">
          <a:xfrm>
            <a:off x="380997" y="888075"/>
            <a:ext cx="12383352" cy="836516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.NET 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.NET 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├── 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├── F#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├── Visual Basic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├── Runtime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├── Libraries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└── Tools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Developers can use different .NET languages while working with the same overall platform and libraries.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.NET Evolution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.NET Framework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+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.NET Core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↓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Modern .NET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(.NET 5+)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341351" name="object 3"/>
          <p:cNvSpPr txBox="1"/>
          <p:nvPr/>
        </p:nvSpPr>
        <p:spPr bwMode="auto">
          <a:xfrm>
            <a:off x="380997" y="888075"/>
            <a:ext cx="12383711" cy="7130031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Framework → older, Windows-focused implementation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Core → cross-platform implementation used before the unified .NET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Modern .NET → unified platform beginning with .NET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.NET Standard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Standard was a formal specification of APIs that different .NET implementations could support.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helped libraries target common APIs across different .NET implementations.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new modern .NET development, it is generally less central because modern .NET versions share a common API surface.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.NET Architecture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Runtime executes applications and provides services such as memory management, garbage collection, and exception handling.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Base Class Library provides reusable APIs.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supports multiple programming languages.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295152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Choose the application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Choose a .NET language such as C#.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Choose the appropriate .NET framework or technology.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the .NET runtime and libraries.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Build and run the application on the target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637810" name="object 3"/>
          <p:cNvSpPr txBox="1"/>
          <p:nvPr/>
        </p:nvSpPr>
        <p:spPr bwMode="auto">
          <a:xfrm>
            <a:off x="380997" y="888075"/>
            <a:ext cx="12372918" cy="50354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Suppose you want to create a web API: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ASP.NET Core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.NET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Windows / Linux / macOS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 can build a cross-platform web API using C# and ASP.NET Core.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169017" name="object 3"/>
          <p:cNvSpPr txBox="1"/>
          <p:nvPr/>
        </p:nvSpPr>
        <p:spPr bwMode="auto">
          <a:xfrm>
            <a:off x="380997" y="888075"/>
            <a:ext cx="12363559" cy="694693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C# ≠ .NET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→ Programming language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→ Development 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ASP.NET Core → Web framework built on .NET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Programming Language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.NET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ASP.NET Core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Web Framework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Modern .NET versions include .NET 5, .NET 6, .NET 7, .NET 8, .NET 9, and .NET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278813" name="object 3"/>
          <p:cNvSpPr txBox="1"/>
          <p:nvPr/>
        </p:nvSpPr>
        <p:spPr bwMode="auto">
          <a:xfrm>
            <a:off x="380997" y="888075"/>
            <a:ext cx="12365714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say ".NET is a programming language."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.NET is a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treat .NET Core and modern .NET as separate current platforms.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.NET Core was the earlier name for the cross-platform line before the unified .NET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assume .NET Framework is the same thing as modern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They are different implementations/generations.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475543" name="object 3"/>
          <p:cNvSpPr txBox="1"/>
          <p:nvPr/>
        </p:nvSpPr>
        <p:spPr bwMode="auto">
          <a:xfrm>
            <a:off x="380997" y="888075"/>
            <a:ext cx="12370759" cy="87451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.NET Framework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Older implementation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Primarily Windows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Large existing ecosystem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heavily by legacy applications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technologies such as WPF and Windows Forms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.NET Core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Cross-platform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Open-source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Modular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High performance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Older name for the modern cross-platform .NET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Modern .NET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Unified 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Cross-platform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Open-source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Actively developed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for most new .NET development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623236" name="object 3"/>
          <p:cNvSpPr txBox="1"/>
          <p:nvPr/>
        </p:nvSpPr>
        <p:spPr bwMode="auto">
          <a:xfrm>
            <a:off x="380997" y="888075"/>
            <a:ext cx="12384432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.NET is a development platform created and maintained by Microsoft and the .NET community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supports languages such as C#, F#, and Visual Basic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.NET Framework is the older Windows-focused implementation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.NET Core was the earlier cross-platform implementation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Starting with .NET 5, Microsoft unified the platform under the name .NET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Modern .NET runs on Windows, Linux, and macOS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.NET can be used for desktop, web, cloud, mobile, gaming, IoT, and AI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C# = Language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.NET = 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ASP.NET Core = Web Framework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52353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2026-09-28T13:48:20Z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