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82147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47489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4749427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7358049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768965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952172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322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8551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7967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79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0615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828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1203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034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2502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2185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279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29438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3017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07404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98434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24882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01202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75655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09004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0009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5333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956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39645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15708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5513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8841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08044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78945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6607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6966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0168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6777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122887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299975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186625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795422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3708356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1273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58954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810567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01554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278442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877150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65838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802416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5205834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96996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03732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1346045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686376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251981337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687171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677793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162695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273895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70813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43647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199766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51453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9866628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2393462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9428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6560203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46745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629815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77576113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Common Language Specification (CLS)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44165157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3607354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896337896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Common Language Specification (CLS)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45797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CLS — Common Language Specification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CLS is a set of rules that .NET languages follow to improve interoperability between code written in different .NET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represents a subset of the Common Type System rules intended to support language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900088" name="object 3"/>
          <p:cNvSpPr txBox="1"/>
          <p:nvPr/>
        </p:nvSpPr>
        <p:spPr bwMode="auto">
          <a:xfrm>
            <a:off x="380997" y="888075"/>
            <a:ext cx="12382632" cy="67466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Different 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.NET supports multiple languages such as C#, Visual Basic, and F#.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Each language has its own syntax and language-specific features.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Rules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CLS defines a common set of rules for public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Following CLS rules makes libraries easier to consume from other CLS-compliant .NET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Language Interoperability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↘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.NET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↗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VB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code can interact with VB code when compatible APIs are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Libraries can be shared between .NET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242850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code in a .NET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public types and members.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Follow CLS rules for public APIs when cross-language interoperability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Compile the code into .NET assemblies.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Allow other compatible .NET languages to consume the library.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615253" name="object 3"/>
          <p:cNvSpPr txBox="1"/>
          <p:nvPr/>
        </p:nvSpPr>
        <p:spPr bwMode="auto">
          <a:xfrm>
            <a:off x="380997" y="888075"/>
            <a:ext cx="12372918" cy="50354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Library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CLS-compliant Public API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.NET Assembly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Visual Basic / F# / Other .NET Language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 Different .NET languages can work with the same library when its exposed API follows compatible rules.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955471" name="object 3"/>
          <p:cNvSpPr txBox="1"/>
          <p:nvPr/>
        </p:nvSpPr>
        <p:spPr bwMode="auto">
          <a:xfrm>
            <a:off x="380997" y="888075"/>
            <a:ext cx="12363559" cy="3146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CLS is a specification/set of rules, not a runtime service like the Garbage Collector or JIT.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CLS focuses mainly on language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Not every feature available in one .NET language is necessarily CLS-compliant for public APIs.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2086568" name="object 3"/>
          <p:cNvSpPr txBox="1"/>
          <p:nvPr/>
        </p:nvSpPr>
        <p:spPr bwMode="auto">
          <a:xfrm>
            <a:off x="380997" y="888075"/>
            <a:ext cx="12365714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confuse CLS with 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Defines the common .NET type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Describes the types available to .NET 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🟥 CLS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Defines rules for language interoperability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✔️ Represents a subset of CTS-related rules for public APIs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993328" name="object 3"/>
          <p:cNvSpPr txBox="1"/>
          <p:nvPr/>
        </p:nvSpPr>
        <p:spPr bwMode="auto">
          <a:xfrm>
            <a:off x="380997" y="888075"/>
            <a:ext cx="12370759" cy="53933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Defines .NET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Broader type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type compatibility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Provides the foundation for .NET language interoperability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Defines common language rules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language interoperability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Helps different .NET languages consume compatible APIs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a subset of CTS rules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173442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CLS = Common Language Specification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CLS defines rules for interoperability between .NET 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CTS defines the common .NET type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CLS represents a subset of CTS-related rules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CLS is especially important for public APIs intended for use across .NET 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CLS is a specification, not a runtime component like JIT or GC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99143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2026-09-28T14:00:51Z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