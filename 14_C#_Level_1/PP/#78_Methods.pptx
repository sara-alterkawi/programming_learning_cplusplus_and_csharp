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 /><Relationship Id="rId15" Type="http://schemas.openxmlformats.org/officeDocument/2006/relationships/tableStyles" Target="tableStyles.xml" /><Relationship Id="rId16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3146101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080546771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920474063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87195692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084010681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982395115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988580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201765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754207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033185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845842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0913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916504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756898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92935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091338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3805501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55488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329107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693719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113426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180539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3435692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67645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210053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240055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95656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754833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713488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7786282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188640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177021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490699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8616518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68929426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93896627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62879589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469799072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6491955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623833113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116723700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71984736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63255157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688490979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7128605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0359771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290378389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269179981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62768334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2845456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5643699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233599019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326332700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73022944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55138031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983346130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7990942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682302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856330310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966720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55588145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72157568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17267978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562725448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211638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1636222879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855910366" name="object 30"/>
          <p:cNvSpPr txBox="1"/>
          <p:nvPr/>
        </p:nvSpPr>
        <p:spPr bwMode="auto">
          <a:xfrm>
            <a:off x="0" y="1143000"/>
            <a:ext cx="13110862" cy="31517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C#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</a:t>
            </a:r>
            <a:r>
              <a:rPr sz="6000" b="1">
                <a:solidFill>
                  <a:schemeClr val="bg1"/>
                </a:solidFill>
                <a:latin typeface="Comic Sans MS"/>
                <a:cs typeface="Comic Sans MS"/>
              </a:rPr>
              <a:t>1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Methods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37454103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2112279023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181382303" name="object 30"/>
          <p:cNvSpPr txBox="1"/>
          <p:nvPr/>
        </p:nvSpPr>
        <p:spPr bwMode="auto">
          <a:xfrm flipH="0" flipV="0">
            <a:off x="106425" y="3084201"/>
            <a:ext cx="13277090" cy="175600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C#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 </a:t>
            </a:r>
            <a:r>
              <a:rPr sz="2400" spc="-16">
                <a:solidFill>
                  <a:srgbClr val="FFFFFF"/>
                </a:solidFill>
                <a:latin typeface="Comic Sans MS"/>
                <a:cs typeface="Comic Sans MS"/>
              </a:rPr>
              <a:t>1</a:t>
            </a:r>
            <a:endParaRPr/>
          </a:p>
          <a:p>
            <a:pPr marL="2786346" algn="ctr">
              <a:spcBef>
                <a:spcPts val="671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Methods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73321246" name="object 3"/>
          <p:cNvSpPr txBox="1"/>
          <p:nvPr/>
        </p:nvSpPr>
        <p:spPr bwMode="auto">
          <a:xfrm>
            <a:off x="380997" y="888075"/>
            <a:ext cx="12385508" cy="226246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Method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A method is a block of reusable code that runs when it is called.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It can perform an action, receive parameters, and return a value.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1194898" name="object 3"/>
          <p:cNvSpPr txBox="1"/>
          <p:nvPr/>
        </p:nvSpPr>
        <p:spPr bwMode="auto">
          <a:xfrm>
            <a:off x="380997" y="888075"/>
            <a:ext cx="12384070" cy="641868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Basic Syntax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static void MyMethod()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{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// code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}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static → allows calling the method without creating an object.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void → the method does not return a value.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MyMethod → method name.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() → contains parameters, if any.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{ } → contains the method's code.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Calling a Method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Defining a method does not execute it.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The method runs when it is called using its name followed by ().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812387" name="object 3"/>
          <p:cNvSpPr txBox="1"/>
          <p:nvPr/>
        </p:nvSpPr>
        <p:spPr bwMode="auto">
          <a:xfrm>
            <a:off x="380997" y="888075"/>
            <a:ext cx="12384436" cy="861779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internal class Program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{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static void PrintMyName()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{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    Console.WriteLine("Enter your Name: ");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    string myName = Console.ReadLine();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    Console.WriteLine("Welcome " + myName);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}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static void Main(string[] args)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{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    PrintMyName();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    Console.ReadKey();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}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}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Enter your Name: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Sara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Welcome Sara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ea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0959987" name="object 3"/>
          <p:cNvSpPr txBox="1"/>
          <p:nvPr/>
        </p:nvSpPr>
        <p:spPr bwMode="auto">
          <a:xfrm>
            <a:off x="380997" y="888075"/>
            <a:ext cx="12364637" cy="204160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Methods must be defined inside a class or another type.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Main() is also a method and is the entry point of a console application.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4034281" name="object 3"/>
          <p:cNvSpPr txBox="1"/>
          <p:nvPr/>
        </p:nvSpPr>
        <p:spPr bwMode="auto">
          <a:xfrm>
            <a:off x="380997" y="888075"/>
            <a:ext cx="12372197" cy="426614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static method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Called directly through the class.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Belongs to the class and can be called directly without creating an object.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non-static method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Called through an object.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Normally requires an object to be created before calling it.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2226961" name="object 3"/>
          <p:cNvSpPr txBox="1"/>
          <p:nvPr/>
        </p:nvSpPr>
        <p:spPr bwMode="auto">
          <a:xfrm>
            <a:off x="380997" y="888075"/>
            <a:ext cx="12385511" cy="263571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Methods contain reusable code that runs when called.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They can receive parameters and return values.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void means no value is returned.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static allows calling a method without creating an object.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412431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9</Slides>
  <Notes>9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354</cp:revision>
  <dcterms:created xsi:type="dcterms:W3CDTF">2025-12-09T17:44:59Z</dcterms:created>
  <dcterms:modified xsi:type="dcterms:W3CDTF">2026-10-05T13:39:32Z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