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876748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19993634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7739068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7881325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9839139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45720424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750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11101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60618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14353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93881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61277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952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76096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872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0085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85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2127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4399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88411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38561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62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40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8192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90636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51980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88046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1013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6338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87384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5730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2117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59059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B93161-CB31-2A59-CFBB-66340BF80951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1247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3634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462907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6218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429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6530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181697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311949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2246489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820480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7801230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538078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74134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7150036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420925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286367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75960508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19399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5261842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5850898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9202278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8785910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1953476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8073593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089637401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5071337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4578696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851132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35012489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149265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3819107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420349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4009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045226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1793679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30542933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093231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84643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626510512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5071756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ListView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18890729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24123675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681673712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ListView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079988" name="object 3"/>
          <p:cNvSpPr txBox="1"/>
          <p:nvPr/>
        </p:nvSpPr>
        <p:spPr bwMode="auto">
          <a:xfrm>
            <a:off x="380997" y="888075"/>
            <a:ext cx="12385508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ListView Control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Windows Forms control used to display a collection of items in different layouts.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In this project, it displays a person's ID, Name, and Gender 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9211085" name="object 3"/>
          <p:cNvSpPr txBox="1"/>
          <p:nvPr/>
        </p:nvSpPr>
        <p:spPr bwMode="auto">
          <a:xfrm>
            <a:off x="380997" y="888075"/>
            <a:ext cx="12384070" cy="5248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Input Validation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Checks that ID and Name are not empty.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Checks that one Gender RadioButton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Duplicate ID Check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Loops through existing ListView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Compares the entered ID with existing IDs before adding a new person.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Creating the Item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ListViewItem is created using the ID.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ImageIndex selects the Gender 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SubItems.Add() adds the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Items.Add() adds the item to the ListView.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7653545" name="object 3"/>
          <p:cNvSpPr txBox="1"/>
          <p:nvPr/>
        </p:nvSpPr>
        <p:spPr bwMode="auto">
          <a:xfrm>
            <a:off x="380997" y="888075"/>
            <a:ext cx="12387309" cy="4501979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Check ID and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Gender selection.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Check whether the ID already exists.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Create a ListViewItem.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Set the Gender image using ImageIndex.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Add the Name using SubItems.Add().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Add the item using Items.Add().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Clear the inputs and reset Gender.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Focus on the ID TextBox.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9342947" name="object 3"/>
          <p:cNvSpPr txBox="1"/>
          <p:nvPr/>
        </p:nvSpPr>
        <p:spPr bwMode="auto">
          <a:xfrm>
            <a:off x="380997" y="888075"/>
            <a:ext cx="12384795" cy="48077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ListViewItem item = new ListViewItem(textBox1.Text.Trim());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item.ImageIndex = 1;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item.SubItems.Add(textBox2.Text.Trim());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listView1.Items.Add(item);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person is added to the ListView with: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Name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Gender image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0144997" name="object 3"/>
          <p:cNvSpPr txBox="1"/>
          <p:nvPr/>
        </p:nvSpPr>
        <p:spPr bwMode="auto">
          <a:xfrm>
            <a:off x="380997" y="888075"/>
            <a:ext cx="12364996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ListViewItem represents one item/row.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SubItems stores additional values for the same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ImageIndex selects an image from the ImageList.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Trim() removes spaces from the beginning and end of the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91541" name="object 3"/>
          <p:cNvSpPr txBox="1"/>
          <p:nvPr/>
        </p:nvSpPr>
        <p:spPr bwMode="auto">
          <a:xfrm>
            <a:off x="380997" y="888075"/>
            <a:ext cx="12373276" cy="3747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ListViewItem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Represents one item in the ListView.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Contains the main value and additional SubItems.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SubItems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Stores additional values for the same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used for additional columns such as Name.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6135192" name="object 3"/>
          <p:cNvSpPr txBox="1"/>
          <p:nvPr/>
        </p:nvSpPr>
        <p:spPr bwMode="auto">
          <a:xfrm>
            <a:off x="380997" y="888075"/>
            <a:ext cx="12384795" cy="188920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sz="4000" b="1" i="0" u="none" strike="noStrike" cap="none" spc="-16">
                <a:solidFill>
                  <a:schemeClr val="tx1"/>
                </a:solidFill>
                <a:latin typeface="Comic Sans MS"/>
                <a:ea typeface="Comic Sans MS"/>
                <a:cs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6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Before using listView1.SelectedItems[0], make sure an item is selected.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Otherwise, accessing index 0 can cause an error.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846682" name="object 3"/>
          <p:cNvSpPr txBox="1"/>
          <p:nvPr/>
        </p:nvSpPr>
        <p:spPr bwMode="auto">
          <a:xfrm>
            <a:off x="380997" y="888075"/>
            <a:ext cx="12385511" cy="30968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ListView → displays a collection of items.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ListViewItem → represents one item.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SubItems → adds additional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ImageIndex → selects the item's image.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Items.Add() → adds an item to the ListView.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671189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356</cp:revision>
  <dcterms:created xsi:type="dcterms:W3CDTF">2025-12-09T17:44:59Z</dcterms:created>
  <dcterms:modified xsi:type="dcterms:W3CDTF">2026-10-07T06:21:16Z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