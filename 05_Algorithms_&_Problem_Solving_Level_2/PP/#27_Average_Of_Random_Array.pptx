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2637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280529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094098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36069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48476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87018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865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7380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34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111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14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9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846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655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473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155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452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1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328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043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6763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266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720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68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516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773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105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666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414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70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051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088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054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925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087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690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124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771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044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74034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19497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40977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51872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35841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21973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628486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7580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58605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28230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297346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2859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30981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530191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1849429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764685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21729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29093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96999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25046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06157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880032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116699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89312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63219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616832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3625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714309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58393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297597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529047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6121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2918052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18998552" name="object 30"/>
          <p:cNvSpPr txBox="1"/>
          <p:nvPr/>
        </p:nvSpPr>
        <p:spPr bwMode="auto">
          <a:xfrm>
            <a:off x="0" y="1143000"/>
            <a:ext cx="13009008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6026223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5026650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74324009" name="object 30"/>
          <p:cNvSpPr txBox="1"/>
          <p:nvPr/>
        </p:nvSpPr>
        <p:spPr bwMode="auto">
          <a:xfrm>
            <a:off x="106425" y="3084210"/>
            <a:ext cx="1358657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700133" name="object 3"/>
          <p:cNvSpPr txBox="1"/>
          <p:nvPr/>
        </p:nvSpPr>
        <p:spPr bwMode="auto">
          <a:xfrm>
            <a:off x="380997" y="888075"/>
            <a:ext cx="1236679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calculates the average of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average is calculated by dividing the sum of all elements by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is: `Average = Sum / Number of Elements`.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12032" name="object 3"/>
          <p:cNvSpPr txBox="1"/>
          <p:nvPr/>
        </p:nvSpPr>
        <p:spPr bwMode="auto">
          <a:xfrm>
            <a:off x="380997" y="888075"/>
            <a:ext cx="12381553" cy="4845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prints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`SumAllNumbInArray()` is intended to calculate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`AverageOfArray()` calls `SumAllNumbInArray()` and divides the result by `length`.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However, the `SumAllNumbInArray()` function in the given code is incorrect, so the average will also be incorrect.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sum function should add every element, not only elements smaller than the current sum.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467861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sum of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Divide the sum by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the average as a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94546" name="object 3"/>
          <p:cNvSpPr txBox="1"/>
          <p:nvPr/>
        </p:nvSpPr>
        <p:spPr bwMode="auto">
          <a:xfrm>
            <a:off x="380997" y="888075"/>
            <a:ext cx="12371840" cy="60949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Number of elements: `10`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+ 68 + 35 + 1 + 70 + 25 + 79 + 59 + 63 + 65 = 507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Average: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507 / 10 = 50.7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Average of all Numbers is: 50.7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example output in the comment says `43`, but for the listed array the correct average is `50.7`.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30552" name="object 3"/>
          <p:cNvSpPr txBox="1"/>
          <p:nvPr/>
        </p:nvSpPr>
        <p:spPr bwMode="auto">
          <a:xfrm>
            <a:off x="380997" y="888075"/>
            <a:ext cx="12362121" cy="77563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`SumAllNumbInArray()` function should be corrected to: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SumAllNumbInArray(int arr[], int 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sum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sum += arr[i];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sum;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`AverageOfArray()` can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AverageOfArray(int arr[], int 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(double)SumAllNumbInArray(arr, length) / length;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`(double)` ensures floating-point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Without it, if both `sum` and `length` are integers, C++ performs integer division before returning the result as `double`.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836633" name="object 3"/>
          <p:cNvSpPr txBox="1"/>
          <p:nvPr/>
        </p:nvSpPr>
        <p:spPr bwMode="auto">
          <a:xfrm>
            <a:off x="380997" y="888075"/>
            <a:ext cx="12364276" cy="6315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`SumAllNumbInArray()` is incorrect: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sum = arr[0];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if (arr[i] &lt; sum)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   sum += arr[i];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does not calculate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the sum is wrong, the average is also wrong.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defined but never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`arrLength` should ideally be validated so it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is not seeded with `srand()`, so the same pseudo-random sequence may be produced between runs.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497671" name="object 3"/>
          <p:cNvSpPr txBox="1"/>
          <p:nvPr/>
        </p:nvSpPr>
        <p:spPr bwMode="auto">
          <a:xfrm>
            <a:off x="380997" y="888075"/>
            <a:ext cx="12369321" cy="49029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`SumAllNumbInArray()`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total of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Adds every element using `sum += arr[i]`.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20 30` → `60`.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`AverageOfArray()`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the average of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sum and divides it by `length`.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20 30` → `20`.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`double` to support decimal results.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8224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 the total sum of the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Divide the sum by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`double` for the average when decimal values are possible.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Cast the sum to `double` before division to avoid integer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14923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316</cp:revision>
  <dcterms:created xsi:type="dcterms:W3CDTF">2025-12-09T17:44:59Z</dcterms:created>
  <dcterms:modified xsi:type="dcterms:W3CDTF">2026-09-23T10:19:40Z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