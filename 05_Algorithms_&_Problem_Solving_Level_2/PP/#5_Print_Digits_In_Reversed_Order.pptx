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00459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4462129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942757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949693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7503723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3346075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606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7214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683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747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0594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0374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69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694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5279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372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606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337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984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9294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525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96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5602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7126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1849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72368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035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6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4667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957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1516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794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197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1729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3477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71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4242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3525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85642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3139049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937384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39981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804902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97160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057182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7685880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99440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58491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713414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95845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252103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1356583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34153197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828305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442951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6771306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46005849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28636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515671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669937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9674204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504238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085965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784635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74845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944649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020906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757958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270462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76211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96173325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358715024" name="object 30"/>
          <p:cNvSpPr txBox="1"/>
          <p:nvPr/>
        </p:nvSpPr>
        <p:spPr bwMode="auto">
          <a:xfrm>
            <a:off x="0" y="1143000"/>
            <a:ext cx="12931629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Reversed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88225876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2453905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61475750" name="object 30"/>
          <p:cNvSpPr txBox="1"/>
          <p:nvPr/>
        </p:nvSpPr>
        <p:spPr bwMode="auto">
          <a:xfrm>
            <a:off x="106425" y="3084210"/>
            <a:ext cx="135171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Print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Digits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Reversed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Order</a:t>
            </a:r>
            <a:endParaRPr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035762" name="object 3"/>
          <p:cNvSpPr txBox="1"/>
          <p:nvPr/>
        </p:nvSpPr>
        <p:spPr bwMode="auto">
          <a:xfrm>
            <a:off x="380997" y="888075"/>
            <a:ext cx="12366432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Reversing the digits of a number means reading and printing its digits starting from the last digit to the first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902964" name="object 3"/>
          <p:cNvSpPr txBox="1"/>
          <p:nvPr/>
        </p:nvSpPr>
        <p:spPr bwMode="auto">
          <a:xfrm>
            <a:off x="380997" y="888075"/>
            <a:ext cx="12381194" cy="3374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positive number from the user using a `do-while` loop.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uses a `while` loop to extract the last digit of the number one digit at a 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% 10` gives the last digit of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 = N / 10` removes the last digit from `N`.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extracted digit is printed before moving to the next digit.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082821" name="object 3"/>
          <p:cNvSpPr txBox="1"/>
          <p:nvPr/>
        </p:nvSpPr>
        <p:spPr bwMode="auto">
          <a:xfrm>
            <a:off x="380997" y="888075"/>
            <a:ext cx="12384073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positive number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Get the last digit using `N %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Print the extracted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Remove the last digit using `N / 10`.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Repeat while `N &gt; 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493309" name="object 3"/>
          <p:cNvSpPr txBox="1"/>
          <p:nvPr/>
        </p:nvSpPr>
        <p:spPr bwMode="auto">
          <a:xfrm>
            <a:off x="380997" y="888075"/>
            <a:ext cx="12372200" cy="64831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First: `1234 % 10 = 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Then: `1234 / 10 = 123`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Next: `123 % 10 = 3`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Then: `123 / 10 = 12`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Next: `12 % 10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Then: `12 / 10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Finally: `1 % 10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`4`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`3`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`2`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510461" name="object 3"/>
          <p:cNvSpPr txBox="1"/>
          <p:nvPr/>
        </p:nvSpPr>
        <p:spPr bwMode="auto">
          <a:xfrm>
            <a:off x="380997" y="888075"/>
            <a:ext cx="12361761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`% 10` is used to extract the last digit of a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Integer division by `10`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variable `Sum` is declared but never used in this program.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318099" name="object 3"/>
          <p:cNvSpPr txBox="1"/>
          <p:nvPr/>
        </p:nvSpPr>
        <p:spPr bwMode="auto">
          <a:xfrm>
            <a:off x="380997" y="888075"/>
            <a:ext cx="12363917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prints each digit on a separate line rather than on the same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the input must be positive, `0` cannot be entered.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5884916" name="object 3"/>
          <p:cNvSpPr txBox="1"/>
          <p:nvPr/>
        </p:nvSpPr>
        <p:spPr bwMode="auto">
          <a:xfrm>
            <a:off x="380997" y="888075"/>
            <a:ext cx="12368961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`N % 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`1234 % 10 = 4`.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`N / 10`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Removes the last digit when using integer division.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`1234 / 10 = 123`.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949625" name="object 3"/>
          <p:cNvSpPr txBox="1"/>
          <p:nvPr/>
        </p:nvSpPr>
        <p:spPr bwMode="auto">
          <a:xfrm>
            <a:off x="380997" y="888075"/>
            <a:ext cx="12382994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`% 10` to get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`/ 10` to remove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Repeat until the number becomes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digits are printed in reversed order.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059571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295</cp:revision>
  <dcterms:created xsi:type="dcterms:W3CDTF">2025-12-09T17:44:59Z</dcterms:created>
  <dcterms:modified xsi:type="dcterms:W3CDTF">2026-09-17T11:20:21Z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