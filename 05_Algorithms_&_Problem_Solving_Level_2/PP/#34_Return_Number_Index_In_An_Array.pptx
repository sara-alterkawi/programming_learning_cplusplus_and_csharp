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0276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45760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2809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85071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593814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15624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988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349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512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036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1345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660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21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258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261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6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866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924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51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177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8768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383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126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232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902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24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780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747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953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442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905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083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303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834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042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524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4298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97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62273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410343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9493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24317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630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02340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81987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092952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3925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13817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41886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4185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468994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41087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753218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128383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81632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778058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636584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80583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056777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101284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939737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4444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930759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02022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4038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31540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447057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03620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945367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56263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0627439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26479214" name="object 30"/>
          <p:cNvSpPr txBox="1"/>
          <p:nvPr/>
        </p:nvSpPr>
        <p:spPr bwMode="auto">
          <a:xfrm>
            <a:off x="0" y="1143000"/>
            <a:ext cx="1303816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Return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Index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123777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179961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28499178" name="object 30"/>
          <p:cNvSpPr txBox="1"/>
          <p:nvPr/>
        </p:nvSpPr>
        <p:spPr bwMode="auto">
          <a:xfrm>
            <a:off x="106425" y="3084210"/>
            <a:ext cx="1362004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Return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Index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889458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asks the user for a number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searches for the number inside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found, the function returns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not found, the function returns `-1`.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956788" name="object 3"/>
          <p:cNvSpPr txBox="1"/>
          <p:nvPr/>
        </p:nvSpPr>
        <p:spPr bwMode="auto">
          <a:xfrm>
            <a:off x="380997" y="888075"/>
            <a:ext cx="12381553" cy="484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`FindNumberPositionInArray()` searches through the array from the first element to the last.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checks each element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== numb)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found, the function immediately returns its index: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i;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loop finishes without finding the number, it returns: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-1;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Index starts from `0`, while the order starts from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if the number is found at index `0`, its order is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749630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the user for the number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`FindNumberPositionInArray()`.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Compare each array element with the searched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index if the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`-1` if the number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search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42407" name="object 3"/>
          <p:cNvSpPr txBox="1"/>
          <p:nvPr/>
        </p:nvSpPr>
        <p:spPr bwMode="auto">
          <a:xfrm>
            <a:off x="380997" y="888075"/>
            <a:ext cx="12371840" cy="5729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19 70 18 86 70 9 16 23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to search: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element is `19`.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Its index is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Its order is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you are looking for is: 19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number found at position (index):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number found its order: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109215" name="object 3"/>
          <p:cNvSpPr txBox="1"/>
          <p:nvPr/>
        </p:nvSpPr>
        <p:spPr bwMode="auto">
          <a:xfrm>
            <a:off x="380997" y="888075"/>
            <a:ext cx="12362121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FindNumberPositionInArray(int arr[100], int arrayLength, int numb)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`arr` is the array to search.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`arrayLength` tells the function how many elements to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`numb` is the number we are looking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`return i` means the number was found at index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`return -1` means the number was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searched number appears more than once, the function returns the index of the first occurrence.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587338" name="object 3"/>
          <p:cNvSpPr txBox="1"/>
          <p:nvPr/>
        </p:nvSpPr>
        <p:spPr bwMode="auto">
          <a:xfrm>
            <a:off x="380997" y="888075"/>
            <a:ext cx="12364276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maximum size of `100`, so `arrayLength` should not be greater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only checks that the number is greater than `0`; it does not enforce the maximum of `100` for the array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array contains random numbers, the same number can appear more than once.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737713" name="object 3"/>
          <p:cNvSpPr txBox="1"/>
          <p:nvPr/>
        </p:nvSpPr>
        <p:spPr bwMode="auto">
          <a:xfrm>
            <a:off x="380997" y="888075"/>
            <a:ext cx="1236932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`return 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the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index where the number was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`19` at index `0` → returns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`return -1`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the number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Indicates that there is no valid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searching for `50` when it does not exist → returns `-1`.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222938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Ask the user for a number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array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index when the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`-1` when the number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Remember: array index starts from `0`, while order starts from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6704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323</cp:revision>
  <dcterms:created xsi:type="dcterms:W3CDTF">2025-12-09T17:44:59Z</dcterms:created>
  <dcterms:modified xsi:type="dcterms:W3CDTF">2026-09-24T06:55:31Z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