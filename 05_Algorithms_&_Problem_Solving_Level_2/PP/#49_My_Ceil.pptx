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7625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328440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963702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2210672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0865351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823311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782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8641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1536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05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5426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7752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4316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5871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169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98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610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944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9496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6503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747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2062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23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265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3760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0263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971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1538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3794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17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010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3023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021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53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075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24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7312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4134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0280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2621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995187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475632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544294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2361319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7054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739957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761155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855057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050896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809472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75959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419276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8923591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6830558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145028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5114412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125256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3590563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570373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518366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290782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0720764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23827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009853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5594012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5510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43651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138050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183101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4232307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4185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2519294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59179227" name="object 30"/>
          <p:cNvSpPr txBox="1"/>
          <p:nvPr/>
        </p:nvSpPr>
        <p:spPr bwMode="auto">
          <a:xfrm>
            <a:off x="0" y="1143000"/>
            <a:ext cx="13096108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Ceil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926533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5576080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78340321" name="object 30"/>
          <p:cNvSpPr txBox="1"/>
          <p:nvPr/>
        </p:nvSpPr>
        <p:spPr bwMode="auto">
          <a:xfrm flipH="0" flipV="0">
            <a:off x="106425" y="3084201"/>
            <a:ext cx="1326450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Ceil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337376" name="object 3"/>
          <p:cNvSpPr txBox="1"/>
          <p:nvPr/>
        </p:nvSpPr>
        <p:spPr bwMode="auto">
          <a:xfrm>
            <a:off x="380997" y="888075"/>
            <a:ext cx="12367152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calculates the ceiling value of a number without using the built-in `ceil()`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ceiling of a number is the smallest integer that is greater than or equal to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already has no fractional part, it remains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there is a fractional part, the number moves to the next integer.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062387" name="object 3"/>
          <p:cNvSpPr txBox="1"/>
          <p:nvPr/>
        </p:nvSpPr>
        <p:spPr bwMode="auto">
          <a:xfrm>
            <a:off x="380997" y="888075"/>
            <a:ext cx="12381912" cy="74280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floating-point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`GetFractionPart()` extracts the fractional part: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return number - int(number);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33.54323 - 33 = 0.54323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`MyCeil()` first stores the integer part: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integerPart = 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then gets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(abs(FractionPart) &gt;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checks whether the number has a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positive and has a fractional part, the integer part is increased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negative and has a fractional part, the integer part is decreased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handles the difference between truncation toward zero and the mathematical ceiling operation.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885827" name="object 3"/>
          <p:cNvSpPr txBox="1"/>
          <p:nvPr/>
        </p:nvSpPr>
        <p:spPr bwMode="auto">
          <a:xfrm>
            <a:off x="380997" y="888075"/>
            <a:ext cx="1238479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to enter a floating-point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Store the integer part of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the fractional part.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Check whether the fractional part is different from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If positive, increase the integer part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If negative, decrease the integer part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If there is no fractional part, return the integer part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result from `MyCeil()`.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Compare it with C++'s built-in `ceil()`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248521" name="object 3"/>
          <p:cNvSpPr txBox="1"/>
          <p:nvPr/>
        </p:nvSpPr>
        <p:spPr bwMode="auto">
          <a:xfrm>
            <a:off x="380997" y="888075"/>
            <a:ext cx="12372199" cy="868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33.54323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Integer part: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Fractional part: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33.54323 - 33 = 0.54323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the fractional part is greater than `0`, the number is positive, so: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33 + 1 = 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MyCeil(33.54323) = 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 negative number: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-33.54323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Integer part: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Fractional part: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-33.54323 - (-33) = -0.54323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the number is negative and has a fractional part: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-33 - 1 = -34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important: `-34` is the ceiling of `-33.54323`? Actually, no. The mathematical ceiling is `-33`.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572000" name="object 3"/>
          <p:cNvSpPr txBox="1"/>
          <p:nvPr/>
        </p:nvSpPr>
        <p:spPr bwMode="auto">
          <a:xfrm>
            <a:off x="380997" y="888075"/>
            <a:ext cx="12363560" cy="52110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 is an important bug in the provided `MyCeil()` function for negative decimal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-33.54323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correct ceiling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-33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But the current code does: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return --integerPart;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returns `-34`, which is actually the floor.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 correct `MyCeil()`, negative numbers with a fractional part should return the integer part unchanged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650790" name="object 3"/>
          <p:cNvSpPr txBox="1"/>
          <p:nvPr/>
        </p:nvSpPr>
        <p:spPr bwMode="auto">
          <a:xfrm>
            <a:off x="380997" y="888075"/>
            <a:ext cx="12364635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current code works for positive decimal numbers such as `33.54323`.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is incorrect for negative decimal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`MyCeil(-33.54323)` currently returns `-34`, while C++ `ceil(-33.54323)` returns `-33`.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happens because `int(number)` truncates toward zero.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is used for `abs()` and the built-in `ceil()` comparison.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`corecrt_math_defines.h` is not needed.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454629" name="object 3"/>
          <p:cNvSpPr txBox="1"/>
          <p:nvPr/>
        </p:nvSpPr>
        <p:spPr bwMode="auto">
          <a:xfrm>
            <a:off x="380997" y="888075"/>
            <a:ext cx="12369681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`MyCeil()`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User-defined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use the built-in `ceil()`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For positive decimal numbers, increases the integer part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provided version needs correction for negative decimal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`ceil()`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Built-in C++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Directly calculates the ceiling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Correctly handles positive and negative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in this program to compare the result with `MyCeil()`.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7388024" name="object 3"/>
          <p:cNvSpPr txBox="1"/>
          <p:nvPr/>
        </p:nvSpPr>
        <p:spPr bwMode="auto">
          <a:xfrm>
            <a:off x="380997" y="888075"/>
            <a:ext cx="1238371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 a floating-point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Extract the integer and fractional parts.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there is no fractional part, return the integer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 positive decimal numbers, increase the integer part by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 negative decimal numbers, keep the integer part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provided code has a bug for negative decimal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 the custom result with C++'s `ceil()`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84772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336</cp:revision>
  <dcterms:created xsi:type="dcterms:W3CDTF">2025-12-09T17:44:59Z</dcterms:created>
  <dcterms:modified xsi:type="dcterms:W3CDTF">2026-09-24T11:13:13Z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