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857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872405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155210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641206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632002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062771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030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2881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82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516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9304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65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462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8728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263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571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777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45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677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792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329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148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3288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10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14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9103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1021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028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39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916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633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801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005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521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73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368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21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8598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27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57566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169710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65079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93371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89670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20863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097308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23932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94948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67396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072952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6706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738082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0772332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5518506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676983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761090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602059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0250573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519746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903476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97361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973297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86541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225236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719670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9540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575754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56429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993496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801713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09580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7537112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77631899" name="object 30"/>
          <p:cNvSpPr txBox="1"/>
          <p:nvPr/>
        </p:nvSpPr>
        <p:spPr bwMode="auto">
          <a:xfrm>
            <a:off x="0" y="1143000"/>
            <a:ext cx="1301080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427160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3444185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815548" name="object 30"/>
          <p:cNvSpPr txBox="1"/>
          <p:nvPr/>
        </p:nvSpPr>
        <p:spPr bwMode="auto">
          <a:xfrm>
            <a:off x="106425" y="3084210"/>
            <a:ext cx="1358837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889416" name="object 3"/>
          <p:cNvSpPr txBox="1"/>
          <p:nvPr/>
        </p:nvSpPr>
        <p:spPr bwMode="auto">
          <a:xfrm>
            <a:off x="380997" y="888075"/>
            <a:ext cx="123667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copies all elements from the first array into a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it prints both arrays to verify that the copy was successful.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106927" name="object 3"/>
          <p:cNvSpPr txBox="1"/>
          <p:nvPr/>
        </p:nvSpPr>
        <p:spPr bwMode="auto">
          <a:xfrm>
            <a:off x="380997" y="888075"/>
            <a:ext cx="12381553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fills `arr1`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`CoopyArray()` loops through all elements of `arr1` and assigns each element to the corresponding position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prints the elements of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`arrayLength` is used for both arrays because they contain the same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copy is performed element by element: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arr2[i] = arr1[i];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means the value at index `i` in `arr1` is copied to index `i` in `arr2`.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509367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Copy each element into the corresponding position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elements of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762769" name="object 3"/>
          <p:cNvSpPr txBox="1"/>
          <p:nvPr/>
        </p:nvSpPr>
        <p:spPr bwMode="auto">
          <a:xfrm>
            <a:off x="380997" y="888075"/>
            <a:ext cx="12371840" cy="65284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of elements: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element is copied: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arr2[0] = arr1[0]  → 42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arr2[1] = arr1[1]  → 68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arr2[2] = arr1[2]  → 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copying: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Elements: 42 68 35 1 70 25 79 59 63 65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676777" name="object 3"/>
          <p:cNvSpPr txBox="1"/>
          <p:nvPr/>
        </p:nvSpPr>
        <p:spPr bwMode="auto">
          <a:xfrm>
            <a:off x="380997" y="888075"/>
            <a:ext cx="12362121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`CoopyArray()` receives both arrays: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CoopyArray(int arr1[], int arr2[], int&amp; arrLength)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`arr1` is the source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`arr2` is the destination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`arrLength` tells the function how many elements should be copied.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does not create a new array. It copies the values into an existing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name has a spelling mistake: `CoopyArray` should ideally be `CopyArray`.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671931" name="object 3"/>
          <p:cNvSpPr txBox="1"/>
          <p:nvPr/>
        </p:nvSpPr>
        <p:spPr bwMode="auto">
          <a:xfrm>
            <a:off x="380997" y="888075"/>
            <a:ext cx="12364276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`arr2` must have enough space to hold all copied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both arrays have a maximum size of `100`, `arrayLength` should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and `ReadArrayElements()` are defined but not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 for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is not seeded with `srand()`, so the same pseudo-random sequence may appear between program runs.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505015" name="object 3"/>
          <p:cNvSpPr txBox="1"/>
          <p:nvPr/>
        </p:nvSpPr>
        <p:spPr bwMode="auto">
          <a:xfrm>
            <a:off x="380997" y="888075"/>
            <a:ext cx="123693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Source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original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`42 68 35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Destination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Receives copied values from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 after copying: `42 68 35 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712874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`arr1` contains the original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`arr2` receives a copy of those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 loop to copy array elements one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`arr2[i] = arr1[i]` copies the value at index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Both arrays contain the same values after the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4845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317</cp:revision>
  <dcterms:created xsi:type="dcterms:W3CDTF">2025-12-09T17:44:59Z</dcterms:created>
  <dcterms:modified xsi:type="dcterms:W3CDTF">2026-09-23T10:24:43Z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