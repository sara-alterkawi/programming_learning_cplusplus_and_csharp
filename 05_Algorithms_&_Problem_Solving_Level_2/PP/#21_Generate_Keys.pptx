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940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932221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9934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053570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247972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04483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5312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255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090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43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345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7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333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640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54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8751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356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17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567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2834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250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47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362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691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46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7619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877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854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03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077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14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08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869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39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076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870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304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0507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858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46316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603668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554399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065069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87737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23559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222593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10899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90036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84851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8262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5198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148459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0603704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92582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79950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88109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973014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3721017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58415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248781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344983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638859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59262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006065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66652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6303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36524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972565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713499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578636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00118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5874785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69538973" name="object 30"/>
          <p:cNvSpPr txBox="1"/>
          <p:nvPr/>
        </p:nvSpPr>
        <p:spPr bwMode="auto">
          <a:xfrm>
            <a:off x="0" y="1143000"/>
            <a:ext cx="12983453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Generate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Keys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999772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9542773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8682583" name="object 30"/>
          <p:cNvSpPr txBox="1"/>
          <p:nvPr/>
        </p:nvSpPr>
        <p:spPr bwMode="auto">
          <a:xfrm>
            <a:off x="106425" y="3084210"/>
            <a:ext cx="1356534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Generate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Keys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427587" name="object 3"/>
          <p:cNvSpPr txBox="1"/>
          <p:nvPr/>
        </p:nvSpPr>
        <p:spPr bwMode="auto">
          <a:xfrm>
            <a:off x="380997" y="888075"/>
            <a:ext cx="1236679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asks the user how many keys to generate and then prints that number of random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key contains 4 groups of 4 random capital letters separated by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format of each key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`XXXX-XXXX-XXXX-XXXX`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254634" name="object 3"/>
          <p:cNvSpPr txBox="1"/>
          <p:nvPr/>
        </p:nvSpPr>
        <p:spPr bwMode="auto">
          <a:xfrm>
            <a:off x="380997" y="888075"/>
            <a:ext cx="12381553" cy="5957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asks the user how many keys should be generated and ensures the number is greater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`GenerateWord()` creates a string containing a specified number of random characters of a selected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`GenerateKey()` creates one complete key by generating four groups of four capital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group is generated using `GenerateWord(enCharType::CapitalLetter, 4)`.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groups are connected using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`GenerateKeys()` repeats the key-generation process according to the number entered by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`RandomNumber()` generates a random value within the required character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`GetRandomCharacter()` uses the `enum` and `switch` to generate the requested character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445963" name="object 3"/>
          <p:cNvSpPr txBox="1"/>
          <p:nvPr/>
        </p:nvSpPr>
        <p:spPr bwMode="auto">
          <a:xfrm>
            <a:off x="380997" y="888075"/>
            <a:ext cx="12384432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Initialize the random number generator using `srand()`.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the user how many keys to generate.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Validate that the number is greater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Generate the first group of 4 capital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Add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Generate the second group of 4 capital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Add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Generate the third group of 4 capital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Add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Generate the fourth group of 4 capital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1️⃣1️⃣ Print the complete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1️⃣2️⃣ Repeat until the requested number of keys has been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81520" name="object 3"/>
          <p:cNvSpPr txBox="1"/>
          <p:nvPr/>
        </p:nvSpPr>
        <p:spPr bwMode="auto">
          <a:xfrm>
            <a:off x="380997" y="888075"/>
            <a:ext cx="12371840" cy="7572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One possible output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Key [1] : GHYF-YGTL-CZZH-WAIC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Key [2] : AUYH-OZYR-ONFH-CSFX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Key [3] : GQUH-SOXW-SUAI-DPLX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Key [4] : LLWJ-KVNF-KHGU-ABQC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Key [5] : GRMK-UBZK-DEGV-BDZV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Every execution can produce different keys because the characters are randomly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If the user enters `5`, the program generates 5 random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Each key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`4 + 4 + 4 + 4 = 16` capital letters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There are also 3 separators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Therefore, each key has 19 characters in total.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569139" name="object 3"/>
          <p:cNvSpPr txBox="1"/>
          <p:nvPr/>
        </p:nvSpPr>
        <p:spPr bwMode="auto">
          <a:xfrm>
            <a:off x="380997" y="888075"/>
            <a:ext cx="12362121" cy="5601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`GenerateWord()` is a reusable function that can generate a string of any requested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`GenerateWord(CapitalLetter, 4)` → `GHYF`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`GenerateKey()` uses this function four times to build the complete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`key = GenerateWord(...) + "-";`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starts the key with the first group and a separator.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`key = key + GenerateWord(...) + "-";`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adds another group and separator.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an example of breaking a larger task into smaller reusable functions.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292310" name="object 3"/>
          <p:cNvSpPr txBox="1"/>
          <p:nvPr/>
        </p:nvSpPr>
        <p:spPr bwMode="auto">
          <a:xfrm>
            <a:off x="380997" y="888075"/>
            <a:ext cx="12364276" cy="4464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generated keys are random-looking but should not be considered secure keys for real authentication or encryption systems because `rand()` is not designed for cryptographic security.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only generates capital letters even though `GetRandomCharacter()` supports other character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`break` statements after `return` in `GetRandomCharacter()` are unreachable and can be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`rand()`, `srand()`, and `time()` but does not explicitly include `&lt;cstdlib&gt;` and `&lt;ctime&gt;`.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790471" name="object 3"/>
          <p:cNvSpPr txBox="1"/>
          <p:nvPr/>
        </p:nvSpPr>
        <p:spPr bwMode="auto">
          <a:xfrm>
            <a:off x="380997" y="888075"/>
            <a:ext cx="12369321" cy="3462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`GenerateWord()` → generates a group of random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`GenerateKey()` → combines four groups into one complete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`GenerateKeys()` → generates multiple complete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`RandomNumber()` → generates a random numeric value within a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`GetRandomCharacter()` → converts the random value into the requested character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19279" name="object 3"/>
          <p:cNvSpPr txBox="1"/>
          <p:nvPr/>
        </p:nvSpPr>
        <p:spPr bwMode="auto">
          <a:xfrm>
            <a:off x="380997" y="888075"/>
            <a:ext cx="1238335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generates a user-specified number of random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key has the format `XXXX-XXXX-XXXX-XXXX`.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group contains 4 random capital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`GenerateWord()` creates each group.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`GenerateKey()` creates one complete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`GenerateKeys()` creates multiple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are combined together to solve a larger problem.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`rand()` and `srand()` are used to generate pseudo-random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63766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311</cp:revision>
  <dcterms:created xsi:type="dcterms:W3CDTF">2025-12-09T17:44:59Z</dcterms:created>
  <dcterms:modified xsi:type="dcterms:W3CDTF">2026-09-20T19:54:00Z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