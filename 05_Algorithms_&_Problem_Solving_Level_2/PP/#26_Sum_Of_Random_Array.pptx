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0465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28062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35619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432945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824817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377762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35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3346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159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61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224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49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241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787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157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376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0302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754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057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0618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46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347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4489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78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096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842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6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772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7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032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790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7706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979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06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33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950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4667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780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5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18286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809439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06626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90324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55409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81498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511010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51605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226286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9605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064159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0696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875426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227636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2585376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000244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1535524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161793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310220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189879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203657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691056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246522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9339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257046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945658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9077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010507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027682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684350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669421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616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3983184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46990332" name="object 30"/>
          <p:cNvSpPr txBox="1"/>
          <p:nvPr/>
        </p:nvSpPr>
        <p:spPr bwMode="auto">
          <a:xfrm>
            <a:off x="0" y="1143000"/>
            <a:ext cx="13004689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8612309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3024464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35846222" name="object 30"/>
          <p:cNvSpPr txBox="1"/>
          <p:nvPr/>
        </p:nvSpPr>
        <p:spPr bwMode="auto">
          <a:xfrm>
            <a:off x="106425" y="3084210"/>
            <a:ext cx="1358297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382974" name="object 3"/>
          <p:cNvSpPr txBox="1"/>
          <p:nvPr/>
        </p:nvSpPr>
        <p:spPr bwMode="auto">
          <a:xfrm>
            <a:off x="380997" y="888075"/>
            <a:ext cx="1236679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calculates the sum of all elements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can contain up to `100`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814063" name="object 3"/>
          <p:cNvSpPr txBox="1"/>
          <p:nvPr/>
        </p:nvSpPr>
        <p:spPr bwMode="auto">
          <a:xfrm>
            <a:off x="380997" y="888075"/>
            <a:ext cx="12381553" cy="5218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asks the user for the number of elements and fills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`PrintArrayElements()` prints all elements stored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`SumAllNumbInArray()` is intended to calculate the sum of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correct idea for calculating the sum is to start with `sum = 0` and add every element to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the given code, `sum` is initialized with `arr[0]`, which is incorrect for a general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`if (arr[i] &lt; sum)` is also incorrect because it only adds elements smaller than the current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function does not correctly calculate the sum shown in the example.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46124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Initialize `sum`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Loop through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Add each element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and print the final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622931" name="object 3"/>
          <p:cNvSpPr txBox="1"/>
          <p:nvPr/>
        </p:nvSpPr>
        <p:spPr bwMode="auto">
          <a:xfrm>
            <a:off x="380997" y="888075"/>
            <a:ext cx="12371840" cy="49901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 of elements: 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+ 68 + 35 + 1 + 70 + 25 + 79 + 59 + 63 + 65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of all Numbers is: 507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given comment says `439`, but the actual sum of these numbers is `507`.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667011" name="object 3"/>
          <p:cNvSpPr txBox="1"/>
          <p:nvPr/>
        </p:nvSpPr>
        <p:spPr bwMode="auto">
          <a:xfrm>
            <a:off x="380997" y="888075"/>
            <a:ext cx="12362121" cy="62858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correct `SumAllNumbInArray()` function should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SumAllNumbInArray(int arr[], int length)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sum =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for (int i = 0; i &lt; 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sum += arr[i];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sum;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 += arr[i]` means: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= sum + arr[i]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Unlike finding a maximum or minimum, we do not need a comparison condition when calculating a sum.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116032" name="object 3"/>
          <p:cNvSpPr txBox="1"/>
          <p:nvPr/>
        </p:nvSpPr>
        <p:spPr bwMode="auto">
          <a:xfrm>
            <a:off x="380997" y="888075"/>
            <a:ext cx="12364276" cy="77863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current function is incorrect: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sum = arr[0];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0; i &lt; 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if (arr[i] &lt; sum)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sum += arr[i];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does not add every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also starts the sum with `arr[0]`, which can cause the first element to be counted incorrectly.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comments above `FillArrayWithRandomNumber()` and `SumAllNumbInArray()` are also incorrect/inconsistent with what the functions actually do.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is defined but never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not needed for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length should ideally be validated so it does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is not seeded with `srand()`, so the program may produce the same pseudo-random sequence each time it runs.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04042" name="object 3"/>
          <p:cNvSpPr txBox="1"/>
          <p:nvPr/>
        </p:nvSpPr>
        <p:spPr bwMode="auto">
          <a:xfrm>
            <a:off x="380997" y="888075"/>
            <a:ext cx="12369321" cy="49029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`SumAllNumbInArray()`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the total of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with `sum = 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Adds every element using `sum += arr[i]`.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`42 68 35 1` → `146`.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`MaxNumbInArray()`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for the largest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`arr[i] &gt; max` to update the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`42 68 35 1` → `68`.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496966" name="object 3"/>
          <p:cNvSpPr txBox="1"/>
          <p:nvPr/>
        </p:nvSpPr>
        <p:spPr bwMode="auto">
          <a:xfrm>
            <a:off x="380997" y="888075"/>
            <a:ext cx="1238335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`FillArrayWithRandomNumber()` fills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`PrintArrayElements()` displays the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`SumAllNumbInArray()` should add every element to calculate the total.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Initialize the sum with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`sum += arr[i]` inside the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17774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315</cp:revision>
  <dcterms:created xsi:type="dcterms:W3CDTF">2025-12-09T17:44:59Z</dcterms:created>
  <dcterms:modified xsi:type="dcterms:W3CDTF">2026-09-23T10:14:21Z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