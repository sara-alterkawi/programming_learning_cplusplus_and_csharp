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6843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236840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257111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506423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342326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760294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403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50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832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81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675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15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993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7804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770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57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4500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641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9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072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12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013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63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28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97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842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133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996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408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153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423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555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5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657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999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43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115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762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0018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183406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548165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31879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1804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67862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19292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511648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40544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476454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44667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3694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232253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520785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698904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688858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903743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104813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7008404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865503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90036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751512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783932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13951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23932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451658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7112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25967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098755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75983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6331468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37533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6198207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16050689" name="object 30"/>
          <p:cNvSpPr txBox="1"/>
          <p:nvPr/>
        </p:nvSpPr>
        <p:spPr bwMode="auto">
          <a:xfrm>
            <a:off x="0" y="1143000"/>
            <a:ext cx="1300252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8140641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3975898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12470766" name="object 30"/>
          <p:cNvSpPr txBox="1"/>
          <p:nvPr/>
        </p:nvSpPr>
        <p:spPr bwMode="auto">
          <a:xfrm>
            <a:off x="106425" y="3084210"/>
            <a:ext cx="1358297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724902" name="object 3"/>
          <p:cNvSpPr txBox="1"/>
          <p:nvPr/>
        </p:nvSpPr>
        <p:spPr bwMode="auto">
          <a:xfrm>
            <a:off x="380997" y="888075"/>
            <a:ext cx="1236679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fills an array with random numbers from `1` to `100`, prints the array, and finds the minimum number stored in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compares the array elements to determine the smallest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24731" name="object 3"/>
          <p:cNvSpPr txBox="1"/>
          <p:nvPr/>
        </p:nvSpPr>
        <p:spPr bwMode="auto">
          <a:xfrm>
            <a:off x="380997" y="888075"/>
            <a:ext cx="12381553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asks the user for the number of elements and fills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prints all elements stored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`MinNumbInArray()` searches for the smallest value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`min` is initialized with the first array element using `arr[0]`.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array element is compared with `min`.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`arr[i] &lt; min`, the current element becomes the new minimum.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checking all elements, the function returns the smallest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335597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Set `min` to the first array element `arr[0]`.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Loop through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Compare each element with `min`.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If the current element is smaller, update `min`.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Continue until all elements have been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Return and print the minimum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705011" name="object 3"/>
          <p:cNvSpPr txBox="1"/>
          <p:nvPr/>
        </p:nvSpPr>
        <p:spPr bwMode="auto">
          <a:xfrm>
            <a:off x="380997" y="888075"/>
            <a:ext cx="12371840" cy="49901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number of elements: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Generated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compares the numbers and finds that `1` is the smallest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Minimum Number is: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78922" name="object 3"/>
          <p:cNvSpPr txBox="1"/>
          <p:nvPr/>
        </p:nvSpPr>
        <p:spPr bwMode="auto">
          <a:xfrm>
            <a:off x="380997" y="888075"/>
            <a:ext cx="12362121" cy="4472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`min` stores the smallest value found so far.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comparison: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`if (arr[i] &lt; min)`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checks whether the current element is smaller than the current minimum.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initializes `min` with `arr[0]` instead of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safer because the array could contain negative numbers in a different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Starting with `arr[0]` ensures that the initial minimum is an actual element from the array.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541041" name="object 3"/>
          <p:cNvSpPr txBox="1"/>
          <p:nvPr/>
        </p:nvSpPr>
        <p:spPr bwMode="auto">
          <a:xfrm>
            <a:off x="380997" y="888075"/>
            <a:ext cx="12364276" cy="483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does not validate that `arrLength` is between `1`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more than `100`, the program can access memory outside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`MinNumbInArray()` assumes that the array contains at least one element because it accesses `arr[0]`.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call `srand((unsigned)time(NULL))`, so the random sequence may repeat between executions.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comment and example say `Max Number is: 79`, but this program is finding the minimum, so the correct result for the example is `1`.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38842" name="object 3"/>
          <p:cNvSpPr txBox="1"/>
          <p:nvPr/>
        </p:nvSpPr>
        <p:spPr bwMode="auto">
          <a:xfrm>
            <a:off x="380997" y="888075"/>
            <a:ext cx="12369321" cy="49029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`MaxNumbInArray()`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for the largest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`arr[i] &gt; max` to update the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`42 68 35 1 70` → `70`.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`MinNumbInArray()`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for the smallest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`arr[i] &lt; min` to update the minimum.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with `arr[0]` as the initial minimum.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`42 68 35 1 70` → `1`.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60626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`PrintArrayElements()` prints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`MinNumbInArray()` searches for the smallest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`min` is initialized with `arr[0]`.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element is compared with the current minimum.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a smaller value is found, `min` is updated.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the example array, the minimum number is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68799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315</cp:revision>
  <dcterms:created xsi:type="dcterms:W3CDTF">2025-12-09T17:44:59Z</dcterms:created>
  <dcterms:modified xsi:type="dcterms:W3CDTF">2026-09-23T10:09:05Z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