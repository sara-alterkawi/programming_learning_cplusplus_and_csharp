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54053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9422012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5832021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2297278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30991343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5271303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58219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13862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7461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6188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6886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26015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72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72681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34337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187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79659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75289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1025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98195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09255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1878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2755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20455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1098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62019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167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67135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35882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82791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2866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18557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551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20730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9524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32776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877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9746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3713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86857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635039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4875777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3222435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0573715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901913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0050414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0011515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78264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2395323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159343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2507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59443252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11732856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3674208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97873140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7957991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1743969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551046104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14506992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7526863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6852740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4800175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016776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03260062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53701482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23271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1567060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51075343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2823935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8225809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25827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6715577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98054351" name="object 30"/>
          <p:cNvSpPr txBox="1"/>
          <p:nvPr/>
        </p:nvSpPr>
        <p:spPr bwMode="auto">
          <a:xfrm>
            <a:off x="0" y="1143000"/>
            <a:ext cx="13088191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My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ABS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21726166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771321060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682636805" name="object 30"/>
          <p:cNvSpPr txBox="1"/>
          <p:nvPr/>
        </p:nvSpPr>
        <p:spPr bwMode="auto">
          <a:xfrm flipH="0" flipV="0">
            <a:off x="106425" y="3084204"/>
            <a:ext cx="13254789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My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ABS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738278" name="object 3"/>
          <p:cNvSpPr txBox="1"/>
          <p:nvPr/>
        </p:nvSpPr>
        <p:spPr bwMode="auto">
          <a:xfrm>
            <a:off x="380997" y="888075"/>
            <a:ext cx="12367152" cy="3359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calculates the absolute value of a number without using the built-in `abs()`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custom function `MyABS()` converts a negative number into its positive equivalent.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absolute value of a number is its distance from `0`, so it is always non-negative.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786260" name="object 3"/>
          <p:cNvSpPr txBox="1"/>
          <p:nvPr/>
        </p:nvSpPr>
        <p:spPr bwMode="auto">
          <a:xfrm>
            <a:off x="380997" y="888075"/>
            <a:ext cx="12381912" cy="4860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`ReadNumber()` reads a number from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`MyABS()` checks whether the number is positive or negative.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number is greater than `0`, it returns the number as it is.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Otherwise, it multiplies the number by `-1` to make it positive.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MyABS(-10)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Since `-10` is not greater than `0`: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-10 * -1 =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input is `10`, the function simply returns `10`.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input is `0`, the function returns `0`.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652262" name="object 3"/>
          <p:cNvSpPr txBox="1"/>
          <p:nvPr/>
        </p:nvSpPr>
        <p:spPr bwMode="auto">
          <a:xfrm>
            <a:off x="380997" y="888075"/>
            <a:ext cx="12384792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Ask the user to enter a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Pass the number to `MyABS()`.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Check if the number is greater than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If it is positive, return the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Otherwise, multiply the number by `-1`.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Print the result from `MyABS()`.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Print the result from the built-in C++ `abs()` function for comparison.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9676910" name="object 3"/>
          <p:cNvSpPr txBox="1"/>
          <p:nvPr/>
        </p:nvSpPr>
        <p:spPr bwMode="auto">
          <a:xfrm>
            <a:off x="380997" y="888075"/>
            <a:ext cx="12372199" cy="46169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Input: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-10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`MyABS(-10)`: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-10 * -1 =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built-in `abs()` function also returns `10`.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My abs Result: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C++ abs Result: 10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152774" name="object 3"/>
          <p:cNvSpPr txBox="1"/>
          <p:nvPr/>
        </p:nvSpPr>
        <p:spPr bwMode="auto">
          <a:xfrm>
            <a:off x="380997" y="888075"/>
            <a:ext cx="12362481" cy="55617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Important function: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MyABS(int number)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if (number &gt; 0)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    return number;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else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    return number * -1;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does not use the built-in `abs()`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calls `abs(number)` only at the end to compare the custom result with C++'s built-in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`0` remains `0`.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4284660" name="object 3"/>
          <p:cNvSpPr txBox="1"/>
          <p:nvPr/>
        </p:nvSpPr>
        <p:spPr bwMode="auto">
          <a:xfrm>
            <a:off x="380997" y="888075"/>
            <a:ext cx="12364635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works correctly for normal `int`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the minimum possible `int` value, multiplying by `-1` can overflow because its positive equivalent cannot be represented by the same `int`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`cmath` is only needed here because the program uses the built-in `abs()` function for comparison.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207160" name="object 3"/>
          <p:cNvSpPr txBox="1"/>
          <p:nvPr/>
        </p:nvSpPr>
        <p:spPr bwMode="auto">
          <a:xfrm>
            <a:off x="380997" y="888075"/>
            <a:ext cx="1236968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`MyABS()`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User-defined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use the built-in `abs()` function internally.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Checks the sign and converts negative values to positive.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`abs()`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Built-in C++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Directly calculates the absolute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Used in this program only to compare the result with `MyABS()`.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897205" name="object 3"/>
          <p:cNvSpPr txBox="1"/>
          <p:nvPr/>
        </p:nvSpPr>
        <p:spPr bwMode="auto">
          <a:xfrm>
            <a:off x="380997" y="888075"/>
            <a:ext cx="12383712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Read a number from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Check whether the number is positive.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Return positive numbers unchanged.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Multiply negative numbers by `-1`.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Return `0` as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Compare the custom `MyABS()` result with C++'s `abs()`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202825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333</cp:revision>
  <dcterms:created xsi:type="dcterms:W3CDTF">2025-12-09T17:44:59Z</dcterms:created>
  <dcterms:modified xsi:type="dcterms:W3CDTF">2026-09-24T09:58:25Z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