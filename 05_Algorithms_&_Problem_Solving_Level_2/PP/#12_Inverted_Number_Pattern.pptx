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2614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148671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003210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825447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773770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77452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490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588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121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1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1616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844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21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888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472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280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978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083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482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7079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08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918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36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946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481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013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717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999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190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149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971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856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548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48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191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838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121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693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944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21328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805581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287505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00903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40885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33850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19300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95674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63456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97258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80615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741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999180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164174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33749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501539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151966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842860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3760155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50209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308676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9156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89129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20055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89495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020617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609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426277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883582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2235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793058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78793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6948719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83818227" name="object 30"/>
          <p:cNvSpPr txBox="1"/>
          <p:nvPr/>
        </p:nvSpPr>
        <p:spPr bwMode="auto">
          <a:xfrm>
            <a:off x="0" y="1143000"/>
            <a:ext cx="1294638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53935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885500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76540768" name="object 30"/>
          <p:cNvSpPr txBox="1"/>
          <p:nvPr/>
        </p:nvSpPr>
        <p:spPr bwMode="auto">
          <a:xfrm>
            <a:off x="106425" y="3084210"/>
            <a:ext cx="1352682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666984" name="object 3"/>
          <p:cNvSpPr txBox="1"/>
          <p:nvPr/>
        </p:nvSpPr>
        <p:spPr bwMode="auto">
          <a:xfrm>
            <a:off x="380997" y="888075"/>
            <a:ext cx="1236679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inverted number pattern is a pattern where the number of printed digits decreases row by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starts from the entered number and decreases the number by `1` after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input `3` produces `333`, `22`,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179868" name="object 3"/>
          <p:cNvSpPr txBox="1"/>
          <p:nvPr/>
        </p:nvSpPr>
        <p:spPr bwMode="auto">
          <a:xfrm>
            <a:off x="380997" y="888075"/>
            <a:ext cx="12381553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`PrintInvertedPattern()` uses two nested `for`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controls the current number and the number of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starts from `Number` and continues down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prints the current value of `i` several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runs `i`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the inner loop finishes, `endl` moves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`i` decreases, both the number being printed and the number of repetitions decrease.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29908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outer loop from `Number` down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inner loop from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`i` while `j &lt;= 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Move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Decrease `i` and repeat.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58085" name="object 3"/>
          <p:cNvSpPr txBox="1"/>
          <p:nvPr/>
        </p:nvSpPr>
        <p:spPr bwMode="auto">
          <a:xfrm>
            <a:off x="380997" y="888075"/>
            <a:ext cx="12371840" cy="65561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 row: `i = 5` → print `5` five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 row: `i = 4` → print `4` four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Third row: `i = 3` → print `3` three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Fourth row: `i = 2` → print `2` two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Fifth row: `i = 1` → print `1` one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55555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4444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589626" name="object 3"/>
          <p:cNvSpPr txBox="1"/>
          <p:nvPr/>
        </p:nvSpPr>
        <p:spPr bwMode="auto">
          <a:xfrm>
            <a:off x="380997" y="888075"/>
            <a:ext cx="123621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controls the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controls how many times the number is printed in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row, the value of `i` is used for both the number printed and the number of repetitions.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482997" name="object 3"/>
          <p:cNvSpPr txBox="1"/>
          <p:nvPr/>
        </p:nvSpPr>
        <p:spPr bwMode="auto">
          <a:xfrm>
            <a:off x="380997" y="888075"/>
            <a:ext cx="12364276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validation allows `0` because the condition is `N &lt;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`0`, the outer loop does not run and nothing is printed.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274839" name="object 3"/>
          <p:cNvSpPr txBox="1"/>
          <p:nvPr/>
        </p:nvSpPr>
        <p:spPr bwMode="auto">
          <a:xfrm>
            <a:off x="380997" y="888075"/>
            <a:ext cx="1236932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Outer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Controls which number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down from `Number`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`5 → 4 → 3 → 2 →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Inner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Controls how many times the current number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Runs from `1` to `i`.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 when `i = 4` → prints `4` four times.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715719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an outer loop to count down from `Number` to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an inner loop to repeat the current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current value of `i` determines both the digit and the repetition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row contains one fewer digit than the previous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Input `5` produces `55555`, `4444`, `333`, `22`,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0735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302</cp:revision>
  <dcterms:created xsi:type="dcterms:W3CDTF">2025-12-09T17:44:59Z</dcterms:created>
  <dcterms:modified xsi:type="dcterms:W3CDTF">2026-09-20T18:57:35Z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