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1384196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631155820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61458391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470291550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708715010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604053721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77645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008885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62269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56121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235754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09729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744630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612015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99071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86634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789475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17286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25658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461490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70069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95853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029126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83957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17013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769577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1122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10366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487257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37123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14673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980121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6886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90409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689967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77034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84471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858783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66225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1824931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63356067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26285280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97286861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83931295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8489712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48261227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69361532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76762017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06567754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549707497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85313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9254628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44997988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04109790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07264441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994501880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98000194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971296748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69492251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53525257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4300795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705524989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9409591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04769672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096859263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793169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67443172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29851890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92258388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386094838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7828121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260980377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240056310" name="object 30"/>
          <p:cNvSpPr txBox="1"/>
          <p:nvPr/>
        </p:nvSpPr>
        <p:spPr bwMode="auto">
          <a:xfrm>
            <a:off x="0" y="1143000"/>
            <a:ext cx="12952860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2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Inverted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Letter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Pattern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116451842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643580758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986978405" name="object 30"/>
          <p:cNvSpPr txBox="1"/>
          <p:nvPr/>
        </p:nvSpPr>
        <p:spPr bwMode="auto">
          <a:xfrm>
            <a:off x="106425" y="3084210"/>
            <a:ext cx="13533307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2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Inverted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Letter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Pattern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7712724" name="object 3"/>
          <p:cNvSpPr txBox="1"/>
          <p:nvPr/>
        </p:nvSpPr>
        <p:spPr bwMode="auto">
          <a:xfrm>
            <a:off x="380997" y="888075"/>
            <a:ext cx="12366792" cy="2254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An inverted letter pattern is a pattern where letters are printed from a higher letter down to `A`, while the number of repetitions decreases in each row.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For example, input `3` produces `CCC`, `BB`, `A`.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3186506" name="object 3"/>
          <p:cNvSpPr txBox="1"/>
          <p:nvPr/>
        </p:nvSpPr>
        <p:spPr bwMode="auto">
          <a:xfrm>
            <a:off x="380997" y="888075"/>
            <a:ext cx="12381553" cy="489281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`ReadNumber()` reads a non-negative number from the user.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`PrintInvertedLetterPattern()` uses two nested `for` loops.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`65` represents the character code of uppercase `A`.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`65 + Number - 1` calculates the starting character.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For `Number = 3`: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`65 + 3 - 1 = 67` → `C`.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outer loop starts from this character and decreases until `65` (`A`).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`char(i)` converts the numeric character code into a letter.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inner loop controls how many times the current letter is printed.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number of repetitions decreases from `Number` down to `1`.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3842650" name="object 3"/>
          <p:cNvSpPr txBox="1"/>
          <p:nvPr/>
        </p:nvSpPr>
        <p:spPr bwMode="auto">
          <a:xfrm>
            <a:off x="380997" y="888075"/>
            <a:ext cx="12384432" cy="375547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Steps in main()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Read a non-negative number.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Calculate the starting character using `65 + Number - 1`.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Start the outer loop from the starting character down to `A`.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Convert `i` to a character using `char(i)`.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Use the inner loop to print the current letter the required number of times.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Move to the next line.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7️⃣ Decrease the letter and the number of repetitions.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7694089" name="object 3"/>
          <p:cNvSpPr txBox="1"/>
          <p:nvPr/>
        </p:nvSpPr>
        <p:spPr bwMode="auto">
          <a:xfrm>
            <a:off x="380997" y="888075"/>
            <a:ext cx="12371840" cy="575425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Input: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`3`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Starting character: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`65 + 3 - 1 = 67 → C`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First row: `C` printed 3 times.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Second row: `B` printed 2 times.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Third row: `A` printed 1 time.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CCC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BB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4683151" name="object 3"/>
          <p:cNvSpPr txBox="1"/>
          <p:nvPr/>
        </p:nvSpPr>
        <p:spPr bwMode="auto">
          <a:xfrm>
            <a:off x="380997" y="888075"/>
            <a:ext cx="12362121" cy="2628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ASCII value of uppercase `A` is `65`, `B` is `66`, `C` is `67`, and so 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`char(i)` converts the numeric value back into its corresponding character.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expression `Number - ((65 + Number - 1) - i)` calculates how many times the current letter should be printed.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9315368" name="object 3"/>
          <p:cNvSpPr txBox="1"/>
          <p:nvPr/>
        </p:nvSpPr>
        <p:spPr bwMode="auto">
          <a:xfrm>
            <a:off x="380997" y="888075"/>
            <a:ext cx="12364276" cy="2628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allows `0` because the validation condition is `N &lt; 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the input is larger than the range of uppercase letters, the pattern can go beyond `Z` and produce other characters.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code relies on the character encoding values for uppercase English letters.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1956624" name="object 3"/>
          <p:cNvSpPr txBox="1"/>
          <p:nvPr/>
        </p:nvSpPr>
        <p:spPr bwMode="auto">
          <a:xfrm>
            <a:off x="380997" y="888075"/>
            <a:ext cx="12369321" cy="378314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#12_Inverted_Number_Pattern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Prints numbers in descending order.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Example: `3 → 333, 22, 1`.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#14_Inverted_Letter_Pattern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Prints letters in descending order.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Example: `3 → CCC, BB, A`.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0077844" name="object 3"/>
          <p:cNvSpPr txBox="1"/>
          <p:nvPr/>
        </p:nvSpPr>
        <p:spPr bwMode="auto">
          <a:xfrm>
            <a:off x="380997" y="888075"/>
            <a:ext cx="12383352" cy="3382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Use `65` as the character code for `A`.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Calculate the starting letter with `65 + Number - 1`.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Use the outer loop to move backward from the starting letter to `A`.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Use the inner loop to control repetitions.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`char(i)` converts the numeric character code into a letter.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Input `5` produces `EEEEE`, `DDDD`, `CCC`, `BB`, `A`.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4019737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304</cp:revision>
  <dcterms:created xsi:type="dcterms:W3CDTF">2025-12-09T17:44:59Z</dcterms:created>
  <dcterms:modified xsi:type="dcterms:W3CDTF">2026-09-20T19:10:57Z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