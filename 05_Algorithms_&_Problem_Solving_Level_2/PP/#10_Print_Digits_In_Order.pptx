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7181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101773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80213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48619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11740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203798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431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763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25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27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8999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8148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414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234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379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07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7791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90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477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81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896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321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6737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9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48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971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38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9054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815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7782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552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135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53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671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6737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43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233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179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68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4663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499817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35006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34400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83858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31906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20308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14317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80805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96073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79097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3406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63083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63600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069055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707611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41150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465544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77367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27790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474902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17781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368453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22880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720491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76090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3148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3248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699202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999680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963019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154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3151897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7943167" name="object 30"/>
          <p:cNvSpPr txBox="1"/>
          <p:nvPr/>
        </p:nvSpPr>
        <p:spPr bwMode="auto">
          <a:xfrm>
            <a:off x="0" y="1143000"/>
            <a:ext cx="1294062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88540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899397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2864688" name="object 30"/>
          <p:cNvSpPr txBox="1"/>
          <p:nvPr/>
        </p:nvSpPr>
        <p:spPr bwMode="auto">
          <a:xfrm>
            <a:off x="106425" y="3084210"/>
            <a:ext cx="1352107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777629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Printing digits in order means displaying the digits of a number from left to right, starting with the first digit and ending with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`1234` is printed as `1`, `2`, `3`, `4`.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84666" name="object 3"/>
          <p:cNvSpPr txBox="1"/>
          <p:nvPr/>
        </p:nvSpPr>
        <p:spPr bwMode="auto">
          <a:xfrm>
            <a:off x="380997" y="888075"/>
            <a:ext cx="12381553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`ReadPositiveNumber()` reads the number as a `string` instead of an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Reading the number as a string allows the program to access each digit directly from left to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`do-while` loop makes sure the entered value is not negative and is not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`number[0]` accesses the first character of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`number[0] == '-'` checks whether the number starts with a negative 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`number == "0"` prevents the user from entering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`PrintDigits()` uses a range-based `for` loop to go through every character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character is printed using `cout &lt;&lt; digit &lt;&lt; endl`.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633419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that the number is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string to `PrintDigits()`.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a range-based `for` loop to access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each digit from left to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368344" name="object 3"/>
          <p:cNvSpPr txBox="1"/>
          <p:nvPr/>
        </p:nvSpPr>
        <p:spPr bwMode="auto">
          <a:xfrm>
            <a:off x="380997" y="888075"/>
            <a:ext cx="12371840" cy="537350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string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`'1' → '2' → '3' → '4'`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range-based `for` loop processes them in the same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993567" name="object 3"/>
          <p:cNvSpPr txBox="1"/>
          <p:nvPr/>
        </p:nvSpPr>
        <p:spPr bwMode="auto">
          <a:xfrm>
            <a:off x="380997" y="888075"/>
            <a:ext cx="1236212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Unlike the previous lessons, this program does not use `% 10` or `/ 10` to extract digits.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number is stored as a string, each digit can be accessed directly from left to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`char digit` represents one character from the string.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26666" name="object 3"/>
          <p:cNvSpPr txBox="1"/>
          <p:nvPr/>
        </p:nvSpPr>
        <p:spPr bwMode="auto">
          <a:xfrm>
            <a:off x="380997" y="888075"/>
            <a:ext cx="12364276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validation only checks whether the first character is `'-'` or whether the entire input is `"0"`.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does not fully validate that every character entered is a digit. For example, an input such as `12a4` would pass the current validation.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89827" name="object 3"/>
          <p:cNvSpPr txBox="1"/>
          <p:nvPr/>
        </p:nvSpPr>
        <p:spPr bwMode="auto">
          <a:xfrm>
            <a:off x="380997" y="888075"/>
            <a:ext cx="123693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Digits can be processed directly from left to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`% 10` or `/ 10`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original order is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Using `int`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Digits can be processed using `% 10` and `/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These operations naturally extract digits from right to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Additional logic would be needed to print them from left to right.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785399" name="object 3"/>
          <p:cNvSpPr txBox="1"/>
          <p:nvPr/>
        </p:nvSpPr>
        <p:spPr bwMode="auto">
          <a:xfrm>
            <a:off x="380997" y="888075"/>
            <a:ext cx="12383353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the number as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Validate that the number is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 range-based `for` loop to access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 each digit in its original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No `% 10` or `/ 10`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7760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300</cp:revision>
  <dcterms:created xsi:type="dcterms:W3CDTF">2025-12-09T17:44:59Z</dcterms:created>
  <dcterms:modified xsi:type="dcterms:W3CDTF">2026-09-17T11:45:40Z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