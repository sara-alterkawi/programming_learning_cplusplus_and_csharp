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479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62160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354950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23659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247807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950111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482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3153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8177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1225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9769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7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80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5867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657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324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7980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91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8276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361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59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86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9463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573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94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70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670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3755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0581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682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326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794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303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782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5826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6098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505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2335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340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2494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065440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785710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223296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58599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44834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92649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285984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988448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85731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098275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1030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616966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7629618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6245548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03072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679304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36940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948936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330339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28269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607242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294958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66011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89744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7997957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7981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0212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955473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135060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065179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68559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546037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6846061" name="object 30"/>
          <p:cNvSpPr txBox="1"/>
          <p:nvPr/>
        </p:nvSpPr>
        <p:spPr bwMode="auto">
          <a:xfrm>
            <a:off x="0" y="1143000"/>
            <a:ext cx="1296149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Words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AAA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ZZZ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065958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5235005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20051026" name="object 30"/>
          <p:cNvSpPr txBox="1"/>
          <p:nvPr/>
        </p:nvSpPr>
        <p:spPr bwMode="auto">
          <a:xfrm>
            <a:off x="106425" y="3084210"/>
            <a:ext cx="1354266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All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Words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AAA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ZZZ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90385" name="object 3"/>
          <p:cNvSpPr txBox="1"/>
          <p:nvPr/>
        </p:nvSpPr>
        <p:spPr bwMode="auto">
          <a:xfrm>
            <a:off x="380997" y="888075"/>
            <a:ext cx="12366792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prints all possible three-letter combinations from AAA to ZZZ.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letter can be any uppercase letter from A to Z.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461583" name="object 3"/>
          <p:cNvSpPr txBox="1"/>
          <p:nvPr/>
        </p:nvSpPr>
        <p:spPr bwMode="auto">
          <a:xfrm>
            <a:off x="380997" y="888075"/>
            <a:ext cx="12381553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three nested `for` loops to generate the combinations.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first loop controls the first letter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second loop controls the second letter `j`.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third loop controls the third letter `k`.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`cout &lt;&lt; i &lt;&lt; j &lt;&lt; k` prints the three letters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loop runs from `A` to `Z`, giving 26 possible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total number of combinations is `26 × 26 × 26 = 17,576`.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90142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Start the first loop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For each value of `i`, run the second loop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For each value of `j`, run the third loop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`i`, `j`, and `k`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Repeat until all combinations from `AAA` to `ZZZ` are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a separator after completing all combinations for each first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285413" name="object 3"/>
          <p:cNvSpPr txBox="1"/>
          <p:nvPr/>
        </p:nvSpPr>
        <p:spPr bwMode="auto">
          <a:xfrm>
            <a:off x="380997" y="888075"/>
            <a:ext cx="12375080" cy="681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`i = A`, the program prints all combinations from `AAA` to `AZZ`.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`i = B`, the program prints all combinations from `BAA` to `BZZ`.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process continues until `i = 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output starts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AAA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AAB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AAC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ZZW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ZZX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ZZY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ZZZ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097643" name="object 3"/>
          <p:cNvSpPr txBox="1"/>
          <p:nvPr/>
        </p:nvSpPr>
        <p:spPr bwMode="auto">
          <a:xfrm>
            <a:off x="380997" y="888075"/>
            <a:ext cx="1236212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three nested loops work together to generate every possible combination.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every value of `i`, the complete `j` and `k` loops run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separator `----------------` is printed after all combinations beginning with the same first letter have been completed.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354702" name="object 3"/>
          <p:cNvSpPr txBox="1"/>
          <p:nvPr/>
        </p:nvSpPr>
        <p:spPr bwMode="auto">
          <a:xfrm>
            <a:off x="380997" y="888075"/>
            <a:ext cx="12364276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comment `// Function to make the inverted Number` is incorrect because the function generates letter combinations, not an inverted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assumes uppercase English letters from `A` to `Z`.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888693" name="object 3"/>
          <p:cNvSpPr txBox="1"/>
          <p:nvPr/>
        </p:nvSpPr>
        <p:spPr bwMode="auto">
          <a:xfrm>
            <a:off x="380997" y="888075"/>
            <a:ext cx="12369321" cy="30467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One loop → prints one sequence, such as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Two nested loops → can generate two-letter combinations such as `AA`, `AB`, `AC`, ..., `ZZ`.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Three nested loops → generates three-letter combinations such as `AAA`, `AAB`, `AAC`, ..., `ZZZ`.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982685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Three nested loops generate all three-letter combinations.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loop runs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`i` controls the first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`j` controls the second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`k` controls the third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Total combinations = `26 × 26 × 26 = 17,576`.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5198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306</cp:revision>
  <dcterms:created xsi:type="dcterms:W3CDTF">2025-12-09T17:44:59Z</dcterms:created>
  <dcterms:modified xsi:type="dcterms:W3CDTF">2026-09-20T19:28:23Z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