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0659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3826864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768193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0202458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82368232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4277568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924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44879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6682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931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644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10367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2006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356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4811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7928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60668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0915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8654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12552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1539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88019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7764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9300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24931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95058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6305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5285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18223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105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6018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4568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5833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8217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94494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534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7446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97721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216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10620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2243591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510182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179349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6830977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35058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1092292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497875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695277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5265573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4555911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79347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350616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9249922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12292245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5669356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2196436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146186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86460857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7670561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4592776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053098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8876015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602798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405500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6029670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95171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24191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9152803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562973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9684473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130321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29229524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16336835" name="object 30"/>
          <p:cNvSpPr txBox="1"/>
          <p:nvPr/>
        </p:nvSpPr>
        <p:spPr bwMode="auto">
          <a:xfrm>
            <a:off x="0" y="1143000"/>
            <a:ext cx="13080273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Count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even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5809058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45418270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342759176" name="object 30"/>
          <p:cNvSpPr txBox="1"/>
          <p:nvPr/>
        </p:nvSpPr>
        <p:spPr bwMode="auto">
          <a:xfrm flipH="0" flipV="0">
            <a:off x="106425" y="3084206"/>
            <a:ext cx="13246871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Count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even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052834" name="object 3"/>
          <p:cNvSpPr txBox="1"/>
          <p:nvPr/>
        </p:nvSpPr>
        <p:spPr bwMode="auto">
          <a:xfrm>
            <a:off x="380997" y="888075"/>
            <a:ext cx="1236679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fills an array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counts how many even numbers exist in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Finally, it prints the array elements and the total count of even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891523" name="object 3"/>
          <p:cNvSpPr txBox="1"/>
          <p:nvPr/>
        </p:nvSpPr>
        <p:spPr bwMode="auto">
          <a:xfrm>
            <a:off x="380997" y="888075"/>
            <a:ext cx="12381553" cy="4106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`FillArrayWithRandomNumber()` fills the array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`CheckOddOrEven()` checks whether a number is odd or even using the `%` operator.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`Number % 2 == 0`, the number is even.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`CountEvenNumbers()` loops through the array and counts every even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variable `count` starts from `0` and increases by `1` whenever an even number is found.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700735" name="object 3"/>
          <p:cNvSpPr txBox="1"/>
          <p:nvPr/>
        </p:nvSpPr>
        <p:spPr bwMode="auto">
          <a:xfrm>
            <a:off x="380997" y="888075"/>
            <a:ext cx="12384432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Ask the user for the number of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Fill the array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Print all array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Loop through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Check each number using `CheckOddOrEven()`.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If the number is even, increase `count`.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Return the total count.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Print the number of even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716132" name="object 3"/>
          <p:cNvSpPr txBox="1"/>
          <p:nvPr/>
        </p:nvSpPr>
        <p:spPr bwMode="auto">
          <a:xfrm>
            <a:off x="380997" y="888075"/>
            <a:ext cx="12371840" cy="852526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`Array Elements`: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78 97 32 14 14 42 32 18 55 44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Even numbers are: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78 32 14 14 42 32 18 44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even numbers are counted one by one: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78  → Even → count =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97  → Odd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32  → Even → count = 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14  → Even → count =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14  → Even → count = 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42  → Even → count =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32  → Even → count = 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18  → Even → count = 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55  → Odd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44  → Even → count = 8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Elements: 78 97 32 14 14 42 32 18 55 44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Even Numbers count is : 8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9473617" name="object 3"/>
          <p:cNvSpPr txBox="1"/>
          <p:nvPr/>
        </p:nvSpPr>
        <p:spPr bwMode="auto">
          <a:xfrm>
            <a:off x="380997" y="888075"/>
            <a:ext cx="12362121" cy="4106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Important statement: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if (CheckOddOrEven(arr[i]) == enOddOrEven::Even)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count++;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`CheckOddOrEven()` determines whether the number is `Odd` or `Even`.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`CountEvenNumbers()` is responsible for counting the even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`count` stores how many even numbers were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`ReadArrayElements()` and `AddElementToArray()` are defined but not used in this program.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591707" name="object 3"/>
          <p:cNvSpPr txBox="1"/>
          <p:nvPr/>
        </p:nvSpPr>
        <p:spPr bwMode="auto">
          <a:xfrm>
            <a:off x="380997" y="888075"/>
            <a:ext cx="12364276" cy="3374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`arr[100]` can store a maximum of `100` elements, so `arrLength` should not be greater than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`FillArrayWithRandomNumber()` does not validate the entered length.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`cmath` and `corecrt_math_defines.h` are not needed in this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`rand()` and `time()` should ideally have their required headers included explicitly.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`rand()` generates pseudo-random numbers, not security-grade random numbers.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877223" name="object 3"/>
          <p:cNvSpPr txBox="1"/>
          <p:nvPr/>
        </p:nvSpPr>
        <p:spPr bwMode="auto">
          <a:xfrm>
            <a:off x="380997" y="888075"/>
            <a:ext cx="1236932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`CountEvenNumbers()`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Counts only even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`CheckOddOrEven()` to identify even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the total number of even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`CountOddNumbers()`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Counts only odd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`CheckOddOrEven()` to identify odd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the total number of odd elements.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081863" name="object 3"/>
          <p:cNvSpPr txBox="1"/>
          <p:nvPr/>
        </p:nvSpPr>
        <p:spPr bwMode="auto">
          <a:xfrm>
            <a:off x="380997" y="888075"/>
            <a:ext cx="1238335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Fill the array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Check every element to determine if it is even.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Increase `count` for every even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Return the total count.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Print the number of even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88682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331</cp:revision>
  <dcterms:created xsi:type="dcterms:W3CDTF">2025-12-09T17:44:59Z</dcterms:created>
  <dcterms:modified xsi:type="dcterms:W3CDTF">2026-09-24T09:40:04Z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