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3441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02437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36759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676167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406520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5200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446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40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294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945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4089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244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0573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9642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993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1915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037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742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161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081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6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840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14190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34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28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3817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54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2752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8286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1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18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329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76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0470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099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933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3756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179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39736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30419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64341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54223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7978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9488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44479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8483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78428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699003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18203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269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52987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957168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19147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530920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220798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979326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2110171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5534179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834063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108511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27271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07156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965617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35583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4538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236462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49612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38161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484972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99560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3681358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14377881" name="object 30"/>
          <p:cNvSpPr txBox="1"/>
          <p:nvPr/>
        </p:nvSpPr>
        <p:spPr bwMode="auto">
          <a:xfrm>
            <a:off x="0" y="1143000"/>
            <a:ext cx="13074874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5286642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430309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36047111" name="object 30"/>
          <p:cNvSpPr txBox="1"/>
          <p:nvPr/>
        </p:nvSpPr>
        <p:spPr bwMode="auto">
          <a:xfrm flipH="0" flipV="0">
            <a:off x="106425" y="3084207"/>
            <a:ext cx="13241472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Odd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921621" name="object 3"/>
          <p:cNvSpPr txBox="1"/>
          <p:nvPr/>
        </p:nvSpPr>
        <p:spPr bwMode="auto">
          <a:xfrm>
            <a:off x="380997" y="888075"/>
            <a:ext cx="12366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checks each element to determine whether it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counts how many odd numbers exist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`CountOddNumbers()` returns the total number of odd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355292" name="object 3"/>
          <p:cNvSpPr txBox="1"/>
          <p:nvPr/>
        </p:nvSpPr>
        <p:spPr bwMode="auto">
          <a:xfrm>
            <a:off x="380997" y="888075"/>
            <a:ext cx="12381553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`CheckOddOrEven()` determines whether a number is odd or even.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the remainder operator `%`: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 % 2 !=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remainder is not `0`, the number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`CountOddNumbers()` starts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count =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loops through all elements: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arrLength;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an odd number is found, `count` is increased: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count++;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checking the whole array, the function returns `count`.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923351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the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the array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Set `count`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each element using `CheckOddOrEven()`.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the element is odd, increase `count`.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Continue until all elements have been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Return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the number of odd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551884" name="object 3"/>
          <p:cNvSpPr txBox="1"/>
          <p:nvPr/>
        </p:nvSpPr>
        <p:spPr bwMode="auto">
          <a:xfrm>
            <a:off x="380997" y="888075"/>
            <a:ext cx="12371840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Elements`: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odd numbers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35 1 25 79 59 63 65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are `7` odd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 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Odd Numbers count is : 7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584401" name="object 3"/>
          <p:cNvSpPr txBox="1"/>
          <p:nvPr/>
        </p:nvSpPr>
        <p:spPr bwMode="auto">
          <a:xfrm>
            <a:off x="380997" y="888075"/>
            <a:ext cx="12362121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`CountOddNumbers()` does not create a new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only counts how many elements satisfy the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`count` is increased once for every odd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enum enOddOrEven { Odd = 1, Even = 2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allows `CheckOddOrEven()` to clearly return whether a number is `Odd` or `Even`.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is not used in this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326708" name="object 3"/>
          <p:cNvSpPr txBox="1"/>
          <p:nvPr/>
        </p:nvSpPr>
        <p:spPr bwMode="auto">
          <a:xfrm>
            <a:off x="380997" y="888075"/>
            <a:ext cx="12364276" cy="4113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check that `arrLength` is `100` or less.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Entering more than `100` elements can cause the program to access memory outside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and `AddElementToArray()` are unused.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and `time()` should ideally have their proper headers included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output says `Array 1 Elements`, although there is only one array; `Array Elements` would be clearer.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877978" name="object 3"/>
          <p:cNvSpPr txBox="1"/>
          <p:nvPr/>
        </p:nvSpPr>
        <p:spPr bwMode="auto">
          <a:xfrm>
            <a:off x="380997" y="888075"/>
            <a:ext cx="1236932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`CheckOddOrEven()`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one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`Odd` or `Even`.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count or modify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`CountOddNumbers()`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all elements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`CheckOddOrEven()` for each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only the odd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final count.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101351" name="object 3"/>
          <p:cNvSpPr txBox="1"/>
          <p:nvPr/>
        </p:nvSpPr>
        <p:spPr bwMode="auto">
          <a:xfrm>
            <a:off x="380997" y="888075"/>
            <a:ext cx="1238335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element to determine whether it is odd.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Increase `count` for every odd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the example array, there are `7` odd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00782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330</cp:revision>
  <dcterms:created xsi:type="dcterms:W3CDTF">2025-12-09T17:44:59Z</dcterms:created>
  <dcterms:modified xsi:type="dcterms:W3CDTF">2026-09-24T09:27:16Z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