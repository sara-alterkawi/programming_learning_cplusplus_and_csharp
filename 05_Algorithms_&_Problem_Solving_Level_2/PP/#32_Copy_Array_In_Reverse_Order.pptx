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202393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12042630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7003728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04691353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59423375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44941634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86489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465805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02283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97109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365376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33688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29083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6948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73323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68978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46730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08627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80072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836058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15766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52291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46146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39338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44010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717361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47062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82092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2628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38665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76305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905152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54227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71500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758090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20224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02000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573936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51292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3482319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94159689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5998763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2138310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70975433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5469857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74047753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7748391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08941215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1423555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55477093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005689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20367918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387892524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77429172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35621954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27475005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695933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267850738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37855517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86225182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94373125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8590539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5195035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99011357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16752700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95113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21709985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21191691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7642716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512160727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4440181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781420109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360219456" name="object 30"/>
          <p:cNvSpPr txBox="1"/>
          <p:nvPr/>
        </p:nvSpPr>
        <p:spPr bwMode="auto">
          <a:xfrm>
            <a:off x="0" y="1143000"/>
            <a:ext cx="13028803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Copy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Array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Reverse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Order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16622647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698112461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888048430" name="object 30"/>
          <p:cNvSpPr txBox="1"/>
          <p:nvPr/>
        </p:nvSpPr>
        <p:spPr bwMode="auto">
          <a:xfrm>
            <a:off x="106425" y="3084210"/>
            <a:ext cx="13608530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Copy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Array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Reverse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Order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7251715" name="object 3"/>
          <p:cNvSpPr txBox="1"/>
          <p:nvPr/>
        </p:nvSpPr>
        <p:spPr bwMode="auto">
          <a:xfrm>
            <a:off x="380997" y="888075"/>
            <a:ext cx="12366792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fills an array with random numbers from `1` to `100`.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It copies the elements into a second array in reverse order.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first element of `arr1` becomes the last element of `arr2`.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last element of `arr1` becomes the first element of `arr2`.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7420243" name="object 3"/>
          <p:cNvSpPr txBox="1"/>
          <p:nvPr/>
        </p:nvSpPr>
        <p:spPr bwMode="auto">
          <a:xfrm>
            <a:off x="380997" y="888075"/>
            <a:ext cx="12381553" cy="604283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`FillArrayWithRandomNumber()` fills `arr1` with random numbers from `1` to `100`.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`RverseArray()` copies the elements from `arr1` to `reverseArr` in reverse order.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important statement is: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reverseArr[i] = arr[arrLength - 1 - i];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`arrLength - 1` represents the last valid index of the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As `i` increases, the source index moves backward.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an array with `10` elements: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 = 0  → arr[9]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 = 1  → arr[8]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 = 2  → arr[7]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...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 = 9  → arr[0]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8497762" name="object 3"/>
          <p:cNvSpPr txBox="1"/>
          <p:nvPr/>
        </p:nvSpPr>
        <p:spPr bwMode="auto">
          <a:xfrm>
            <a:off x="380997" y="888075"/>
            <a:ext cx="12384432" cy="37554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Ask the user for the number of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Fill `arr1` with random numbers from `1` to `100`.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Print `arr1`.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Loop through all elements of `arr1`.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Access the elements starting from the last element.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Copy each element into the corresponding position in `arr2`.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Print `arr2`.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5100164" name="object 3"/>
          <p:cNvSpPr txBox="1"/>
          <p:nvPr/>
        </p:nvSpPr>
        <p:spPr bwMode="auto">
          <a:xfrm>
            <a:off x="380997" y="888075"/>
            <a:ext cx="12371840" cy="6546012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`Array 1`: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2 95 66 41 19 28 35 85 7 41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elements are copied from right to left: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arr2[0] = arr1[9] → 41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arr2[1] = arr1[8] → 7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arr2[2] = arr1[7] → 85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arr2[3] = arr1[6] → 35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...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Therefore: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41 7 85 35 28 19 41 66 95 2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Array 1 Elements: 2 95 66 41 19 28 35 85 7 41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Array 2 Elements after copying array2 in reverse: 41 7 85 35 28 19 41 66 95 2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4928069" name="object 3"/>
          <p:cNvSpPr txBox="1"/>
          <p:nvPr/>
        </p:nvSpPr>
        <p:spPr bwMode="auto">
          <a:xfrm>
            <a:off x="380997" y="888075"/>
            <a:ext cx="12362121" cy="485275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array indexes start from `0`.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array length is `10`, the indexes are: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0 1 2 3 4 5 6 7 8 9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Therefore, the last index is always `arrLength - 1`.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expression: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arrLength - 1 - i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is what makes the copying happen in reverse order.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`arr1` is not changed. Only `arr2` receives the elements in reverse order.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function name `RverseArray` has a spelling mistake; it should ideally be `ReverseArray`.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6834262" name="object 3"/>
          <p:cNvSpPr txBox="1"/>
          <p:nvPr/>
        </p:nvSpPr>
        <p:spPr bwMode="auto">
          <a:xfrm>
            <a:off x="380997" y="888075"/>
            <a:ext cx="12364276" cy="3740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`arrayLength` should not exceed `100`.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`ReadArrayElements()`, `FillArrayWithNumbersFrom1ToN()`, `Swap()`, and `ShuffleArray()` are defined but not used in this program.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`cmath` and `corecrt_math_defines.h` are unnecessary.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`rand()` is pseudo-random and is not suitable for security-sensitive applications.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Since `srand((unsigned)time(NULL))` is used, the appropriate random/time headers should ideally be included explicitly.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1461503" name="object 3"/>
          <p:cNvSpPr txBox="1"/>
          <p:nvPr/>
        </p:nvSpPr>
        <p:spPr bwMode="auto">
          <a:xfrm>
            <a:off x="380997" y="888075"/>
            <a:ext cx="12369321" cy="451206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`arr1`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Contains the original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order remains unchanged.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`2 95 66 41 19`.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`arr2`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Contains the elements of `arr1` in reverse order.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last element of `arr1` becomes the first element of `arr2`.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`2 95 66 41 19` → `19 41 66 95 2`.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3180593" name="object 3"/>
          <p:cNvSpPr txBox="1"/>
          <p:nvPr/>
        </p:nvSpPr>
        <p:spPr bwMode="auto">
          <a:xfrm>
            <a:off x="380997" y="888075"/>
            <a:ext cx="12383352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Fill the first array with random numbers.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Create a second array for the reversed copy.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Start reading the first array from its last index.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Use `arrLength - 1 - i` to access elements in reverse.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Store the reversed elements in `arr2`.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original array remains unchanged.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4610719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321</cp:revision>
  <dcterms:created xsi:type="dcterms:W3CDTF">2025-12-09T17:44:59Z</dcterms:created>
  <dcterms:modified xsi:type="dcterms:W3CDTF">2026-09-24T06:44:20Z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