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9458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69391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037034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82507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096943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229990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638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081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3509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075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212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989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520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999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756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100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067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6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614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5381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938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051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9830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724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247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82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832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554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4629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729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004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6280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700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595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773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214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230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589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552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71446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855503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21926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99603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51687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38052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63347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48125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530054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47513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84694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179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59144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276820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0256969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022423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05907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452529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810966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47263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11245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391120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732189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7321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246840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983337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4036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40615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553430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458518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2881725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92998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3292876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40175164" name="object 30"/>
          <p:cNvSpPr txBox="1"/>
          <p:nvPr/>
        </p:nvSpPr>
        <p:spPr bwMode="auto">
          <a:xfrm>
            <a:off x="0" y="1143000"/>
            <a:ext cx="1309358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Floor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178912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5417465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0823424" name="object 30"/>
          <p:cNvSpPr txBox="1"/>
          <p:nvPr/>
        </p:nvSpPr>
        <p:spPr bwMode="auto">
          <a:xfrm flipH="0" flipV="0">
            <a:off x="106425" y="3084202"/>
            <a:ext cx="1326126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Floor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489786" name="object 3"/>
          <p:cNvSpPr txBox="1"/>
          <p:nvPr/>
        </p:nvSpPr>
        <p:spPr bwMode="auto">
          <a:xfrm>
            <a:off x="380997" y="888075"/>
            <a:ext cx="12367152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floor value of a number without using the built-in `floor()`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floor of a number is the greatest integer that is less than or equal to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positive numbers, removing the decimal part gives the floor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negative numbers with a fractional part, the result must move to the next smaller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3684" name="object 3"/>
          <p:cNvSpPr txBox="1"/>
          <p:nvPr/>
        </p:nvSpPr>
        <p:spPr bwMode="auto">
          <a:xfrm>
            <a:off x="380997" y="888075"/>
            <a:ext cx="12381912" cy="63884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floating-point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`MyFloor()` checks whether the number is positive or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positive, `int(number)` removes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 → 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negative, simply converting it to `int` is not enough.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-33.54323 → int(-33.54323) = -33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But the floor of `-33.54323` is `-34`, because `-34` is the greatest integer less than or equal to `-33.54323`.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code uses: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--number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changes the number from approximately `-33.54323` to `-34.54323`.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Converting that value to `int` gives `-34`.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76291" name="object 3"/>
          <p:cNvSpPr txBox="1"/>
          <p:nvPr/>
        </p:nvSpPr>
        <p:spPr bwMode="auto">
          <a:xfrm>
            <a:off x="380997" y="888075"/>
            <a:ext cx="1238479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floating-point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whether the number is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If positive, convert it directly to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negative, decrease the number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the adjusted negative number to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result from `MyFloor()`.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Compare it with C++'s built-in `floor()`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009837" name="object 3"/>
          <p:cNvSpPr txBox="1"/>
          <p:nvPr/>
        </p:nvSpPr>
        <p:spPr bwMode="auto">
          <a:xfrm>
            <a:off x="380997" y="888075"/>
            <a:ext cx="12372199" cy="793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is positive, so: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int(33.54323) = 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MyFloor(33.54323) = 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Another example with a negative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decreases the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-33.54323 - 1 = -34.54323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int(-34.54323) = -34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MyFloor(-33.54323) = -34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Floor Result: 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C++ Floor Result: 33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92423" name="object 3"/>
          <p:cNvSpPr txBox="1"/>
          <p:nvPr/>
        </p:nvSpPr>
        <p:spPr bwMode="auto">
          <a:xfrm>
            <a:off x="380997" y="888075"/>
            <a:ext cx="12362481" cy="67167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MyFloor(float number)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if (number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return int(number);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return int(--number);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`int(number)` truncates the decimal part toward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positive numbers, truncation toward zero gives the same result as floor.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negative numbers with a fractional part, truncation toward zero gives a value that is too large, so the code decreases the number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input is exactly an integer, the result remains the same: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33.0  → 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-33.0 → -33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060612" name="object 3"/>
          <p:cNvSpPr txBox="1"/>
          <p:nvPr/>
        </p:nvSpPr>
        <p:spPr bwMode="auto">
          <a:xfrm>
            <a:off x="380997" y="888075"/>
            <a:ext cx="12364635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`int(--number)` is a clever approach for this exercise, but it modifies the local variable `number`.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logic relies on C++ conversion from `float` to `int`, which truncates toward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`float` has limited precision, so very precise decimal values may have small representation differences.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`corecrt_math_defines.h` is not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is used for the built-in `floor()` comparison.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587462" name="object 3"/>
          <p:cNvSpPr txBox="1"/>
          <p:nvPr/>
        </p:nvSpPr>
        <p:spPr bwMode="auto">
          <a:xfrm>
            <a:off x="380997" y="888075"/>
            <a:ext cx="1236968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`MyFloor()`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User-defined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the built-in `floor()`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positive and negative numbers differently.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integer conversion to remove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`floor()`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C++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calculates the floor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Correctly handles both positive and negative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in this program only to compare the result with `MyFloor()`.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469088" name="object 3"/>
          <p:cNvSpPr txBox="1"/>
          <p:nvPr/>
        </p:nvSpPr>
        <p:spPr bwMode="auto">
          <a:xfrm>
            <a:off x="380997" y="888075"/>
            <a:ext cx="1238371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floating-point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positive, convert it directly to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negative, decrease it by `1` before converting it to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the floor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Positive `33.54323` becomes `33`.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Negative `-33.54323` becomes `-34`.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custom result with C++'s `floor()`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78680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335</cp:revision>
  <dcterms:created xsi:type="dcterms:W3CDTF">2025-12-09T17:44:59Z</dcterms:created>
  <dcterms:modified xsi:type="dcterms:W3CDTF">2026-09-24T11:06:00Z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