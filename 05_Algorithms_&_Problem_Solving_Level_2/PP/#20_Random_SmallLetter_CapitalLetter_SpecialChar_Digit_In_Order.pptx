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632933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69530281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6040526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68383743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33091681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41052982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11247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512695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89354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88509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598365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2569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22829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637914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75838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79588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868100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72429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90203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851805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53287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09517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690077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19142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079635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233755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92666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09564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594938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24805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02271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717336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00260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02854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39602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0254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08852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990127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7259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1290128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54197074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36875360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47423948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724189734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5951292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742947206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35145265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7959143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40300567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547096933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87085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25530561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80654093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2101287529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34986816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976291267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63162930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902559088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58582138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99978674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61348601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759493160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4987938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47462176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212325474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358456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08940628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03367485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72339668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29449768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2522704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2130593276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649810922" name="object 30"/>
          <p:cNvSpPr txBox="1"/>
          <p:nvPr/>
        </p:nvSpPr>
        <p:spPr bwMode="auto">
          <a:xfrm>
            <a:off x="0" y="1143000"/>
            <a:ext cx="12980934" cy="49805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2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Random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SmallLetter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CapitalLetter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SpecialChar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Digit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In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Order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402009508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518516620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909602332" name="object 30"/>
          <p:cNvSpPr txBox="1"/>
          <p:nvPr/>
        </p:nvSpPr>
        <p:spPr bwMode="auto">
          <a:xfrm>
            <a:off x="106425" y="3084210"/>
            <a:ext cx="13562821" cy="236560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2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Random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SmallLetter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CapitalLetter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SpecialChar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Digit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In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Order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5409444" name="object 3"/>
          <p:cNvSpPr txBox="1"/>
          <p:nvPr/>
        </p:nvSpPr>
        <p:spPr bwMode="auto">
          <a:xfrm>
            <a:off x="380997" y="888075"/>
            <a:ext cx="12366792" cy="3382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 program that generates and prints four random characters in a specific order.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order is: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1️⃣ Small letter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2️⃣ Capital letter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3️⃣ Special character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4️⃣ Digit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220958" name="object 3"/>
          <p:cNvSpPr txBox="1"/>
          <p:nvPr/>
        </p:nvSpPr>
        <p:spPr bwMode="auto">
          <a:xfrm>
            <a:off x="380997" y="888075"/>
            <a:ext cx="12381553" cy="522600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program uses an `enum` called `enCharType` to represent the different character types.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`SmallLetter = 1` represents lowercase letters from `a` to `z`.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`CapitalLetter = 2` represents uppercase letters from `A` to `Z`.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`SpecialCharacter = 3` represents special characters in the selected ASCII range.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`Digit = 4` represents digits from `0` to `9`.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`RandomNumber()` generates a random number between two given values.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`GetRandomCharacter()` receives the required character type and uses a `switch` statement to generate a character from the correct range.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`main()` function calls `GetRandomCharacter()` four times in the required order.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9981826" name="object 3"/>
          <p:cNvSpPr txBox="1"/>
          <p:nvPr/>
        </p:nvSpPr>
        <p:spPr bwMode="auto">
          <a:xfrm>
            <a:off x="380997" y="888075"/>
            <a:ext cx="12384432" cy="4501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Steps in main()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Initialize the random number generator using `srand()`.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Request a random `SmallLetter`.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Request a random `CapitalLetter`.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Request a random `SpecialCharacter`.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Request a random `Digit`.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`GetRandomCharacter()` checks the character type using `switch`.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7️⃣ `RandomNumber()` generates a value inside the required character range.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8️⃣ Convert the generated value to `char`.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9️⃣ Print the generated character.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7164322" name="object 3"/>
          <p:cNvSpPr txBox="1"/>
          <p:nvPr/>
        </p:nvSpPr>
        <p:spPr bwMode="auto">
          <a:xfrm>
            <a:off x="380997" y="888075"/>
            <a:ext cx="12371840" cy="8016546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One possible output is: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i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G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&amp;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7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Here: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`i` → Small letter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`G` → Capital letter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`&amp;` → Special character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`7` → Digit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The program prints exactly four random characters in this order: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Small letter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Capital letter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Special character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Digit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The exact characters change each time the program runs.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9376291" name="object 3"/>
          <p:cNvSpPr txBox="1"/>
          <p:nvPr/>
        </p:nvSpPr>
        <p:spPr bwMode="auto">
          <a:xfrm>
            <a:off x="380997" y="888075"/>
            <a:ext cx="12362121" cy="595003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`enum` makes the character types easier to understand and use.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`GetRandomCharacter(enCharType charType)` uses the selected type to determine which range should be generated.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For lowercase letters: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`RandomNumber('a', 'z')`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For uppercase letters: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`RandomNumber('A', 'Z')`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For digits: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`RandomNumber('0', '9')`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For special characters, the program uses: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`RandomNumber(33, 47)`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Character values can be used directly with `RandomNumber()` because characters have numeric character codes.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8949775" name="object 3"/>
          <p:cNvSpPr txBox="1"/>
          <p:nvPr/>
        </p:nvSpPr>
        <p:spPr bwMode="auto">
          <a:xfrm>
            <a:off x="380997" y="888075"/>
            <a:ext cx="12364276" cy="40912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special-character range `33` to `47` does not represent every possible special character. It represents characters in that part of the character-code table, including symbols such as `!`, `"`, `#`, `$`, `%`, `&amp;`, `'`, `(`, `)`, `*`, `+`, `,`, `-`, `.`, and `/`.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`break` statements after `return` are unreachable because `return` already exits the function. They can be removed.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code uses `rand()`, `srand()`, and `time()` but does not explicitly include `&lt;cstdlib&gt;` and `&lt;ctime&gt;`. It is better practice to include the required headers.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7445355" name="object 3"/>
          <p:cNvSpPr txBox="1"/>
          <p:nvPr/>
        </p:nvSpPr>
        <p:spPr bwMode="auto">
          <a:xfrm>
            <a:off x="380997" y="888075"/>
            <a:ext cx="12369321" cy="348770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`SmallLetter` → generates `a` to `z`.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`CapitalLetter` → generates `A` to `Z`.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`SpecialCharacter` → generates characters with codes `33` to `47`.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`Digit` → generates `0` to `9`.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`enum` → gives meaningful names to the different character types.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`switch` → selects the correct character range based on the requested type.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4236006" name="object 3"/>
          <p:cNvSpPr txBox="1"/>
          <p:nvPr/>
        </p:nvSpPr>
        <p:spPr bwMode="auto">
          <a:xfrm>
            <a:off x="380997" y="888075"/>
            <a:ext cx="12383352" cy="453714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`enum` is used to represent different character types.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`RandomNumber()` generates a random value inside a specified range.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`GetRandomCharacter()` generates a character based on its type.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Lowercase letters use `a` to `z`.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Uppercase letters use `A` to `Z`.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Special characters use character codes `33` to `47`.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Digits use `0` to `9`.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program prints the characters in the order: Small letter → Capital letter → Special character → Digit.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0190742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310</cp:revision>
  <dcterms:created xsi:type="dcterms:W3CDTF">2025-12-09T17:44:59Z</dcterms:created>
  <dcterms:modified xsi:type="dcterms:W3CDTF">2026-09-20T19:49:56Z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