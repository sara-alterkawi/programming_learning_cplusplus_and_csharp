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3116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302001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90029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567521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910698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511425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619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028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548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966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688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309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663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8566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520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692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097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507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200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2137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843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570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417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907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132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3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96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665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381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827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6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0399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703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593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621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432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268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337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463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09191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381473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03124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32971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5969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40447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130112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54696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66277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57316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62346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932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143145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3349127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5176291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410552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68105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351191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606125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16774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910575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166939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2047837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05256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039604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172781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7476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26428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547121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434196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885370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57251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2408800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94927568" name="object 30"/>
          <p:cNvSpPr txBox="1"/>
          <p:nvPr/>
        </p:nvSpPr>
        <p:spPr bwMode="auto">
          <a:xfrm>
            <a:off x="0" y="1143000"/>
            <a:ext cx="1304679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Aray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Element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Simi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Dynamic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145417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772966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22437206" name="object 30"/>
          <p:cNvSpPr txBox="1"/>
          <p:nvPr/>
        </p:nvSpPr>
        <p:spPr bwMode="auto">
          <a:xfrm>
            <a:off x="106425" y="3084210"/>
            <a:ext cx="1362940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Aray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Element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Simi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Dynamic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589456" name="object 3"/>
          <p:cNvSpPr txBox="1"/>
          <p:nvPr/>
        </p:nvSpPr>
        <p:spPr bwMode="auto">
          <a:xfrm>
            <a:off x="380997" y="888075"/>
            <a:ext cx="12366792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allows the user to enter numbers one by one and store them in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has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actual number of elements is decided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user chooses after each number whether to continue adding more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called a semi-dynamic array because the array has a fixed maximum size, but the number of used elements changes during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791" name="object 3"/>
          <p:cNvSpPr txBox="1"/>
          <p:nvPr/>
        </p:nvSpPr>
        <p:spPr bwMode="auto">
          <a:xfrm>
            <a:off x="380997" y="888075"/>
            <a:ext cx="12381553" cy="75208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is created with a fixed maximum size: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arr[100];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`arrLength` starts at `0` because the array initially contains no elements: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arr[100], arrLength =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increases the array length first: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arrayLength++;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it stores the number at the new last position: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arr[arrayLength - 1] = 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when `arrayLength` is `0`: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arrayLength++ →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arr[1 - 1] → arr[0]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the next number is added: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arrayLength++ →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arr[2 - 1] → arr[1]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`AskUserToInputMoreNumberInArray()` keeps asking the user for numbers inside a `do-while`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continues while `addNumb` is `true`.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073098" name="object 3"/>
          <p:cNvSpPr txBox="1"/>
          <p:nvPr/>
        </p:nvSpPr>
        <p:spPr bwMode="auto">
          <a:xfrm>
            <a:off x="380997" y="888075"/>
            <a:ext cx="12384432" cy="5248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`arrayLength`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Ask the user to enter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Increase `arrayLength`.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Store the number at index `arrayLength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Ask the user whether they want to add another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If the user enters `1`, continue.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If the user enters `0`, stop.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Print the final array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1️⃣1️⃣ Print all stored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18196" name="object 3"/>
          <p:cNvSpPr txBox="1"/>
          <p:nvPr/>
        </p:nvSpPr>
        <p:spPr bwMode="auto">
          <a:xfrm>
            <a:off x="380997" y="888075"/>
            <a:ext cx="12371840" cy="792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entering `8`: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arr[0] =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arrayLength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entering `20`: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arr[1] =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arrayLength 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entering `44`: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arr[2] = 44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arrayLength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user then chooses `0` to stop.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Length: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 : 8 20 44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748616" name="object 3"/>
          <p:cNvSpPr txBox="1"/>
          <p:nvPr/>
        </p:nvSpPr>
        <p:spPr bwMode="auto">
          <a:xfrm>
            <a:off x="380997" y="888075"/>
            <a:ext cx="12362121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`arrayLength` represents how many elements are currently used, not the maximum size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physical array size is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used part of the array can be smaller than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`int&amp; arrayLength` is passed by reference so `AddElementToArray()` can change the original `arrayLength` in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`arrayLength - 1` gives the correct index of the newly added element because array indexes start from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`bool addNumb` receives `0` as `false` and `1` as `true`.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0186" name="object 3"/>
          <p:cNvSpPr txBox="1"/>
          <p:nvPr/>
        </p:nvSpPr>
        <p:spPr bwMode="auto">
          <a:xfrm>
            <a:off x="380997" y="888075"/>
            <a:ext cx="12364276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should not allow more than `100` elements to be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Currently, there is no check preventing `arrayLength` from becoming greater than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accepts any positive number; it does not limit the entered number to `1–100`.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not needed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user is expected to enter `0` or `1` for the continue question. Other values can produce unexpected behavior.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475914" name="object 3"/>
          <p:cNvSpPr txBox="1"/>
          <p:nvPr/>
        </p:nvSpPr>
        <p:spPr bwMode="auto">
          <a:xfrm>
            <a:off x="380997" y="888075"/>
            <a:ext cx="1236932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`arr[100]`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maximum capacity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store up to `100`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size is fixed when the program starts.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`arrayLength`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number of elements currently stored.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whenever a new element is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range from `0` to `100`.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597507" name="object 3"/>
          <p:cNvSpPr txBox="1"/>
          <p:nvPr/>
        </p:nvSpPr>
        <p:spPr bwMode="auto">
          <a:xfrm>
            <a:off x="380997" y="888075"/>
            <a:ext cx="12383352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Create an array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Start `arrayLength`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Add elements one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Increase `arrayLength` before storing each new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the new element at `arrayLength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 `do-while` loop to ask whether to continue.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`arrayLength` represents the number of used elements, not the array's maximum capacity.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3112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325</cp:revision>
  <dcterms:created xsi:type="dcterms:W3CDTF">2025-12-09T17:44:59Z</dcterms:created>
  <dcterms:modified xsi:type="dcterms:W3CDTF">2026-09-24T07:07:10Z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