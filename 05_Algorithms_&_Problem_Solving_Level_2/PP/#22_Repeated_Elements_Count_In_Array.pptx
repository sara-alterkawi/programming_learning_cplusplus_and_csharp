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97782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98597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01281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896094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327872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205967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919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150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87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942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156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631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218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595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210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954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226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851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397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4226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63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133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13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49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426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593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690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821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8694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715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742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188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57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8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375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691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114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92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002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29764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67312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429992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4055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43728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7288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40339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51627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2301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7064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18034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4982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035436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073041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902983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927429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524722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292572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6019352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422595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1114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547317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00445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0642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74776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22965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8447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18241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53881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990186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23189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5274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4410332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83855316" name="object 30"/>
          <p:cNvSpPr txBox="1"/>
          <p:nvPr/>
        </p:nvSpPr>
        <p:spPr bwMode="auto">
          <a:xfrm>
            <a:off x="0" y="1143000"/>
            <a:ext cx="1298957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Repeated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0167952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28667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84336661" name="object 30"/>
          <p:cNvSpPr txBox="1"/>
          <p:nvPr/>
        </p:nvSpPr>
        <p:spPr bwMode="auto">
          <a:xfrm>
            <a:off x="106425" y="3084210"/>
            <a:ext cx="1357001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Repeated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729412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reads a number of elements, stores them in an array, prints the array, and counts how many times a specific number appears in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array and a loop to search for repeated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938438" name="object 3"/>
          <p:cNvSpPr txBox="1"/>
          <p:nvPr/>
        </p:nvSpPr>
        <p:spPr bwMode="auto">
          <a:xfrm>
            <a:off x="380997" y="888075"/>
            <a:ext cx="12381553" cy="5584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and uses a `do-while` loop to make sure the value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reads the array elements one by one and stores them inside `arr`.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loops through the array and prints all its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searches through the array and compares each element with `numberToCheck`.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`arr[i] == numberToCheck`, the `count` variable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checking all elements, `CountFrequency()` returns the total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maximum capacity of `100` elements because it is declared as `int arr[100]`.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441664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array length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an array with a maximum capacity of `100`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each element and store it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the user for the number to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all elements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Call `CountFrequency()`.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Compare every array element with `numberToCheck`.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Increase `count` whenever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Return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how many times the number appears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30534" name="object 3"/>
          <p:cNvSpPr txBox="1"/>
          <p:nvPr/>
        </p:nvSpPr>
        <p:spPr bwMode="auto">
          <a:xfrm>
            <a:off x="380997" y="888075"/>
            <a:ext cx="12373640" cy="7535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array length: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Element[1]: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Element[2]: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Element[3]: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Element[4]: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Element[5]: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the number you want to check: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array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1 1 1 2 3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number `1` appears 3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Original array: 1 1 1 2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is repeated 3 time(s).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`CountFrequency()` checks all 5 elements and finds three matches.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239243" name="object 3"/>
          <p:cNvSpPr txBox="1"/>
          <p:nvPr/>
        </p:nvSpPr>
        <p:spPr bwMode="auto">
          <a:xfrm>
            <a:off x="380997" y="888075"/>
            <a:ext cx="12362121" cy="45472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`arr[i]` represents the element at index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 indexes start from `0`, so: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`arr[0]` → first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`arr[1]` → second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`arr[2]` → third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`i + 1` is used when printing the element number so the user sees `Element[1]`, `Element[2]`, etc.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starts at `0` because no matching elements have been found yet.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time `arr[i] == numberToCheck`, `count++` increases the frequency by one.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627475" name="object 3"/>
          <p:cNvSpPr txBox="1"/>
          <p:nvPr/>
        </p:nvSpPr>
        <p:spPr bwMode="auto">
          <a:xfrm>
            <a:off x="380997" y="888075"/>
            <a:ext cx="12364276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only checks that the array length is greater than `0`; it does not check that the length is `100` or less.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length greater than `100`, the program can access memory outside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includes `&lt;cmath&gt;` and `&lt;corecrt_math_defines.h&gt;`, but they are not needed for this program.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743890" name="object 3"/>
          <p:cNvSpPr txBox="1"/>
          <p:nvPr/>
        </p:nvSpPr>
        <p:spPr bwMode="auto">
          <a:xfrm>
            <a:off x="380997" y="888075"/>
            <a:ext cx="12369321" cy="3462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`ReadArrayElements()` → stores values inside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`PrintArrayElements()` → displays the values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`CountFrequency()` → searches the array and counts matching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`arr[i] == numberToCheck` → checks whether the current element matches the number we are looking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`count++` → increases the number of matches found.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757277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stores elements inside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`ReadArrayElements()` fills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`PrintArrayElements()` prints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`CountFrequency()` counts how many times a number appears.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`arr[i] == numberToCheck` checks for a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`count++` increases the frequency when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can store up to `100` elements with the current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4516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312</cp:revision>
  <dcterms:created xsi:type="dcterms:W3CDTF">2025-12-09T17:44:59Z</dcterms:created>
  <dcterms:modified xsi:type="dcterms:W3CDTF">2026-09-23T09:44:49Z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