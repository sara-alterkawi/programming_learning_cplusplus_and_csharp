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2337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15602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657510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572381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649076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95989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545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109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1002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137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7714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58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358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18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517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677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090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948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021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5529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38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138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524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475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047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586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833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190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3596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091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70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96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34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364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1862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059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674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726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834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90180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353269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34850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68029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03451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94757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222238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75682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19328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60686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83233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6053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735732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883766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7733206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962106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124258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63896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0860906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353247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569249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907071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485062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32095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257686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22206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0026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7925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507674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654472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2602732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00661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7481115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56514565" name="object 30"/>
          <p:cNvSpPr txBox="1"/>
          <p:nvPr/>
        </p:nvSpPr>
        <p:spPr bwMode="auto">
          <a:xfrm>
            <a:off x="0" y="1143000"/>
            <a:ext cx="1302412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Shuffle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Ordered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376372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6708104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23022144" name="object 30"/>
          <p:cNvSpPr txBox="1"/>
          <p:nvPr/>
        </p:nvSpPr>
        <p:spPr bwMode="auto">
          <a:xfrm>
            <a:off x="106425" y="3084210"/>
            <a:ext cx="1360385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huffle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Ordered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573104" name="object 3"/>
          <p:cNvSpPr txBox="1"/>
          <p:nvPr/>
        </p:nvSpPr>
        <p:spPr bwMode="auto">
          <a:xfrm>
            <a:off x="380997" y="888075"/>
            <a:ext cx="12366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ordered numbers from `1` to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prints the array before shuffling.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randomly changes the positions of the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it prints the array after shuffling.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465615" name="object 3"/>
          <p:cNvSpPr txBox="1"/>
          <p:nvPr/>
        </p:nvSpPr>
        <p:spPr bwMode="auto">
          <a:xfrm>
            <a:off x="380997" y="888075"/>
            <a:ext cx="12381553" cy="45120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`FillArrayWithNumbersFrom1ToN()` fills the array with numbers starting from `1` up to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`Swap()` exchanges the values of two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`ShuffleArray()` changes the positions of the array elements randomly.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each element, a random index `j` is generated between `0` and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the current element `arr[i]` is swapped with `arr[j]`.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statement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arr[i] ↔ arr[j]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process continues until all elements have been processed.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773294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numbers from `1` to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array before shuffling.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Generate a random index between `0` and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Swap `arr[i]` with `arr[j]`.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array after shuffling.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219364" name="object 3"/>
          <p:cNvSpPr txBox="1"/>
          <p:nvPr/>
        </p:nvSpPr>
        <p:spPr bwMode="auto">
          <a:xfrm>
            <a:off x="380997" y="888075"/>
            <a:ext cx="12371840" cy="57291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of elements: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Before shuffle: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1 2 3 4 5 6 7 8 9 10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During the shuffle, elements exchange positions randomly.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One possible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2 4 6 3 10 1 7 8 5 9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Another program run can produce a different order because the positions are randomized.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 before shuffle: 1 2 3 4 5 6 7 8 9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 after shuffle: 2 4 6 3 10 1 7 8 5 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473125" name="object 3"/>
          <p:cNvSpPr txBox="1"/>
          <p:nvPr/>
        </p:nvSpPr>
        <p:spPr bwMode="auto">
          <a:xfrm>
            <a:off x="380997" y="888075"/>
            <a:ext cx="12362121" cy="66740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`FillArrayWithNumbersFrom1ToN()` uses: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arr[i] = i + 1;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array index starts at `0`, adding `1` produces the values `1, 2, 3, ..., 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`Swap()` uses a temporary variable to exchange two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temp;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temp = 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= B;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 = temp;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`ShuffleArray()`: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j = RandomNumber(0, 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Swap(arr[i], arr[j]);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`j` can be equal to `i`, which means the element can sometimes be swapped with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keeps exactly the same numbers after shuffling; only their positions change.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457445" name="object 3"/>
          <p:cNvSpPr txBox="1"/>
          <p:nvPr/>
        </p:nvSpPr>
        <p:spPr bwMode="auto">
          <a:xfrm>
            <a:off x="380997" y="888075"/>
            <a:ext cx="12364276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`arrayLength` should not exceed the array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defined but not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 for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is pseudo-random and is not suitable for security-sensitive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name/comment `swp` is a spelling mistake; it should be `swap`.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726239" name="object 3"/>
          <p:cNvSpPr txBox="1"/>
          <p:nvPr/>
        </p:nvSpPr>
        <p:spPr bwMode="auto">
          <a:xfrm>
            <a:off x="380997" y="888075"/>
            <a:ext cx="12369321" cy="45120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`FillArrayWithNumbersFrom1ToN()`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Creates an ordered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numbers from `1` to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 2 3 4 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`ShuffleArray()`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the positions of the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random indexes and `Swap()`.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 2 3 4 5` → `3 1 5 2 4`.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3725" name="object 3"/>
          <p:cNvSpPr txBox="1"/>
          <p:nvPr/>
        </p:nvSpPr>
        <p:spPr bwMode="auto">
          <a:xfrm>
            <a:off x="380997" y="888075"/>
            <a:ext cx="1238335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array with ordered numbers from `1` to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`RandomNumber()` to generate random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`Swap()` to exchange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`ShuffleArray()` changes the order without changing the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array contains the same numbers before and after shuffling, but in a different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35712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320</cp:revision>
  <dcterms:created xsi:type="dcterms:W3CDTF">2025-12-09T17:44:59Z</dcterms:created>
  <dcterms:modified xsi:type="dcterms:W3CDTF">2026-09-24T06:39:33Z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