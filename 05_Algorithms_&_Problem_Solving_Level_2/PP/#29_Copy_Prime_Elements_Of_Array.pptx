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7780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681963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81619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668720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770916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292711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977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8553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761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318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8674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0647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253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84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0674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157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232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973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5332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672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699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981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173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694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57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092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456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38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1123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701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534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0393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3113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644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9475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0558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77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034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915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7335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304621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686950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311588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46927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03964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492284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18430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654243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569768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48434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1351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315069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8527001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8791563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151249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919520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391863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8926557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182454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358329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583481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819233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92070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811510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061565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0514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058484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599573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05814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131325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61562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4144110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13553288" name="object 30"/>
          <p:cNvSpPr txBox="1"/>
          <p:nvPr/>
        </p:nvSpPr>
        <p:spPr bwMode="auto">
          <a:xfrm>
            <a:off x="0" y="1143000"/>
            <a:ext cx="13015486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Prime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Elements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783957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7046316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107889021" name="object 30"/>
          <p:cNvSpPr txBox="1"/>
          <p:nvPr/>
        </p:nvSpPr>
        <p:spPr bwMode="auto">
          <a:xfrm>
            <a:off x="106425" y="3084210"/>
            <a:ext cx="1359305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Prime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Elements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183957" name="object 3"/>
          <p:cNvSpPr txBox="1"/>
          <p:nvPr/>
        </p:nvSpPr>
        <p:spPr bwMode="auto">
          <a:xfrm>
            <a:off x="380997" y="888075"/>
            <a:ext cx="1236679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checks each element to determine whether it is a prime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the prime numbers are copied from the first array into a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the second array containing only prime numbers is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94625" name="object 3"/>
          <p:cNvSpPr txBox="1"/>
          <p:nvPr/>
        </p:nvSpPr>
        <p:spPr bwMode="auto">
          <a:xfrm>
            <a:off x="380997" y="888075"/>
            <a:ext cx="12381553" cy="5218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`IsPrime()` checks whether a number is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`CopyPrimeNumbersInArray()` loops through `arr1` and copies only the elements for which `IsPrime()` returns `Prime`.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`counter` keeps track of how many prime numbers have been copied.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a prime number is found: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arr2[counter] = arr1[i];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counter++;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means the prime number is stored in the next available position in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enum enPrime { Prime = 1, NotPrime = 2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is used to make the result of `IsPrime()` easier to understand.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291915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Fill `arr1`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Loop through every element in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Call `IsPrime()` for each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the number is prime, copy it to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Increase `counter` after each copied prime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Store the number of copied elements in `arr2Length`.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original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array containing only prime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943188" name="object 3"/>
          <p:cNvSpPr txBox="1"/>
          <p:nvPr/>
        </p:nvSpPr>
        <p:spPr bwMode="auto">
          <a:xfrm>
            <a:off x="380997" y="888075"/>
            <a:ext cx="12371840" cy="92642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1`: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41 89 90 86 6 54 96 84 95 100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 each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41 →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89 →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90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86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 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54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96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84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95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100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`arr2` becomes: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41 89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1 Elements: 41 89 90 86 6 54 96 84 95 100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2 Elements (Primes): 41 89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example in the original comment shows only `41`, but `89` is also a prime number, so the correct result for that exact array is `41 89`.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51817" name="object 3"/>
          <p:cNvSpPr txBox="1"/>
          <p:nvPr/>
        </p:nvSpPr>
        <p:spPr bwMode="auto">
          <a:xfrm>
            <a:off x="380997" y="888075"/>
            <a:ext cx="12362121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`IsPrime()` function uses: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i = 2; i * i &lt;= num;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checks possible divisors only up to the square root of the number, which is more efficient than checking all numbers up to `num / 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`counter` starts at `0` because array indexes start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`arr2Length` should contain the number of prime elements copied.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correct final statement should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arr2Length = counter;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735238" name="object 3"/>
          <p:cNvSpPr txBox="1"/>
          <p:nvPr/>
        </p:nvSpPr>
        <p:spPr bwMode="auto">
          <a:xfrm>
            <a:off x="380997" y="888075"/>
            <a:ext cx="12364276" cy="459642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is a bug in the given code: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arr2Length = --counter;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`--counter` decreases the counter by `1`, so the reported array length becomes incorrect.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if `2` prime numbers are copied, `counter` becomes `2`, but `--counter` changes it to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causes the program to print only one prime instead of two.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there are no prime numbers, `counter` remains `0`, and `--counter` makes `arr2Length` equal to `-1`, which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should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arr2Length = counter;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length should also be validated so `arr1Length` does not exceed `100`.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22533" name="object 3"/>
          <p:cNvSpPr txBox="1"/>
          <p:nvPr/>
        </p:nvSpPr>
        <p:spPr bwMode="auto">
          <a:xfrm>
            <a:off x="380997" y="888075"/>
            <a:ext cx="1236932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`IsPrime()`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whether one number is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`Prime` or `NotPrime`.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`41` → `Prime`.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`CopyPrimeNumbersInArray()`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all elements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Copies only the elements identified as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`41 90 89 100` → `41 89`.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282735" name="object 3"/>
          <p:cNvSpPr txBox="1"/>
          <p:nvPr/>
        </p:nvSpPr>
        <p:spPr bwMode="auto">
          <a:xfrm>
            <a:off x="380997" y="888075"/>
            <a:ext cx="12383352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first array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element using `IsPrime()`.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Copy only prime numbers into the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`counter` to track the position in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`arr2Length` must be set to `counter`.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Do not use `--counter`, because it decreases the correct number of copied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05827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318</cp:revision>
  <dcterms:created xsi:type="dcterms:W3CDTF">2025-12-09T17:44:59Z</dcterms:created>
  <dcterms:modified xsi:type="dcterms:W3CDTF">2026-09-24T06:04:24Z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