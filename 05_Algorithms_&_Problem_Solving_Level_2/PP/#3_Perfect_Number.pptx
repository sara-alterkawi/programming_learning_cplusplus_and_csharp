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5203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229396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782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470536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3221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192455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762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3376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78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604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9272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9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688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79161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295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360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152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0930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002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7957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02235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84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2752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2047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8947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958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0515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007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76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689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6246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23482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805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0720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0686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71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4088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1497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2793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18594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923732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120437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697312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41740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28579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323725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44744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42222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44019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861699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3841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73749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4314047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2693498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757263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551352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12235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0733040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228796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225635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924724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759064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14416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615667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018170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06612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999548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3028620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3902566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9799945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1875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35576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2911962" name="object 30"/>
          <p:cNvSpPr txBox="1"/>
          <p:nvPr/>
        </p:nvSpPr>
        <p:spPr bwMode="auto">
          <a:xfrm>
            <a:off x="0" y="1143000"/>
            <a:ext cx="12918671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Perfect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385306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7658754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36472024" name="object 30"/>
          <p:cNvSpPr txBox="1"/>
          <p:nvPr/>
        </p:nvSpPr>
        <p:spPr bwMode="auto">
          <a:xfrm>
            <a:off x="106425" y="3084210"/>
            <a:ext cx="135012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Perfect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1999830" name="object 3"/>
          <p:cNvSpPr txBox="1"/>
          <p:nvPr/>
        </p:nvSpPr>
        <p:spPr bwMode="auto">
          <a:xfrm>
            <a:off x="380997" y="888075"/>
            <a:ext cx="12366432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Perfect Number is a positive number that is equal to the sum of all its proper divisors, excluding the number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655425" name="object 3"/>
          <p:cNvSpPr txBox="1"/>
          <p:nvPr/>
        </p:nvSpPr>
        <p:spPr bwMode="auto">
          <a:xfrm>
            <a:off x="380997" y="888075"/>
            <a:ext cx="12381194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from the user using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`CheckPerfect()` calculates the sum of all divisors of the number except the number itself.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starts from `1` and continues while `i &lt; Numb`.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 % i == 0` checks whether `i` is a divisor of `Numb`.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it is a divisor, it is added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`Numb == Sum` determines whether the number is perfect.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prints whether the number is Perfect or Not Perfect.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6109" name="object 3"/>
          <p:cNvSpPr txBox="1"/>
          <p:nvPr/>
        </p:nvSpPr>
        <p:spPr bwMode="auto">
          <a:xfrm>
            <a:off x="380997" y="888075"/>
            <a:ext cx="12384073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a loop from 1 to `Numb - 1`.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if each number is a divisor using `%`.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Add every divisor to `Sum`.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Compare `Sum` with the original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they are equal, the number is Perfect.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729498" name="object 3"/>
          <p:cNvSpPr txBox="1"/>
          <p:nvPr/>
        </p:nvSpPr>
        <p:spPr bwMode="auto">
          <a:xfrm>
            <a:off x="380997" y="888075"/>
            <a:ext cx="12371481" cy="387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`28`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Divisors of 28: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 + 2 + 4 + 7 + 14 = 28`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`28 Is Perfect.`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0764861" name="object 3"/>
          <p:cNvSpPr txBox="1"/>
          <p:nvPr/>
        </p:nvSpPr>
        <p:spPr bwMode="auto">
          <a:xfrm>
            <a:off x="380997" y="888075"/>
            <a:ext cx="1236176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proper divisors are included in the sum, so the number itself is not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`6` is another Perfect Number because `1 + 2 + 3 = 6`.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71011" name="object 3"/>
          <p:cNvSpPr txBox="1"/>
          <p:nvPr/>
        </p:nvSpPr>
        <p:spPr bwMode="auto">
          <a:xfrm>
            <a:off x="380997" y="888075"/>
            <a:ext cx="12363917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accepts positive numbers, including `1`, but `1` is not a Perfect Number because its proper divisor sum is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checks every number from `1` to `Numb - 1`, which is simple but can be inefficient for very large numbers.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061458" name="object 3"/>
          <p:cNvSpPr txBox="1"/>
          <p:nvPr/>
        </p:nvSpPr>
        <p:spPr bwMode="auto">
          <a:xfrm>
            <a:off x="380997" y="888075"/>
            <a:ext cx="12368961" cy="41739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Perfect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Sum of all proper divisors equals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`6 → 1 + 2 + 3 = 6`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`28 → 1 + 2 + 4 + 7 + 14 = 28`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Not Perfect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Sum of proper divisors does not equal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`10 → 1 + 2 + 5 = 8`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419501" name="object 3"/>
          <p:cNvSpPr txBox="1"/>
          <p:nvPr/>
        </p:nvSpPr>
        <p:spPr bwMode="auto">
          <a:xfrm>
            <a:off x="380997" y="888075"/>
            <a:ext cx="12382994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Perfect Number equals the sum of its proper divisors.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`%` is used to find divisors.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number itself is excluded from the sum.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`CheckPerfect()` returns `true` when the number is Perfect.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`6` and `28` are examples of Perfect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12174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293</cp:revision>
  <dcterms:created xsi:type="dcterms:W3CDTF">2025-12-09T17:44:59Z</dcterms:created>
  <dcterms:modified xsi:type="dcterms:W3CDTF">2026-09-17T10:46:49Z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