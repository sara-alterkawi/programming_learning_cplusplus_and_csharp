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8767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046260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188781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536975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540172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036928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946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096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354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907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016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121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383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2952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348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966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9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46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064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553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33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0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718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11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881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379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122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887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722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638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65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5308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65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573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082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001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82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25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654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1353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87771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2912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840618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66854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28193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50223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32449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77918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86325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015335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9572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54897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215915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1651852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951384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18734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426038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750625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68095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86290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256320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84084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80708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87120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742146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6538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764022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096216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236845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046752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146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5511603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3743607" name="object 30"/>
          <p:cNvSpPr txBox="1"/>
          <p:nvPr/>
        </p:nvSpPr>
        <p:spPr bwMode="auto">
          <a:xfrm>
            <a:off x="0" y="1143000"/>
            <a:ext cx="1306047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New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451605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743488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09561631" name="object 30"/>
          <p:cNvSpPr txBox="1"/>
          <p:nvPr/>
        </p:nvSpPr>
        <p:spPr bwMode="auto">
          <a:xfrm>
            <a:off x="106425" y="3084210"/>
            <a:ext cx="1364308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New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29688" name="object 3"/>
          <p:cNvSpPr txBox="1"/>
          <p:nvPr/>
        </p:nvSpPr>
        <p:spPr bwMode="auto">
          <a:xfrm>
            <a:off x="380997" y="888075"/>
            <a:ext cx="1236679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checks each element to determine whether it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the odd numbers are copied into a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copying is done using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the original array and the new array containing only odd numbers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285164" name="object 3"/>
          <p:cNvSpPr txBox="1"/>
          <p:nvPr/>
        </p:nvSpPr>
        <p:spPr bwMode="auto">
          <a:xfrm>
            <a:off x="380997" y="888075"/>
            <a:ext cx="12381553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determines whether a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the remainder operator `%`: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% 2 !=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remainder is not `0`, the number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`CopyOddNumbers()` loops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every odd number, it calls: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AddElementToArray(arr1[i], arr2, arr2Length);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increases `arr2Length` and stores the number at the next available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`arr2` contains only the odd numbers from `arr1`.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818810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arrays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`arr1Length` and `arr2Length`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Loop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whether each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the number is odd, call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Add the odd number to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Increase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3764" name="object 3"/>
          <p:cNvSpPr txBox="1"/>
          <p:nvPr/>
        </p:nvSpPr>
        <p:spPr bwMode="auto">
          <a:xfrm>
            <a:off x="380997" y="888075"/>
            <a:ext cx="12371840" cy="852526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each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→ Even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68 → Even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35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Even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79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59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63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65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the odd numbers are added to `arr2`: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35 1 25 79 59 63 65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Odd Numbers: 35 1 25 79 59 63 65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054701" name="object 3"/>
          <p:cNvSpPr txBox="1"/>
          <p:nvPr/>
        </p:nvSpPr>
        <p:spPr bwMode="auto">
          <a:xfrm>
            <a:off x="380997" y="888075"/>
            <a:ext cx="12362121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enum enOddOrEven { Odd = 1, Even = 2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makes the result of `CheckOddOrEven()` easier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returns `Odd` when the number is odd and `Even` when the number is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`CopyOddNumbers()` is responsible for filtering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is responsible for adding the selected number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separates the responsibilities of the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`arr2Length` starts at `0` because `arr2` initially has no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930695" name="object 3"/>
          <p:cNvSpPr txBox="1"/>
          <p:nvPr/>
        </p:nvSpPr>
        <p:spPr bwMode="auto">
          <a:xfrm>
            <a:off x="380997" y="888075"/>
            <a:ext cx="12364276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ensure that the entered number of elements does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`arr2` also has a maximum capacity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not used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and `time()` should ideally have their proper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can be simplified to a `bool` function if the program only needs `true` or `false`, but the enum makes the odd/even result explicit.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951043" name="object 3"/>
          <p:cNvSpPr txBox="1"/>
          <p:nvPr/>
        </p:nvSpPr>
        <p:spPr bwMode="auto">
          <a:xfrm>
            <a:off x="380997" y="888075"/>
            <a:ext cx="1236932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all the original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both odd and even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Acts as the source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only odd numbers from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`AddElementToArray()` to add each selected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length can be smaller than `arr1Length`.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30318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first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element using `CheckOddOrEven()`.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Select only odd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`AddElementToArray()` to add them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`arr2Length` keeps track of how many odd numbers were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second array contains only the odd numbers from the first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5569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327</cp:revision>
  <dcterms:created xsi:type="dcterms:W3CDTF">2025-12-09T17:44:59Z</dcterms:created>
  <dcterms:modified xsi:type="dcterms:W3CDTF">2026-09-24T07:34:58Z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