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4160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15370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34373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36213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286516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828050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078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708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83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805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819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85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966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423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072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669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881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422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31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2937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87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59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3193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030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470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487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153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24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5314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906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262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89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293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4920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296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768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095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702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05917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41133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77893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17462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99142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4450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3669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14111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89763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13422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97289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6694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314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2005451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16237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187268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17769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9880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7477685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69193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066219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81942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833835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8481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358901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859102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8679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87588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44771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377598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415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6072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3602734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61648343" name="object 30"/>
          <p:cNvSpPr txBox="1"/>
          <p:nvPr/>
        </p:nvSpPr>
        <p:spPr bwMode="auto">
          <a:xfrm>
            <a:off x="0" y="1143000"/>
            <a:ext cx="12949621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258692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5576275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14582879" name="object 30"/>
          <p:cNvSpPr txBox="1"/>
          <p:nvPr/>
        </p:nvSpPr>
        <p:spPr bwMode="auto">
          <a:xfrm>
            <a:off x="106425" y="3084210"/>
            <a:ext cx="1353006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07905" name="object 3"/>
          <p:cNvSpPr txBox="1"/>
          <p:nvPr/>
        </p:nvSpPr>
        <p:spPr bwMode="auto">
          <a:xfrm>
            <a:off x="380997" y="888075"/>
            <a:ext cx="1236679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number pattern is a pattern where each row prints the same number multiple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the numbers increase from `1` to the entered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of repetitions also increases with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input `3` produces `1`, `22`, `333`.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13332" name="object 3"/>
          <p:cNvSpPr txBox="1"/>
          <p:nvPr/>
        </p:nvSpPr>
        <p:spPr bwMode="auto">
          <a:xfrm>
            <a:off x="380997" y="888075"/>
            <a:ext cx="12381553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`PrintInvertedPattern()` uses two nested `for`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controls the current number and the number of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starts from `1` and continues until `Number`.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prints the current value of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runs `i`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the inner loop finishes, `endl` moves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As `i` increases, both the number being printed and the number of repetitions increase.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598315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non-negative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outer loop from `1` to `Number`.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inner loop from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`i` while `j &lt;= 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Move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`i` and repeat.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868660" name="object 3"/>
          <p:cNvSpPr txBox="1"/>
          <p:nvPr/>
        </p:nvSpPr>
        <p:spPr bwMode="auto">
          <a:xfrm>
            <a:off x="380997" y="888075"/>
            <a:ext cx="12371840" cy="65561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 row: `i = 1` → print `1` one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 row: `i = 2` → print `2` two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Third row: `i = 3` → print `3` three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Fourth row: `i = 4` → print `4` four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Fifth row: `i = 5` → print `5` five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4444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55555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15682" name="object 3"/>
          <p:cNvSpPr txBox="1"/>
          <p:nvPr/>
        </p:nvSpPr>
        <p:spPr bwMode="auto">
          <a:xfrm>
            <a:off x="380997" y="888075"/>
            <a:ext cx="123621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controls the rows and determines which number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controls how many times the current number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row, the value of `i` is used for both the number printed and the number of repetitions.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54087" name="object 3"/>
          <p:cNvSpPr txBox="1"/>
          <p:nvPr/>
        </p:nvSpPr>
        <p:spPr bwMode="auto">
          <a:xfrm>
            <a:off x="380997" y="888075"/>
            <a:ext cx="12364996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validation allows `0` because the condition is `N &lt; 0`.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`0`, the outer loop does not run and nothing is printed.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239762" name="object 3"/>
          <p:cNvSpPr txBox="1"/>
          <p:nvPr/>
        </p:nvSpPr>
        <p:spPr bwMode="auto">
          <a:xfrm>
            <a:off x="380997" y="888075"/>
            <a:ext cx="1236932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#12_Inverted_Number_Pattern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from `Number` and counts down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 → 55555, 4444, 333, 22,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#13_Number_Pattern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from `1` and counts up to `Number`.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 → 1, 22, 333, 4444, 55555`.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460527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an outer loop from `1` to `Number`.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an inner loop to repeat the current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value of `i` determines both the digit and the repetition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row contains one more digit than the previous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Input `5` produces `1`, `22`, `333`, `4444`, `55555`.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28800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303</cp:revision>
  <dcterms:created xsi:type="dcterms:W3CDTF">2025-12-09T17:44:59Z</dcterms:created>
  <dcterms:modified xsi:type="dcterms:W3CDTF">2026-09-20T19:01:20Z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