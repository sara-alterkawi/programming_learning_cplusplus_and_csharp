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73688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6693422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5363220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9511650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7461939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9392573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5292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3149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384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3979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83828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763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18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190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4120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5084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2483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583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5678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71222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1081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26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75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3374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8336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3765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330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776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4566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855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59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87136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677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627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62383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607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8883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4243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894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33951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154726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021252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601085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9178333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93501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0401119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549211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843454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683792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5589293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8432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889233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1659023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7890552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012389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5057318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101583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197041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69728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801266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203379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4395149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48418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664708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3547964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26535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061150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425377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438663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0382701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62586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2672864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75194795" name="object 30"/>
          <p:cNvSpPr txBox="1"/>
          <p:nvPr/>
        </p:nvSpPr>
        <p:spPr bwMode="auto">
          <a:xfrm>
            <a:off x="0" y="1143000"/>
            <a:ext cx="13080273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Positive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076403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489487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75412157" name="object 30"/>
          <p:cNvSpPr txBox="1"/>
          <p:nvPr/>
        </p:nvSpPr>
        <p:spPr bwMode="auto">
          <a:xfrm flipH="0" flipV="0">
            <a:off x="106425" y="3084206"/>
            <a:ext cx="13246871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Positive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561726" name="object 3"/>
          <p:cNvSpPr txBox="1"/>
          <p:nvPr/>
        </p:nvSpPr>
        <p:spPr bwMode="auto">
          <a:xfrm>
            <a:off x="380997" y="888075"/>
            <a:ext cx="1236679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fills an array with random numbers from `-100`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counts how many positive numbers exist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Finally, it prints the array elements and the total count of positive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660887" name="object 3"/>
          <p:cNvSpPr txBox="1"/>
          <p:nvPr/>
        </p:nvSpPr>
        <p:spPr bwMode="auto">
          <a:xfrm>
            <a:off x="380997" y="888075"/>
            <a:ext cx="12381553" cy="55842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fills the array with random numbers between `-100` and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`CountPositiveNumbers()` loops through the array and checks each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number is greater than or equal to `0`, `count` is increased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condition used in the code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(arr[i] &gt;= 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count++;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means that `0` is counted as a positive number in this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Mathematically, `0` is neither positive nor negative.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we want to count strictly positive numbers, the condition should be: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(arr[i] &gt; 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count++;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637022" name="object 3"/>
          <p:cNvSpPr txBox="1"/>
          <p:nvPr/>
        </p:nvSpPr>
        <p:spPr bwMode="auto">
          <a:xfrm>
            <a:off x="380997" y="888075"/>
            <a:ext cx="12384432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for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Fill the array with random numbers from `-100`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all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Loop through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Check whether each number is greater than or equal to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Increase `count` when the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Return the total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the number of positive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861468" name="object 3"/>
          <p:cNvSpPr txBox="1"/>
          <p:nvPr/>
        </p:nvSpPr>
        <p:spPr bwMode="auto">
          <a:xfrm>
            <a:off x="380997" y="888075"/>
            <a:ext cx="12371840" cy="53559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 Elements`: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-32 -46 -2 71 53 -20 13 36 30 48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Numbers counted by the current code: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71 53 13 36 30 48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the current code counts `6` numbers, not `5`.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example says `5`, but the provided array actually contains six positive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Elements: -32 -46 -2 71 53 -20 13 36 30 48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Positive Numbers count is : 6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670374" name="object 3"/>
          <p:cNvSpPr txBox="1"/>
          <p:nvPr/>
        </p:nvSpPr>
        <p:spPr bwMode="auto">
          <a:xfrm>
            <a:off x="380997" y="888075"/>
            <a:ext cx="12362121" cy="4098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is named `CountPositiveNumbers()`, but the condition `arr[i] &gt;= 0` also includes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a mathematically correct definition of positive numbers, use: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(arr[i] &gt; 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count++;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`count` starts from `0` and increases whenever a qualifying number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`ReadArrayElements()` and `AddElementToArray()` are defined but not used in this program.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517858" name="object 3"/>
          <p:cNvSpPr txBox="1"/>
          <p:nvPr/>
        </p:nvSpPr>
        <p:spPr bwMode="auto">
          <a:xfrm>
            <a:off x="380997" y="888075"/>
            <a:ext cx="12364276" cy="4113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`arr[100]` can store a maximum of `100` elements, so `arrLength` should not be greater than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does not validate the entered length.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not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`rand()` and `time()` should ideally have their required headers included explicitly.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example output says `5`, but based on the provided numbers, the correct count is `6`.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`0` appears, the current code counts it as positive.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67145" name="object 3"/>
          <p:cNvSpPr txBox="1"/>
          <p:nvPr/>
        </p:nvSpPr>
        <p:spPr bwMode="auto">
          <a:xfrm>
            <a:off x="380997" y="888075"/>
            <a:ext cx="123693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`arr[i] &gt; 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Counts strictly positive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count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Mathematically correct for positive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`arr[i] &gt;= 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Counts positive numbers and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count negative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This is the condition used in the current program.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966031" name="object 3"/>
          <p:cNvSpPr txBox="1"/>
          <p:nvPr/>
        </p:nvSpPr>
        <p:spPr bwMode="auto">
          <a:xfrm>
            <a:off x="380997" y="888075"/>
            <a:ext cx="1238335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Fill the array with random numbers from `-100`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 every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Count numbers that satisfy the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current code uses `&gt;= 0`, so `0` is included.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provided example contains `6` positive numbers, not `5`.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37131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331</cp:revision>
  <dcterms:created xsi:type="dcterms:W3CDTF">2025-12-09T17:44:59Z</dcterms:created>
  <dcterms:modified xsi:type="dcterms:W3CDTF">2026-09-24T09:44:43Z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