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85384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440308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905901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3238318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926870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639468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9910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7555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1684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42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3513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867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060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518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26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994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1290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8793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8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4513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413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890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28611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544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8651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18621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491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290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0840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652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990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516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5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466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1673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5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17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674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0938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47134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650319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896773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910260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9339680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64861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1151720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084006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68634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948548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2667617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9010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83909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8675073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6116054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955021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979632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757745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8328451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119681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397787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766576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0333901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66158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088754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450845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8583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997136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340539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018109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1676579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41719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9620391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29114648" name="object 30"/>
          <p:cNvSpPr txBox="1"/>
          <p:nvPr/>
        </p:nvSpPr>
        <p:spPr bwMode="auto">
          <a:xfrm>
            <a:off x="0" y="1143000"/>
            <a:ext cx="13001090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Max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5481924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209593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70897258" name="object 30"/>
          <p:cNvSpPr txBox="1"/>
          <p:nvPr/>
        </p:nvSpPr>
        <p:spPr bwMode="auto">
          <a:xfrm>
            <a:off x="106425" y="3084210"/>
            <a:ext cx="1358153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Max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398115" name="object 3"/>
          <p:cNvSpPr txBox="1"/>
          <p:nvPr/>
        </p:nvSpPr>
        <p:spPr bwMode="auto">
          <a:xfrm>
            <a:off x="380997" y="888075"/>
            <a:ext cx="12366792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program that fills an array with random numbers from `1` to `100`, prints the array, and finds the maximum number stored in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loop to compare all array elements and determine the largest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87268" name="object 3"/>
          <p:cNvSpPr txBox="1"/>
          <p:nvPr/>
        </p:nvSpPr>
        <p:spPr bwMode="auto">
          <a:xfrm>
            <a:off x="380997" y="888075"/>
            <a:ext cx="12381553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asks the user for the number of elements and fills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`PrintArrayElements()` prints all the elements stored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`MaxNumbInArray()` searches for the largest value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variable `max` starts at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array element is compared with `max`.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`arr[i] &gt; max`, the current array element becomes the new maximum.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checking all elements, the function returns the largest number.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119195" name="object 3"/>
          <p:cNvSpPr txBox="1"/>
          <p:nvPr/>
        </p:nvSpPr>
        <p:spPr bwMode="auto">
          <a:xfrm>
            <a:off x="380997" y="888075"/>
            <a:ext cx="1238443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array with a maximum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Fill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Set `max`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Loop through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Compare each element with `max`.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If the current element is greater, update `max`.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Continue until all elements have been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Return and print the maximum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402569" name="object 3"/>
          <p:cNvSpPr txBox="1"/>
          <p:nvPr/>
        </p:nvSpPr>
        <p:spPr bwMode="auto">
          <a:xfrm>
            <a:off x="380997" y="888075"/>
            <a:ext cx="12371840" cy="49901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number of elements: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Generated array: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compares the numbers and finds that `79` is the largest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program prints: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Elements: 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Max Number is: 79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196968" name="object 3"/>
          <p:cNvSpPr txBox="1"/>
          <p:nvPr/>
        </p:nvSpPr>
        <p:spPr bwMode="auto">
          <a:xfrm>
            <a:off x="380997" y="888075"/>
            <a:ext cx="12362121" cy="486284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`max` stores the largest value found so far.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comparison: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`if (arr[i] &gt; max)`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checks whether the current element is larger than the current maximum.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array is `42 68 35 1 70`, the value of `max` changes like this: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`0 → 42 → 68 → 68 → 68 → 70`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the generated numbers are always between `1` and `100`, starting `max` at `0` works 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`MaxNumbInArray()` is reusable and can find the maximum of any integer array, as long as the initial value is suitable for the possible data.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931907" name="object 3"/>
          <p:cNvSpPr txBox="1"/>
          <p:nvPr/>
        </p:nvSpPr>
        <p:spPr bwMode="auto">
          <a:xfrm>
            <a:off x="380997" y="888075"/>
            <a:ext cx="12364276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does not validate that `arrLength` is between `1` and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more than `100`, the program can access memory outside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Starting `max` at `0` would not work correctly if the array could contain only negative numbers. A safer general approach is to initialize `max` with `arr[0]`.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call `srand((unsigned)time(NULL))`, so the random sequence may repeat between executions.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932364" name="object 3"/>
          <p:cNvSpPr txBox="1"/>
          <p:nvPr/>
        </p:nvSpPr>
        <p:spPr bwMode="auto">
          <a:xfrm>
            <a:off x="380997" y="888075"/>
            <a:ext cx="12369321" cy="3462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`MaxNumbInArray()` → finds the largest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`PrintArrayElements()` → displays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`FillArrayWithRandomNumber()` → fills the array with random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`arr[i] &gt; max` → checks whether the current element should become the new maximum.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`max` → stores the largest value found so far.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94750" name="object 3"/>
          <p:cNvSpPr txBox="1"/>
          <p:nvPr/>
        </p:nvSpPr>
        <p:spPr bwMode="auto">
          <a:xfrm>
            <a:off x="380997" y="888075"/>
            <a:ext cx="1238335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`PrintArrayElements()` prints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`MaxNumbInArray()` searches for the largest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`max` stores the largest value found so far.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element is compared with `max`.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array is scanned only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 the example array, the maximum number is `79`.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5083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314</cp:revision>
  <dcterms:created xsi:type="dcterms:W3CDTF">2025-12-09T17:44:59Z</dcterms:created>
  <dcterms:modified xsi:type="dcterms:W3CDTF">2026-09-23T10:03:27Z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