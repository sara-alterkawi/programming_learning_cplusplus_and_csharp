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76412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361918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320011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504405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8803511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992103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130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8929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487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15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2214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527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2855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9450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946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936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5310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681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599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0736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626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6080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048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7656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119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7407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3125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622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935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64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454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17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9753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7965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646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406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1727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66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33232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389164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22491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967687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329901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08287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83197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452306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587257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667618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113734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432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739610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8374424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2162777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261234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746741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4703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3335153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316983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58679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573107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4788841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63863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625347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992028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9702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7713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83193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706931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2538796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94304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12454865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48835016" name="object 30"/>
          <p:cNvSpPr txBox="1"/>
          <p:nvPr/>
        </p:nvSpPr>
        <p:spPr bwMode="auto">
          <a:xfrm>
            <a:off x="0" y="1143000"/>
            <a:ext cx="13042120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522363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3868318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82373435" name="object 30"/>
          <p:cNvSpPr txBox="1"/>
          <p:nvPr/>
        </p:nvSpPr>
        <p:spPr bwMode="auto">
          <a:xfrm>
            <a:off x="106425" y="3084210"/>
            <a:ext cx="1362472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776404" name="object 3"/>
          <p:cNvSpPr txBox="1"/>
          <p:nvPr/>
        </p:nvSpPr>
        <p:spPr bwMode="auto">
          <a:xfrm>
            <a:off x="380997" y="888075"/>
            <a:ext cx="1236679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asks the user for a number to search 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checks whether the number exists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`IsNumbInArray()` returns `true` if the number exists and `false` if it does not.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then prints whether the number was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954292" name="object 3"/>
          <p:cNvSpPr txBox="1"/>
          <p:nvPr/>
        </p:nvSpPr>
        <p:spPr bwMode="auto">
          <a:xfrm>
            <a:off x="380997" y="888075"/>
            <a:ext cx="12381553" cy="67391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`FindNumberPositionInArray()` searches the array and returns the index of the first occurrence.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not found, it returns `-1`.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`IsNumbInArray()` uses the result of `FindNumberPositionInArray()` to determine whether the number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intended condition should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return FindNumberPositionInArray(arr, arrLenght, numb) != -1;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means: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index != -1 → number exists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index == -1 → number does not exist →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current code has a mistake: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return FindNumberPositionInArray(arr, arrLenght, numb) != 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compares the returned index with `1` instead of `-1`.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Also, `IsNumbInArray()` is not actually called in `main()` in this version of the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056898" name="object 3"/>
          <p:cNvSpPr txBox="1"/>
          <p:nvPr/>
        </p:nvSpPr>
        <p:spPr bwMode="auto">
          <a:xfrm>
            <a:off x="380997" y="888075"/>
            <a:ext cx="123844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Ask the user for a number to search 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Call `FindNumberPositionInArray()`.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Search through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index if the number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`-1` if the number is not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Use the returned value to determine whether the number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Print whether the number was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550368" name="object 3"/>
          <p:cNvSpPr txBox="1"/>
          <p:nvPr/>
        </p:nvSpPr>
        <p:spPr bwMode="auto">
          <a:xfrm>
            <a:off x="380997" y="888075"/>
            <a:ext cx="12371840" cy="53634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Elements`: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19 70 18 86 70 9 16 23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 to search: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`FindNumberPositionInArray()` finds `19` at index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 != -1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`true`, meaning the number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number 19 is found: :-)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181280" name="object 3"/>
          <p:cNvSpPr txBox="1"/>
          <p:nvPr/>
        </p:nvSpPr>
        <p:spPr bwMode="auto">
          <a:xfrm>
            <a:off x="380997" y="888075"/>
            <a:ext cx="12362121" cy="59350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main idea of this exercise is to reuse a function that returns an index to create another function that returns a `bool`.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`FindNumberPositionInArray()` answers: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"Where is the number?"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`IsNumbInArray()` answers: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"Does the number exist?"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corrected function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bool IsNumbInArray(int arr[], int arrLenght, int numb)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return FindNumberPositionInArray(arr, arrLenght, numb) != -1;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useful because the caller does not need to know the exact position when it only needs to know whether the number exists.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853747" name="object 3"/>
          <p:cNvSpPr txBox="1"/>
          <p:nvPr/>
        </p:nvSpPr>
        <p:spPr bwMode="auto">
          <a:xfrm>
            <a:off x="380997" y="888075"/>
            <a:ext cx="12364276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 is a bug in the current `IsNumbInArray()` function: `!= 1` should be `!= -1`.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`IsNumbInArray()` is currently unused in `main()`.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does not prevent the user from entering more than `100`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`srand()` and `time()` should ideally have their proper headers included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appears multiple times, `FindNumberPositionInArray()` returns the index of the first occurrence.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925061" name="object 3"/>
          <p:cNvSpPr txBox="1"/>
          <p:nvPr/>
        </p:nvSpPr>
        <p:spPr bwMode="auto">
          <a:xfrm>
            <a:off x="380997" y="888075"/>
            <a:ext cx="1236932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`FindNumberPositionInArray()`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an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position/index of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`-1` when the number is not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`IsNumbInArray()`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`bool`.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`true` when the number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`false` when the number does not exist.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need to return the actual position.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206797" name="object 3"/>
          <p:cNvSpPr txBox="1"/>
          <p:nvPr/>
        </p:nvSpPr>
        <p:spPr bwMode="auto">
          <a:xfrm>
            <a:off x="380997" y="888075"/>
            <a:ext cx="12383352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`FindNumberPositionInArray()` finds the position of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`-1` means the number was not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`IsNumbInArray()` should return `true` when the position is not `-1`.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Correct condition: `!= -1`.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`IsNumbInArray()` is useful when we only need to know whether the number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17854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324</cp:revision>
  <dcterms:created xsi:type="dcterms:W3CDTF">2025-12-09T17:44:59Z</dcterms:created>
  <dcterms:modified xsi:type="dcterms:W3CDTF">2026-09-24T07:01:07Z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