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2792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765911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19894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637203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481727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16838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802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1833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14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331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8286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84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899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831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571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288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1275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432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672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79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480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46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6481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133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69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14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55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463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2159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47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665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07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522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886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94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550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61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0142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710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6032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33605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15212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07247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73475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71530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822027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353378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730232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16916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85664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6198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289453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1240619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4723261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976854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709159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26839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789651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68517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232682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807296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100449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0874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183640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868167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8410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007392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64916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026179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661277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8507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6853189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31134985" name="object 30"/>
          <p:cNvSpPr txBox="1"/>
          <p:nvPr/>
        </p:nvSpPr>
        <p:spPr bwMode="auto">
          <a:xfrm>
            <a:off x="0" y="1143000"/>
            <a:ext cx="1306947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Palindrome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4011705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0477256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61516075" name="object 30"/>
          <p:cNvSpPr txBox="1"/>
          <p:nvPr/>
        </p:nvSpPr>
        <p:spPr bwMode="auto">
          <a:xfrm flipH="0" flipV="0">
            <a:off x="106425" y="3084208"/>
            <a:ext cx="1323607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Palindrome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450497" name="object 3"/>
          <p:cNvSpPr txBox="1"/>
          <p:nvPr/>
        </p:nvSpPr>
        <p:spPr bwMode="auto">
          <a:xfrm>
            <a:off x="380997" y="888075"/>
            <a:ext cx="1236679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allows the user to enter numbers into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checks whether the array is a Palindrome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Palindrome array reads the same from left to right and from right to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element must be equal to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second element must be equal to the second-last element, and so 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08751" name="object 3"/>
          <p:cNvSpPr txBox="1"/>
          <p:nvPr/>
        </p:nvSpPr>
        <p:spPr bwMode="auto">
          <a:xfrm>
            <a:off x="380997" y="888075"/>
            <a:ext cx="12381553" cy="639851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`IsPalindromeArray()` compares elements from both ends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comparison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(arr[i] != arr[length - i - 1])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`i` starts from `0`, so `arr[i]` represents the element from the beginning.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`length - i - 1` calculates the matching position from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array with 6 elements: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Index:       0   1   2   3   4  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Array:      10  20  30  30  20 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comparisons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arr[0] ↔ arr[5] → 10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arr[1] ↔ arr[4] → 20 =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arr[2] ↔ arr[3] → 30 =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any pair is different, the function immediately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all pairs match, the function returns `true`.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594732" name="object 3"/>
          <p:cNvSpPr txBox="1"/>
          <p:nvPr/>
        </p:nvSpPr>
        <p:spPr bwMode="auto">
          <a:xfrm>
            <a:off x="380997" y="888075"/>
            <a:ext cx="12384432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`arrLength`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Ask the user to enter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the number to the array using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Ask whether the user wants to add another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the user chooses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Call `IsPalindromeArray()`.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Compare elements from the beginning and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If all matching pairs are equal, return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1️⃣1️⃣ If any pair is different, return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1️⃣2️⃣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644628" name="object 3"/>
          <p:cNvSpPr txBox="1"/>
          <p:nvPr/>
        </p:nvSpPr>
        <p:spPr bwMode="auto">
          <a:xfrm>
            <a:off x="380997" y="888075"/>
            <a:ext cx="12371840" cy="579691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10 20 30 30 20 10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compares: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↔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 ↔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 ↔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corresponding elements are equal.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array is a Palindrome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10 20 30 30 20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Yes array is Palindrome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879882" name="object 3"/>
          <p:cNvSpPr txBox="1"/>
          <p:nvPr/>
        </p:nvSpPr>
        <p:spPr bwMode="auto">
          <a:xfrm>
            <a:off x="380997" y="888075"/>
            <a:ext cx="12362121" cy="483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length - i - 1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is important because the last valid index is always `length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could stop after checking only half of the array because each comparison checks two elements at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with 6 elements, only 3 comparisons are actually 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current loop checks the entire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0; i &lt; 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still produces the correct result, but it repeats the same comparisons in reverse order.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139912" name="object 3"/>
          <p:cNvSpPr txBox="1"/>
          <p:nvPr/>
        </p:nvSpPr>
        <p:spPr bwMode="auto">
          <a:xfrm>
            <a:off x="380997" y="888075"/>
            <a:ext cx="12364276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should ensure that no more than `100` elements are added to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only checks that entered numbers are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wording `No array is not Palindrome` would be clearer as `No, array is not Palindrome`.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993633" name="object 3"/>
          <p:cNvSpPr txBox="1"/>
          <p:nvPr/>
        </p:nvSpPr>
        <p:spPr bwMode="auto">
          <a:xfrm>
            <a:off x="380997" y="888075"/>
            <a:ext cx="1236932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Palindrome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Reads the same from both directions.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First element equals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Second element equals second-last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 20 30 30 20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Not Palindrome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 least one pair of corresponding elements is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First and last elements may be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function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 20 30 40 20 10`.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468646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numbers in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first element with the last.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second element with the second-last.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Continue toward the center.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all pairs match, return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any pair is different, return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Palindrome array reads the same from left to right and right to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20510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329</cp:revision>
  <dcterms:created xsi:type="dcterms:W3CDTF">2025-12-09T17:44:59Z</dcterms:created>
  <dcterms:modified xsi:type="dcterms:W3CDTF">2026-09-24T09:21:11Z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