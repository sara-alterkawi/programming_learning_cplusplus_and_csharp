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38839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0458485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864849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657826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100280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213856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025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563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72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0050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3884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253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737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88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313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473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1671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8524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930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5055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503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89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91400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4700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910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19201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8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153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8456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299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881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4538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822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194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8115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95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4067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2098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302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09167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681828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15709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748319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311711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78919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279468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495340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655970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13711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367622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0377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265184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3591042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8521196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322141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2297284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606467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2915746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418545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105823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859420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8652104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41203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665918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820246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26035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696393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995589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665684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5323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04644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0311599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48032883" name="object 30"/>
          <p:cNvSpPr txBox="1"/>
          <p:nvPr/>
        </p:nvSpPr>
        <p:spPr bwMode="auto">
          <a:xfrm>
            <a:off x="0" y="1143000"/>
            <a:ext cx="1296545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Guess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3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Letter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Password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5374578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6047614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08516196" name="object 30"/>
          <p:cNvSpPr txBox="1"/>
          <p:nvPr/>
        </p:nvSpPr>
        <p:spPr bwMode="auto">
          <a:xfrm>
            <a:off x="106425" y="3084210"/>
            <a:ext cx="1354734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Guess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3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Letter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Password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286779" name="object 3"/>
          <p:cNvSpPr txBox="1"/>
          <p:nvPr/>
        </p:nvSpPr>
        <p:spPr bwMode="auto">
          <a:xfrm>
            <a:off x="380997" y="888075"/>
            <a:ext cx="12366792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program that tries to guess a 3-letter password containing uppercase letters from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generates every possible combination until it finds the password entered by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973381" name="object 3"/>
          <p:cNvSpPr txBox="1"/>
          <p:nvPr/>
        </p:nvSpPr>
        <p:spPr bwMode="auto">
          <a:xfrm>
            <a:off x="380997" y="888075"/>
            <a:ext cx="12381913" cy="52185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`ReadPassword()` reads the original password from the user and returns it as a `string`.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`FindPassword()` uses three nested `for` loops to generate all possible 3-letter combinations.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`counter` counts the number of attempts.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`word` is a `string` used to build the current 3-letter combination.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`push_back()` adds each generated character to the end of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`word == OriginalPassword` compares the generated combination with the entered password.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the password is found, the program prints the password and number of attempts, then uses `return` to stop the function.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303716" name="object 3"/>
          <p:cNvSpPr txBox="1"/>
          <p:nvPr/>
        </p:nvSpPr>
        <p:spPr bwMode="auto">
          <a:xfrm>
            <a:off x="380997" y="888075"/>
            <a:ext cx="12384432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3-letter password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Start the first loop from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Start the second loop from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Start the third loop from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Increase `counter` by 1 for every generated combination.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Create `word` and add `i`, `j`, and `k` using `push_back()`.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current attempt.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Compare `word` with the original password.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If they are equal, print the result and stop using `return`.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If all combinations are checked without finding the password, print `Password not found.`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824993" name="object 3"/>
          <p:cNvSpPr txBox="1"/>
          <p:nvPr/>
        </p:nvSpPr>
        <p:spPr bwMode="auto">
          <a:xfrm>
            <a:off x="380997" y="888075"/>
            <a:ext cx="12371840" cy="719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AAF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starts generating combinations: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Trail [1]: AAA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Trail [2]: AAB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Trail [3]: AAC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Trail [4]: AAD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Trail [5]: AAE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Trail [6]: AAF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At Trail 6, `word` is equal to `OriginalPassword`.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program prints: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password is AAF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Found after 6 Trail(s)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password `AAF` was found after 6 attempts.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86451" name="object 3"/>
          <p:cNvSpPr txBox="1"/>
          <p:nvPr/>
        </p:nvSpPr>
        <p:spPr bwMode="auto">
          <a:xfrm>
            <a:off x="380997" y="888075"/>
            <a:ext cx="12362840" cy="4472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`push_back()` adds one character at a time to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`word.push_back(i);`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`word.push_back(j);`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`word.push_back(k);`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`i = A`, `j = A`, and `k = F`, the resulting `word` is `AAF`.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 are `26 × 26 × 26 = 17,576` possible 3-letter combinations.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 the combinations in alphabetical order, starting from `AAA` and ending at `ZZZ`.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973295" name="object 3"/>
          <p:cNvSpPr txBox="1"/>
          <p:nvPr/>
        </p:nvSpPr>
        <p:spPr bwMode="auto">
          <a:xfrm>
            <a:off x="380997" y="888075"/>
            <a:ext cx="12364276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validate that the entered password contains exactly 3 uppercase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the user could enter `AB`, `abcd`, or `123`, and the program would still accept the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word `Trail` in the output should technically be `Trial`, meaning an attempt.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123682" name="object 3"/>
          <p:cNvSpPr txBox="1"/>
          <p:nvPr/>
        </p:nvSpPr>
        <p:spPr bwMode="auto">
          <a:xfrm>
            <a:off x="380997" y="888075"/>
            <a:ext cx="12369321" cy="307179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`counter` → counts how many attempts have been made.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`word` → stores the current generated password.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`OriginalPassword` → stores the password entered by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`word == OriginalPassword` → checks whether the current attempt matches the password.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442118" name="object 3"/>
          <p:cNvSpPr txBox="1"/>
          <p:nvPr/>
        </p:nvSpPr>
        <p:spPr bwMode="auto">
          <a:xfrm>
            <a:off x="380997" y="888075"/>
            <a:ext cx="1238335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guesses a 3-letter uppercase password by generating combinations.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Three nested loops generate all possible combinations from `AAA` to `ZZZ`.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`counter` counts the number of attempts.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`push_back()` builds the generated password character by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`==` checks whether the generated password matches the original password.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`return` stops the search immediately when the password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Maximum number of attempts = `17,576`.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17862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307</cp:revision>
  <dcterms:created xsi:type="dcterms:W3CDTF">2025-12-09T17:44:59Z</dcterms:created>
  <dcterms:modified xsi:type="dcterms:W3CDTF">2026-09-20T19:35:25Z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