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630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574603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9866513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224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4106078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0821310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12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905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383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707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69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041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314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596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84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463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097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733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225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0157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4115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97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4822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47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980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9306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3849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41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623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837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555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3060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509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7905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859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45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677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7099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589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55673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037297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42673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23853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971225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4015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245762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372551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231568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773795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19278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726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489626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778158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0714375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502116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83267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389050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7445910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6079312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974415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23474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525747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2184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200605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8879563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9241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90135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2114538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420355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525053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20827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0892819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34612263" name="object 30"/>
          <p:cNvSpPr txBox="1"/>
          <p:nvPr/>
        </p:nvSpPr>
        <p:spPr bwMode="auto">
          <a:xfrm>
            <a:off x="0" y="1143000"/>
            <a:ext cx="1299713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Fill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100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601073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8104765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20538617" name="object 30"/>
          <p:cNvSpPr txBox="1"/>
          <p:nvPr/>
        </p:nvSpPr>
        <p:spPr bwMode="auto">
          <a:xfrm>
            <a:off x="106425" y="3084210"/>
            <a:ext cx="13577578" cy="236560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Fill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With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From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100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360329" name="object 3"/>
          <p:cNvSpPr txBox="1"/>
          <p:nvPr/>
        </p:nvSpPr>
        <p:spPr bwMode="auto">
          <a:xfrm>
            <a:off x="380997" y="888075"/>
            <a:ext cx="1236679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fills an array with a user-specified number of random integers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array has a maximum capacity of `100`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After filling the array, the program prints all its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05791" name="object 3"/>
          <p:cNvSpPr txBox="1"/>
          <p:nvPr/>
        </p:nvSpPr>
        <p:spPr bwMode="auto">
          <a:xfrm>
            <a:off x="380997" y="888075"/>
            <a:ext cx="12381553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asks the user how many elements should be stored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 `for` loop to visit each array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`RandomNumber(1, 100)` generates a random number between `1`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generated number is stored in `arr[i]`.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`PrintArrayElements()` loops through the filled part of the array and prints every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`arrayLength` is passed by reference using `int&amp;` so the function can store the number of elements entered by the user and return it to `main()`.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781936" name="object 3"/>
          <p:cNvSpPr txBox="1"/>
          <p:nvPr/>
        </p:nvSpPr>
        <p:spPr bwMode="auto">
          <a:xfrm>
            <a:off x="380997" y="888075"/>
            <a:ext cx="12384432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an array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Ask the user for the number of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the number in `arrLength`.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Start a loop from `0` to `arrLength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Generate a random number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Store the random number in `arr[i]`.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Print all elements from index `0` to `arrLength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Display the generated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769928" name="object 3"/>
          <p:cNvSpPr txBox="1"/>
          <p:nvPr/>
        </p:nvSpPr>
        <p:spPr bwMode="auto">
          <a:xfrm>
            <a:off x="380997" y="888075"/>
            <a:ext cx="12371840" cy="4997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Enter number of elements: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may generate: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Another execution can produce completely different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output may be: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Every generated element is between `1` and `100`.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835253" name="object 3"/>
          <p:cNvSpPr txBox="1"/>
          <p:nvPr/>
        </p:nvSpPr>
        <p:spPr bwMode="auto">
          <a:xfrm>
            <a:off x="380997" y="888075"/>
            <a:ext cx="12362121" cy="4098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`arr[i] = RandomNumber(1, 100);` generates and stores a random number directly in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`int&amp; arrLength` means `arrLength` is passed by reference, so changes made inside `FillArrayWithRandomNumber()` affect the variable `arrayLength` in `main()`.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the first `arrayLength` positions of the array are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`ReadArrayElements()` exists in the code but is not used because the program generates the values randomly instead of reading them from the user.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631846" name="object 3"/>
          <p:cNvSpPr txBox="1"/>
          <p:nvPr/>
        </p:nvSpPr>
        <p:spPr bwMode="auto">
          <a:xfrm>
            <a:off x="380997" y="888075"/>
            <a:ext cx="12364276" cy="3732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`FillArrayWithRandomNumber()` does not validate that `arrLength` is between `1`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a value greater than `100`, the program will write outside the array's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call `srand((unsigned)time(NULL))`, so the random sequence may be the same each time the program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`&lt;cmath&gt;` and `&lt;corecrt_math_defines.h&gt;` are not needed for this program.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214391" name="object 3"/>
          <p:cNvSpPr txBox="1"/>
          <p:nvPr/>
        </p:nvSpPr>
        <p:spPr bwMode="auto">
          <a:xfrm>
            <a:off x="380997" y="888075"/>
            <a:ext cx="12369321" cy="27060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`ReadArrayElements()` → gets each array value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`FillArrayWithRandomNumber()` → generates each array value randomly.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`RandomNumber(1, 100)` → generates one random number between `1`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`PrintArrayElements()` → prints the values already stored in the array.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976558" name="object 3"/>
          <p:cNvSpPr txBox="1"/>
          <p:nvPr/>
        </p:nvSpPr>
        <p:spPr bwMode="auto">
          <a:xfrm>
            <a:off x="380997" y="888075"/>
            <a:ext cx="1238335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fills an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number is between `1` and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array has a maximum capacity of `100`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`FillArrayWithRandomNumber()` fills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`RandomNumber()` generates each random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`int&amp; arrLength` allows the function to return the chosen array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`PrintArrayElements()` prints the generated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32363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313</cp:revision>
  <dcterms:created xsi:type="dcterms:W3CDTF">2025-12-09T17:44:59Z</dcterms:created>
  <dcterms:modified xsi:type="dcterms:W3CDTF">2026-09-23T09:49:11Z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