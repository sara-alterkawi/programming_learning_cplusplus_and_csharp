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69529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03602707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86830551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06278212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70081780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80077346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19716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5196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12894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06248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59458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64174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82636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68915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15760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6812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03266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51229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9837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38896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8965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6364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54228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54332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6118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28069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53451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378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664549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8592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11140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54621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43020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19972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5077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66922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48614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602402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61166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3964836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67038542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9287459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9251287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5331934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4357934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9480561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0217437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9209409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9528852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002714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22555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12356595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30043146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6925182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58736865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3910630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55366400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050443407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71095295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11868800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85925861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54459799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4817539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6428712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44683887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680103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960668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75806683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03394602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54396235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3105100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325513713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396296548" name="object 30"/>
          <p:cNvSpPr txBox="1"/>
          <p:nvPr/>
        </p:nvSpPr>
        <p:spPr bwMode="auto">
          <a:xfrm>
            <a:off x="0" y="1143000"/>
            <a:ext cx="13055078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Copy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Array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AddArrayElement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74329097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518483623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368375282" name="object 30"/>
          <p:cNvSpPr txBox="1"/>
          <p:nvPr/>
        </p:nvSpPr>
        <p:spPr bwMode="auto">
          <a:xfrm>
            <a:off x="106425" y="3084210"/>
            <a:ext cx="13637685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Copy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Array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AddArrayElement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0852153" name="object 3"/>
          <p:cNvSpPr txBox="1"/>
          <p:nvPr/>
        </p:nvSpPr>
        <p:spPr bwMode="auto">
          <a:xfrm>
            <a:off x="380997" y="888075"/>
            <a:ext cx="12366792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fills the first array with random numbers from `1` to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then copies all elements from the first array into a second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copying is done using `AddElementToArray()`.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second array starts with a length of `0` and grows as elements are added.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Finally, both arrays are printed.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3795395" name="object 3"/>
          <p:cNvSpPr txBox="1"/>
          <p:nvPr/>
        </p:nvSpPr>
        <p:spPr bwMode="auto">
          <a:xfrm>
            <a:off x="380997" y="888075"/>
            <a:ext cx="12381553" cy="48452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`arr1` contains the original random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`arr2` starts empty: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 arr1Length = 0, arr1[100], arr2Length = 0, arr2[100];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`CopyArrayUsingAddElementToArray()` loops through every element in `arr1`: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for (int i = 0; i &lt; arr1Length; i++)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each element, it calls: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AddElementToArray(arr1[i], arr2, arr2Length);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`AddElementToArray()` increases `arr2Length` and stores the value at the next available index.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same process is repeated for every element in `arr1`.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536410" name="object 3"/>
          <p:cNvSpPr txBox="1"/>
          <p:nvPr/>
        </p:nvSpPr>
        <p:spPr bwMode="auto">
          <a:xfrm>
            <a:off x="380997" y="888075"/>
            <a:ext cx="12384432" cy="4501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`arr1` and `arr2`, both with a maximum size of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Set `arr1Length` and `arr2Length` to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Fill `arr1` with random numbers from `1` to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Print `arr1`.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Loop through all elements of `arr1`.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Send each element to `AddElementToArray()`.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Add the element to `arr2`.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Increase `arr2Length`.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9️⃣ Print `arr2`.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4199538" name="object 3"/>
          <p:cNvSpPr txBox="1"/>
          <p:nvPr/>
        </p:nvSpPr>
        <p:spPr bwMode="auto">
          <a:xfrm>
            <a:off x="380997" y="888075"/>
            <a:ext cx="12371840" cy="696192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`Array 1`: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42 68 35 1 70 25 79 59 63 65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copies each element one by one: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42 → arr2[0]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68 → arr2[1]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35 → arr2[2]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  → arr2[3]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70 → arr2[4]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...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65 → arr2[9]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After the copying process, `arr2Length` becomes `10`.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Array 1 Elements: 42 68 35 1 70 25 79 59 63 65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Array 2 Elements after copy: 42 68 35 1 70 25 79 59 63 65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57890" name="object 3"/>
          <p:cNvSpPr txBox="1"/>
          <p:nvPr/>
        </p:nvSpPr>
        <p:spPr bwMode="auto">
          <a:xfrm>
            <a:off x="380997" y="888075"/>
            <a:ext cx="12362121" cy="44795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important idea is that `CopyArrayUsingAddElementToArray()` does not directly assign: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arr2[i] = arr1[i];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Instead, it uses the reusable `AddElementToArray()`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`arr2Length` is passed by reference: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int&amp; arr2Length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allows `AddElementToArray()` to update the actual length of `arr2`.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`arr2Length` starts at `0` and increases every time an element is copied.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exercise combines the idea from the previous problem with array copying.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3494936" name="object 3"/>
          <p:cNvSpPr txBox="1"/>
          <p:nvPr/>
        </p:nvSpPr>
        <p:spPr bwMode="auto">
          <a:xfrm>
            <a:off x="380997" y="888075"/>
            <a:ext cx="12364276" cy="4113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should ensure that the entered number of elements does not exceed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`arr2` must also have enough space for all copied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`ReadArrayElements()` is not used in this program.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`cmath` and `corecrt_math_defines.h` are unnecessary.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`srand()` and `time()` should ideally have their proper headers included explicitly.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`FillArrayWithRandomNumber()` asks for the array length itself, so the initial value `arr1Length = 0` is only a starting value.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89532" name="object 3"/>
          <p:cNvSpPr txBox="1"/>
          <p:nvPr/>
        </p:nvSpPr>
        <p:spPr bwMode="auto">
          <a:xfrm>
            <a:off x="380997" y="888075"/>
            <a:ext cx="12369321" cy="52409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`arr1`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Contains the original random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Its length is determined by the user.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Acts as the source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Its elements are not changed during copying.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`arr2`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Starts empty with length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Receives elements from `arr1`.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`AddElementToArray()` to add each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Ends with the same elements and length as `arr1`.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4418863" name="object 3"/>
          <p:cNvSpPr txBox="1"/>
          <p:nvPr/>
        </p:nvSpPr>
        <p:spPr bwMode="auto">
          <a:xfrm>
            <a:off x="380997" y="888075"/>
            <a:ext cx="12383352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Fill `arr1` with random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Start `arr2Length` at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Loop through all elements of `arr1`.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 `AddElementToArray()` to add each element to `arr2`.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`AddElementToArray()` updates `arr2Length`.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final `arr2` contains the same elements as `arr1`.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5248820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326</cp:revision>
  <dcterms:created xsi:type="dcterms:W3CDTF">2025-12-09T17:44:59Z</dcterms:created>
  <dcterms:modified xsi:type="dcterms:W3CDTF">2026-09-24T07:14:20Z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