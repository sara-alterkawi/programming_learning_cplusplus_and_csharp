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0853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269423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353004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168220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5197913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458872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509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3589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34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060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44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223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31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229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314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826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652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155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5951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805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823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444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4059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054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202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73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6761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4379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271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24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15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041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99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547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416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09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024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803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676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58779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753793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55850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663860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562306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56715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534848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85790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86258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244701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04000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1446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063709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3527203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3240121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86422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52713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683689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5575073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954229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414779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476720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179258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43885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944006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806225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4251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141680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11182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310932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1195093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66871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1558030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0635636" name="object 30"/>
          <p:cNvSpPr txBox="1"/>
          <p:nvPr/>
        </p:nvSpPr>
        <p:spPr bwMode="auto">
          <a:xfrm>
            <a:off x="0" y="1143000"/>
            <a:ext cx="130327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Fill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With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Keys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684485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5951593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23910361" name="object 30"/>
          <p:cNvSpPr txBox="1"/>
          <p:nvPr/>
        </p:nvSpPr>
        <p:spPr bwMode="auto">
          <a:xfrm>
            <a:off x="106425" y="3084210"/>
            <a:ext cx="1361392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Fill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With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Keys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582325" name="object 3"/>
          <p:cNvSpPr txBox="1"/>
          <p:nvPr/>
        </p:nvSpPr>
        <p:spPr bwMode="auto">
          <a:xfrm>
            <a:off x="380997" y="888075"/>
            <a:ext cx="1236679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asks the user how many keys to generate.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generates random keys and stores them in an array of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key contains four groups of four uppercase letters separated by `-`.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it prints all generated keys.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56028" name="object 3"/>
          <p:cNvSpPr txBox="1"/>
          <p:nvPr/>
        </p:nvSpPr>
        <p:spPr bwMode="auto">
          <a:xfrm>
            <a:off x="380997" y="888075"/>
            <a:ext cx="12381553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`GetRandomCharacter()` generates a random character according to the selected character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`GenerateWord()` generates a word with a specific length using random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`GenerateKey()` uses `GenerateWord()` four times to create one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group contains `4` uppercase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four groups are separated by `-`.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CRTW-AWPH-LUEU-UMPO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`FillArrayByKeys()` generates one key for each position in the array and stores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`PrintArrayElements()` prints every key together with its array index.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302676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how many keys to generate.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an array of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Call `FillArrayByKeys()`.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Generate one key using `GenerateKey()`.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Store the generated key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Repeat until the requested number of keys is generated.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all keys with their array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869535" name="object 3"/>
          <p:cNvSpPr txBox="1"/>
          <p:nvPr/>
        </p:nvSpPr>
        <p:spPr bwMode="auto">
          <a:xfrm>
            <a:off x="380997" y="888075"/>
            <a:ext cx="12371840" cy="791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 of keys: `5`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`GenerateKey()` creates keys with this structure: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XXXX-XXXX-XXXX-XXXX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One possible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Array[0]: CRTW-AWPH-LUEU-UMPO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Array[1]: AQUE-EKVG-UATH-FBTT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Array[2]: HUTF-VWSI-HMVF-DXIV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Array[3]: QBSO-WMIV-KHQL-MKZO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Array[4]: PHIW-UKSF-SWGU-CWOB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Every run can produce different keys because the characters are generated randomly.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Array[0]: CRTW-AWPH-LUEU-UMPO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Array[1]: AQUE-EKVG-UATH-FBTT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Array[2]: HUTF-VWSI-HMVF-DXIV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Array[3]: QBSO-WMIV-KHQL-MKZO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Array[4]: PHIW-UKSF-SWGU-CWOB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046894" name="object 3"/>
          <p:cNvSpPr txBox="1"/>
          <p:nvPr/>
        </p:nvSpPr>
        <p:spPr bwMode="auto">
          <a:xfrm>
            <a:off x="380997" y="888075"/>
            <a:ext cx="12362121" cy="75058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key is built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GenerateWord(enCharType::CapitalLetter, 4)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generates four uppercase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`GenerateKey()` repeats this four times: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XXXX-XXXX-XXXX-XXXX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`string arr[100]` array stores each complete key as one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hierarchy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FillArrayByKeys()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GenerateKey()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GenerateWord()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GetRandomCharacter()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RandomNumber()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an example of breaking a larger task into smaller reusable functions.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947667" name="object 3"/>
          <p:cNvSpPr txBox="1"/>
          <p:nvPr/>
        </p:nvSpPr>
        <p:spPr bwMode="auto">
          <a:xfrm>
            <a:off x="380997" y="888075"/>
            <a:ext cx="12364276" cy="4852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has a maximum size of `100`, so the number of keys should not exceed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is defined but not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`SmallLetter`, `SpecialChar`, and `Digit` are defined in the enum but are not used by `GenerateKey()`.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`GetRandomCharacter()` does not have a `default` case, so an unexpected enum value would not return a defined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is pseudo-random and is not suitable for security-sensitive keys.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generated keys are random-looking strings, not cryptographically secure keys.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034652" name="object 3"/>
          <p:cNvSpPr txBox="1"/>
          <p:nvPr/>
        </p:nvSpPr>
        <p:spPr bwMode="auto">
          <a:xfrm>
            <a:off x="380997" y="888075"/>
            <a:ext cx="12369321" cy="48954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`GenerateWord()`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Generates a sequence of random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Receives the character type and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`GenerateWord(CapitalLetter, 4)` → `CRTW`.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`GenerateKey()`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Combines four generated words into one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Adds `-` between the groups.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`CRTW` + `AWPH` + `LUEU` + `UMPO` → `CRTW-AWPH-LUEU-UMPO`.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129359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Ask the user how many keys to generate.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Generate each key using four groups of four uppercase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 each key as a `string`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`FillArrayByKeys()` to fill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`PrintArrayElements()` to display all generated keys.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final key format is `XXXX-XXXX-XXXX-XXXX`.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13887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322</cp:revision>
  <dcterms:created xsi:type="dcterms:W3CDTF">2025-12-09T17:44:59Z</dcterms:created>
  <dcterms:modified xsi:type="dcterms:W3CDTF">2026-09-24T06:50:02Z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