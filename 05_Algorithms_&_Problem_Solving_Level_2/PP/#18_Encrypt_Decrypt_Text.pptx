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97004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759122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2809136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58570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7213227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248986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3107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79657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9301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584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5488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968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5339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3725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9375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204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8018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0539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6721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3412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179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038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5303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9782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9644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02647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016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2080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635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7163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55405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5510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3703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1072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330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2490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2930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67548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32413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28331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116370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957706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582322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5197983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54335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9794412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990681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302534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91935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9191109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59691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159416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363830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5126439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138130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3343691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463453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9711597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2732555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183349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922804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0842705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838499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344356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4196661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042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94927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089371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38203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4444674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38466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1365409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561066330" name="object 30"/>
          <p:cNvSpPr txBox="1"/>
          <p:nvPr/>
        </p:nvSpPr>
        <p:spPr bwMode="auto">
          <a:xfrm>
            <a:off x="0" y="1143000"/>
            <a:ext cx="12968696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Encrypt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Decrypt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Text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4106730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82260401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39409776" name="object 30"/>
          <p:cNvSpPr txBox="1"/>
          <p:nvPr/>
        </p:nvSpPr>
        <p:spPr bwMode="auto">
          <a:xfrm>
            <a:off x="106425" y="3084210"/>
            <a:ext cx="13550583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Encrypt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Decrypt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Text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489549" name="object 3"/>
          <p:cNvSpPr txBox="1"/>
          <p:nvPr/>
        </p:nvSpPr>
        <p:spPr bwMode="auto">
          <a:xfrm>
            <a:off x="380997" y="888075"/>
            <a:ext cx="12366792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program that reads a text, encrypts it by shifting each character forward by a specific key, then decrypts it by shifting each character backward by the same key.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this example, the encryption key is `2`.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539352" name="object 3"/>
          <p:cNvSpPr txBox="1"/>
          <p:nvPr/>
        </p:nvSpPr>
        <p:spPr bwMode="auto">
          <a:xfrm>
            <a:off x="380997" y="888075"/>
            <a:ext cx="12381553" cy="41212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`ReadText()` uses `getline()` to read the complete text, including spaces.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`EncryptText()` loops through every character in the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character is converted to its integer character code using `(int)text[i]`.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encryption key is added to the character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result is converted back to a `char` and stored in the same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`DecryptText()` performs the opposite operation by subtracting the same encryption key.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Because the same key is used in both operations, the original text can be restored.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257645" name="object 3"/>
          <p:cNvSpPr txBox="1"/>
          <p:nvPr/>
        </p:nvSpPr>
        <p:spPr bwMode="auto">
          <a:xfrm>
            <a:off x="380997" y="888075"/>
            <a:ext cx="12384432" cy="487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text using `getline()`.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Set the encryption key to `2`.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the original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Loop through every character in the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Add `2` to each character's code to encrypt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Store the encrypted characters in the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encrypted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Loop through the encrypted text again.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Subtract `2` from each character's code to decrypt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🔟 Print the decrypted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037553" name="object 3"/>
          <p:cNvSpPr txBox="1"/>
          <p:nvPr/>
        </p:nvSpPr>
        <p:spPr bwMode="auto">
          <a:xfrm>
            <a:off x="380997" y="888075"/>
            <a:ext cx="12371840" cy="8429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Sara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Encryption key: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character is shifted by `2`: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`S → U`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`a → c`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`r → t`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`a → c`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Sara → Uctc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program prints: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Text Before encryption: Sara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Text After encryption: Uctc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Text After decryption: Sara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encrypted text is `Uctc`.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After decryption, the original text `Sara` is restored.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108681" name="object 3"/>
          <p:cNvSpPr txBox="1"/>
          <p:nvPr/>
        </p:nvSpPr>
        <p:spPr bwMode="auto">
          <a:xfrm>
            <a:off x="380997" y="888075"/>
            <a:ext cx="12362121" cy="4845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`text[i]` accesses the character at position `i`.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`text.length()` returns the number of characters in the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loop: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`for (int i = 0; i &lt; text.length(); i++)`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processes every character from the first character to the last.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Encryption adds the key: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`character + key`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Decryption subtracts the key: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`character - key`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encryption and decryption operations are therefore opposites.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411826" name="object 3"/>
          <p:cNvSpPr txBox="1"/>
          <p:nvPr/>
        </p:nvSpPr>
        <p:spPr bwMode="auto">
          <a:xfrm>
            <a:off x="380997" y="888075"/>
            <a:ext cx="12364276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is a simple character-shifting technique for learning purposes, not secure modern encryption.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fixed key such as `2` can be easily discovered and reversed.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Character shifting can also produce unexpected characters when the character code moves outside the expected character range.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8525016" name="object 3"/>
          <p:cNvSpPr txBox="1"/>
          <p:nvPr/>
        </p:nvSpPr>
        <p:spPr bwMode="auto">
          <a:xfrm>
            <a:off x="380997" y="888075"/>
            <a:ext cx="12369321" cy="30968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Encryption → adds the key to each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Decryption → subtracts the key from each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Original text → `Sara`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Encrypted text → `Uctc`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Decrypted text → `Sara`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911760" name="object 3"/>
          <p:cNvSpPr txBox="1"/>
          <p:nvPr/>
        </p:nvSpPr>
        <p:spPr bwMode="auto">
          <a:xfrm>
            <a:off x="380997" y="888075"/>
            <a:ext cx="12383352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`getline()` reads the complete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`text[i]` accesses each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`(int)text[i]` treats the character as a numeric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Encryption adds the key to every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Decryption subtracts the same key.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same key must be used to correctly decrypt the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`Sara` becomes `Uctc` with key `2`.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Decrypting `Uctc` with key `2` returns `Sara`.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166482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308</cp:revision>
  <dcterms:created xsi:type="dcterms:W3CDTF">2025-12-09T17:44:59Z</dcterms:created>
  <dcterms:modified xsi:type="dcterms:W3CDTF">2026-09-20T19:40:10Z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