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5365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41851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905460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65041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999364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416813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489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2879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893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72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2245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717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077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7042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531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326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5024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581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062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037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612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854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962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639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551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4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78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586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039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346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121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846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489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921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235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499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845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415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5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030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888595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13997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70041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75385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02350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94592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74876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67560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9106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19616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509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53467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791404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9699283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05598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94680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296471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47444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650670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84089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379953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34124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03714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485810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963832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1233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95347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8517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024228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624301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9119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572501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73699583" name="object 30"/>
          <p:cNvSpPr txBox="1"/>
          <p:nvPr/>
        </p:nvSpPr>
        <p:spPr bwMode="auto">
          <a:xfrm>
            <a:off x="0" y="1143000"/>
            <a:ext cx="1297481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263978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2298938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55691553" name="object 30"/>
          <p:cNvSpPr txBox="1"/>
          <p:nvPr/>
        </p:nvSpPr>
        <p:spPr bwMode="auto">
          <a:xfrm>
            <a:off x="106425" y="3084210"/>
            <a:ext cx="1355670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363164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generates and prints three random numbers between `1` and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`rand()` to generate random numbers and `srand()` to initialize the random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327189" name="object 3"/>
          <p:cNvSpPr txBox="1"/>
          <p:nvPr/>
        </p:nvSpPr>
        <p:spPr bwMode="auto">
          <a:xfrm>
            <a:off x="380997" y="888075"/>
            <a:ext cx="12381553" cy="63232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`RandomNumber(int from, int to)` is a function that generates a random number within a specified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generates a pseudo-random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 (to - from + 1)` limits the result to the required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`+ from` shifts the result so that the minimum value becomes `from`.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`from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`to = 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`rand() % (10 - 1 + 1) + 1`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`rand() % 10 + 1`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possible results are from `1` to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`srand((unsigned)time(NULL))` uses the current time as the seed, helping produce a different sequence each time the program runs.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926190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the random number generator using `srand()`.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`RandomNumber(1, 10)`.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Generate a random number using `rand()`.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`%` to limit the result to the required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Add `from` to shift the result to the correct starting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generated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the function call two more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860497" name="object 3"/>
          <p:cNvSpPr txBox="1"/>
          <p:nvPr/>
        </p:nvSpPr>
        <p:spPr bwMode="auto">
          <a:xfrm>
            <a:off x="380997" y="888075"/>
            <a:ext cx="12371840" cy="64681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may produce: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Another execution may produce different numbers, such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exact output is not fixed because the numbers are generated randomly.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Three random numbers between `1` and `10`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Each number can be any value from `1` through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three numbers do not have to be different.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47395" name="object 3"/>
          <p:cNvSpPr txBox="1"/>
          <p:nvPr/>
        </p:nvSpPr>
        <p:spPr bwMode="auto">
          <a:xfrm>
            <a:off x="380997" y="888075"/>
            <a:ext cx="12362121" cy="44895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`rand() % (to - from + 1) + from`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 used to generate a random number within an inclusive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`1` to `10`, the formula becomes: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`rand() % 10 + 1`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should normally be called once at the beginning of the program, not every time `RandomNumber()`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can be reused with other ranges,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`RandomNumber(5, 20)` → generates a number from `5` to `20`.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70318" name="object 3"/>
          <p:cNvSpPr txBox="1"/>
          <p:nvPr/>
        </p:nvSpPr>
        <p:spPr bwMode="auto">
          <a:xfrm>
            <a:off x="380997" y="888075"/>
            <a:ext cx="12364276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generates pseudo-random numbers, not true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`rand()`, `srand()`, and `time()` but does not explicitly include `&lt;cstdlib&gt;` and `&lt;ctime&gt;`. Some compilers may still compile it because of indirect includes, but the correct practice is to include the required headers.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three generated numbers can be the same because there is no check to prevent duplicates.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304528" name="object 3"/>
          <p:cNvSpPr txBox="1"/>
          <p:nvPr/>
        </p:nvSpPr>
        <p:spPr bwMode="auto">
          <a:xfrm>
            <a:off x="380997" y="888075"/>
            <a:ext cx="12369321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`rand()` → generates the next pseudo-random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`srand()` → sets the starting seed for the random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`time(NULL)` → provides the current time, commonly used as a changing seed.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`RandomNumber(1, 10)` → generates a number from `1` to `10`.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449264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`rand()` generates a pseudo-random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`srand()` initializes the random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`time(NULL)` provides a changing seed.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`rand() % (to - from + 1) + from` generates a number between `from` and `to`.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`RandomNumber(1, 10)` generates numbers from `1` to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prints three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numbers can be repeated.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1389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309</cp:revision>
  <dcterms:created xsi:type="dcterms:W3CDTF">2025-12-09T17:44:59Z</dcterms:created>
  <dcterms:modified xsi:type="dcterms:W3CDTF">2026-09-20T19:44:32Z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