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7181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89081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310469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374274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469046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853703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3357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130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54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054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588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9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470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1736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56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369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50642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10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348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368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44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010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637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029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045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0409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615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767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0707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594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32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2761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1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255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0200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2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234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641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02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6500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902535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33568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116194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85233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88108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502781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12971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66740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70435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17629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5601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139755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6886392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2675851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572239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241813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72303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1143675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220787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406368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978373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140697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49223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34987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39164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839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14166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667037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864825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42271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25246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4738419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00963734" name="object 30"/>
          <p:cNvSpPr txBox="1"/>
          <p:nvPr/>
        </p:nvSpPr>
        <p:spPr bwMode="auto">
          <a:xfrm>
            <a:off x="0" y="1143000"/>
            <a:ext cx="12922990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Perfect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From 1 To 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282319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1915813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2010445" name="object 30"/>
          <p:cNvSpPr txBox="1"/>
          <p:nvPr/>
        </p:nvSpPr>
        <p:spPr bwMode="auto">
          <a:xfrm>
            <a:off x="106425" y="3084210"/>
            <a:ext cx="1350559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Perfect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From 1 To 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318018" name="object 3"/>
          <p:cNvSpPr txBox="1"/>
          <p:nvPr/>
        </p:nvSpPr>
        <p:spPr bwMode="auto">
          <a:xfrm>
            <a:off x="380997" y="888075"/>
            <a:ext cx="1236643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Perfect Number is a positive number that is equal to the sum of all its proper divisors, excluding the number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number N and prints all Perfect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46456" name="object 3"/>
          <p:cNvSpPr txBox="1"/>
          <p:nvPr/>
        </p:nvSpPr>
        <p:spPr bwMode="auto">
          <a:xfrm>
            <a:off x="380997" y="888075"/>
            <a:ext cx="12381194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positive number from the user using a `do-while`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`CheckPerfect()` checks whether a number is Perfect by calculating the sum of its proper divisors.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`for` loop inside `CheckPerfect()` checks all numbers from `1` to `Numb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`Numb % i == 0`, then `i` is a divisor and is added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 == Sum` returns `true` when the number is Perfect.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loops through every number from `1`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number is passed to `CheckPerfect()`.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result is `true`, the number is printed.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906079" name="object 3"/>
          <p:cNvSpPr txBox="1"/>
          <p:nvPr/>
        </p:nvSpPr>
        <p:spPr bwMode="auto">
          <a:xfrm>
            <a:off x="380997" y="888075"/>
            <a:ext cx="12384073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a loop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each number using `CheckPerfect()`.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Find all proper divisors of the current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Calculate their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Compare the sum with the current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number if it is Perfect.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166691" name="object 3"/>
          <p:cNvSpPr txBox="1"/>
          <p:nvPr/>
        </p:nvSpPr>
        <p:spPr bwMode="auto">
          <a:xfrm>
            <a:off x="380997" y="888075"/>
            <a:ext cx="12371481" cy="57141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`500`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every number from `1` to `500`.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Perfect Numbers found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`6`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`28`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`496`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`6`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`28`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`496`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819523" name="object 3"/>
          <p:cNvSpPr txBox="1"/>
          <p:nvPr/>
        </p:nvSpPr>
        <p:spPr bwMode="auto">
          <a:xfrm>
            <a:off x="380997" y="888075"/>
            <a:ext cx="1236176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the same `CheckPerfect()` function from the previous lesson.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difference is that instead of checking only one number, `PrintResult()` checks every number from `1` to 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803484" name="object 3"/>
          <p:cNvSpPr txBox="1"/>
          <p:nvPr/>
        </p:nvSpPr>
        <p:spPr bwMode="auto">
          <a:xfrm>
            <a:off x="380997" y="888075"/>
            <a:ext cx="12363917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every number from `1` to `N`, and for each number it checks all smaller numbers as possible divisors.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means there are nested loops, so the program can become slow for very large values of 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116176" name="object 3"/>
          <p:cNvSpPr txBox="1"/>
          <p:nvPr/>
        </p:nvSpPr>
        <p:spPr bwMode="auto">
          <a:xfrm>
            <a:off x="380997" y="888075"/>
            <a:ext cx="12368961" cy="3783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Previous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one specific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`28 → Perfect`.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This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all numbers from `1`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`500 → 6, 28, 496`.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848843" name="object 3"/>
          <p:cNvSpPr txBox="1"/>
          <p:nvPr/>
        </p:nvSpPr>
        <p:spPr bwMode="auto">
          <a:xfrm>
            <a:off x="380997" y="888075"/>
            <a:ext cx="12382994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positive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number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`CheckPerfect()` to test each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Add all proper divisors of each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 the number when the divisor sum equals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`N = 500`, the Perfect Numbers are `6`, `28`, and `496`.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60001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294</cp:revision>
  <dcterms:created xsi:type="dcterms:W3CDTF">2025-12-09T17:44:59Z</dcterms:created>
  <dcterms:modified xsi:type="dcterms:W3CDTF">2026-09-17T10:51:46Z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