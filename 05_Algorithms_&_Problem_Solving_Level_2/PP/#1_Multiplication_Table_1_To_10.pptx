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7116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9880765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722669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0461413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3195499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070392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7440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73739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7973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053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1981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9353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90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59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3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4553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244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504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30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3797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188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338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06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551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3031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116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9736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7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4870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538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30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2756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8562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784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1330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233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911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23327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803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58691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767198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52345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49856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29119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75556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25898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92151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40758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547757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113734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1120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246028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0645898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0798795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34684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2088020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6778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890648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684271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1459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967106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9513493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30975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605096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31120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9115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590599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393289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9157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2747038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4568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9622155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54993646" name="object 30"/>
          <p:cNvSpPr txBox="1"/>
          <p:nvPr/>
        </p:nvSpPr>
        <p:spPr bwMode="auto">
          <a:xfrm>
            <a:off x="0" y="1143000"/>
            <a:ext cx="12910033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Multiplication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Table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10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61642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2928777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93243027" name="object 30"/>
          <p:cNvSpPr txBox="1"/>
          <p:nvPr/>
        </p:nvSpPr>
        <p:spPr bwMode="auto">
          <a:xfrm>
            <a:off x="106425" y="3084210"/>
            <a:ext cx="13493359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Multiplication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Table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10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563437" name="object 3"/>
          <p:cNvSpPr txBox="1"/>
          <p:nvPr/>
        </p:nvSpPr>
        <p:spPr bwMode="auto">
          <a:xfrm>
            <a:off x="380997" y="888075"/>
            <a:ext cx="1236643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prints a multiplication table containing the numbers from 1 to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nested `for` loops to generate the rows and columns of the table.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cell is calculated by multiplying the current row number by the current column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482215" name="object 3"/>
          <p:cNvSpPr txBox="1"/>
          <p:nvPr/>
        </p:nvSpPr>
        <p:spPr bwMode="auto">
          <a:xfrm>
            <a:off x="380997" y="888075"/>
            <a:ext cx="12381194" cy="5591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`PrintMultiplicationTableHeader()` prints the title and the numbers from 1 to 10 at the top of the table.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first `for` loop prints the column numbers: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 2 3 ... 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`PrintMultiplicationTable()` prints the complete table.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outer `for` loop controls the rows: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`i = 1` to `10`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`for` loop controls the columns: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`j = 1` to `10`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`i * j` calculates the value for each cell.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`\t` is used to create horizontal spacing between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`|` character separates the row number from the multiplication results.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87331" name="object 3"/>
          <p:cNvSpPr txBox="1"/>
          <p:nvPr/>
        </p:nvSpPr>
        <p:spPr bwMode="auto">
          <a:xfrm>
            <a:off x="380997" y="888075"/>
            <a:ext cx="12384073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Print the table title.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Print the column numbers from 1 to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Start the outer loop for the 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the current row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Start the inner loop for the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Calculate `i * j`.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multiplication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Repeat until all 10 columns are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Move to the next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Repeat until all 10 rows are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719738" name="object 3"/>
          <p:cNvSpPr txBox="1"/>
          <p:nvPr/>
        </p:nvSpPr>
        <p:spPr bwMode="auto">
          <a:xfrm>
            <a:off x="380997" y="888075"/>
            <a:ext cx="12371481" cy="7893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row `3`, the inner loop calculates: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 × 1 =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 × 2 =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 × 3 =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 × 10 =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program produces a table similar to: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	2	3	4	5	6	7	8	9	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----------------------------------------------------------------------------------------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 |	1	2	3	4	5	6	7	8	9	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  |	2	4	6	8	10	12	14	16	18	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  |	3	6	9	12	15	18	21	24	27	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 |	10	20	30	40	50	60	70	80	90	100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2511" name="object 3"/>
          <p:cNvSpPr txBox="1"/>
          <p:nvPr/>
        </p:nvSpPr>
        <p:spPr bwMode="auto">
          <a:xfrm>
            <a:off x="380997" y="888075"/>
            <a:ext cx="1236176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uses nested loops because there are two dimensions: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outer loop controls the 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inner loop controls the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 * j` produces the multiplication result at the intersection of a row and a column.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664802" name="object 3"/>
          <p:cNvSpPr txBox="1"/>
          <p:nvPr/>
        </p:nvSpPr>
        <p:spPr bwMode="auto">
          <a:xfrm>
            <a:off x="380997" y="888075"/>
            <a:ext cx="12363917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is specifically designed for a table from 1 to 10. To generate a different range, the loop limits would need to be changed.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689882" name="object 3"/>
          <p:cNvSpPr txBox="1"/>
          <p:nvPr/>
        </p:nvSpPr>
        <p:spPr bwMode="auto">
          <a:xfrm>
            <a:off x="380997" y="888075"/>
            <a:ext cx="123689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Outer `for`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Controls the current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Runs from 1 to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Determines the first number in each multiplication.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Inner `for`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Controls the current column.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Runs from 1 to 10 for every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Determines the second number in each multiplication.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533963" name="object 3"/>
          <p:cNvSpPr txBox="1"/>
          <p:nvPr/>
        </p:nvSpPr>
        <p:spPr bwMode="auto">
          <a:xfrm>
            <a:off x="380997" y="888075"/>
            <a:ext cx="12383354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Nested `for` loops can be used to create a two-dimensional table.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outer loop controls the 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inner loop controls the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 * j` calculates each multiplication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same nested-loop pattern can be used for many grid and table problems.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97987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291</cp:revision>
  <dcterms:created xsi:type="dcterms:W3CDTF">2025-12-09T17:44:59Z</dcterms:created>
  <dcterms:modified xsi:type="dcterms:W3CDTF">2026-09-17T10:34:49Z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