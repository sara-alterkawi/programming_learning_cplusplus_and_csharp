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99324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3836196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3970480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6737590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4551368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859113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757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3289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8626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94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31223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1829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8161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7273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549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64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164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355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6077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256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515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1161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39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0230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0267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12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5655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40336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388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8440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876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43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577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4386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6956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8873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0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753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34448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10055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52910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330441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408633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35383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972965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173270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566196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302583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0471829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1277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532313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4813548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4497359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773321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0157404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072740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8583506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514063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745621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125544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551713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09209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474827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5080221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4668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416794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598350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748117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5445213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63183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1255866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26406972" name="object 30"/>
          <p:cNvSpPr txBox="1"/>
          <p:nvPr/>
        </p:nvSpPr>
        <p:spPr bwMode="auto">
          <a:xfrm>
            <a:off x="0" y="1143000"/>
            <a:ext cx="13065876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Copy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Distinct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New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7653340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2881884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92260084" name="object 30"/>
          <p:cNvSpPr txBox="1"/>
          <p:nvPr/>
        </p:nvSpPr>
        <p:spPr bwMode="auto">
          <a:xfrm flipH="0" flipV="0">
            <a:off x="106425" y="3084209"/>
            <a:ext cx="1323319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Copy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Distinct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New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9548" name="object 3"/>
          <p:cNvSpPr txBox="1"/>
          <p:nvPr/>
        </p:nvSpPr>
        <p:spPr bwMode="auto">
          <a:xfrm>
            <a:off x="380997" y="888075"/>
            <a:ext cx="1236679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numbers that contain repeated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checks each number to see whether it already exists in the second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Only distinct numbers are supposed to be copied to the second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`IsNumberInArray()` is used to check whether a number already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`AddElementToArray()` adds a new number to the second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786969" name="object 3"/>
          <p:cNvSpPr txBox="1"/>
          <p:nvPr/>
        </p:nvSpPr>
        <p:spPr bwMode="auto">
          <a:xfrm>
            <a:off x="380997" y="888075"/>
            <a:ext cx="12381553" cy="52260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`FillArray()` creates the following array: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10 10 10 50 50 70 70 70 70 90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`CopyDistinctNumbers()` loops through every element in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each number, it checks whether that number already exists in `arr2`: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(!IsNumberInArray(arr2, arr1Length, arr1[i]))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`!` means "not".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if the number is not already in `arr2`, it is added: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AddElementToArray(arr1[i], arr2, arr2Length);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the first `10` is not in `arr2`, so it is added.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next `10` should already be found in `arr2`, so it should not be added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same process is repeated for `50`, `70`, and `90`.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5846" name="object 3"/>
          <p:cNvSpPr txBox="1"/>
          <p:nvPr/>
        </p:nvSpPr>
        <p:spPr bwMode="auto">
          <a:xfrm>
            <a:off x="380997" y="888075"/>
            <a:ext cx="12384432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Fill `arr1` with the predefined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`arr2Length`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Loop through every element of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whether the current number already exists in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If it does not exist, add it using `AddElementToArray()`.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Increase `arr2Length`.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Continue until all elements of `arr1` have been 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distinct numbers stored in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685955" name="object 3"/>
          <p:cNvSpPr txBox="1"/>
          <p:nvPr/>
        </p:nvSpPr>
        <p:spPr bwMode="auto">
          <a:xfrm>
            <a:off x="380997" y="888075"/>
            <a:ext cx="12371840" cy="889102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1`: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10 10 10 50 50 70 70 70 70 90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process should be: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→ not found → add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→ already exists → skip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→ already exists → skip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50 → not found → add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50 → already exists → skip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70 → not found → add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70 → already exists → skip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70 → already exists → skip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70 → already exists → skip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90 → not found → add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the distinct values should be: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10 50 70 90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intended result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1 Elements: 10 10 10 50 50 70 70 70 70 90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2 Distinct numbers: 10 50 70 90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742174" name="object 3"/>
          <p:cNvSpPr txBox="1"/>
          <p:nvPr/>
        </p:nvSpPr>
        <p:spPr bwMode="auto">
          <a:xfrm>
            <a:off x="380997" y="888075"/>
            <a:ext cx="12362121" cy="3740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`FindNumberPositionInArray()` searches for a number and returns its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`IsNumberInArray()` converts that result into `true` or `false`: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return FindNumberPositionInArray(arr, arrLength, number) != -1;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`CopyDistinctNumbers()` uses `!IsNumberInArray()` because we only want numbers that are not already present.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`AddElementToArray()` stores the new distinct number and updates `arr2Length`.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important concept here is filtering duplicate values while building a new array.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817210" name="object 3"/>
          <p:cNvSpPr txBox="1"/>
          <p:nvPr/>
        </p:nvSpPr>
        <p:spPr bwMode="auto">
          <a:xfrm>
            <a:off x="380997" y="888075"/>
            <a:ext cx="12364276" cy="63157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 are two important bugs in the current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First, this line: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(!IsNumberInArray(arr2, arr1Length, arr1[i]))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should use `arr2Length`, not `arr1Length`: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(!IsNumberInArray(arr2, arr2Length, arr1[i]))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`arr2` does not contain `arr1Length` elements. It only contains the elements that have already been copied.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Second, `main()` prints `arr1` instead of `arr2`: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PrintArray(arr1, arr2Length);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should be: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PrintArray(arr2, arr2Length);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Also, the comment says "distinct numbers" but the example output `10 10 10 50` is incorrect. True distinct values are `10 50 70 90`.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sizes are `10`, so this particular program is designed around 10 elements.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38472" name="object 3"/>
          <p:cNvSpPr txBox="1"/>
          <p:nvPr/>
        </p:nvSpPr>
        <p:spPr bwMode="auto">
          <a:xfrm>
            <a:off x="380997" y="888075"/>
            <a:ext cx="12369321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`arr1`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the original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contain duplicate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`10 10 10 50 50 70 70 70 70 90`.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`arr2`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only distinct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Should not contain duplicates.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`10 50 70 90`.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Its length is stored in `arr2Length`.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863408" name="object 3"/>
          <p:cNvSpPr txBox="1"/>
          <p:nvPr/>
        </p:nvSpPr>
        <p:spPr bwMode="auto">
          <a:xfrm>
            <a:off x="380997" y="888075"/>
            <a:ext cx="1238335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Start with an array containing duplicate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 each number against the elements already stored in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`IsNumberInArray()` to detect duplicates.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Add the number only when it does not already exist.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`arr2Length` when searching inside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Print `arr2`, not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correct distinct result is `10 50 70 90`.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42163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328</cp:revision>
  <dcterms:created xsi:type="dcterms:W3CDTF">2025-12-09T17:44:59Z</dcterms:created>
  <dcterms:modified xsi:type="dcterms:W3CDTF">2026-09-24T09:15:21Z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