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327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79787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71562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511610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299807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356605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79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413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124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332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367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45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067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1620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812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42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3361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9661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184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603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326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598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3668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4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625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0888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448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219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683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7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396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013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66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622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044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81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238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4576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1362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59620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452976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28387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5854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92173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8168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269053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30146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995863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04404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243685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3013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894793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317135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1708325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998709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023462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960073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9208299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66949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557898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999775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952571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93420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647200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139337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4777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98574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560164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914124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060501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39102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056861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42320700" name="object 30"/>
          <p:cNvSpPr txBox="1"/>
          <p:nvPr/>
        </p:nvSpPr>
        <p:spPr bwMode="auto">
          <a:xfrm>
            <a:off x="0" y="1143000"/>
            <a:ext cx="1291651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874085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2093190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13698910" name="object 30"/>
          <p:cNvSpPr txBox="1"/>
          <p:nvPr/>
        </p:nvSpPr>
        <p:spPr bwMode="auto">
          <a:xfrm>
            <a:off x="106425" y="3084210"/>
            <a:ext cx="1349911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568924" name="object 3"/>
          <p:cNvSpPr txBox="1"/>
          <p:nvPr/>
        </p:nvSpPr>
        <p:spPr bwMode="auto">
          <a:xfrm>
            <a:off x="380997" y="888075"/>
            <a:ext cx="1236643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prime number is a number greater than 1 that can only be divided exactly by 1 and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positive number N and prints all prime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461246" name="object 3"/>
          <p:cNvSpPr txBox="1"/>
          <p:nvPr/>
        </p:nvSpPr>
        <p:spPr bwMode="auto">
          <a:xfrm>
            <a:off x="380997" y="888075"/>
            <a:ext cx="12381194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positive number from the user using a `do-while`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`CheckPrime(int numb)` checks whether a number is prime or not.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less than 2, it is `NotPrime`.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`for` loop checks possible divisors starting from 2 up to `numb / 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`%` operator checks whether the number is divisible by another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`numb % i == 0`, the number has another divisor, so it is `NotPrime`.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no divisor is found, the function returns `Prime`.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`PrintPrimeFrom1ToN()` loops from 1 to N and calls `CheckPrime()` for every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numbers whose result is `Prime` are printed.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058556" name="object 3"/>
          <p:cNvSpPr txBox="1"/>
          <p:nvPr/>
        </p:nvSpPr>
        <p:spPr bwMode="auto">
          <a:xfrm>
            <a:off x="380997" y="888075"/>
            <a:ext cx="12384073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a loop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each number using `CheckPrime()`.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the result is `Prime`, print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Continue until reaching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956146" name="object 3"/>
          <p:cNvSpPr txBox="1"/>
          <p:nvPr/>
        </p:nvSpPr>
        <p:spPr bwMode="auto">
          <a:xfrm>
            <a:off x="380997" y="888075"/>
            <a:ext cx="12371481" cy="8883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 → NotPrime`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 → 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`3 → 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 → NotPrime`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`5 → 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`6 → NotPrime`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`7 → 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`8 → NotPrime`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`9 → NotPrime`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`10 → NotPrime`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Prime numbers From 1 to 10 are 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175736" name="object 3"/>
          <p:cNvSpPr txBox="1"/>
          <p:nvPr/>
        </p:nvSpPr>
        <p:spPr bwMode="auto">
          <a:xfrm>
            <a:off x="380997" y="888075"/>
            <a:ext cx="1236176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`1` is not a prime number because a prime number must be greater than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 `enPrimeOrNot` makes the result more descriptive than returning a simple `true` or `false`.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165081" name="object 3"/>
          <p:cNvSpPr txBox="1"/>
          <p:nvPr/>
        </p:nvSpPr>
        <p:spPr bwMode="auto">
          <a:xfrm>
            <a:off x="380997" y="888075"/>
            <a:ext cx="12363917" cy="2986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comment in the original code says the output for `10` includes `1`, but that is incorrect. The actual program correctly excludes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`CheckPrime()` checks divisors only up to `numb / 2`. This works correctly, although checking up to the square root of the number would be more efficient for larger numbers.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847992" name="object 3"/>
          <p:cNvSpPr txBox="1"/>
          <p:nvPr/>
        </p:nvSpPr>
        <p:spPr bwMode="auto">
          <a:xfrm>
            <a:off x="380997" y="888075"/>
            <a:ext cx="123689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Greater than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Divisible only by 1 and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`2, 3, 5, 7`.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Less than 2,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another divisor besides 1 and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`1, 4, 6, 8, 9, 10`.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109662" name="object 3"/>
          <p:cNvSpPr txBox="1"/>
          <p:nvPr/>
        </p:nvSpPr>
        <p:spPr bwMode="auto">
          <a:xfrm>
            <a:off x="380997" y="888075"/>
            <a:ext cx="12382994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positive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number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`%` to test divisibility.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Numbers with no divisor other than 1 and themselves are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`1` is not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enum `Prime / NotPrime` describes the checking result clearly.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83333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292</cp:revision>
  <dcterms:created xsi:type="dcterms:W3CDTF">2025-12-09T17:44:59Z</dcterms:created>
  <dcterms:modified xsi:type="dcterms:W3CDTF">2026-09-17T10:41:43Z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