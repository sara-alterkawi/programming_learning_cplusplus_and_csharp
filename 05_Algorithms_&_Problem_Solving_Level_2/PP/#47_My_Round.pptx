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2398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01388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01273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10993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71170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50135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08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180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85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175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1936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129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4430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2644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322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643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178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1953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976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660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599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586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3199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164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387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227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038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799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5911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6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3269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1857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582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08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294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740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316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433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584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650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845100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275813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20702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90929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61837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216450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0548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02932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20482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75150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9955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31562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15269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7855052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990294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454719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292504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6266864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20841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73397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956721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36638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51692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07548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66559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7976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38211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281319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38186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79059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8972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1715966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74148477" name="object 30"/>
          <p:cNvSpPr txBox="1"/>
          <p:nvPr/>
        </p:nvSpPr>
        <p:spPr bwMode="auto">
          <a:xfrm>
            <a:off x="0" y="1143000"/>
            <a:ext cx="13089990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Round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3743496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6237045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51828500" name="object 30"/>
          <p:cNvSpPr txBox="1"/>
          <p:nvPr/>
        </p:nvSpPr>
        <p:spPr bwMode="auto">
          <a:xfrm flipH="0" flipV="0">
            <a:off x="106425" y="3084203"/>
            <a:ext cx="1325766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Round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258105" name="object 3"/>
          <p:cNvSpPr txBox="1"/>
          <p:nvPr/>
        </p:nvSpPr>
        <p:spPr bwMode="auto">
          <a:xfrm>
            <a:off x="380997" y="888075"/>
            <a:ext cx="12367152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rounded value of a decimal number without using the built-in `round()`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custom function `MyRound()` separates the integer part from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fractional part is `0.5` or greater in absolute value, the integer part is adjusted toward the nearest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compares the custom result with C++'s built-in `round()`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920675" name="object 3"/>
          <p:cNvSpPr txBox="1"/>
          <p:nvPr/>
        </p:nvSpPr>
        <p:spPr bwMode="auto">
          <a:xfrm>
            <a:off x="380997" y="888075"/>
            <a:ext cx="12381912" cy="67040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floating-point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`GetFractionPart()` gets the fractional part by subtracting the integer part from the original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33.54323 - 33 = 0.54323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`MyRound()` first stores the integer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integerPart = 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`integerPart` is an `int`, the decimal part is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gets the fractional part using `GetFractionPart()`.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(abs(FractionPart) &gt;= 0.5)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checks whether the fractional part is at least `0.5` in absolute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positive numbers, the integer part is increased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negative numbers, the integer part is decreased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fractional part is less than `0.5`, the integer part is returned unchanged.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189377" name="object 3"/>
          <p:cNvSpPr txBox="1"/>
          <p:nvPr/>
        </p:nvSpPr>
        <p:spPr bwMode="auto">
          <a:xfrm>
            <a:off x="380997" y="888075"/>
            <a:ext cx="1238479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decimal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integer part of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absolute fractional part is `&gt;= 0.5`.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the number is positive, increase the integer part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the number is negative, decrease the integer part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the fractional part is less than `0.5`, return the integer part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result from `MyRound()`.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Compare it with C++'s built-in `round()`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793016" name="object 3"/>
          <p:cNvSpPr txBox="1"/>
          <p:nvPr/>
        </p:nvSpPr>
        <p:spPr bwMode="auto">
          <a:xfrm>
            <a:off x="380997" y="888075"/>
            <a:ext cx="12372199" cy="6833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Fractional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33.54323 - 33 = 0.54323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0.54323 &gt;= 0.5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is positive, so the integer part is increased: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 + 1 = 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rounded result is `34`.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round Result: 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C++ round Result: 34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36905" name="object 3"/>
          <p:cNvSpPr txBox="1"/>
          <p:nvPr/>
        </p:nvSpPr>
        <p:spPr bwMode="auto">
          <a:xfrm>
            <a:off x="380997" y="888075"/>
            <a:ext cx="12362481" cy="55692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GetFractionPart(float number)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number - int(number);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positive numbers such as `33.54323`, this gives approximately `0.54323`.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negative numbers such as `-33.54323`, the integer part is `-33`, so the fractional part becomes approximately `-0.54323`.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`abs(FractionPart)` allows the program to check the size of the fractional part regardless of its 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`abs()` for the fractional part, but it does not use the built-in `round()`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814282" name="object 3"/>
          <p:cNvSpPr txBox="1"/>
          <p:nvPr/>
        </p:nvSpPr>
        <p:spPr bwMode="auto">
          <a:xfrm>
            <a:off x="380997" y="888075"/>
            <a:ext cx="12364635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`float` has limited precision, so calculations involving decimal values may have small precision differences.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`GetFractionPart()` truncates toward zero because `int(number)` removes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assumes normal floating-point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`corecrt_math_defines.h` is not needed for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is needed because the code uses `abs()` and `round()` for comparison.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400256" name="object 3"/>
          <p:cNvSpPr txBox="1"/>
          <p:nvPr/>
        </p:nvSpPr>
        <p:spPr bwMode="auto">
          <a:xfrm>
            <a:off x="380997" y="888075"/>
            <a:ext cx="1236968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`MyRound()`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User-defined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the built-in `round()`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Separates the integer and fractional parts.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Adjusts the integer part based on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`round()`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C++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rounds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in this program only to compare the result with `MyRound()`.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75682" name="object 3"/>
          <p:cNvSpPr txBox="1"/>
          <p:nvPr/>
        </p:nvSpPr>
        <p:spPr bwMode="auto">
          <a:xfrm>
            <a:off x="380997" y="888075"/>
            <a:ext cx="1238371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decimal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 the integer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whether the fractional part is at least `0.5` in absolute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Increase or decrease the integer part accordingly.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the rounded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custom result with C++'s `round()`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45517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334</cp:revision>
  <dcterms:created xsi:type="dcterms:W3CDTF">2025-12-09T17:44:59Z</dcterms:created>
  <dcterms:modified xsi:type="dcterms:W3CDTF">2026-09-24T11:00:23Z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