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7387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939629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452918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036698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007760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333894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298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7166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274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135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161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264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1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8425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171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347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7876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602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795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4422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364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352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296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289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1685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5719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18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522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933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6709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95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7927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694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773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2069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518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386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907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33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43132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957934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695669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08651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19929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84334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331171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61652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257136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1761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25938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1416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333610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2381380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0019542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8612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8514413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388938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572717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166262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969529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443799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439835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7405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235418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741330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5526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84550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442579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61127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133428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65797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5402504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80503292" name="object 30"/>
          <p:cNvSpPr txBox="1"/>
          <p:nvPr/>
        </p:nvSpPr>
        <p:spPr bwMode="auto">
          <a:xfrm>
            <a:off x="0" y="1143000"/>
            <a:ext cx="12934506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Frequency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66142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8198834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60992937" name="object 30"/>
          <p:cNvSpPr txBox="1"/>
          <p:nvPr/>
        </p:nvSpPr>
        <p:spPr bwMode="auto">
          <a:xfrm>
            <a:off x="106425" y="3084210"/>
            <a:ext cx="1351711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Frequency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32888" name="object 3"/>
          <p:cNvSpPr txBox="1"/>
          <p:nvPr/>
        </p:nvSpPr>
        <p:spPr bwMode="auto">
          <a:xfrm>
            <a:off x="380997" y="888075"/>
            <a:ext cx="1236643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Digit frequency means counting how many times a specific digit appears inside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in `122342`, the digit `2` appears `3`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215903" name="object 3"/>
          <p:cNvSpPr txBox="1"/>
          <p:nvPr/>
        </p:nvSpPr>
        <p:spPr bwMode="auto">
          <a:xfrm>
            <a:off x="380997" y="888075"/>
            <a:ext cx="12381194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`ReadNumber(string message)` reads a number from the user and displays the message passed to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uses a `do-while` loop to make sure the entered number is not 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`CountFrequency()` checks the digits of the number one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% 10` extracts the last digit of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N / 10` removes the last digit from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`Digit == Remainder`, the frequency counter `freq` is increased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continues until all digits have been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`CountFrequency()` returns the total number of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displays the digit, its frequency, and the original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742441" name="object 3"/>
          <p:cNvSpPr txBox="1"/>
          <p:nvPr/>
        </p:nvSpPr>
        <p:spPr bwMode="auto">
          <a:xfrm>
            <a:off x="380997" y="888075"/>
            <a:ext cx="12384073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main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digit that needs to be searched.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Extract the last digit using `%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Remove the last digit using `/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Compare the extracted digit with the target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`freq` when they are equal.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Repeat until all digits are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final frequency.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11573" name="object 3"/>
          <p:cNvSpPr txBox="1"/>
          <p:nvPr/>
        </p:nvSpPr>
        <p:spPr bwMode="auto">
          <a:xfrm>
            <a:off x="380997" y="888075"/>
            <a:ext cx="12372200" cy="548389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`Number = 122342`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`Digit = 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`122342 % 10 = 2` → Frequency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`12234 % 10 = 4` → Frequency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`1223 % 10 = 3` → Frequency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`122 % 10 = 2` → Frequency 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`12 % 10 = 2` → Frequency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`1 % 10 = 1` → Frequency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`The digit 2 appeared 3 times in 122342.`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715769" name="object 3"/>
          <p:cNvSpPr txBox="1"/>
          <p:nvPr/>
        </p:nvSpPr>
        <p:spPr bwMode="auto">
          <a:xfrm>
            <a:off x="380997" y="888075"/>
            <a:ext cx="1236176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`% 10` and `/ 10` technique from the previous lessons is used to process every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`freq` starts at `0` because no occurrences have been found yet.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uses `float Digit`, but a digit should normally be stored as `int` because digits are whole numbers from `0` to `9`.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571682" name="object 3"/>
          <p:cNvSpPr txBox="1"/>
          <p:nvPr/>
        </p:nvSpPr>
        <p:spPr bwMode="auto">
          <a:xfrm>
            <a:off x="380997" y="888075"/>
            <a:ext cx="12363917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that the second input is actually between `0` and `9`. The user could enter a number such as `25`.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`CountFrequency()` receives `Digit` as a `float`, the comparison still works for normal integer digit input, but `int` would be a more appropriate type.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312987" name="object 3"/>
          <p:cNvSpPr txBox="1"/>
          <p:nvPr/>
        </p:nvSpPr>
        <p:spPr bwMode="auto">
          <a:xfrm>
            <a:off x="380997" y="888075"/>
            <a:ext cx="1236896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Frequency Counter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from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Increases by `1` every time the target digit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`122342`, target `2` → `3`.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Digit Extraction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`% 10` gets one digit at a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`/ 10` removes that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`122342 → 2 → 4 → 3 → 2 → 2 → 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044090" name="object 3"/>
          <p:cNvSpPr txBox="1"/>
          <p:nvPr/>
        </p:nvSpPr>
        <p:spPr bwMode="auto">
          <a:xfrm>
            <a:off x="380997" y="888075"/>
            <a:ext cx="12382994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Digit frequency means counting how many times a digit appears.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 10` extracts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`/ 10` removes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`freq++` counts every matching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checks all digits until the number becomes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`122342` contains the digit `2` three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82892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298</cp:revision>
  <dcterms:created xsi:type="dcterms:W3CDTF">2025-12-09T17:44:59Z</dcterms:created>
  <dcterms:modified xsi:type="dcterms:W3CDTF">2026-09-17T11:33:46Z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