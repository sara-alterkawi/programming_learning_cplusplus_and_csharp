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9331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76558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23961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165299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690528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25772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669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523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3503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584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599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636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455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981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900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46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55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960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023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24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493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275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586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763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354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575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928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737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134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751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074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559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27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834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091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837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226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806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628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190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131606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77713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7782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40868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21785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064020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74052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8835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6993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68288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9393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043889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2691880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649721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67078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53933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889027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5849946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11267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11529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344619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032865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01827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920239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220556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1107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4462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259156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877722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943712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89507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1406650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62239883" name="object 30"/>
          <p:cNvSpPr txBox="1"/>
          <p:nvPr/>
        </p:nvSpPr>
        <p:spPr bwMode="auto">
          <a:xfrm>
            <a:off x="0" y="1143000"/>
            <a:ext cx="12930188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483703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7235671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3657798" name="object 30"/>
          <p:cNvSpPr txBox="1"/>
          <p:nvPr/>
        </p:nvSpPr>
        <p:spPr bwMode="auto">
          <a:xfrm>
            <a:off x="106425" y="3084210"/>
            <a:ext cx="1351279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711795" name="object 3"/>
          <p:cNvSpPr txBox="1"/>
          <p:nvPr/>
        </p:nvSpPr>
        <p:spPr bwMode="auto">
          <a:xfrm>
            <a:off x="380997" y="888075"/>
            <a:ext cx="1236643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sum of digits means adding all the digits of a number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`1234 = 1 + 2 + 3 + 4 =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342143" name="object 3"/>
          <p:cNvSpPr txBox="1"/>
          <p:nvPr/>
        </p:nvSpPr>
        <p:spPr bwMode="auto">
          <a:xfrm>
            <a:off x="380997" y="888075"/>
            <a:ext cx="12381194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from the user using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`SumOfDigits()` extracts each digit and adds it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% 10` gets the last digit of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N / 10` removes the last digit from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 = Sum + Remainder` adds the extracted digit to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continues until `N` becomes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`SumOfDigits()` returns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calls `SumOfDigits()` and prints the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15156" name="object 3"/>
          <p:cNvSpPr txBox="1"/>
          <p:nvPr/>
        </p:nvSpPr>
        <p:spPr bwMode="auto">
          <a:xfrm>
            <a:off x="380997" y="888075"/>
            <a:ext cx="12384073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Get the last digit using `N %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Remove the last digit using `N /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the extracted digit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Repeat until N becomes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and print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006513" name="object 3"/>
          <p:cNvSpPr txBox="1"/>
          <p:nvPr/>
        </p:nvSpPr>
        <p:spPr bwMode="auto">
          <a:xfrm>
            <a:off x="380997" y="888075"/>
            <a:ext cx="12372200" cy="50754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`1234 % 10 = 4` → Sum =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`123 / 10` after removing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`123 % 10 = 3` → Sum =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`12 % 10 = 2` → Sum =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`1 % 10 = 1` → Sum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`Sum Of Digits = 10`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090391" name="object 3"/>
          <p:cNvSpPr txBox="1"/>
          <p:nvPr/>
        </p:nvSpPr>
        <p:spPr bwMode="auto">
          <a:xfrm>
            <a:off x="380997" y="888075"/>
            <a:ext cx="123621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technique from the previous lesson is used here: `% 10` extracts the last digit and `/ 10` removes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difference is that instead of printing each digit, the program adds every digit to `Sum`.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13528" name="object 3"/>
          <p:cNvSpPr txBox="1"/>
          <p:nvPr/>
        </p:nvSpPr>
        <p:spPr bwMode="auto">
          <a:xfrm>
            <a:off x="380997" y="888075"/>
            <a:ext cx="12363917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`Sum` must be initialized to `0`; otherwise, it would contain an undefined value and the calculation would be incorrect.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only accepts positive numbers because of the validation in `ReadNumber()`.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053925" name="object 3"/>
          <p:cNvSpPr txBox="1"/>
          <p:nvPr/>
        </p:nvSpPr>
        <p:spPr bwMode="auto">
          <a:xfrm>
            <a:off x="380997" y="888075"/>
            <a:ext cx="12368961" cy="3783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Print Digits In Reversed Order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Extracts each digit and prints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`1234 → 4 3 2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Sum Of Digits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Extracts each digit and adds it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`1234 → 4 + 3 + 2 + 1 = 10`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983967" name="object 3"/>
          <p:cNvSpPr txBox="1"/>
          <p:nvPr/>
        </p:nvSpPr>
        <p:spPr bwMode="auto">
          <a:xfrm>
            <a:off x="380997" y="888075"/>
            <a:ext cx="12382994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digit is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loop continues until N becomes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`SumOfDigits()` returns the sum of all digits.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92561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296</cp:revision>
  <dcterms:created xsi:type="dcterms:W3CDTF">2025-12-09T17:44:59Z</dcterms:created>
  <dcterms:modified xsi:type="dcterms:W3CDTF">2026-09-17T11:24:39Z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