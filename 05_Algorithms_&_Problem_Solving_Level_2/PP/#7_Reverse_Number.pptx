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3963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416042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497009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412746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56363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081614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52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412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915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020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258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51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63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212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705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933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669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47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247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6959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96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970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852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0225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071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6829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112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743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56330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520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663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0132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823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657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1922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194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619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312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5426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68895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473429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62492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368551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721040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164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01575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569373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053069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44470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825720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176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135799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947642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7697862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04035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993309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539425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3987746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028001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999388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800329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63530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80526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772891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17535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862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890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1533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858230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824029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84182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7432044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72677810" name="object 30"/>
          <p:cNvSpPr txBox="1"/>
          <p:nvPr/>
        </p:nvSpPr>
        <p:spPr bwMode="auto">
          <a:xfrm>
            <a:off x="0" y="1143000"/>
            <a:ext cx="129323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Reverse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49520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6024158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61741304" name="object 30"/>
          <p:cNvSpPr txBox="1"/>
          <p:nvPr/>
        </p:nvSpPr>
        <p:spPr bwMode="auto">
          <a:xfrm>
            <a:off x="106425" y="3084210"/>
            <a:ext cx="1351495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Reverse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58261" name="object 3"/>
          <p:cNvSpPr txBox="1"/>
          <p:nvPr/>
        </p:nvSpPr>
        <p:spPr bwMode="auto">
          <a:xfrm>
            <a:off x="380997" y="888075"/>
            <a:ext cx="1236643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Reversing a number means changing the order of its digits from the last digit to the first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`1234` becomes `4321`.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712832" name="object 3"/>
          <p:cNvSpPr txBox="1"/>
          <p:nvPr/>
        </p:nvSpPr>
        <p:spPr bwMode="auto">
          <a:xfrm>
            <a:off x="380997" y="888075"/>
            <a:ext cx="12381194" cy="4486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positive number from the user using a `do-while`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uses a `while` loop to process the number digit by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% 10` extracts the last digit of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N / 10` removes the last digit from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`cout &lt;&lt; Remainder` prints the extracted digit without moving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the digits are extracted from right to left, they are printed in reversed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store the reversed number in another variable; it directly prints the digits in reverse order.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88605" name="object 3"/>
          <p:cNvSpPr txBox="1"/>
          <p:nvPr/>
        </p:nvSpPr>
        <p:spPr bwMode="auto">
          <a:xfrm>
            <a:off x="380997" y="888075"/>
            <a:ext cx="12384073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Extract the last digit using `N %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Remove the last digit using `N /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extracted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Repeat until N becomes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76299" name="object 3"/>
          <p:cNvSpPr txBox="1"/>
          <p:nvPr/>
        </p:nvSpPr>
        <p:spPr bwMode="auto">
          <a:xfrm>
            <a:off x="380997" y="888075"/>
            <a:ext cx="12371481" cy="50930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`1234 % 10 = 4` → Print `4`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`123 / 10` → `123`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`123 % 10 = 3` → Print `3`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`12 % 10 = 2` → Print `2`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`1 % 10 = 1` → Print `1`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`4321`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454742" name="object 3"/>
          <p:cNvSpPr txBox="1"/>
          <p:nvPr/>
        </p:nvSpPr>
        <p:spPr bwMode="auto">
          <a:xfrm>
            <a:off x="380997" y="888075"/>
            <a:ext cx="1236176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uses the same digit-extraction technique from the previous lessons.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important difference from `#5_Print_Digits_In_Reversed_Order` is that the digits are printed without `endl`, so they appear together as one reversed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572813" name="object 3"/>
          <p:cNvSpPr txBox="1"/>
          <p:nvPr/>
        </p:nvSpPr>
        <p:spPr bwMode="auto">
          <a:xfrm>
            <a:off x="380997" y="888075"/>
            <a:ext cx="12363917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`Sum` is declared but never used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prints the reversed digits, but it does not actually create a reversed integer value that could be used later in calculations.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006802" name="object 3"/>
          <p:cNvSpPr txBox="1"/>
          <p:nvPr/>
        </p:nvSpPr>
        <p:spPr bwMode="auto">
          <a:xfrm>
            <a:off x="380997" y="888075"/>
            <a:ext cx="12368961" cy="37831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Print Digits In Reversed Order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`1234 → 4 3 2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Digits are usually printed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Reverse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`1234 → 4321`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Digits are printed continuously to look like one reversed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494956" name="object 3"/>
          <p:cNvSpPr txBox="1"/>
          <p:nvPr/>
        </p:nvSpPr>
        <p:spPr bwMode="auto">
          <a:xfrm>
            <a:off x="380997" y="888075"/>
            <a:ext cx="12382994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 10` extracts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`/ 10` removes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Digits are processed from right to left.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`cout &lt;&lt; Remainder` prints the digits without spaces or new 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`1234` is displayed as `4321`.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82496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297</cp:revision>
  <dcterms:created xsi:type="dcterms:W3CDTF">2025-12-09T17:44:59Z</dcterms:created>
  <dcterms:modified xsi:type="dcterms:W3CDTF">2026-09-17T11:29:49Z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