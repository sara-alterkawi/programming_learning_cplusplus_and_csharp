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1539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61204571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992152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4801577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8608560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0047748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112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804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1775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596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5595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7695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040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23880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67192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07466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87588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09881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0907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55413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5850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24643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4081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44732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536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639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6114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014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52981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5954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5287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70969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1787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7629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49380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6841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8653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51125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9048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96122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615803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119741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0372430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5757149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6392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150388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3850812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267459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2027785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06677387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6395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9048102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26390801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55759961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3731333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275594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407518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68703988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0589564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8107747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436093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4068336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90344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5862570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41044358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196107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5167355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011453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7336016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9098767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222807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971776161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97672665" name="object 30"/>
          <p:cNvSpPr txBox="1"/>
          <p:nvPr/>
        </p:nvSpPr>
        <p:spPr bwMode="auto">
          <a:xfrm>
            <a:off x="0" y="1143000"/>
            <a:ext cx="12943143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Palindrome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31283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10442587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589313826" name="object 30"/>
          <p:cNvSpPr txBox="1"/>
          <p:nvPr/>
        </p:nvSpPr>
        <p:spPr bwMode="auto">
          <a:xfrm>
            <a:off x="106425" y="3084210"/>
            <a:ext cx="135235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Palindrome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3016023" name="object 3"/>
          <p:cNvSpPr txBox="1"/>
          <p:nvPr/>
        </p:nvSpPr>
        <p:spPr bwMode="auto">
          <a:xfrm>
            <a:off x="380997" y="888075"/>
            <a:ext cx="12366792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Palindrome Number is a number that reads the same from left to right and from right to left.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`12321` is a Palindrome because reversing it gives `12321`.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266782" name="object 3"/>
          <p:cNvSpPr txBox="1"/>
          <p:nvPr/>
        </p:nvSpPr>
        <p:spPr bwMode="auto">
          <a:xfrm>
            <a:off x="380997" y="888075"/>
            <a:ext cx="12381553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reads a non-negative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`ReverseNumber()` creates the reversed version of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`number % 10` extracts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`number = number / 10` removes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`numb = numb * 10 + remainder` builds the reversed number digit by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`ReverseNumber()` returns the reversed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`IsPalindrome()` compares the original number with its reversed version.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both numbers are equal, the number is a Palindrome.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prints the final result.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161149" name="object 3"/>
          <p:cNvSpPr txBox="1"/>
          <p:nvPr/>
        </p:nvSpPr>
        <p:spPr bwMode="auto">
          <a:xfrm>
            <a:off x="380997" y="888075"/>
            <a:ext cx="1238443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non-negative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Reverse the number using `ReverseNumber()`.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Compare the original number with the reversed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If they are equal, return `true`.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Otherwise, return `false`.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Print whether the number is Palindrome or not.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22248" name="object 3"/>
          <p:cNvSpPr txBox="1"/>
          <p:nvPr/>
        </p:nvSpPr>
        <p:spPr bwMode="auto">
          <a:xfrm>
            <a:off x="380997" y="888075"/>
            <a:ext cx="12371840" cy="575425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Input: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`12321`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Reverse the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`12321 → 1 → 12 → 123 → 1232 → 12321`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Original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`12321`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Reversed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`12321`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both numbers are equal, it is a Palindrome.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`12321 Yes it is a Palindrome number.`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65164" name="object 3"/>
          <p:cNvSpPr txBox="1"/>
          <p:nvPr/>
        </p:nvSpPr>
        <p:spPr bwMode="auto">
          <a:xfrm>
            <a:off x="380997" y="888075"/>
            <a:ext cx="12362121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`ReverseNumber()` is reused from the previous lessons.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`IsPalindrome()` makes the program easier to understand because it only focuses on the comparison.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expression `numb = numb * 10 + remainder` is what builds the reversed 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728006" name="object 3"/>
          <p:cNvSpPr txBox="1"/>
          <p:nvPr/>
        </p:nvSpPr>
        <p:spPr bwMode="auto">
          <a:xfrm>
            <a:off x="380997" y="888075"/>
            <a:ext cx="12364276" cy="2254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`ReadNumber()` allows `0` because it only checks `numb &lt; 0`. Zero is technically a Palindrome Number, so this is valid.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`int`, so very large numbers may exceed the range of the type.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308395" name="object 3"/>
          <p:cNvSpPr txBox="1"/>
          <p:nvPr/>
        </p:nvSpPr>
        <p:spPr bwMode="auto">
          <a:xfrm>
            <a:off x="380997" y="888075"/>
            <a:ext cx="12369321" cy="417397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Palindrome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Original number equals its reversed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`12321 → 12321`.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`1221 → 1221`.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Not Palindrome Number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Original number is different from its reversed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Example: `1234 → 4321`.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939053" name="object 3"/>
          <p:cNvSpPr txBox="1"/>
          <p:nvPr/>
        </p:nvSpPr>
        <p:spPr bwMode="auto">
          <a:xfrm>
            <a:off x="380997" y="888075"/>
            <a:ext cx="1238335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Palindrome Number reads the same in both directions.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`% 10` extracts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`/ 10` removes the last digit.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`numb * 10 + remainder` builds the reversed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 the original number with its reverse.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`12321` is a Palindrome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711869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301</cp:revision>
  <dcterms:created xsi:type="dcterms:W3CDTF">2025-12-09T17:44:59Z</dcterms:created>
  <dcterms:modified xsi:type="dcterms:W3CDTF">2026-09-20T18:52:22Z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