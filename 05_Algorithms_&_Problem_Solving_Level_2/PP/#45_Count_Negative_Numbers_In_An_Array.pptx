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5724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37714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025808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65066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970587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62623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3522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068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165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857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7051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705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367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03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715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65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820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511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803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4998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754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514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575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143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841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587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401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488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331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126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437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179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920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976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999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6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975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933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864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1277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678482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56011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36724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850211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38980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47485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66206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83018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43261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81743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337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68612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4608189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783499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5435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499822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963757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0559204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27386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61468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42271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22217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292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22115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054885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1105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54344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514909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72145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056451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98149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3910446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88902281" name="object 30"/>
          <p:cNvSpPr txBox="1"/>
          <p:nvPr/>
        </p:nvSpPr>
        <p:spPr bwMode="auto">
          <a:xfrm>
            <a:off x="0" y="1143000"/>
            <a:ext cx="1308567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Negative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667785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2760124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9867862" name="object 30"/>
          <p:cNvSpPr txBox="1"/>
          <p:nvPr/>
        </p:nvSpPr>
        <p:spPr bwMode="auto">
          <a:xfrm flipH="0" flipV="0">
            <a:off x="106425" y="3084205"/>
            <a:ext cx="1325227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Negative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489930" name="object 3"/>
          <p:cNvSpPr txBox="1"/>
          <p:nvPr/>
        </p:nvSpPr>
        <p:spPr bwMode="auto">
          <a:xfrm>
            <a:off x="380997" y="888075"/>
            <a:ext cx="12366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counts how many negative numbers exist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the array elements and the total count of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99589" name="object 3"/>
          <p:cNvSpPr txBox="1"/>
          <p:nvPr/>
        </p:nvSpPr>
        <p:spPr bwMode="auto">
          <a:xfrm>
            <a:off x="380997" y="888075"/>
            <a:ext cx="12381553" cy="6433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the array with random numbers between `-100`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`CountNegativeNumbers()` loops through the array and checks each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less than `0`, `count`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used in the code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&lt;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Positive numbers and `0` are not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-16 → Negative → count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-66 → Negative → count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77  → Positive → ignored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13  → Positive → ignored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-10 → Negative → count = 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390265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whether each number is less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`count` when the number is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total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number of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831001" name="object 3"/>
          <p:cNvSpPr txBox="1"/>
          <p:nvPr/>
        </p:nvSpPr>
        <p:spPr bwMode="auto">
          <a:xfrm>
            <a:off x="380997" y="888075"/>
            <a:ext cx="12371840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22 94 -16 -66 77 13 -10 -88 -89 -5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Negative numbers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-16 -66 -10 -88 -89 -5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are `6`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22 94 -16 -66 77 13 -10 -88 -89 -5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Negative Numbers count is : 6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6721" name="object 3"/>
          <p:cNvSpPr txBox="1"/>
          <p:nvPr/>
        </p:nvSpPr>
        <p:spPr bwMode="auto">
          <a:xfrm>
            <a:off x="380997" y="888075"/>
            <a:ext cx="12362121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statement: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&lt;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numbers smaller than `0` are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`0` is not negative, so it is ignored.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starts from `0` and increases for every 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and `AddElementToArray()` are defined but not used in this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487292" name="object 3"/>
          <p:cNvSpPr txBox="1"/>
          <p:nvPr/>
        </p:nvSpPr>
        <p:spPr bwMode="auto">
          <a:xfrm>
            <a:off x="380997" y="888075"/>
            <a:ext cx="12364276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`arr[100]` can store a maximum of `100` elements, so `arrLength` should not be greater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the entered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and `time()` should ideally have their required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generates pseudo-random numbers, not security-grade random numbers.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23368" name="object 3"/>
          <p:cNvSpPr txBox="1"/>
          <p:nvPr/>
        </p:nvSpPr>
        <p:spPr bwMode="auto">
          <a:xfrm>
            <a:off x="380997" y="888075"/>
            <a:ext cx="123693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`CountNegativeNumbers()`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numbers less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Ignores positive numbers and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total number of negative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`CountPositiveNumbers()`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numbers greater than `0` when using the correct positive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Ignores negative numbers and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total number of positive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615392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 numbers that are less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Ignore positive numbers and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the total number of negative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90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332</cp:revision>
  <dcterms:created xsi:type="dcterms:W3CDTF">2025-12-09T17:44:59Z</dcterms:created>
  <dcterms:modified xsi:type="dcterms:W3CDTF">2026-09-24T09:50:40Z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