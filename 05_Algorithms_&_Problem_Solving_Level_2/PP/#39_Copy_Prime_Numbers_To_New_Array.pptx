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1667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873277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05214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1465794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4839185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10191992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1554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93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630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07081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9694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7575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6058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6660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6497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309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70354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21173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7908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7313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93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6461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75845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850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26048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9086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538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501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29787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873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67954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727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05144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8152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1909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41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8360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0445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73787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04696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381105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569293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71487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0349614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285947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582959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36322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32154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43890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1368417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452276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2735865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4329226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4980358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416464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230255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691303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62824322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837535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0992139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5487184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99743432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31073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295516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0207539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3655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62596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313383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483048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8034379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22361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2186464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076189084" name="object 30"/>
          <p:cNvSpPr txBox="1"/>
          <p:nvPr/>
        </p:nvSpPr>
        <p:spPr bwMode="auto">
          <a:xfrm>
            <a:off x="0" y="1143000"/>
            <a:ext cx="13060477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2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New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7392624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326563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69384568" name="object 30"/>
          <p:cNvSpPr txBox="1"/>
          <p:nvPr/>
        </p:nvSpPr>
        <p:spPr bwMode="auto">
          <a:xfrm>
            <a:off x="106425" y="3084210"/>
            <a:ext cx="13643084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2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Copy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Prime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Numbers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To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New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Array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9403440" name="object 3"/>
          <p:cNvSpPr txBox="1"/>
          <p:nvPr/>
        </p:nvSpPr>
        <p:spPr bwMode="auto">
          <a:xfrm>
            <a:off x="380997" y="888075"/>
            <a:ext cx="1236679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fills an array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checks each number to determine whether it is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Only the prime numbers are copied into a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copying is done using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the original array and the array containing the prime numbers are printed.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0103903" name="object 3"/>
          <p:cNvSpPr txBox="1"/>
          <p:nvPr/>
        </p:nvSpPr>
        <p:spPr bwMode="auto">
          <a:xfrm>
            <a:off x="380997" y="888075"/>
            <a:ext cx="12381553" cy="63157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`CheckPrime()` checks whether a number is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starts checking possible divisors from `2` up to half of the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counter = 2; counter &lt;= M; counter++)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can be divided evenly by any of these values, it is not prime: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(Number % counter == 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enPrimeNotPrime::NotPrime;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no divisor is found, the function returns `Prime`.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`CopyPrimeNumbers()` loops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an element is prime, it is added to `arr2` using: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AddElementToArray(arr1[i], arr2, arr2Length);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increases `arr2Length` and stores the prime number at the next available position.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691341" name="object 3"/>
          <p:cNvSpPr txBox="1"/>
          <p:nvPr/>
        </p:nvSpPr>
        <p:spPr bwMode="auto">
          <a:xfrm>
            <a:off x="380997" y="888075"/>
            <a:ext cx="12384432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two arrays with a maximum size of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Set `arr1Length` and `arr2Length`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Fill `arr1` with random numbers from `1` to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Print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Loop through all elements of `arr1`.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each number using `CheckPrime()`.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the number is prime, call `AddElementToArray()`.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Add the prime number to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Increase `arr2Length`.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🔟 Print `arr2`.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8556931" name="object 3"/>
          <p:cNvSpPr txBox="1"/>
          <p:nvPr/>
        </p:nvSpPr>
        <p:spPr bwMode="auto">
          <a:xfrm>
            <a:off x="380997" y="888075"/>
            <a:ext cx="12371840" cy="8525261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`Array 1`: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each number: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42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68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35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70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25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79 →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59 →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63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65 → Not Prime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Therefore, the prime numbers are: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79 59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1 Elements: 42 68 35 1 70 25 79 59 63 65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2 Prime Numbers: 79 59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631869" name="object 3"/>
          <p:cNvSpPr txBox="1"/>
          <p:nvPr/>
        </p:nvSpPr>
        <p:spPr bwMode="auto">
          <a:xfrm>
            <a:off x="380997" y="888075"/>
            <a:ext cx="12362121" cy="52185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enum: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enum enPrimeNotPrime { Prime = 1, NotPrime = 2 };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makes the result of `CheckPrime()` easier to understand.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`CopyPrimeNumbers()` is responsible for filtering the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`AddElementToArray()` is responsible for adding the selected numbers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`arr2Length` starts at `0` and increases only when a prime number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currently uses: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M = round(Number / 2);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Since `Number` and `2` are integers, `Number / 2` is integer division before `round()` is applied. For this program, that still gives the needed half value.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302371" name="object 3"/>
          <p:cNvSpPr txBox="1"/>
          <p:nvPr/>
        </p:nvSpPr>
        <p:spPr bwMode="auto">
          <a:xfrm>
            <a:off x="380997" y="888075"/>
            <a:ext cx="12364276" cy="59575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There is an important bug in `CheckPrime()`: the number `1` is incorrectly considered prime because the loop does not run for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prime number must be greater than `1`.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should start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if (Number &lt;= 1)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return enPrimeNotPrime::NotPrime;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more efficient prime check can stop at `Number * Number &lt;= counter` instead of checking up to half the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should ensure that the entered array length does not exceed `100`.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`ReadArrayElements()` is not used.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`cmath` and `corecrt_math_defines.h` are unnecessary for the rest of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`srand()` and `time()` should ideally have their proper headers included explicitly.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4740852" name="object 3"/>
          <p:cNvSpPr txBox="1"/>
          <p:nvPr/>
        </p:nvSpPr>
        <p:spPr bwMode="auto">
          <a:xfrm>
            <a:off x="380997" y="888075"/>
            <a:ext cx="12369321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`CheckPrime()`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Determines whether one number is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`Prime` or `NotPrime`.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modify the arrays.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`CopyPrimeNumbers()`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Checks all elements in the first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`CheckPrime()` to identify prime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Copies only prime numbers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`AddElementToArray()` to add each prime number.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0205442" name="object 3"/>
          <p:cNvSpPr txBox="1"/>
          <p:nvPr/>
        </p:nvSpPr>
        <p:spPr bwMode="auto">
          <a:xfrm>
            <a:off x="380997" y="888075"/>
            <a:ext cx="12383352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Fill the first array with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Check every number to determine whether it is prime.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Select only prime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Use `AddElementToArray()` to add them to the second array.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`arr2Length` keeps track of the number of copied prime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Remember that `1` is not a prime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16191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327</cp:revision>
  <dcterms:created xsi:type="dcterms:W3CDTF">2025-12-09T17:44:59Z</dcterms:created>
  <dcterms:modified xsi:type="dcterms:W3CDTF">2026-09-24T09:09:05Z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