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0680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815300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567599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23044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685460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102442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936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696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8120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137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8304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29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47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2357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53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103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681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467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997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1326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990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267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871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308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416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294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466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6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855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103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623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8640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403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37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198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95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269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5023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0017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58858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120923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84431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637601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84882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8401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546380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8538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8572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10968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23602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9559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92738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1241236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639330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054934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857435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783040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6762326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4792138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557943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679780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795900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96868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616263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6796909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7615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471106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757469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76196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088504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8777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2270594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68204766" name="object 30"/>
          <p:cNvSpPr txBox="1"/>
          <p:nvPr/>
        </p:nvSpPr>
        <p:spPr bwMode="auto">
          <a:xfrm>
            <a:off x="0" y="1143000"/>
            <a:ext cx="1309898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SQRT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812997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4309287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15137902" name="object 30"/>
          <p:cNvSpPr txBox="1"/>
          <p:nvPr/>
        </p:nvSpPr>
        <p:spPr bwMode="auto">
          <a:xfrm flipH="0" flipV="0">
            <a:off x="106425" y="3084201"/>
            <a:ext cx="1326738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SQRT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083115" name="object 3"/>
          <p:cNvSpPr txBox="1"/>
          <p:nvPr/>
        </p:nvSpPr>
        <p:spPr bwMode="auto">
          <a:xfrm>
            <a:off x="380997" y="888075"/>
            <a:ext cx="12367152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square root of a number without directly using the built-in `sqrt()`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square root of a number is a value that, when multiplied by itself, gives the original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`pow(Number, 0.5)` to calculate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returned as a `short`, so the decimal part is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58692" name="object 3"/>
          <p:cNvSpPr txBox="1"/>
          <p:nvPr/>
        </p:nvSpPr>
        <p:spPr bwMode="auto">
          <a:xfrm>
            <a:off x="380997" y="888075"/>
            <a:ext cx="12381912" cy="48703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number from the user as a `float`.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`MySqrt()` receives the number and calculates: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pow(Number, 0.5)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`0.5` is equivalent to `1 / 2`, so: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Number^0.5 = √Number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√226 ≈ 15.0333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`MySqrt()` returns a `short`, the decimal part is discarded: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15.0333 → 15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built-in `sqrt()` returns the more precise floating-point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466752" name="object 3"/>
          <p:cNvSpPr txBox="1"/>
          <p:nvPr/>
        </p:nvSpPr>
        <p:spPr bwMode="auto">
          <a:xfrm>
            <a:off x="380997" y="888075"/>
            <a:ext cx="1238479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to enter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Pass the number to `MySqrt()`.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the square root using `pow(Number, 0.5)`.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the result as a `short`.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result from `MySqrt()`.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Calculate the square root using C++'s built-in `sqrt()`.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built-in result for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085803" name="object 3"/>
          <p:cNvSpPr txBox="1"/>
          <p:nvPr/>
        </p:nvSpPr>
        <p:spPr bwMode="auto">
          <a:xfrm>
            <a:off x="380997" y="888075"/>
            <a:ext cx="12372199" cy="57467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226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pow(226, 0.5) ≈ 15.0333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`MySqrt()` returns `short`: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15.0333 → 15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built-in `sqrt()` keeps the decimal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sqrt(226) ≈ 15.0333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 Sqrt Result: 15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C++ Sqrt Result: 15.0333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876244" name="object 3"/>
          <p:cNvSpPr txBox="1"/>
          <p:nvPr/>
        </p:nvSpPr>
        <p:spPr bwMode="auto">
          <a:xfrm>
            <a:off x="380997" y="888075"/>
            <a:ext cx="12362481" cy="70473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function: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short MySqrt(short Number)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pow(Number, 0.5);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uses `pow()` instead of `sqrt()`.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`pow(Number, 0.5)` mathematically represents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return type `short` causes the decimal part to be truncated.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is a type mismatch in the program: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 passed to: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short MySqrt(short Number)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`float` input is converted to `short` before the function calculates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better version would use `float` or `double` for the parameter and return type if you want to preserve the decimal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080564" name="object 3"/>
          <p:cNvSpPr txBox="1"/>
          <p:nvPr/>
        </p:nvSpPr>
        <p:spPr bwMode="auto">
          <a:xfrm>
            <a:off x="380997" y="888075"/>
            <a:ext cx="12364635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actually implement the square-root calculation from scratch; it uses `pow()`, which is still a built-in mathematical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exercise means "do not use any built-in square-root-related function", then `pow()` would also not satisfy that requirement.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`MySqrt()` only accepts a `short`, even though the user input is a `float`.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Negative numbers do not have a real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`corecrt_math_defines.h` is not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is needed for `pow()` and `sqrt()`.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995608" name="object 3"/>
          <p:cNvSpPr txBox="1"/>
          <p:nvPr/>
        </p:nvSpPr>
        <p:spPr bwMode="auto">
          <a:xfrm>
            <a:off x="380997" y="888075"/>
            <a:ext cx="12369681" cy="525857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`MySqrt()`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User-defined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`pow(Number, 0.5)` to calculate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`short`, so decimal values are discarded.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`√226 ≈ 15.0333` → `15`.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`sqrt()`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Built-in C++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Directly calculates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Keeps the decimal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`√226 ≈ 15.0333`.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78022" name="object 3"/>
          <p:cNvSpPr txBox="1"/>
          <p:nvPr/>
        </p:nvSpPr>
        <p:spPr bwMode="auto">
          <a:xfrm>
            <a:off x="380997" y="888075"/>
            <a:ext cx="1238371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a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Calculate its square root using `pow(Number, 0.5)`.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the result as a `short`.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`short` return type removes the decimal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the result with C++'s `sqrt()`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`226`, `MySqrt()` returns `15`, while `sqrt()` returns approximately `15.0333`.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92840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337</cp:revision>
  <dcterms:created xsi:type="dcterms:W3CDTF">2025-12-09T17:44:59Z</dcterms:created>
  <dcterms:modified xsi:type="dcterms:W3CDTF">2026-09-24T11:18:44Z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