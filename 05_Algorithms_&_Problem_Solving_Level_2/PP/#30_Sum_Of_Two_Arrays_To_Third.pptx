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0320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182583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358307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777825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727623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631402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458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8966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492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0384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91826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008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469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362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68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3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9318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821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905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379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667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62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709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352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293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448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252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9371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3221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010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97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135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90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476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4259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660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2101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53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9487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67924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138818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014784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60450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3231527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0032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069818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556317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12896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78189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86958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5246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252001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7057754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5381273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485133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350965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61945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7181193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772461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358159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194792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2661519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9676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752439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37078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802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713765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906846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63169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843121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90741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3594887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04946189" name="object 30"/>
          <p:cNvSpPr txBox="1"/>
          <p:nvPr/>
        </p:nvSpPr>
        <p:spPr bwMode="auto">
          <a:xfrm>
            <a:off x="0" y="1143000"/>
            <a:ext cx="130208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Two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Third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8599170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8778500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06981449" name="object 30"/>
          <p:cNvSpPr txBox="1"/>
          <p:nvPr/>
        </p:nvSpPr>
        <p:spPr bwMode="auto">
          <a:xfrm>
            <a:off x="106425" y="3084210"/>
            <a:ext cx="1359917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Two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Third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951232" name="object 3"/>
          <p:cNvSpPr txBox="1"/>
          <p:nvPr/>
        </p:nvSpPr>
        <p:spPr bwMode="auto">
          <a:xfrm>
            <a:off x="380997" y="888075"/>
            <a:ext cx="1236679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two arrays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adds the corresponding elements of the two arrays.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results are stored in a third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it prints all three arrays.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922867" name="object 3"/>
          <p:cNvSpPr txBox="1"/>
          <p:nvPr/>
        </p:nvSpPr>
        <p:spPr bwMode="auto">
          <a:xfrm>
            <a:off x="380997" y="888075"/>
            <a:ext cx="12381553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`SumOfTwoArrays()` adds the elements at the same index from `arr1` and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stored in `arrSum`.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arrSum[0] = arr1[0] + arr2[0];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`arr1[0]` is `30` and `arr2[0]` is `48`, then: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 + 48 = 78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process is repeated for every element.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444251" name="object 3"/>
          <p:cNvSpPr txBox="1"/>
          <p:nvPr/>
        </p:nvSpPr>
        <p:spPr bwMode="auto">
          <a:xfrm>
            <a:off x="380997" y="888075"/>
            <a:ext cx="123844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`arr1`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Fill `arr2`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Loop through both arrays using the same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Add `arr1[i]` and `arr2[i]`.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Store the result in `arrSum[i]`.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`arrSum`.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322101" name="object 3"/>
          <p:cNvSpPr txBox="1"/>
          <p:nvPr/>
        </p:nvSpPr>
        <p:spPr bwMode="auto">
          <a:xfrm>
            <a:off x="380997" y="888075"/>
            <a:ext cx="12371840" cy="86402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1`: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30 95 2 18 63 91 70 15 54 14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2`: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48 81 97 86 58 4 72 35 71 45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addition is performed element by element: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 + 48 = 78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95 + 81 = 176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 + 97 = 99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18 + 86 = 104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63 + 58 = 121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91 + 4 = 95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70 + 72 = 142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15 + 35 = 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54 + 71 = 125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14 + 45 = 59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1 Elements: 30 95 2 18 63 91 70 15 54 14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2 Elements: 48 81 97 86 58 4 72 35 71 45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Sum of array1 and array2 Elements: 78 176 99 104 121 95 142 50 125 59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552025" name="object 3"/>
          <p:cNvSpPr txBox="1"/>
          <p:nvPr/>
        </p:nvSpPr>
        <p:spPr bwMode="auto">
          <a:xfrm>
            <a:off x="380997" y="888075"/>
            <a:ext cx="12362121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important statement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arrSum[i] = arr1[i] + arr2[i];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index `i` is used in all three arrays.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`arr1[i]` and `arr2[i]` are added together and the result goes into `arrSum[i]`.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 three arrays have the same length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`counter` inside `SumOfTwoArrays()` is declared but never used: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counter =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can simply be removed.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256284" name="object 3"/>
          <p:cNvSpPr txBox="1"/>
          <p:nvPr/>
        </p:nvSpPr>
        <p:spPr bwMode="auto">
          <a:xfrm>
            <a:off x="380997" y="888075"/>
            <a:ext cx="12364276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should make sure `arrayLength` does not exceed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is defined but not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 for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assumes that `arrLength` has already been set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`srand((unsigned)time(NULL))` is used, the program needs the appropriate time/random declarations; normally `&lt;ctime&gt;` and `&lt;cstdlib&gt;` should be included explicitly.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083373" name="object 3"/>
          <p:cNvSpPr txBox="1"/>
          <p:nvPr/>
        </p:nvSpPr>
        <p:spPr bwMode="auto">
          <a:xfrm>
            <a:off x="380997" y="888075"/>
            <a:ext cx="12369321" cy="525108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⚖️ Comparison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`arr1` and `arr2`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 the original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Both arrays are used as input for the calculation.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`arr1[0] = 30`, `arr2[0] = 48`.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`arrSum`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the result of adding the two arrays.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element is calculated as `arr1[i] + arr2[i]`.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`30 + 48` → `78`.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623648" name="object 3"/>
          <p:cNvSpPr txBox="1"/>
          <p:nvPr/>
        </p:nvSpPr>
        <p:spPr bwMode="auto">
          <a:xfrm>
            <a:off x="380997" y="888075"/>
            <a:ext cx="1238335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Create two arrays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the same index to access corresponding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Add `arr1[i]` and `arr2[i]`.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Store the result in `arrSum[i]`.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third array contains the sum of the two original arrays.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30991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319</cp:revision>
  <dcterms:created xsi:type="dcterms:W3CDTF">2025-12-09T17:44:59Z</dcterms:created>
  <dcterms:modified xsi:type="dcterms:W3CDTF">2026-09-24T06:33:16Z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