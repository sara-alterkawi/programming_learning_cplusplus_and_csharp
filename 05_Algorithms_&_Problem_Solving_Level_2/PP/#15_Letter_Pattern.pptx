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6683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6636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3034411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657348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312261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21442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9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717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747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04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47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643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385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9058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124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584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308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528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169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689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326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784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183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029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442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6398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34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5376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9372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261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589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3376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66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038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491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799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94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4883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0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89746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299141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709619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30545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170413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49155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259643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86251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62038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73213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89661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349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767659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7602260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426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011029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385965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7826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353481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805402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864779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352017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998223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78694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137712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62120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5450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85956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33724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918028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82267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81383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562586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97176324" name="object 30"/>
          <p:cNvSpPr txBox="1"/>
          <p:nvPr/>
        </p:nvSpPr>
        <p:spPr bwMode="auto">
          <a:xfrm>
            <a:off x="0" y="1143000"/>
            <a:ext cx="12956099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Letter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Pattern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3808803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4944347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89462533" name="object 30"/>
          <p:cNvSpPr txBox="1"/>
          <p:nvPr/>
        </p:nvSpPr>
        <p:spPr bwMode="auto">
          <a:xfrm>
            <a:off x="106425" y="3084210"/>
            <a:ext cx="1353726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Letter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Pattern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80779" name="object 3"/>
          <p:cNvSpPr txBox="1"/>
          <p:nvPr/>
        </p:nvSpPr>
        <p:spPr bwMode="auto">
          <a:xfrm>
            <a:off x="380997" y="888075"/>
            <a:ext cx="1236679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letter pattern is a pattern where letters are printed in ascending order, starting from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the number of repetitions increases with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input `3` produces `A`, `BB`, `CCC`.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692463" name="object 3"/>
          <p:cNvSpPr txBox="1"/>
          <p:nvPr/>
        </p:nvSpPr>
        <p:spPr bwMode="auto">
          <a:xfrm>
            <a:off x="380997" y="888075"/>
            <a:ext cx="12381553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non-negative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`PrintLetterPattern()` uses two nested `for`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`65` represents the character code of uppercase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loop starts at `65` and continues up to `65 + Number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`char(i)` converts the numeric character code into its corresponding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controls how many times the current letter is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of repetitions increases from `1` to `Number`.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97457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non-negative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the outer loop from `65` (`A`).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Continue until `65 + Number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`i` to a character using `char(i)`.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the inner loop to print the current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Move to the next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Increase the letter and the number of repetitions.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210546" name="object 3"/>
          <p:cNvSpPr txBox="1"/>
          <p:nvPr/>
        </p:nvSpPr>
        <p:spPr bwMode="auto">
          <a:xfrm>
            <a:off x="380997" y="888075"/>
            <a:ext cx="12371840" cy="57542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Starting character: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`65 → A`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 row: `A` printed 1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Second row: `B` printed 2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Third row: `C` printed 3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CCC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65444" name="object 3"/>
          <p:cNvSpPr txBox="1"/>
          <p:nvPr/>
        </p:nvSpPr>
        <p:spPr bwMode="auto">
          <a:xfrm>
            <a:off x="380997" y="888075"/>
            <a:ext cx="12362121" cy="339230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`65 + Number - 1` determines the last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`Number = 5`: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`65 + 5 - 1 = 69 → 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pattern starts at `A` and ends at `E`.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uses the same calculation to determine how many times each letter is printed.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711546" name="object 3"/>
          <p:cNvSpPr txBox="1"/>
          <p:nvPr/>
        </p:nvSpPr>
        <p:spPr bwMode="auto">
          <a:xfrm>
            <a:off x="380997" y="888075"/>
            <a:ext cx="12364276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allows `0` because the validation condition is `N &lt; 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input is larger than the available uppercase English letters, the program can produce characters beyond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relies on the character encoding values for uppercase English letters.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780613" name="object 3"/>
          <p:cNvSpPr txBox="1"/>
          <p:nvPr/>
        </p:nvSpPr>
        <p:spPr bwMode="auto">
          <a:xfrm>
            <a:off x="380997" y="888075"/>
            <a:ext cx="1236932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#14_Inverted_Letter_Pattern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from the highest letter and moves backward to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Repetitions decrease.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`3 → CCC, BB, 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#15_Letter_Pattern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from `A` and moves forward.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Repetitions increase.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`3 → A, BB, CCC`.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197534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`65` represents uppercase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outer loop moves from `A` upward.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`char(i)` converts the character code into a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inner loop controls the number of repetitions.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row contains one more letter than the previous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Input `5` produces `A`, `BB`, `CCC`, `DDDD`, `EEEEE`.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29799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305</cp:revision>
  <dcterms:created xsi:type="dcterms:W3CDTF">2025-12-09T17:44:59Z</dcterms:created>
  <dcterms:modified xsi:type="dcterms:W3CDTF">2026-09-20T19:14:47Z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