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7018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402986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535418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20300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23463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71227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667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067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684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116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310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751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609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61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318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270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633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907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68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5923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7255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242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8294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267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137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6450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46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92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47445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341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419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494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692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50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6811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56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314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8380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4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74922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575770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21255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19449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2789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18037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36007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38740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44302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1562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10525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1072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39440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1919971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2205746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155478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81323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397577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7981480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911609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566481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099302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528749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36325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452685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94533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88628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88164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566635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045031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012847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101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8303240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47213085" name="object 30"/>
          <p:cNvSpPr txBox="1"/>
          <p:nvPr/>
        </p:nvSpPr>
        <p:spPr bwMode="auto">
          <a:xfrm>
            <a:off x="0" y="1143000"/>
            <a:ext cx="1293666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Frequency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154601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4707044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26675989" name="object 30"/>
          <p:cNvSpPr txBox="1"/>
          <p:nvPr/>
        </p:nvSpPr>
        <p:spPr bwMode="auto">
          <a:xfrm>
            <a:off x="106425" y="3084210"/>
            <a:ext cx="1351711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Frequency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75736" name="object 3"/>
          <p:cNvSpPr txBox="1"/>
          <p:nvPr/>
        </p:nvSpPr>
        <p:spPr bwMode="auto">
          <a:xfrm>
            <a:off x="380997" y="888075"/>
            <a:ext cx="12366432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Digit frequency means counting how many times each digit from `0` to `9` appears in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one number and prints the frequency of every digit that appears at least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91413" name="object 3"/>
          <p:cNvSpPr txBox="1"/>
          <p:nvPr/>
        </p:nvSpPr>
        <p:spPr bwMode="auto">
          <a:xfrm>
            <a:off x="380997" y="888075"/>
            <a:ext cx="12381194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non-negative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`CountFrequency()` counts how many times a specific digit appears in the given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% 10`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N / 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extracted digit equals the target digit, `freq` is increased.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uses a `for` loop from `0` to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every digit, it calls `CountFrequency()` to find how many times that digit appears.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`if (freq &gt; 0)` makes sure that only digits that actually appear in the number are printed.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96346" name="object 3"/>
          <p:cNvSpPr txBox="1"/>
          <p:nvPr/>
        </p:nvSpPr>
        <p:spPr bwMode="auto">
          <a:xfrm>
            <a:off x="380997" y="888075"/>
            <a:ext cx="12384073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main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a loop from digit `0` to digit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Count the frequency of the current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Extract each digit from the number using `%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Remove each digit using `/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the frequency when a 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the digit if its frequency is greater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Continue until all digits from `0` to `9` have been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973740" name="object 3"/>
          <p:cNvSpPr txBox="1"/>
          <p:nvPr/>
        </p:nvSpPr>
        <p:spPr bwMode="auto">
          <a:xfrm>
            <a:off x="380997" y="888075"/>
            <a:ext cx="12371481" cy="8517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`122342`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each digit: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`0 → 0 times`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 → 1 time`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 → 3 times`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`3 → 1 time`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 → 1 time`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`5 → 0 times`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`6 → 0 times`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`7 → 0 times`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`8 → 0 times`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`9 → 0 times`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`The digit 1 frequency is 1 Time(s).`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`The digit 2 frequency is 3 Time(s).`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`The digit 3 frequency is 1 Time(s).`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`The digit 4 frequency is 1 Time(s).`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544239" name="object 3"/>
          <p:cNvSpPr txBox="1"/>
          <p:nvPr/>
        </p:nvSpPr>
        <p:spPr bwMode="auto">
          <a:xfrm>
            <a:off x="380997" y="888075"/>
            <a:ext cx="1236176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`for` loop checks all possible digits from `0` to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`CountFrequency()` is reused for every digit instead of writing separate code for each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`if (freq &gt; 0)` prevents digits with zero occurrences from being printed.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04584" name="object 3"/>
          <p:cNvSpPr txBox="1"/>
          <p:nvPr/>
        </p:nvSpPr>
        <p:spPr bwMode="auto">
          <a:xfrm>
            <a:off x="380997" y="888075"/>
            <a:ext cx="12363917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`CountFrequency()` receives `Digit` as a `float`, but a digit should normally be represented by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count a leading zero because leading zeros are not stored as part of an integer. For example, `00123` is read as `123`.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660717" name="object 3"/>
          <p:cNvSpPr txBox="1"/>
          <p:nvPr/>
        </p:nvSpPr>
        <p:spPr bwMode="auto">
          <a:xfrm>
            <a:off x="380997" y="888075"/>
            <a:ext cx="12368961" cy="3783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`#8_Digit_Frequency`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for one specific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`122342`, digit `2` → `3 times`.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`#9_Digit_Frequency`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all digits from `0` to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`122342` → finds frequencies for `1`, `2`, `3`, and `4`.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674701" name="object 3"/>
          <p:cNvSpPr txBox="1"/>
          <p:nvPr/>
        </p:nvSpPr>
        <p:spPr bwMode="auto">
          <a:xfrm>
            <a:off x="380997" y="888075"/>
            <a:ext cx="12382994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digit from `0` to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`CountFrequency()` to count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 10`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 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 only digits whose frequency is greater than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`122342` contains `1` once, `2` three times, `3` once, and `4` once.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01247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299</cp:revision>
  <dcterms:created xsi:type="dcterms:W3CDTF">2025-12-09T17:44:59Z</dcterms:created>
  <dcterms:modified xsi:type="dcterms:W3CDTF">2026-09-17T11:40:56Z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