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633" r:id="rId2"/>
    <p:sldId id="257" r:id="rId3"/>
    <p:sldId id="564" r:id="rId4"/>
    <p:sldId id="565" r:id="rId5"/>
    <p:sldId id="566" r:id="rId6"/>
    <p:sldId id="567" r:id="rId7"/>
    <p:sldId id="569" r:id="rId8"/>
    <p:sldId id="568" r:id="rId9"/>
    <p:sldId id="570" r:id="rId10"/>
    <p:sldId id="571" r:id="rId11"/>
    <p:sldId id="572" r:id="rId12"/>
    <p:sldId id="573" r:id="rId13"/>
    <p:sldId id="574" r:id="rId14"/>
    <p:sldId id="575" r:id="rId15"/>
    <p:sldId id="576" r:id="rId16"/>
    <p:sldId id="577" r:id="rId17"/>
    <p:sldId id="578" r:id="rId18"/>
    <p:sldId id="580" r:id="rId19"/>
    <p:sldId id="581" r:id="rId20"/>
    <p:sldId id="582" r:id="rId21"/>
    <p:sldId id="579" r:id="rId22"/>
    <p:sldId id="583" r:id="rId23"/>
    <p:sldId id="584" r:id="rId24"/>
    <p:sldId id="585" r:id="rId25"/>
    <p:sldId id="587" r:id="rId26"/>
    <p:sldId id="586" r:id="rId27"/>
    <p:sldId id="588" r:id="rId28"/>
    <p:sldId id="589" r:id="rId29"/>
    <p:sldId id="590" r:id="rId30"/>
    <p:sldId id="591" r:id="rId31"/>
    <p:sldId id="560" r:id="rId32"/>
    <p:sldId id="531" r:id="rId33"/>
    <p:sldId id="349" r:id="rId34"/>
    <p:sldId id="438" r:id="rId35"/>
    <p:sldId id="425" r:id="rId36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929"/>
    <a:srgbClr val="26262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15" y="438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slide" Target="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slide" Target="slide2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slide" Target="slide2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4BD18700-0DDF-1B3F-E7EA-DA4C8D0308F5}"/>
              </a:ext>
            </a:extLst>
          </p:cNvPr>
          <p:cNvSpPr txBox="1"/>
          <p:nvPr/>
        </p:nvSpPr>
        <p:spPr>
          <a:xfrm>
            <a:off x="0" y="3338091"/>
            <a:ext cx="13411198" cy="1910779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699401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Operator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24EFCF7-66F2-6E93-3294-C6889F859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168305C-9D84-82AA-5F56-F7E45D7316D8}"/>
              </a:ext>
            </a:extLst>
          </p:cNvPr>
          <p:cNvSpPr txBox="1"/>
          <p:nvPr/>
        </p:nvSpPr>
        <p:spPr>
          <a:xfrm>
            <a:off x="381000" y="888075"/>
            <a:ext cx="12352767" cy="458798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Operators in Computers: Math, Relational, and Logic</a:t>
            </a:r>
          </a:p>
          <a:p>
            <a:endParaRPr kumimoji="0" lang="en-GB" sz="4000" b="0" i="0" u="none" strike="noStrike" kern="0" cap="none" spc="-13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 panose="030F0702030302020204" pitchFamily="66" charset="0"/>
              <a:cs typeface="Comic Sans MS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Operators are the </a:t>
            </a:r>
            <a:r>
              <a:rPr lang="en-GB" sz="2400" b="1" dirty="0">
                <a:latin typeface="Comic Sans MS" panose="030F0702030302020204" pitchFamily="66" charset="0"/>
              </a:rPr>
              <a:t>symbols</a:t>
            </a:r>
            <a:r>
              <a:rPr lang="en-GB" sz="2400" dirty="0">
                <a:latin typeface="Comic Sans MS" panose="030F0702030302020204" pitchFamily="66" charset="0"/>
              </a:rPr>
              <a:t> that tell the computer </a:t>
            </a:r>
            <a:r>
              <a:rPr lang="en-GB" sz="2400" b="1" dirty="0">
                <a:latin typeface="Comic Sans MS" panose="030F0702030302020204" pitchFamily="66" charset="0"/>
              </a:rPr>
              <a:t>what action to perform</a:t>
            </a:r>
            <a:r>
              <a:rPr lang="en-GB" sz="2400" dirty="0">
                <a:latin typeface="Comic Sans MS" panose="030F0702030302020204" pitchFamily="66" charset="0"/>
              </a:rPr>
              <a:t> on data.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In this lesson you’ll learn the three core families you’ll use everywhere: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🟨 Mathematical operators</a:t>
            </a:r>
            <a:r>
              <a:rPr lang="en-GB" sz="2400" dirty="0">
                <a:latin typeface="Comic Sans MS" panose="030F0702030302020204" pitchFamily="66" charset="0"/>
              </a:rPr>
              <a:t> (e.g., +, -, *, /, Mod, ^)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🟨 Relational operators</a:t>
            </a:r>
            <a:r>
              <a:rPr lang="en-GB" sz="2400" dirty="0">
                <a:latin typeface="Comic Sans MS" panose="030F0702030302020204" pitchFamily="66" charset="0"/>
              </a:rPr>
              <a:t> (e.g., =, &lt;, &gt;, &lt;=, &gt;=, &lt;&gt;)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🟨 Logical operators</a:t>
            </a:r>
            <a:r>
              <a:rPr lang="en-GB" sz="2400" dirty="0">
                <a:latin typeface="Comic Sans MS" panose="030F0702030302020204" pitchFamily="66" charset="0"/>
              </a:rPr>
              <a:t> (e.g., AND, OR, NOT)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You’ll also see </a:t>
            </a:r>
            <a:r>
              <a:rPr lang="en-GB" sz="2400" b="1" dirty="0">
                <a:latin typeface="Comic Sans MS" panose="030F0702030302020204" pitchFamily="66" charset="0"/>
              </a:rPr>
              <a:t>truth tables</a:t>
            </a:r>
            <a:r>
              <a:rPr lang="en-GB" sz="2400" dirty="0">
                <a:latin typeface="Comic Sans MS" panose="030F0702030302020204" pitchFamily="66" charset="0"/>
              </a:rPr>
              <a:t>, how computers view </a:t>
            </a:r>
            <a:r>
              <a:rPr lang="en-GB" sz="2400" b="1" dirty="0">
                <a:latin typeface="Comic Sans MS" panose="030F0702030302020204" pitchFamily="66" charset="0"/>
              </a:rPr>
              <a:t>True = 1</a:t>
            </a:r>
            <a:r>
              <a:rPr lang="en-GB" sz="2400" dirty="0">
                <a:latin typeface="Comic Sans MS" panose="030F0702030302020204" pitchFamily="66" charset="0"/>
              </a:rPr>
              <a:t> and </a:t>
            </a:r>
            <a:r>
              <a:rPr lang="en-GB" sz="2400" b="1" dirty="0">
                <a:latin typeface="Comic Sans MS" panose="030F0702030302020204" pitchFamily="66" charset="0"/>
              </a:rPr>
              <a:t>False = 0</a:t>
            </a:r>
            <a:r>
              <a:rPr lang="en-GB" sz="2400" dirty="0">
                <a:latin typeface="Comic Sans MS" panose="030F0702030302020204" pitchFamily="66" charset="0"/>
              </a:rPr>
              <a:t>, 		and realistic decision examples. </a:t>
            </a:r>
          </a:p>
        </p:txBody>
      </p:sp>
    </p:spTree>
    <p:extLst>
      <p:ext uri="{BB962C8B-B14F-4D97-AF65-F5344CB8AC3E}">
        <p14:creationId xmlns:p14="http://schemas.microsoft.com/office/powerpoint/2010/main" val="3353103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5E0FEBB-C83B-1FA5-2CD7-E4D3C18E5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3B5F03C-460D-00FA-A657-B70F13284747}"/>
              </a:ext>
            </a:extLst>
          </p:cNvPr>
          <p:cNvSpPr txBox="1"/>
          <p:nvPr/>
        </p:nvSpPr>
        <p:spPr>
          <a:xfrm>
            <a:off x="381000" y="888075"/>
            <a:ext cx="12352767" cy="772730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6000" b="1" dirty="0">
                <a:latin typeface="Comic Sans MS" panose="030F0702030302020204" pitchFamily="66" charset="0"/>
              </a:rPr>
              <a:t>Operator</a:t>
            </a:r>
            <a:r>
              <a:rPr lang="sv-SE" sz="6000" b="1" spc="32" dirty="0">
                <a:latin typeface="Comic Sans MS" panose="030F0702030302020204" pitchFamily="66" charset="0"/>
              </a:rPr>
              <a:t> </a:t>
            </a:r>
            <a:r>
              <a:rPr lang="sv-SE" sz="6000" b="1" spc="-13" dirty="0" err="1">
                <a:latin typeface="Comic Sans MS" panose="030F0702030302020204" pitchFamily="66" charset="0"/>
              </a:rPr>
              <a:t>Types</a:t>
            </a:r>
            <a:endParaRPr lang="sv-SE" sz="6000" b="1" spc="-13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🟨 Mathematical</a:t>
            </a:r>
            <a:r>
              <a:rPr lang="en-GB" sz="2400" dirty="0">
                <a:latin typeface="Comic Sans MS" panose="030F0702030302020204" pitchFamily="66" charset="0"/>
              </a:rPr>
              <a:t>: arithmetic on numbers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🟨 Relational</a:t>
            </a:r>
            <a:r>
              <a:rPr lang="en-GB" sz="2400" dirty="0">
                <a:latin typeface="Comic Sans MS" panose="030F0702030302020204" pitchFamily="66" charset="0"/>
              </a:rPr>
              <a:t>: compare two values → returns </a:t>
            </a:r>
            <a:r>
              <a:rPr lang="en-GB" sz="2400" b="1" dirty="0">
                <a:latin typeface="Comic Sans MS" panose="030F0702030302020204" pitchFamily="66" charset="0"/>
              </a:rPr>
              <a:t>True/False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🟨 Logical</a:t>
            </a:r>
            <a:r>
              <a:rPr lang="en-GB" sz="2400" dirty="0">
                <a:latin typeface="Comic Sans MS" panose="030F0702030302020204" pitchFamily="66" charset="0"/>
              </a:rPr>
              <a:t>: combine/negate conditions (</a:t>
            </a:r>
            <a:r>
              <a:rPr lang="en-GB" sz="2400" b="1" dirty="0">
                <a:latin typeface="Comic Sans MS" panose="030F0702030302020204" pitchFamily="66" charset="0"/>
              </a:rPr>
              <a:t>True/False</a:t>
            </a:r>
            <a:r>
              <a:rPr lang="en-GB" sz="2400" dirty="0">
                <a:latin typeface="Comic Sans MS" panose="030F0702030302020204" pitchFamily="66" charset="0"/>
              </a:rPr>
              <a:t>) </a:t>
            </a:r>
          </a:p>
        </p:txBody>
      </p:sp>
      <p:pic>
        <p:nvPicPr>
          <p:cNvPr id="2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171" y="2611239"/>
            <a:ext cx="8109830" cy="41693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85725" y="4686031"/>
            <a:ext cx="4133804" cy="315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37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788F46-5B23-2C64-B989-5247BB381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BCD653C-7227-512B-8108-2DAA76F1B17C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04ADBDE-615E-DC07-FB35-6C9719FD927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D809BE5-5FA0-4282-E44D-5C362D6051B2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C715A0A-02A1-62C0-FCC8-AF1F94EEDBB6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C341FEB0-F572-FC90-94CD-2B9BC94A94C6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Mathematical Operators</a:t>
            </a:r>
          </a:p>
        </p:txBody>
      </p:sp>
    </p:spTree>
    <p:extLst>
      <p:ext uri="{BB962C8B-B14F-4D97-AF65-F5344CB8AC3E}">
        <p14:creationId xmlns:p14="http://schemas.microsoft.com/office/powerpoint/2010/main" val="2647181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64AB976-0209-E657-25DA-3CA247EBF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3CED04A-CC72-DAF4-A649-C1B71C97C829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Mathematical</a:t>
            </a:r>
            <a:r>
              <a:rPr lang="sv-SE" sz="4000" b="1" spc="65" dirty="0">
                <a:latin typeface="Comic Sans MS" panose="030F0702030302020204" pitchFamily="66" charset="0"/>
              </a:rPr>
              <a:t> </a:t>
            </a:r>
            <a:r>
              <a:rPr lang="sv-SE" sz="4000" b="1" spc="-13" dirty="0">
                <a:latin typeface="Comic Sans MS" panose="030F0702030302020204" pitchFamily="66" charset="0"/>
              </a:rPr>
              <a:t>Operators</a:t>
            </a:r>
          </a:p>
        </p:txBody>
      </p:sp>
      <p:graphicFrame>
        <p:nvGraphicFramePr>
          <p:cNvPr id="2" name="object 3"/>
          <p:cNvGraphicFramePr>
            <a:graphicFrameLocks noGrp="1"/>
          </p:cNvGraphicFramePr>
          <p:nvPr/>
        </p:nvGraphicFramePr>
        <p:xfrm>
          <a:off x="1846999" y="3341952"/>
          <a:ext cx="10000055" cy="41063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6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5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9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74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4447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b="1" spc="-1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Operator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2565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Computer</a:t>
                      </a:r>
                      <a:r>
                        <a:rPr sz="1900" b="1" spc="114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b="1" spc="-1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Symbol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b="1" spc="-1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Example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91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29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spc="-1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Operation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3554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spc="-1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Results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3554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869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900" spc="-10" dirty="0">
                          <a:latin typeface="Comic Sans MS"/>
                          <a:cs typeface="Comic Sans MS"/>
                        </a:rPr>
                        <a:t>Addition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124086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019175">
                        <a:lnSpc>
                          <a:spcPts val="2670"/>
                        </a:lnSpc>
                        <a:tabLst>
                          <a:tab pos="2596515" algn="l"/>
                        </a:tabLst>
                      </a:pPr>
                      <a:r>
                        <a:rPr sz="4500" spc="-75" baseline="-7246" dirty="0">
                          <a:latin typeface="Comic Sans MS"/>
                          <a:cs typeface="Comic Sans MS"/>
                        </a:rPr>
                        <a:t>+</a:t>
                      </a:r>
                      <a:r>
                        <a:rPr sz="4500" baseline="-7246" dirty="0">
                          <a:latin typeface="Comic Sans MS"/>
                          <a:cs typeface="Comic Sans MS"/>
                        </a:rPr>
                        <a:t>	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3.0</a:t>
                      </a:r>
                      <a:r>
                        <a:rPr sz="1900" spc="3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+</a:t>
                      </a:r>
                      <a:r>
                        <a:rPr sz="1900" spc="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25" dirty="0">
                          <a:latin typeface="Comic Sans MS"/>
                          <a:cs typeface="Comic Sans MS"/>
                        </a:rPr>
                        <a:t>4.2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720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900" spc="-25" dirty="0">
                          <a:latin typeface="Comic Sans MS"/>
                          <a:cs typeface="Comic Sans MS"/>
                        </a:rPr>
                        <a:t>7.2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124086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403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900" spc="-10" dirty="0">
                          <a:latin typeface="Comic Sans MS"/>
                          <a:cs typeface="Comic Sans MS"/>
                        </a:rPr>
                        <a:t>Subtraction</a:t>
                      </a:r>
                      <a:endParaRPr sz="1900" dirty="0">
                        <a:latin typeface="Comic Sans MS"/>
                        <a:cs typeface="Comic Sans MS"/>
                      </a:endParaRPr>
                    </a:p>
                  </a:txBody>
                  <a:tcPr marL="0" marR="0" marT="122443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028065">
                        <a:lnSpc>
                          <a:spcPts val="2655"/>
                        </a:lnSpc>
                        <a:tabLst>
                          <a:tab pos="2599690" algn="l"/>
                        </a:tabLst>
                      </a:pPr>
                      <a:r>
                        <a:rPr sz="4500" spc="-75" baseline="-7246" dirty="0">
                          <a:latin typeface="Comic Sans MS"/>
                          <a:cs typeface="Comic Sans MS"/>
                        </a:rPr>
                        <a:t>-</a:t>
                      </a:r>
                      <a:r>
                        <a:rPr sz="4500" baseline="-7246" dirty="0">
                          <a:latin typeface="Comic Sans MS"/>
                          <a:cs typeface="Comic Sans MS"/>
                        </a:rPr>
                        <a:t>	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8.5</a:t>
                      </a:r>
                      <a:r>
                        <a:rPr sz="1900" spc="3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–</a:t>
                      </a:r>
                      <a:r>
                        <a:rPr sz="1900" spc="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25" dirty="0">
                          <a:latin typeface="Comic Sans MS"/>
                          <a:cs typeface="Comic Sans MS"/>
                        </a:rPr>
                        <a:t>4.0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900" spc="-25" dirty="0">
                          <a:latin typeface="Comic Sans MS"/>
                          <a:cs typeface="Comic Sans MS"/>
                        </a:rPr>
                        <a:t>4.5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122443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869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900" spc="-10" dirty="0">
                          <a:latin typeface="Comic Sans MS"/>
                          <a:cs typeface="Comic Sans MS"/>
                        </a:rPr>
                        <a:t>Multiplication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124086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011555">
                        <a:lnSpc>
                          <a:spcPts val="2670"/>
                        </a:lnSpc>
                        <a:tabLst>
                          <a:tab pos="2782570" algn="l"/>
                        </a:tabLst>
                      </a:pPr>
                      <a:r>
                        <a:rPr sz="4500" spc="-75" baseline="-7246" dirty="0">
                          <a:latin typeface="Comic Sans MS"/>
                          <a:cs typeface="Comic Sans MS"/>
                        </a:rPr>
                        <a:t>*</a:t>
                      </a:r>
                      <a:r>
                        <a:rPr sz="4500" baseline="-7246" dirty="0">
                          <a:latin typeface="Comic Sans MS"/>
                          <a:cs typeface="Comic Sans MS"/>
                        </a:rPr>
                        <a:t>	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5</a:t>
                      </a:r>
                      <a:r>
                        <a:rPr sz="1900" spc="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*</a:t>
                      </a:r>
                      <a:r>
                        <a:rPr sz="1900" spc="1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50" dirty="0">
                          <a:latin typeface="Comic Sans MS"/>
                          <a:cs typeface="Comic Sans MS"/>
                        </a:rPr>
                        <a:t>5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180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900" spc="-25" dirty="0">
                          <a:latin typeface="Comic Sans MS"/>
                          <a:cs typeface="Comic Sans MS"/>
                        </a:rPr>
                        <a:t>25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124086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403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Integer</a:t>
                      </a:r>
                      <a:r>
                        <a:rPr sz="1900" spc="6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10" dirty="0">
                          <a:latin typeface="Comic Sans MS"/>
                          <a:cs typeface="Comic Sans MS"/>
                        </a:rPr>
                        <a:t>Division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122443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014730">
                        <a:lnSpc>
                          <a:spcPts val="2655"/>
                        </a:lnSpc>
                        <a:tabLst>
                          <a:tab pos="2741295" algn="l"/>
                        </a:tabLst>
                      </a:pPr>
                      <a:r>
                        <a:rPr sz="4500" spc="-75" baseline="-7246" dirty="0">
                          <a:latin typeface="Comic Sans MS"/>
                          <a:cs typeface="Comic Sans MS"/>
                        </a:rPr>
                        <a:t>/</a:t>
                      </a:r>
                      <a:r>
                        <a:rPr sz="4500" baseline="-7246" dirty="0">
                          <a:latin typeface="Comic Sans MS"/>
                          <a:cs typeface="Comic Sans MS"/>
                        </a:rPr>
                        <a:t>	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10</a:t>
                      </a:r>
                      <a:r>
                        <a:rPr sz="1900" spc="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/</a:t>
                      </a:r>
                      <a:r>
                        <a:rPr sz="1900" spc="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50" dirty="0">
                          <a:latin typeface="Comic Sans MS"/>
                          <a:cs typeface="Comic Sans MS"/>
                        </a:rPr>
                        <a:t>5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900" spc="-50" dirty="0">
                          <a:latin typeface="Comic Sans MS"/>
                          <a:cs typeface="Comic Sans MS"/>
                        </a:rPr>
                        <a:t>2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122443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3869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Modulo</a:t>
                      </a:r>
                      <a:r>
                        <a:rPr sz="1900" spc="10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10" dirty="0">
                          <a:latin typeface="Comic Sans MS"/>
                          <a:cs typeface="Comic Sans MS"/>
                        </a:rPr>
                        <a:t>Division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124086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07314" algn="ctr">
                        <a:lnSpc>
                          <a:spcPts val="2670"/>
                        </a:lnSpc>
                        <a:tabLst>
                          <a:tab pos="1953895" algn="l"/>
                        </a:tabLst>
                      </a:pPr>
                      <a:r>
                        <a:rPr sz="4500" spc="-37" baseline="-7246" dirty="0">
                          <a:latin typeface="Comic Sans MS"/>
                          <a:cs typeface="Comic Sans MS"/>
                        </a:rPr>
                        <a:t>Mod</a:t>
                      </a:r>
                      <a:r>
                        <a:rPr sz="4500" baseline="-7246" dirty="0">
                          <a:latin typeface="Comic Sans MS"/>
                          <a:cs typeface="Comic Sans MS"/>
                        </a:rPr>
                        <a:t>	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9</a:t>
                      </a:r>
                      <a:r>
                        <a:rPr sz="1900" spc="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Mod</a:t>
                      </a:r>
                      <a:r>
                        <a:rPr sz="1900" spc="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50" dirty="0">
                          <a:latin typeface="Comic Sans MS"/>
                          <a:cs typeface="Comic Sans MS"/>
                        </a:rPr>
                        <a:t>4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720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900" spc="-50" dirty="0">
                          <a:latin typeface="Comic Sans MS"/>
                          <a:cs typeface="Comic Sans MS"/>
                        </a:rPr>
                        <a:t>1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124086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1403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900" spc="-10" dirty="0">
                          <a:latin typeface="Comic Sans MS"/>
                          <a:cs typeface="Comic Sans MS"/>
                        </a:rPr>
                        <a:t>Power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122443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003935">
                        <a:lnSpc>
                          <a:spcPts val="2655"/>
                        </a:lnSpc>
                        <a:tabLst>
                          <a:tab pos="2834005" algn="l"/>
                        </a:tabLst>
                      </a:pPr>
                      <a:r>
                        <a:rPr sz="4500" spc="-75" baseline="-7246" dirty="0">
                          <a:latin typeface="Comic Sans MS"/>
                          <a:cs typeface="Comic Sans MS"/>
                        </a:rPr>
                        <a:t>^</a:t>
                      </a:r>
                      <a:r>
                        <a:rPr sz="4500" baseline="-7246" dirty="0">
                          <a:latin typeface="Comic Sans MS"/>
                          <a:cs typeface="Comic Sans MS"/>
                        </a:rPr>
                        <a:t>	</a:t>
                      </a:r>
                      <a:r>
                        <a:rPr sz="1900" spc="-25" dirty="0">
                          <a:latin typeface="Comic Sans MS"/>
                          <a:cs typeface="Comic Sans MS"/>
                        </a:rPr>
                        <a:t>3^2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900" spc="-50" dirty="0">
                          <a:latin typeface="Comic Sans MS"/>
                          <a:cs typeface="Comic Sans MS"/>
                        </a:rPr>
                        <a:t>9</a:t>
                      </a:r>
                      <a:endParaRPr sz="1900" dirty="0">
                        <a:latin typeface="Comic Sans MS"/>
                        <a:cs typeface="Comic Sans MS"/>
                      </a:endParaRPr>
                    </a:p>
                  </a:txBody>
                  <a:tcPr marL="0" marR="0" marT="122443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1118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CA17CBC-CD91-F24D-462D-68CA39B52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4E78AAF-90F1-27C9-C17C-B20FD47DA47D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31DCDDB-DFDB-EA2A-7D20-83E8C46460A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81EBF8F-71B7-1B14-7242-690425BFDDEB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147B6C4F-DB41-DD0F-6577-931BED78C45D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0B6880EB-B892-C45A-0666-F89AF1F252C9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Relational Operators</a:t>
            </a:r>
          </a:p>
        </p:txBody>
      </p:sp>
    </p:spTree>
    <p:extLst>
      <p:ext uri="{BB962C8B-B14F-4D97-AF65-F5344CB8AC3E}">
        <p14:creationId xmlns:p14="http://schemas.microsoft.com/office/powerpoint/2010/main" val="2896948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7064FAB-BFE7-503B-11E1-EF65A54FF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794215B-AF7F-9F3F-BA24-6E5C26C8ADA4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Relational</a:t>
            </a:r>
            <a:r>
              <a:rPr lang="sv-SE" sz="4000" b="1" spc="-26" dirty="0">
                <a:latin typeface="Comic Sans MS" panose="030F0702030302020204" pitchFamily="66" charset="0"/>
              </a:rPr>
              <a:t> </a:t>
            </a:r>
            <a:r>
              <a:rPr lang="sv-SE" sz="4000" b="1" spc="-13" dirty="0">
                <a:latin typeface="Comic Sans MS" panose="030F0702030302020204" pitchFamily="66" charset="0"/>
              </a:rPr>
              <a:t>Operators</a:t>
            </a:r>
          </a:p>
        </p:txBody>
      </p:sp>
      <p:graphicFrame>
        <p:nvGraphicFramePr>
          <p:cNvPr id="2" name="object 3"/>
          <p:cNvGraphicFramePr>
            <a:graphicFrameLocks noGrp="1"/>
          </p:cNvGraphicFramePr>
          <p:nvPr/>
        </p:nvGraphicFramePr>
        <p:xfrm>
          <a:off x="1846999" y="3341952"/>
          <a:ext cx="9996767" cy="41063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8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1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5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4447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b="1" spc="-1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Operator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Computer</a:t>
                      </a:r>
                      <a:r>
                        <a:rPr sz="1900" b="1" spc="13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b="1" spc="-1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Symbol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b="1" spc="-1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Example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91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84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spc="-1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Operation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3554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R="1797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spc="-1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Results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3554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869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Equal</a:t>
                      </a:r>
                      <a:r>
                        <a:rPr sz="1900" spc="8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25" dirty="0">
                          <a:latin typeface="Comic Sans MS"/>
                          <a:cs typeface="Comic Sans MS"/>
                        </a:rPr>
                        <a:t>to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70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3000" spc="-50" dirty="0">
                          <a:latin typeface="Comic Sans MS"/>
                          <a:cs typeface="Comic Sans MS"/>
                        </a:rPr>
                        <a:t>=</a:t>
                      </a:r>
                      <a:endParaRPr sz="3000">
                        <a:latin typeface="Comic Sans MS"/>
                        <a:cs typeface="Comic Sans MS"/>
                      </a:endParaRPr>
                    </a:p>
                  </a:txBody>
                  <a:tcPr marL="0" marR="0" marT="32049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3189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5</a:t>
                      </a:r>
                      <a:r>
                        <a:rPr sz="1900" spc="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=</a:t>
                      </a:r>
                      <a:r>
                        <a:rPr sz="1900" spc="1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50" dirty="0">
                          <a:latin typeface="Comic Sans MS"/>
                          <a:cs typeface="Comic Sans MS"/>
                        </a:rPr>
                        <a:t>7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57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403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Less</a:t>
                      </a:r>
                      <a:r>
                        <a:rPr sz="1900" spc="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20" dirty="0">
                          <a:latin typeface="Comic Sans MS"/>
                          <a:cs typeface="Comic Sans MS"/>
                        </a:rPr>
                        <a:t>than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84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3000" spc="-50" dirty="0">
                          <a:latin typeface="Comic Sans MS"/>
                          <a:cs typeface="Comic Sans MS"/>
                        </a:rPr>
                        <a:t>&lt;</a:t>
                      </a:r>
                      <a:endParaRPr sz="3000">
                        <a:latin typeface="Comic Sans MS"/>
                        <a:cs typeface="Comic Sans MS"/>
                      </a:endParaRPr>
                    </a:p>
                  </a:txBody>
                  <a:tcPr marL="0" marR="0" marT="32049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446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5</a:t>
                      </a:r>
                      <a:r>
                        <a:rPr sz="1900" spc="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&lt;</a:t>
                      </a:r>
                      <a:r>
                        <a:rPr sz="1900" spc="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50" dirty="0">
                          <a:latin typeface="Comic Sans MS"/>
                          <a:cs typeface="Comic Sans MS"/>
                        </a:rPr>
                        <a:t>7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869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Grater</a:t>
                      </a:r>
                      <a:r>
                        <a:rPr sz="1900" spc="7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20" dirty="0">
                          <a:latin typeface="Comic Sans MS"/>
                          <a:cs typeface="Comic Sans MS"/>
                        </a:rPr>
                        <a:t>than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088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84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3000" spc="-50" dirty="0">
                          <a:latin typeface="Comic Sans MS"/>
                          <a:cs typeface="Comic Sans MS"/>
                        </a:rPr>
                        <a:t>&gt;</a:t>
                      </a:r>
                      <a:endParaRPr sz="3000">
                        <a:latin typeface="Comic Sans MS"/>
                        <a:cs typeface="Comic Sans MS"/>
                      </a:endParaRPr>
                    </a:p>
                  </a:txBody>
                  <a:tcPr marL="0" marR="0" marT="32049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446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5</a:t>
                      </a:r>
                      <a:r>
                        <a:rPr sz="1900" spc="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&gt;</a:t>
                      </a:r>
                      <a:r>
                        <a:rPr sz="1900" spc="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50" dirty="0">
                          <a:latin typeface="Comic Sans MS"/>
                          <a:cs typeface="Comic Sans MS"/>
                        </a:rPr>
                        <a:t>7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088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573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088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403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Less</a:t>
                      </a:r>
                      <a:r>
                        <a:rPr sz="1900" spc="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than</a:t>
                      </a:r>
                      <a:r>
                        <a:rPr sz="1900" spc="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or</a:t>
                      </a:r>
                      <a:r>
                        <a:rPr sz="1900" spc="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equal</a:t>
                      </a:r>
                      <a:r>
                        <a:rPr sz="1900" spc="7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25" dirty="0">
                          <a:latin typeface="Comic Sans MS"/>
                          <a:cs typeface="Comic Sans MS"/>
                        </a:rPr>
                        <a:t>to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088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07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3000" spc="-25" dirty="0">
                          <a:latin typeface="Comic Sans MS"/>
                          <a:cs typeface="Comic Sans MS"/>
                        </a:rPr>
                        <a:t>&lt;=</a:t>
                      </a:r>
                      <a:endParaRPr sz="3000">
                        <a:latin typeface="Comic Sans MS"/>
                        <a:cs typeface="Comic Sans MS"/>
                      </a:endParaRPr>
                    </a:p>
                  </a:txBody>
                  <a:tcPr marL="0" marR="0" marT="32049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446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5</a:t>
                      </a:r>
                      <a:r>
                        <a:rPr sz="1900" spc="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&lt;=</a:t>
                      </a:r>
                      <a:r>
                        <a:rPr sz="1900" spc="1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60" dirty="0">
                          <a:latin typeface="Comic Sans MS"/>
                          <a:cs typeface="Comic Sans MS"/>
                        </a:rPr>
                        <a:t>7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088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088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3869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Grater</a:t>
                      </a:r>
                      <a:r>
                        <a:rPr sz="1900" spc="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than</a:t>
                      </a:r>
                      <a:r>
                        <a:rPr sz="1900" spc="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or</a:t>
                      </a:r>
                      <a:r>
                        <a:rPr sz="1900" spc="7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equal</a:t>
                      </a:r>
                      <a:r>
                        <a:rPr sz="1900" spc="6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25" dirty="0">
                          <a:latin typeface="Comic Sans MS"/>
                          <a:cs typeface="Comic Sans MS"/>
                        </a:rPr>
                        <a:t>to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07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3000" spc="-25" dirty="0">
                          <a:latin typeface="Comic Sans MS"/>
                          <a:cs typeface="Comic Sans MS"/>
                        </a:rPr>
                        <a:t>&gt;=</a:t>
                      </a:r>
                      <a:endParaRPr sz="3000">
                        <a:latin typeface="Comic Sans MS"/>
                        <a:cs typeface="Comic Sans MS"/>
                      </a:endParaRPr>
                    </a:p>
                  </a:txBody>
                  <a:tcPr marL="0" marR="0" marT="32049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446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5</a:t>
                      </a:r>
                      <a:r>
                        <a:rPr sz="1900" spc="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&gt;=</a:t>
                      </a:r>
                      <a:r>
                        <a:rPr sz="1900" spc="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60" dirty="0">
                          <a:latin typeface="Comic Sans MS"/>
                          <a:cs typeface="Comic Sans MS"/>
                        </a:rPr>
                        <a:t>7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57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1403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Not</a:t>
                      </a:r>
                      <a:r>
                        <a:rPr sz="1900" spc="7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equal</a:t>
                      </a:r>
                      <a:r>
                        <a:rPr sz="1900" spc="6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25" dirty="0">
                          <a:latin typeface="Comic Sans MS"/>
                          <a:cs typeface="Comic Sans MS"/>
                        </a:rPr>
                        <a:t>to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3000" spc="-25" dirty="0">
                          <a:latin typeface="Comic Sans MS"/>
                          <a:cs typeface="Comic Sans MS"/>
                        </a:rPr>
                        <a:t>&lt;&gt;</a:t>
                      </a:r>
                      <a:endParaRPr sz="3000">
                        <a:latin typeface="Comic Sans MS"/>
                        <a:cs typeface="Comic Sans MS"/>
                      </a:endParaRPr>
                    </a:p>
                  </a:txBody>
                  <a:tcPr marL="0" marR="0" marT="32049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255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5</a:t>
                      </a:r>
                      <a:r>
                        <a:rPr sz="1900" spc="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&lt;&gt;</a:t>
                      </a:r>
                      <a:r>
                        <a:rPr sz="1900" spc="3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50" dirty="0">
                          <a:latin typeface="Comic Sans MS"/>
                          <a:cs typeface="Comic Sans MS"/>
                        </a:rPr>
                        <a:t>7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57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1900" dirty="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8550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02744A2-B0AE-BCB7-BE97-695335B8C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7A42ED2-2A1D-B0D7-EBC7-70F7BC084817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D140BFD3-40A9-28DB-41BA-3DEF290FCBF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466E2B7-632E-49D9-04B6-0323D1A3BD10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18B4F8C-9FF1-8860-62F3-368F11795E17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26DC290B-F906-55AE-59F9-404EE325E8CA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Logical Operators</a:t>
            </a:r>
          </a:p>
        </p:txBody>
      </p:sp>
    </p:spTree>
    <p:extLst>
      <p:ext uri="{BB962C8B-B14F-4D97-AF65-F5344CB8AC3E}">
        <p14:creationId xmlns:p14="http://schemas.microsoft.com/office/powerpoint/2010/main" val="1336265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E30039F-A649-F684-A46B-51314CBAE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899B003-7009-4167-1A43-8904048F29D5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B4C39E7D-369B-B6B0-A61C-2C0EC6A13F5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2A16B46-688B-186F-B2FF-C8A152901FE9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0CDB43DB-8649-1A43-661A-B8EFA2F68093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E5447324-EB6D-BDB7-915A-5E9B011155BB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Logic in Marriage</a:t>
            </a:r>
          </a:p>
        </p:txBody>
      </p:sp>
    </p:spTree>
    <p:extLst>
      <p:ext uri="{BB962C8B-B14F-4D97-AF65-F5344CB8AC3E}">
        <p14:creationId xmlns:p14="http://schemas.microsoft.com/office/powerpoint/2010/main" val="3726895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51F9771-46FE-682A-E0EC-2AAF6439A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121F7C2-1BCC-0CA7-2753-8667BC07CC43}"/>
              </a:ext>
            </a:extLst>
          </p:cNvPr>
          <p:cNvSpPr txBox="1"/>
          <p:nvPr/>
        </p:nvSpPr>
        <p:spPr>
          <a:xfrm>
            <a:off x="381000" y="888075"/>
            <a:ext cx="12352767" cy="815819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/>
                <a:cs typeface="Comic Sans MS"/>
              </a:rPr>
              <a:t>Logic</a:t>
            </a:r>
            <a:r>
              <a:rPr lang="sv-SE" sz="4000" b="1" spc="-97" dirty="0"/>
              <a:t> </a:t>
            </a:r>
            <a:r>
              <a:rPr lang="sv-SE" sz="4000" b="1" spc="-32" dirty="0"/>
              <a:t>in </a:t>
            </a:r>
            <a:r>
              <a:rPr lang="sv-SE" sz="4000" b="1" dirty="0" err="1">
                <a:latin typeface="Comic Sans MS"/>
                <a:cs typeface="Comic Sans MS"/>
              </a:rPr>
              <a:t>Marriage</a:t>
            </a:r>
            <a:r>
              <a:rPr lang="sv-SE" sz="4000" b="1" spc="-116" dirty="0"/>
              <a:t> </a:t>
            </a:r>
            <a:r>
              <a:rPr lang="sv-SE" sz="4000" b="1" spc="-26" dirty="0"/>
              <a:t>Life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Your wife is always right no matter what, and you are always wrong :-)</a:t>
            </a:r>
            <a:endParaRPr lang="en-GB" sz="2400" dirty="0">
              <a:latin typeface="Comic Sans MS" panose="030F0702030302020204" pitchFamily="66" charset="0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751192" y="4670254"/>
          <a:ext cx="6319369" cy="33265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4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2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2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076">
                <a:tc>
                  <a:txBody>
                    <a:bodyPr/>
                    <a:lstStyle/>
                    <a:p>
                      <a:pPr marL="27305">
                        <a:lnSpc>
                          <a:spcPts val="2065"/>
                        </a:lnSpc>
                      </a:pPr>
                      <a:r>
                        <a:rPr sz="3400" spc="-1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Husband</a:t>
                      </a:r>
                      <a:endParaRPr sz="34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R w="38100">
                      <a:solidFill>
                        <a:srgbClr val="4472C3"/>
                      </a:solidFill>
                      <a:prstDash val="sysDash"/>
                    </a:lnR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28625">
                        <a:lnSpc>
                          <a:spcPts val="2210"/>
                        </a:lnSpc>
                      </a:pPr>
                      <a:r>
                        <a:rPr sz="3400" spc="-2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Wife</a:t>
                      </a:r>
                      <a:endParaRPr sz="34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38100">
                      <a:solidFill>
                        <a:srgbClr val="4472C3"/>
                      </a:solidFill>
                      <a:prstDash val="sysDash"/>
                    </a:lnL>
                    <a:lnR w="38100">
                      <a:solidFill>
                        <a:srgbClr val="4472C3"/>
                      </a:solidFill>
                      <a:prstDash val="sysDash"/>
                    </a:lnR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ts val="2065"/>
                        </a:lnSpc>
                      </a:pPr>
                      <a:r>
                        <a:rPr sz="3400" spc="-1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Result</a:t>
                      </a:r>
                      <a:endParaRPr sz="34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38100">
                      <a:solidFill>
                        <a:srgbClr val="4472C3"/>
                      </a:solidFill>
                      <a:prstDash val="sysDash"/>
                    </a:lnL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205">
                <a:tc>
                  <a:txBody>
                    <a:bodyPr/>
                    <a:lstStyle/>
                    <a:p>
                      <a:pPr marL="276860">
                        <a:lnSpc>
                          <a:spcPts val="3030"/>
                        </a:lnSpc>
                      </a:pPr>
                      <a:r>
                        <a:rPr sz="34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34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R w="38100">
                      <a:solidFill>
                        <a:srgbClr val="4472C3"/>
                      </a:solidFill>
                      <a:prstDash val="sysDash"/>
                    </a:lnR>
                    <a:lnT w="12700">
                      <a:solidFill>
                        <a:srgbClr val="4472C3"/>
                      </a:solidFill>
                      <a:prstDash val="sysDash"/>
                    </a:lnT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87350">
                        <a:lnSpc>
                          <a:spcPts val="3030"/>
                        </a:lnSpc>
                      </a:pPr>
                      <a:r>
                        <a:rPr sz="34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34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38100">
                      <a:solidFill>
                        <a:srgbClr val="4472C3"/>
                      </a:solidFill>
                      <a:prstDash val="sysDash"/>
                    </a:lnL>
                    <a:lnR w="38100">
                      <a:solidFill>
                        <a:srgbClr val="4472C3"/>
                      </a:solidFill>
                      <a:prstDash val="sysDash"/>
                    </a:lnR>
                    <a:lnT w="12700">
                      <a:solidFill>
                        <a:srgbClr val="4472C3"/>
                      </a:solidFill>
                      <a:prstDash val="sysDash"/>
                    </a:lnT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R="205104" algn="r">
                        <a:lnSpc>
                          <a:spcPts val="3030"/>
                        </a:lnSpc>
                      </a:pPr>
                      <a:r>
                        <a:rPr sz="34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34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38100">
                      <a:solidFill>
                        <a:srgbClr val="4472C3"/>
                      </a:solidFill>
                      <a:prstDash val="sysDash"/>
                    </a:lnL>
                    <a:lnT w="12700">
                      <a:solidFill>
                        <a:srgbClr val="4472C3"/>
                      </a:solidFill>
                      <a:prstDash val="sysDash"/>
                    </a:lnT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8211">
                <a:tc>
                  <a:txBody>
                    <a:bodyPr/>
                    <a:lstStyle/>
                    <a:p>
                      <a:pPr marL="35306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34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3400">
                        <a:latin typeface="Comic Sans MS"/>
                        <a:cs typeface="Comic Sans MS"/>
                      </a:endParaRPr>
                    </a:p>
                  </a:txBody>
                  <a:tcPr marL="0" marR="0" marT="95325" marB="0">
                    <a:lnR w="38100">
                      <a:solidFill>
                        <a:srgbClr val="4472C3"/>
                      </a:solidFill>
                      <a:prstDash val="sysDash"/>
                    </a:lnR>
                    <a:lnT w="12700">
                      <a:solidFill>
                        <a:srgbClr val="4472C3"/>
                      </a:solidFill>
                      <a:prstDash val="sysDash"/>
                    </a:lnT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19734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34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3400">
                        <a:latin typeface="Comic Sans MS"/>
                        <a:cs typeface="Comic Sans MS"/>
                      </a:endParaRPr>
                    </a:p>
                  </a:txBody>
                  <a:tcPr marL="0" marR="0" marT="95325" marB="0">
                    <a:lnL w="38100">
                      <a:solidFill>
                        <a:srgbClr val="4472C3"/>
                      </a:solidFill>
                      <a:prstDash val="sysDash"/>
                    </a:lnL>
                    <a:lnR w="38100">
                      <a:solidFill>
                        <a:srgbClr val="4472C3"/>
                      </a:solidFill>
                      <a:prstDash val="sysDash"/>
                    </a:lnR>
                    <a:lnT w="12700">
                      <a:solidFill>
                        <a:srgbClr val="4472C3"/>
                      </a:solidFill>
                      <a:prstDash val="sysDash"/>
                    </a:lnT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R="205104" algn="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34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3400">
                        <a:latin typeface="Comic Sans MS"/>
                        <a:cs typeface="Comic Sans MS"/>
                      </a:endParaRPr>
                    </a:p>
                  </a:txBody>
                  <a:tcPr marL="0" marR="0" marT="95325" marB="0">
                    <a:lnL w="38100">
                      <a:solidFill>
                        <a:srgbClr val="4472C3"/>
                      </a:solidFill>
                      <a:prstDash val="sysDash"/>
                    </a:lnL>
                    <a:lnT w="12700">
                      <a:solidFill>
                        <a:srgbClr val="4472C3"/>
                      </a:solidFill>
                      <a:prstDash val="sysDash"/>
                    </a:lnT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9183">
                <a:tc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34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3400">
                        <a:latin typeface="Comic Sans MS"/>
                        <a:cs typeface="Comic Sans MS"/>
                      </a:endParaRPr>
                    </a:p>
                  </a:txBody>
                  <a:tcPr marL="0" marR="0" marT="26296" marB="0">
                    <a:lnR w="38100">
                      <a:solidFill>
                        <a:srgbClr val="4472C3"/>
                      </a:solidFill>
                      <a:prstDash val="sysDash"/>
                    </a:lnR>
                    <a:lnT w="12700">
                      <a:solidFill>
                        <a:srgbClr val="4472C3"/>
                      </a:solidFill>
                      <a:prstDash val="sysDash"/>
                    </a:lnT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19734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34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3400">
                        <a:latin typeface="Comic Sans MS"/>
                        <a:cs typeface="Comic Sans MS"/>
                      </a:endParaRPr>
                    </a:p>
                  </a:txBody>
                  <a:tcPr marL="0" marR="0" marT="26296" marB="0">
                    <a:lnL w="38100">
                      <a:solidFill>
                        <a:srgbClr val="4472C3"/>
                      </a:solidFill>
                      <a:prstDash val="sysDash"/>
                    </a:lnL>
                    <a:lnR w="38100">
                      <a:solidFill>
                        <a:srgbClr val="4472C3"/>
                      </a:solidFill>
                      <a:prstDash val="sysDash"/>
                    </a:lnR>
                    <a:lnT w="12700">
                      <a:solidFill>
                        <a:srgbClr val="4472C3"/>
                      </a:solidFill>
                      <a:prstDash val="sysDash"/>
                    </a:lnT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R="205104" algn="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34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3400">
                        <a:latin typeface="Comic Sans MS"/>
                        <a:cs typeface="Comic Sans MS"/>
                      </a:endParaRPr>
                    </a:p>
                  </a:txBody>
                  <a:tcPr marL="0" marR="0" marT="26296" marB="0">
                    <a:lnL w="38100">
                      <a:solidFill>
                        <a:srgbClr val="4472C3"/>
                      </a:solidFill>
                      <a:prstDash val="sysDash"/>
                    </a:lnL>
                    <a:lnT w="12700">
                      <a:solidFill>
                        <a:srgbClr val="4472C3"/>
                      </a:solidFill>
                      <a:prstDash val="sysDash"/>
                    </a:lnT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0826">
                <a:tc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4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3400">
                        <a:latin typeface="Comic Sans MS"/>
                        <a:cs typeface="Comic Sans MS"/>
                      </a:endParaRPr>
                    </a:p>
                  </a:txBody>
                  <a:tcPr marL="0" marR="0" marT="27118" marB="0">
                    <a:lnR w="38100">
                      <a:solidFill>
                        <a:srgbClr val="4472C3"/>
                      </a:solidFill>
                      <a:prstDash val="sysDash"/>
                    </a:lnR>
                    <a:lnT w="12700">
                      <a:solidFill>
                        <a:srgbClr val="4472C3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marL="33591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4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3400">
                        <a:latin typeface="Comic Sans MS"/>
                        <a:cs typeface="Comic Sans MS"/>
                      </a:endParaRPr>
                    </a:p>
                  </a:txBody>
                  <a:tcPr marL="0" marR="0" marT="27118" marB="0">
                    <a:lnL w="38100">
                      <a:solidFill>
                        <a:srgbClr val="4472C3"/>
                      </a:solidFill>
                      <a:prstDash val="sysDash"/>
                    </a:lnL>
                    <a:lnR w="38100">
                      <a:solidFill>
                        <a:srgbClr val="4472C3"/>
                      </a:solidFill>
                      <a:prstDash val="sysDash"/>
                    </a:lnR>
                    <a:lnT w="12700">
                      <a:solidFill>
                        <a:srgbClr val="4472C3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marR="205104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4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3400">
                        <a:latin typeface="Comic Sans MS"/>
                        <a:cs typeface="Comic Sans MS"/>
                      </a:endParaRPr>
                    </a:p>
                  </a:txBody>
                  <a:tcPr marL="0" marR="0" marT="27118" marB="0">
                    <a:lnL w="38100">
                      <a:solidFill>
                        <a:srgbClr val="4472C3"/>
                      </a:solidFill>
                      <a:prstDash val="sysDash"/>
                    </a:lnL>
                    <a:lnT w="12700">
                      <a:solidFill>
                        <a:srgbClr val="4472C3"/>
                      </a:solidFill>
                      <a:prstDash val="sysDash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2049" y="2092463"/>
            <a:ext cx="3852740" cy="225397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8576" y="1710336"/>
            <a:ext cx="1020742" cy="275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441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5EACFF4-9D31-E871-12D0-D804E3E63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ABBF87C-BFE0-9633-0DFE-2A4B3913E58D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AA81C3F-FFDA-2D32-CD6B-CF7F9560EA2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AB1E227-F600-2485-0AF6-921EC0338AC8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F8971E4A-65EB-41EC-0DFD-250A39EC0F2F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B820FE7C-BD48-36ED-C8E5-D688619F684A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Logic in Computer</a:t>
            </a:r>
          </a:p>
        </p:txBody>
      </p:sp>
    </p:spTree>
    <p:extLst>
      <p:ext uri="{BB962C8B-B14F-4D97-AF65-F5344CB8AC3E}">
        <p14:creationId xmlns:p14="http://schemas.microsoft.com/office/powerpoint/2010/main" val="741055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106E590-5FCE-2847-A647-18449E1EB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F83F80E-6F1F-6676-3961-E6A8264AAAB3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13BD84A-C3FB-F8CF-C20C-5795D1B84F7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8C64507-9846-3D8E-28E4-1D9889BEC078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EFAE4AE-EE3F-10AF-7B9E-9756FFA91520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C03B1687-2282-CF33-EEF2-051F02913DD9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Logic Operators</a:t>
            </a:r>
          </a:p>
        </p:txBody>
      </p:sp>
    </p:spTree>
    <p:extLst>
      <p:ext uri="{BB962C8B-B14F-4D97-AF65-F5344CB8AC3E}">
        <p14:creationId xmlns:p14="http://schemas.microsoft.com/office/powerpoint/2010/main" val="4200420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B8B156A-542A-61B7-39A8-B98266EB7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B2109BE-93E5-47BD-B03E-92681BB5903D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536F5CC-3A04-7B7D-1B08-FB07FABD14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5C6E14E-1685-7A23-7BB7-84D8291F55CB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AA3688D6-F79D-3332-D956-790775B69735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8476E5EB-10CF-0D08-A030-26FC835DD147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“AND” Operators</a:t>
            </a:r>
          </a:p>
        </p:txBody>
      </p:sp>
    </p:spTree>
    <p:extLst>
      <p:ext uri="{BB962C8B-B14F-4D97-AF65-F5344CB8AC3E}">
        <p14:creationId xmlns:p14="http://schemas.microsoft.com/office/powerpoint/2010/main" val="2199549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F3B2A1E-26CA-CE16-21DF-FE73BE663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8F51B7A-47CD-BDE9-E64C-CCB166D68EAC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Relational</a:t>
            </a:r>
            <a:r>
              <a:rPr lang="sv-SE" sz="4000" b="1" spc="-26" dirty="0">
                <a:latin typeface="Comic Sans MS" panose="030F0702030302020204" pitchFamily="66" charset="0"/>
              </a:rPr>
              <a:t> </a:t>
            </a:r>
            <a:r>
              <a:rPr lang="sv-SE" sz="4000" b="1" spc="-13" dirty="0">
                <a:latin typeface="Comic Sans MS" panose="030F0702030302020204" pitchFamily="66" charset="0"/>
              </a:rPr>
              <a:t>Operators</a:t>
            </a:r>
          </a:p>
        </p:txBody>
      </p:sp>
      <p:graphicFrame>
        <p:nvGraphicFramePr>
          <p:cNvPr id="4" name="object 3"/>
          <p:cNvGraphicFramePr>
            <a:graphicFrameLocks noGrp="1"/>
          </p:cNvGraphicFramePr>
          <p:nvPr/>
        </p:nvGraphicFramePr>
        <p:xfrm>
          <a:off x="1846999" y="3341952"/>
          <a:ext cx="9996766" cy="24496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5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8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4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8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4447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b="1" spc="-1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Operator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77470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Computer</a:t>
                      </a:r>
                      <a:r>
                        <a:rPr sz="1900" b="1" spc="13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b="1" spc="-1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Symbol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b="1" spc="-1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Example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91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spc="-1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Operation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3554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R="2470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spc="-1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Results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3554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869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spc="-25" dirty="0">
                          <a:latin typeface="Comic Sans MS"/>
                          <a:cs typeface="Comic Sans MS"/>
                        </a:rPr>
                        <a:t>And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3000" spc="-25" dirty="0">
                          <a:latin typeface="Comic Sans MS"/>
                          <a:cs typeface="Comic Sans MS"/>
                        </a:rPr>
                        <a:t>AND</a:t>
                      </a:r>
                      <a:endParaRPr sz="3000">
                        <a:latin typeface="Comic Sans MS"/>
                        <a:cs typeface="Comic Sans MS"/>
                      </a:endParaRPr>
                    </a:p>
                  </a:txBody>
                  <a:tcPr marL="0" marR="0" marT="32049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True</a:t>
                      </a:r>
                      <a:r>
                        <a:rPr sz="1900" spc="7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AND</a:t>
                      </a:r>
                      <a:r>
                        <a:rPr sz="1900" spc="5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367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403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spc="-25" dirty="0">
                          <a:latin typeface="Comic Sans MS"/>
                          <a:cs typeface="Comic Sans MS"/>
                        </a:rPr>
                        <a:t>Or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559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3000" spc="-25" dirty="0">
                          <a:latin typeface="Comic Sans MS"/>
                          <a:cs typeface="Comic Sans MS"/>
                        </a:rPr>
                        <a:t>OR</a:t>
                      </a:r>
                      <a:endParaRPr sz="3000">
                        <a:latin typeface="Comic Sans MS"/>
                        <a:cs typeface="Comic Sans MS"/>
                      </a:endParaRPr>
                    </a:p>
                  </a:txBody>
                  <a:tcPr marL="0" marR="0" marT="32049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True</a:t>
                      </a:r>
                      <a:r>
                        <a:rPr sz="1900" spc="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OR</a:t>
                      </a:r>
                      <a:r>
                        <a:rPr sz="1900" spc="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20" dirty="0">
                          <a:latin typeface="Comic Sans MS"/>
                          <a:cs typeface="Comic Sans MS"/>
                        </a:rPr>
                        <a:t>False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367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869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spc="-25" dirty="0">
                          <a:latin typeface="Comic Sans MS"/>
                          <a:cs typeface="Comic Sans MS"/>
                        </a:rPr>
                        <a:t>Not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088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540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3000" spc="-25" dirty="0">
                          <a:latin typeface="Comic Sans MS"/>
                          <a:cs typeface="Comic Sans MS"/>
                        </a:rPr>
                        <a:t>NOT</a:t>
                      </a:r>
                      <a:endParaRPr sz="3000">
                        <a:latin typeface="Comic Sans MS"/>
                        <a:cs typeface="Comic Sans MS"/>
                      </a:endParaRPr>
                    </a:p>
                  </a:txBody>
                  <a:tcPr marL="0" marR="0" marT="32049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NOT</a:t>
                      </a:r>
                      <a:r>
                        <a:rPr sz="1900" spc="7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088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431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1900" dirty="0">
                        <a:latin typeface="Comic Sans MS"/>
                        <a:cs typeface="Comic Sans MS"/>
                      </a:endParaRPr>
                    </a:p>
                  </a:txBody>
                  <a:tcPr marL="0" marR="0" marT="41088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4680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6142870-73CB-6131-3E3C-5E6192BD4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71D0C56-757F-4784-EF2D-5AA622217430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Logical</a:t>
            </a:r>
            <a:r>
              <a:rPr lang="sv-SE" sz="4000" b="1" spc="-71" dirty="0">
                <a:latin typeface="Comic Sans MS" panose="030F0702030302020204" pitchFamily="66" charset="0"/>
              </a:rPr>
              <a:t> </a:t>
            </a:r>
            <a:r>
              <a:rPr lang="sv-SE" sz="4000" b="1" spc="-13" dirty="0">
                <a:latin typeface="Comic Sans MS" panose="030F0702030302020204" pitchFamily="66" charset="0"/>
              </a:rPr>
              <a:t>Operators</a:t>
            </a:r>
          </a:p>
        </p:txBody>
      </p:sp>
      <p:sp>
        <p:nvSpPr>
          <p:cNvPr id="2" name="object 3"/>
          <p:cNvSpPr txBox="1"/>
          <p:nvPr/>
        </p:nvSpPr>
        <p:spPr>
          <a:xfrm>
            <a:off x="2164838" y="4060207"/>
            <a:ext cx="2275465" cy="477029"/>
          </a:xfrm>
          <a:prstGeom prst="rect">
            <a:avLst/>
          </a:prstGeom>
        </p:spPr>
        <p:txBody>
          <a:bodyPr vert="horz" wrap="square" lIns="0" tIns="18899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sz="2976" dirty="0">
                <a:latin typeface="Calibri"/>
                <a:cs typeface="Calibri"/>
              </a:rPr>
              <a:t>(5 &gt;</a:t>
            </a:r>
            <a:r>
              <a:rPr sz="2976" spc="-13" dirty="0">
                <a:latin typeface="Calibri"/>
                <a:cs typeface="Calibri"/>
              </a:rPr>
              <a:t> </a:t>
            </a:r>
            <a:r>
              <a:rPr sz="2976" dirty="0">
                <a:latin typeface="Calibri"/>
                <a:cs typeface="Calibri"/>
              </a:rPr>
              <a:t>3)</a:t>
            </a:r>
            <a:r>
              <a:rPr sz="2976" spc="26" dirty="0">
                <a:latin typeface="Calibri"/>
                <a:cs typeface="Calibri"/>
              </a:rPr>
              <a:t> </a:t>
            </a:r>
            <a:r>
              <a:rPr sz="2976" dirty="0">
                <a:latin typeface="Wingdings"/>
                <a:cs typeface="Wingdings"/>
              </a:rPr>
              <a:t></a:t>
            </a:r>
            <a:r>
              <a:rPr sz="2976" spc="-71" dirty="0">
                <a:latin typeface="Times New Roman"/>
                <a:cs typeface="Times New Roman"/>
              </a:rPr>
              <a:t> </a:t>
            </a:r>
            <a:r>
              <a:rPr sz="2976" spc="-26" dirty="0">
                <a:latin typeface="Calibri"/>
                <a:cs typeface="Calibri"/>
              </a:rPr>
              <a:t>True</a:t>
            </a:r>
            <a:endParaRPr sz="2976">
              <a:latin typeface="Calibri"/>
              <a:cs typeface="Calibri"/>
            </a:endParaRPr>
          </a:p>
        </p:txBody>
      </p:sp>
      <p:grpSp>
        <p:nvGrpSpPr>
          <p:cNvPr id="5" name="object 4"/>
          <p:cNvGrpSpPr/>
          <p:nvPr/>
        </p:nvGrpSpPr>
        <p:grpSpPr>
          <a:xfrm>
            <a:off x="4060833" y="3060910"/>
            <a:ext cx="4927301" cy="3187625"/>
            <a:chOff x="2985516" y="2365248"/>
            <a:chExt cx="3807460" cy="2463165"/>
          </a:xfrm>
        </p:grpSpPr>
        <p:pic>
          <p:nvPicPr>
            <p:cNvPr id="6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7224" y="2365248"/>
              <a:ext cx="2383535" cy="2386583"/>
            </a:xfrm>
            <a:prstGeom prst="rect">
              <a:avLst/>
            </a:prstGeom>
          </p:spPr>
        </p:pic>
        <p:sp>
          <p:nvSpPr>
            <p:cNvPr id="7" name="object 6"/>
            <p:cNvSpPr/>
            <p:nvPr/>
          </p:nvSpPr>
          <p:spPr>
            <a:xfrm>
              <a:off x="2985503" y="2647187"/>
              <a:ext cx="3807460" cy="2181225"/>
            </a:xfrm>
            <a:custGeom>
              <a:avLst/>
              <a:gdLst/>
              <a:ahLst/>
              <a:cxnLst/>
              <a:rect l="l" t="t" r="r" b="b"/>
              <a:pathLst>
                <a:path w="3807459" h="2181225">
                  <a:moveTo>
                    <a:pt x="729996" y="118872"/>
                  </a:moveTo>
                  <a:lnTo>
                    <a:pt x="691896" y="59436"/>
                  </a:lnTo>
                  <a:lnTo>
                    <a:pt x="679704" y="51816"/>
                  </a:lnTo>
                  <a:lnTo>
                    <a:pt x="669036" y="44196"/>
                  </a:lnTo>
                  <a:lnTo>
                    <a:pt x="655320" y="38100"/>
                  </a:lnTo>
                  <a:lnTo>
                    <a:pt x="643128" y="32004"/>
                  </a:lnTo>
                  <a:lnTo>
                    <a:pt x="615696" y="19812"/>
                  </a:lnTo>
                  <a:lnTo>
                    <a:pt x="588264" y="10668"/>
                  </a:lnTo>
                  <a:lnTo>
                    <a:pt x="576072" y="4572"/>
                  </a:lnTo>
                  <a:lnTo>
                    <a:pt x="563880" y="0"/>
                  </a:lnTo>
                  <a:lnTo>
                    <a:pt x="562356" y="12192"/>
                  </a:lnTo>
                  <a:lnTo>
                    <a:pt x="562356" y="28956"/>
                  </a:lnTo>
                  <a:lnTo>
                    <a:pt x="568452" y="44196"/>
                  </a:lnTo>
                  <a:lnTo>
                    <a:pt x="583692" y="59436"/>
                  </a:lnTo>
                  <a:lnTo>
                    <a:pt x="606552" y="76200"/>
                  </a:lnTo>
                  <a:lnTo>
                    <a:pt x="611124" y="82296"/>
                  </a:lnTo>
                  <a:lnTo>
                    <a:pt x="615696" y="86868"/>
                  </a:lnTo>
                  <a:lnTo>
                    <a:pt x="618744" y="92964"/>
                  </a:lnTo>
                  <a:lnTo>
                    <a:pt x="586740" y="96012"/>
                  </a:lnTo>
                  <a:lnTo>
                    <a:pt x="522732" y="105156"/>
                  </a:lnTo>
                  <a:lnTo>
                    <a:pt x="460248" y="117348"/>
                  </a:lnTo>
                  <a:lnTo>
                    <a:pt x="368808" y="143256"/>
                  </a:lnTo>
                  <a:lnTo>
                    <a:pt x="310896" y="167640"/>
                  </a:lnTo>
                  <a:lnTo>
                    <a:pt x="256032" y="196596"/>
                  </a:lnTo>
                  <a:lnTo>
                    <a:pt x="204216" y="231648"/>
                  </a:lnTo>
                  <a:lnTo>
                    <a:pt x="155448" y="272796"/>
                  </a:lnTo>
                  <a:lnTo>
                    <a:pt x="111252" y="320040"/>
                  </a:lnTo>
                  <a:lnTo>
                    <a:pt x="71628" y="373380"/>
                  </a:lnTo>
                  <a:lnTo>
                    <a:pt x="36576" y="434340"/>
                  </a:lnTo>
                  <a:lnTo>
                    <a:pt x="22860" y="464820"/>
                  </a:lnTo>
                  <a:lnTo>
                    <a:pt x="16764" y="475488"/>
                  </a:lnTo>
                  <a:lnTo>
                    <a:pt x="7620" y="501396"/>
                  </a:lnTo>
                  <a:lnTo>
                    <a:pt x="4572" y="513588"/>
                  </a:lnTo>
                  <a:lnTo>
                    <a:pt x="1524" y="527304"/>
                  </a:lnTo>
                  <a:lnTo>
                    <a:pt x="0" y="539496"/>
                  </a:lnTo>
                  <a:lnTo>
                    <a:pt x="0" y="553212"/>
                  </a:lnTo>
                  <a:lnTo>
                    <a:pt x="1524" y="565404"/>
                  </a:lnTo>
                  <a:lnTo>
                    <a:pt x="4572" y="577596"/>
                  </a:lnTo>
                  <a:lnTo>
                    <a:pt x="9144" y="588264"/>
                  </a:lnTo>
                  <a:lnTo>
                    <a:pt x="22860" y="589788"/>
                  </a:lnTo>
                  <a:lnTo>
                    <a:pt x="35052" y="551688"/>
                  </a:lnTo>
                  <a:lnTo>
                    <a:pt x="47244" y="515112"/>
                  </a:lnTo>
                  <a:lnTo>
                    <a:pt x="79248" y="448056"/>
                  </a:lnTo>
                  <a:lnTo>
                    <a:pt x="114300" y="388620"/>
                  </a:lnTo>
                  <a:lnTo>
                    <a:pt x="155448" y="335280"/>
                  </a:lnTo>
                  <a:lnTo>
                    <a:pt x="202692" y="288036"/>
                  </a:lnTo>
                  <a:lnTo>
                    <a:pt x="252984" y="249936"/>
                  </a:lnTo>
                  <a:lnTo>
                    <a:pt x="307848" y="217932"/>
                  </a:lnTo>
                  <a:lnTo>
                    <a:pt x="396240" y="182880"/>
                  </a:lnTo>
                  <a:lnTo>
                    <a:pt x="460248" y="169164"/>
                  </a:lnTo>
                  <a:lnTo>
                    <a:pt x="560832" y="160020"/>
                  </a:lnTo>
                  <a:lnTo>
                    <a:pt x="633996" y="163068"/>
                  </a:lnTo>
                  <a:lnTo>
                    <a:pt x="629412" y="170688"/>
                  </a:lnTo>
                  <a:lnTo>
                    <a:pt x="623316" y="178308"/>
                  </a:lnTo>
                  <a:lnTo>
                    <a:pt x="618744" y="184404"/>
                  </a:lnTo>
                  <a:lnTo>
                    <a:pt x="612648" y="190500"/>
                  </a:lnTo>
                  <a:lnTo>
                    <a:pt x="608076" y="196596"/>
                  </a:lnTo>
                  <a:lnTo>
                    <a:pt x="595884" y="205740"/>
                  </a:lnTo>
                  <a:lnTo>
                    <a:pt x="588264" y="210312"/>
                  </a:lnTo>
                  <a:lnTo>
                    <a:pt x="583692" y="214884"/>
                  </a:lnTo>
                  <a:lnTo>
                    <a:pt x="577596" y="219456"/>
                  </a:lnTo>
                  <a:lnTo>
                    <a:pt x="556260" y="262128"/>
                  </a:lnTo>
                  <a:lnTo>
                    <a:pt x="554736" y="274320"/>
                  </a:lnTo>
                  <a:lnTo>
                    <a:pt x="562356" y="277368"/>
                  </a:lnTo>
                  <a:lnTo>
                    <a:pt x="579120" y="277368"/>
                  </a:lnTo>
                  <a:lnTo>
                    <a:pt x="588264" y="274320"/>
                  </a:lnTo>
                  <a:lnTo>
                    <a:pt x="598932" y="269748"/>
                  </a:lnTo>
                  <a:lnTo>
                    <a:pt x="611124" y="265176"/>
                  </a:lnTo>
                  <a:lnTo>
                    <a:pt x="621792" y="257556"/>
                  </a:lnTo>
                  <a:lnTo>
                    <a:pt x="633996" y="249936"/>
                  </a:lnTo>
                  <a:lnTo>
                    <a:pt x="644652" y="240792"/>
                  </a:lnTo>
                  <a:lnTo>
                    <a:pt x="669036" y="222504"/>
                  </a:lnTo>
                  <a:lnTo>
                    <a:pt x="678180" y="211836"/>
                  </a:lnTo>
                  <a:lnTo>
                    <a:pt x="688848" y="201168"/>
                  </a:lnTo>
                  <a:lnTo>
                    <a:pt x="697992" y="188976"/>
                  </a:lnTo>
                  <a:lnTo>
                    <a:pt x="707136" y="178308"/>
                  </a:lnTo>
                  <a:lnTo>
                    <a:pt x="714756" y="167640"/>
                  </a:lnTo>
                  <a:lnTo>
                    <a:pt x="720852" y="156972"/>
                  </a:lnTo>
                  <a:lnTo>
                    <a:pt x="725424" y="147828"/>
                  </a:lnTo>
                  <a:lnTo>
                    <a:pt x="728472" y="138684"/>
                  </a:lnTo>
                  <a:lnTo>
                    <a:pt x="729996" y="131064"/>
                  </a:lnTo>
                  <a:lnTo>
                    <a:pt x="729996" y="118872"/>
                  </a:lnTo>
                  <a:close/>
                </a:path>
                <a:path w="3807459" h="2181225">
                  <a:moveTo>
                    <a:pt x="3806964" y="2129040"/>
                  </a:moveTo>
                  <a:lnTo>
                    <a:pt x="3805440" y="2116848"/>
                  </a:lnTo>
                  <a:lnTo>
                    <a:pt x="3802392" y="2104656"/>
                  </a:lnTo>
                  <a:lnTo>
                    <a:pt x="3799344" y="2090940"/>
                  </a:lnTo>
                  <a:lnTo>
                    <a:pt x="3785628" y="2054364"/>
                  </a:lnTo>
                  <a:lnTo>
                    <a:pt x="3779532" y="2043696"/>
                  </a:lnTo>
                  <a:lnTo>
                    <a:pt x="3770388" y="2025408"/>
                  </a:lnTo>
                  <a:lnTo>
                    <a:pt x="3736860" y="1964448"/>
                  </a:lnTo>
                  <a:lnTo>
                    <a:pt x="3695712" y="1909584"/>
                  </a:lnTo>
                  <a:lnTo>
                    <a:pt x="3651516" y="1862340"/>
                  </a:lnTo>
                  <a:lnTo>
                    <a:pt x="3602748" y="1822716"/>
                  </a:lnTo>
                  <a:lnTo>
                    <a:pt x="3578364" y="1802904"/>
                  </a:lnTo>
                  <a:lnTo>
                    <a:pt x="3550932" y="1787664"/>
                  </a:lnTo>
                  <a:lnTo>
                    <a:pt x="3523500" y="1770900"/>
                  </a:lnTo>
                  <a:lnTo>
                    <a:pt x="3496068" y="1757184"/>
                  </a:lnTo>
                  <a:lnTo>
                    <a:pt x="3438156" y="1734324"/>
                  </a:lnTo>
                  <a:lnTo>
                    <a:pt x="3377196" y="1714512"/>
                  </a:lnTo>
                  <a:lnTo>
                    <a:pt x="3346716" y="1708416"/>
                  </a:lnTo>
                  <a:lnTo>
                    <a:pt x="3316236" y="1700796"/>
                  </a:lnTo>
                  <a:lnTo>
                    <a:pt x="3284232" y="1694700"/>
                  </a:lnTo>
                  <a:lnTo>
                    <a:pt x="3252228" y="1690128"/>
                  </a:lnTo>
                  <a:lnTo>
                    <a:pt x="3188220" y="1684032"/>
                  </a:lnTo>
                  <a:lnTo>
                    <a:pt x="3191268" y="1677936"/>
                  </a:lnTo>
                  <a:lnTo>
                    <a:pt x="3195840" y="1671840"/>
                  </a:lnTo>
                  <a:lnTo>
                    <a:pt x="3200412" y="1667268"/>
                  </a:lnTo>
                  <a:lnTo>
                    <a:pt x="3206508" y="1662696"/>
                  </a:lnTo>
                  <a:lnTo>
                    <a:pt x="3223272" y="1648980"/>
                  </a:lnTo>
                  <a:lnTo>
                    <a:pt x="3246132" y="1612404"/>
                  </a:lnTo>
                  <a:lnTo>
                    <a:pt x="3244608" y="1601736"/>
                  </a:lnTo>
                  <a:lnTo>
                    <a:pt x="3244608" y="1591068"/>
                  </a:lnTo>
                  <a:lnTo>
                    <a:pt x="3232416" y="1595640"/>
                  </a:lnTo>
                  <a:lnTo>
                    <a:pt x="3204984" y="1604784"/>
                  </a:lnTo>
                  <a:lnTo>
                    <a:pt x="3177552" y="1616976"/>
                  </a:lnTo>
                  <a:lnTo>
                    <a:pt x="3115068" y="1650504"/>
                  </a:lnTo>
                  <a:lnTo>
                    <a:pt x="3083064" y="1687080"/>
                  </a:lnTo>
                  <a:lnTo>
                    <a:pt x="3076968" y="1708416"/>
                  </a:lnTo>
                  <a:lnTo>
                    <a:pt x="3076968" y="1720608"/>
                  </a:lnTo>
                  <a:lnTo>
                    <a:pt x="3092208" y="1758708"/>
                  </a:lnTo>
                  <a:lnTo>
                    <a:pt x="3118116" y="1790712"/>
                  </a:lnTo>
                  <a:lnTo>
                    <a:pt x="3128784" y="1801380"/>
                  </a:lnTo>
                  <a:lnTo>
                    <a:pt x="3137928" y="1812048"/>
                  </a:lnTo>
                  <a:lnTo>
                    <a:pt x="3150120" y="1822716"/>
                  </a:lnTo>
                  <a:lnTo>
                    <a:pt x="3162312" y="1831860"/>
                  </a:lnTo>
                  <a:lnTo>
                    <a:pt x="3172980" y="1841004"/>
                  </a:lnTo>
                  <a:lnTo>
                    <a:pt x="3185172" y="1848624"/>
                  </a:lnTo>
                  <a:lnTo>
                    <a:pt x="3197364" y="1854720"/>
                  </a:lnTo>
                  <a:lnTo>
                    <a:pt x="3208032" y="1860816"/>
                  </a:lnTo>
                  <a:lnTo>
                    <a:pt x="3218700" y="1865388"/>
                  </a:lnTo>
                  <a:lnTo>
                    <a:pt x="3227844" y="1868436"/>
                  </a:lnTo>
                  <a:lnTo>
                    <a:pt x="3246132" y="1868436"/>
                  </a:lnTo>
                  <a:lnTo>
                    <a:pt x="3252228" y="1865388"/>
                  </a:lnTo>
                  <a:lnTo>
                    <a:pt x="3250704" y="1851672"/>
                  </a:lnTo>
                  <a:lnTo>
                    <a:pt x="3235464" y="1816620"/>
                  </a:lnTo>
                  <a:lnTo>
                    <a:pt x="3229368" y="1810524"/>
                  </a:lnTo>
                  <a:lnTo>
                    <a:pt x="3224796" y="1804428"/>
                  </a:lnTo>
                  <a:lnTo>
                    <a:pt x="3212604" y="1795284"/>
                  </a:lnTo>
                  <a:lnTo>
                    <a:pt x="3204984" y="1790712"/>
                  </a:lnTo>
                  <a:lnTo>
                    <a:pt x="3200412" y="1786140"/>
                  </a:lnTo>
                  <a:lnTo>
                    <a:pt x="3174504" y="1752612"/>
                  </a:lnTo>
                  <a:lnTo>
                    <a:pt x="3209556" y="1751088"/>
                  </a:lnTo>
                  <a:lnTo>
                    <a:pt x="3246132" y="1751088"/>
                  </a:lnTo>
                  <a:lnTo>
                    <a:pt x="3313188" y="1754136"/>
                  </a:lnTo>
                  <a:lnTo>
                    <a:pt x="3380244" y="1766328"/>
                  </a:lnTo>
                  <a:lnTo>
                    <a:pt x="3441204" y="1783092"/>
                  </a:lnTo>
                  <a:lnTo>
                    <a:pt x="3499116" y="1807476"/>
                  </a:lnTo>
                  <a:lnTo>
                    <a:pt x="3528072" y="1824240"/>
                  </a:lnTo>
                  <a:lnTo>
                    <a:pt x="3555504" y="1839480"/>
                  </a:lnTo>
                  <a:lnTo>
                    <a:pt x="3579888" y="1859292"/>
                  </a:lnTo>
                  <a:lnTo>
                    <a:pt x="3605796" y="1879104"/>
                  </a:lnTo>
                  <a:lnTo>
                    <a:pt x="3651516" y="1924824"/>
                  </a:lnTo>
                  <a:lnTo>
                    <a:pt x="3692664" y="1978164"/>
                  </a:lnTo>
                  <a:lnTo>
                    <a:pt x="3729240" y="2039124"/>
                  </a:lnTo>
                  <a:lnTo>
                    <a:pt x="3759720" y="2106180"/>
                  </a:lnTo>
                  <a:lnTo>
                    <a:pt x="3773436" y="2142756"/>
                  </a:lnTo>
                  <a:lnTo>
                    <a:pt x="3785628" y="2180856"/>
                  </a:lnTo>
                  <a:lnTo>
                    <a:pt x="3797820" y="2177808"/>
                  </a:lnTo>
                  <a:lnTo>
                    <a:pt x="3802392" y="2167140"/>
                  </a:lnTo>
                  <a:lnTo>
                    <a:pt x="3805440" y="2154948"/>
                  </a:lnTo>
                  <a:lnTo>
                    <a:pt x="3806964" y="2142756"/>
                  </a:lnTo>
                  <a:lnTo>
                    <a:pt x="3806964" y="2129040"/>
                  </a:lnTo>
                  <a:close/>
                </a:path>
              </a:pathLst>
            </a:custGeom>
            <a:solidFill>
              <a:srgbClr val="8EAADB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8" name="object 7"/>
          <p:cNvSpPr txBox="1"/>
          <p:nvPr/>
        </p:nvSpPr>
        <p:spPr>
          <a:xfrm>
            <a:off x="1539607" y="6246584"/>
            <a:ext cx="8601411" cy="1084113"/>
          </a:xfrm>
          <a:prstGeom prst="rect">
            <a:avLst/>
          </a:prstGeom>
        </p:spPr>
        <p:txBody>
          <a:bodyPr vert="horz" wrap="square" lIns="0" tIns="90394" rIns="0" bIns="0" rtlCol="0">
            <a:spAutoFit/>
          </a:bodyPr>
          <a:lstStyle/>
          <a:p>
            <a:pPr marL="6256009" defTabSz="1183325">
              <a:spcBef>
                <a:spcPts val="712"/>
              </a:spcBef>
            </a:pPr>
            <a:r>
              <a:rPr sz="2976" dirty="0">
                <a:latin typeface="Calibri"/>
                <a:cs typeface="Calibri"/>
              </a:rPr>
              <a:t>(5 &gt;</a:t>
            </a:r>
            <a:r>
              <a:rPr sz="2976" spc="-6" dirty="0">
                <a:latin typeface="Calibri"/>
                <a:cs typeface="Calibri"/>
              </a:rPr>
              <a:t> </a:t>
            </a:r>
            <a:r>
              <a:rPr sz="2976" dirty="0">
                <a:latin typeface="Calibri"/>
                <a:cs typeface="Calibri"/>
              </a:rPr>
              <a:t>7)</a:t>
            </a:r>
            <a:r>
              <a:rPr sz="2976" spc="6" dirty="0">
                <a:latin typeface="Calibri"/>
                <a:cs typeface="Calibri"/>
              </a:rPr>
              <a:t> </a:t>
            </a:r>
            <a:r>
              <a:rPr sz="2976" dirty="0">
                <a:latin typeface="Wingdings"/>
                <a:cs typeface="Wingdings"/>
              </a:rPr>
              <a:t></a:t>
            </a:r>
            <a:r>
              <a:rPr sz="2976" spc="-71" dirty="0">
                <a:latin typeface="Times New Roman"/>
                <a:cs typeface="Times New Roman"/>
              </a:rPr>
              <a:t> </a:t>
            </a:r>
            <a:r>
              <a:rPr sz="2976" spc="-26" dirty="0">
                <a:latin typeface="Calibri"/>
                <a:cs typeface="Calibri"/>
              </a:rPr>
              <a:t>False</a:t>
            </a:r>
            <a:endParaRPr sz="2976">
              <a:latin typeface="Calibri"/>
              <a:cs typeface="Calibri"/>
            </a:endParaRPr>
          </a:p>
          <a:p>
            <a:pPr marL="16435" defTabSz="1183325">
              <a:spcBef>
                <a:spcPts val="594"/>
              </a:spcBef>
              <a:tabLst>
                <a:tab pos="2887642" algn="l"/>
              </a:tabLst>
            </a:pPr>
            <a:r>
              <a:rPr sz="2976" dirty="0">
                <a:latin typeface="Calibri"/>
                <a:cs typeface="Calibri"/>
              </a:rPr>
              <a:t>(5</a:t>
            </a:r>
            <a:r>
              <a:rPr sz="2976" spc="6" dirty="0">
                <a:latin typeface="Calibri"/>
                <a:cs typeface="Calibri"/>
              </a:rPr>
              <a:t> </a:t>
            </a:r>
            <a:r>
              <a:rPr sz="2976" dirty="0">
                <a:latin typeface="Calibri"/>
                <a:cs typeface="Calibri"/>
              </a:rPr>
              <a:t>&gt; 3)</a:t>
            </a:r>
            <a:r>
              <a:rPr sz="2976" spc="19" dirty="0">
                <a:latin typeface="Calibri"/>
                <a:cs typeface="Calibri"/>
              </a:rPr>
              <a:t> </a:t>
            </a:r>
            <a:r>
              <a:rPr sz="2976" dirty="0">
                <a:latin typeface="Calibri"/>
                <a:cs typeface="Calibri"/>
              </a:rPr>
              <a:t>AND</a:t>
            </a:r>
            <a:r>
              <a:rPr sz="2976" spc="13" dirty="0">
                <a:latin typeface="Calibri"/>
                <a:cs typeface="Calibri"/>
              </a:rPr>
              <a:t> </a:t>
            </a:r>
            <a:r>
              <a:rPr sz="2976" spc="-26" dirty="0">
                <a:latin typeface="Calibri"/>
                <a:cs typeface="Calibri"/>
              </a:rPr>
              <a:t>(5&gt;7)</a:t>
            </a:r>
            <a:r>
              <a:rPr sz="2976" dirty="0">
                <a:latin typeface="Calibri"/>
                <a:cs typeface="Calibri"/>
              </a:rPr>
              <a:t>	</a:t>
            </a:r>
            <a:r>
              <a:rPr sz="2976" dirty="0">
                <a:latin typeface="Wingdings"/>
                <a:cs typeface="Wingdings"/>
              </a:rPr>
              <a:t></a:t>
            </a:r>
            <a:r>
              <a:rPr sz="2976" spc="-78" dirty="0">
                <a:latin typeface="Times New Roman"/>
                <a:cs typeface="Times New Roman"/>
              </a:rPr>
              <a:t> </a:t>
            </a:r>
            <a:r>
              <a:rPr sz="2976" spc="-26" dirty="0">
                <a:latin typeface="Calibri"/>
                <a:cs typeface="Calibri"/>
              </a:rPr>
              <a:t>False</a:t>
            </a:r>
            <a:endParaRPr sz="2976">
              <a:latin typeface="Calibri"/>
              <a:cs typeface="Calibri"/>
            </a:endParaRPr>
          </a:p>
        </p:txBody>
      </p:sp>
      <p:sp>
        <p:nvSpPr>
          <p:cNvPr id="9" name="object 8"/>
          <p:cNvSpPr txBox="1"/>
          <p:nvPr/>
        </p:nvSpPr>
        <p:spPr>
          <a:xfrm>
            <a:off x="1685507" y="7341928"/>
            <a:ext cx="717401" cy="477029"/>
          </a:xfrm>
          <a:prstGeom prst="rect">
            <a:avLst/>
          </a:prstGeom>
        </p:spPr>
        <p:txBody>
          <a:bodyPr vert="horz" wrap="square" lIns="0" tIns="18899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sz="2976" spc="-32" dirty="0">
                <a:latin typeface="Calibri"/>
                <a:cs typeface="Calibri"/>
              </a:rPr>
              <a:t>True</a:t>
            </a:r>
            <a:endParaRPr sz="2976">
              <a:latin typeface="Calibri"/>
              <a:cs typeface="Calibri"/>
            </a:endParaRPr>
          </a:p>
        </p:txBody>
      </p:sp>
      <p:sp>
        <p:nvSpPr>
          <p:cNvPr id="10" name="object 9"/>
          <p:cNvSpPr txBox="1"/>
          <p:nvPr/>
        </p:nvSpPr>
        <p:spPr>
          <a:xfrm>
            <a:off x="3431100" y="7371479"/>
            <a:ext cx="805329" cy="477029"/>
          </a:xfrm>
          <a:prstGeom prst="rect">
            <a:avLst/>
          </a:prstGeom>
        </p:spPr>
        <p:txBody>
          <a:bodyPr vert="horz" wrap="square" lIns="0" tIns="18899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sz="2976" spc="-13" dirty="0">
                <a:latin typeface="Calibri"/>
                <a:cs typeface="Calibri"/>
              </a:rPr>
              <a:t>False</a:t>
            </a:r>
            <a:endParaRPr sz="2976">
              <a:latin typeface="Calibri"/>
              <a:cs typeface="Calibri"/>
            </a:endParaRPr>
          </a:p>
        </p:txBody>
      </p:sp>
      <p:sp>
        <p:nvSpPr>
          <p:cNvPr id="11" name="object 10"/>
          <p:cNvSpPr/>
          <p:nvPr/>
        </p:nvSpPr>
        <p:spPr>
          <a:xfrm>
            <a:off x="3979970" y="4632781"/>
            <a:ext cx="294190" cy="442109"/>
          </a:xfrm>
          <a:custGeom>
            <a:avLst/>
            <a:gdLst/>
            <a:ahLst/>
            <a:cxnLst/>
            <a:rect l="l" t="t" r="r" b="b"/>
            <a:pathLst>
              <a:path w="227330" h="341629">
                <a:moveTo>
                  <a:pt x="135636" y="341376"/>
                </a:moveTo>
                <a:lnTo>
                  <a:pt x="123444" y="341376"/>
                </a:lnTo>
                <a:lnTo>
                  <a:pt x="114300" y="339852"/>
                </a:lnTo>
                <a:lnTo>
                  <a:pt x="105156" y="335280"/>
                </a:lnTo>
                <a:lnTo>
                  <a:pt x="97536" y="330708"/>
                </a:lnTo>
                <a:lnTo>
                  <a:pt x="88392" y="323087"/>
                </a:lnTo>
                <a:lnTo>
                  <a:pt x="80772" y="316991"/>
                </a:lnTo>
                <a:lnTo>
                  <a:pt x="65532" y="301752"/>
                </a:lnTo>
                <a:lnTo>
                  <a:pt x="56388" y="295656"/>
                </a:lnTo>
                <a:lnTo>
                  <a:pt x="44196" y="289559"/>
                </a:lnTo>
                <a:lnTo>
                  <a:pt x="19812" y="278892"/>
                </a:lnTo>
                <a:lnTo>
                  <a:pt x="9144" y="272795"/>
                </a:lnTo>
                <a:lnTo>
                  <a:pt x="3048" y="268224"/>
                </a:lnTo>
                <a:lnTo>
                  <a:pt x="0" y="260604"/>
                </a:lnTo>
                <a:lnTo>
                  <a:pt x="0" y="256031"/>
                </a:lnTo>
                <a:lnTo>
                  <a:pt x="1524" y="256031"/>
                </a:lnTo>
                <a:lnTo>
                  <a:pt x="4572" y="254507"/>
                </a:lnTo>
                <a:lnTo>
                  <a:pt x="16764" y="256031"/>
                </a:lnTo>
                <a:lnTo>
                  <a:pt x="19812" y="256031"/>
                </a:lnTo>
                <a:lnTo>
                  <a:pt x="22860" y="249936"/>
                </a:lnTo>
                <a:lnTo>
                  <a:pt x="21336" y="246888"/>
                </a:lnTo>
                <a:lnTo>
                  <a:pt x="18288" y="245364"/>
                </a:lnTo>
                <a:lnTo>
                  <a:pt x="10668" y="245364"/>
                </a:lnTo>
                <a:lnTo>
                  <a:pt x="7620" y="243840"/>
                </a:lnTo>
                <a:lnTo>
                  <a:pt x="6096" y="242316"/>
                </a:lnTo>
                <a:lnTo>
                  <a:pt x="7620" y="237743"/>
                </a:lnTo>
                <a:lnTo>
                  <a:pt x="18288" y="233172"/>
                </a:lnTo>
                <a:lnTo>
                  <a:pt x="35052" y="230124"/>
                </a:lnTo>
                <a:lnTo>
                  <a:pt x="53340" y="228600"/>
                </a:lnTo>
                <a:lnTo>
                  <a:pt x="80772" y="256031"/>
                </a:lnTo>
                <a:lnTo>
                  <a:pt x="89916" y="260604"/>
                </a:lnTo>
                <a:lnTo>
                  <a:pt x="92964" y="225551"/>
                </a:lnTo>
                <a:lnTo>
                  <a:pt x="91440" y="192024"/>
                </a:lnTo>
                <a:lnTo>
                  <a:pt x="85344" y="91439"/>
                </a:lnTo>
                <a:lnTo>
                  <a:pt x="86868" y="59436"/>
                </a:lnTo>
                <a:lnTo>
                  <a:pt x="89916" y="30480"/>
                </a:lnTo>
                <a:lnTo>
                  <a:pt x="97536" y="1524"/>
                </a:lnTo>
                <a:lnTo>
                  <a:pt x="109728" y="0"/>
                </a:lnTo>
                <a:lnTo>
                  <a:pt x="118872" y="0"/>
                </a:lnTo>
                <a:lnTo>
                  <a:pt x="128016" y="1524"/>
                </a:lnTo>
                <a:lnTo>
                  <a:pt x="141732" y="6096"/>
                </a:lnTo>
                <a:lnTo>
                  <a:pt x="147828" y="9144"/>
                </a:lnTo>
                <a:lnTo>
                  <a:pt x="147828" y="39624"/>
                </a:lnTo>
                <a:lnTo>
                  <a:pt x="144780" y="70104"/>
                </a:lnTo>
                <a:lnTo>
                  <a:pt x="141732" y="135636"/>
                </a:lnTo>
                <a:lnTo>
                  <a:pt x="143256" y="166116"/>
                </a:lnTo>
                <a:lnTo>
                  <a:pt x="146304" y="198119"/>
                </a:lnTo>
                <a:lnTo>
                  <a:pt x="152400" y="227076"/>
                </a:lnTo>
                <a:lnTo>
                  <a:pt x="185928" y="190500"/>
                </a:lnTo>
                <a:lnTo>
                  <a:pt x="201168" y="193548"/>
                </a:lnTo>
                <a:lnTo>
                  <a:pt x="213360" y="196595"/>
                </a:lnTo>
                <a:lnTo>
                  <a:pt x="220980" y="201168"/>
                </a:lnTo>
                <a:lnTo>
                  <a:pt x="225552" y="207264"/>
                </a:lnTo>
                <a:lnTo>
                  <a:pt x="227076" y="213359"/>
                </a:lnTo>
                <a:lnTo>
                  <a:pt x="225552" y="222504"/>
                </a:lnTo>
                <a:lnTo>
                  <a:pt x="222504" y="231648"/>
                </a:lnTo>
                <a:lnTo>
                  <a:pt x="216408" y="240792"/>
                </a:lnTo>
                <a:lnTo>
                  <a:pt x="202692" y="260604"/>
                </a:lnTo>
                <a:lnTo>
                  <a:pt x="193548" y="271272"/>
                </a:lnTo>
                <a:lnTo>
                  <a:pt x="187452" y="281940"/>
                </a:lnTo>
                <a:lnTo>
                  <a:pt x="178308" y="292607"/>
                </a:lnTo>
                <a:lnTo>
                  <a:pt x="172212" y="303276"/>
                </a:lnTo>
                <a:lnTo>
                  <a:pt x="167640" y="313943"/>
                </a:lnTo>
                <a:lnTo>
                  <a:pt x="164592" y="324612"/>
                </a:lnTo>
                <a:lnTo>
                  <a:pt x="161544" y="333756"/>
                </a:lnTo>
                <a:lnTo>
                  <a:pt x="147828" y="339852"/>
                </a:lnTo>
                <a:lnTo>
                  <a:pt x="135636" y="341376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2" name="object 11"/>
          <p:cNvSpPr txBox="1"/>
          <p:nvPr/>
        </p:nvSpPr>
        <p:spPr>
          <a:xfrm>
            <a:off x="4046294" y="5123137"/>
            <a:ext cx="225985" cy="477029"/>
          </a:xfrm>
          <a:prstGeom prst="rect">
            <a:avLst/>
          </a:prstGeom>
        </p:spPr>
        <p:txBody>
          <a:bodyPr vert="horz" wrap="square" lIns="0" tIns="18899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sz="2976" spc="-65" dirty="0">
                <a:latin typeface="Calibri"/>
                <a:cs typeface="Calibri"/>
              </a:rPr>
              <a:t>1</a:t>
            </a:r>
            <a:endParaRPr sz="2976">
              <a:latin typeface="Calibri"/>
              <a:cs typeface="Calibri"/>
            </a:endParaRPr>
          </a:p>
        </p:txBody>
      </p:sp>
      <p:sp>
        <p:nvSpPr>
          <p:cNvPr id="13" name="object 12"/>
          <p:cNvSpPr/>
          <p:nvPr/>
        </p:nvSpPr>
        <p:spPr>
          <a:xfrm>
            <a:off x="9561397" y="6843655"/>
            <a:ext cx="295835" cy="443753"/>
          </a:xfrm>
          <a:custGeom>
            <a:avLst/>
            <a:gdLst/>
            <a:ahLst/>
            <a:cxnLst/>
            <a:rect l="l" t="t" r="r" b="b"/>
            <a:pathLst>
              <a:path w="228600" h="342900">
                <a:moveTo>
                  <a:pt x="137159" y="342900"/>
                </a:moveTo>
                <a:lnTo>
                  <a:pt x="124967" y="342900"/>
                </a:lnTo>
                <a:lnTo>
                  <a:pt x="106679" y="336804"/>
                </a:lnTo>
                <a:lnTo>
                  <a:pt x="99059" y="330708"/>
                </a:lnTo>
                <a:lnTo>
                  <a:pt x="89915" y="324612"/>
                </a:lnTo>
                <a:lnTo>
                  <a:pt x="82295" y="316991"/>
                </a:lnTo>
                <a:lnTo>
                  <a:pt x="74675" y="310895"/>
                </a:lnTo>
                <a:lnTo>
                  <a:pt x="67055" y="303276"/>
                </a:lnTo>
                <a:lnTo>
                  <a:pt x="57911" y="297180"/>
                </a:lnTo>
                <a:lnTo>
                  <a:pt x="45719" y="289559"/>
                </a:lnTo>
                <a:lnTo>
                  <a:pt x="32003" y="284988"/>
                </a:lnTo>
                <a:lnTo>
                  <a:pt x="21335" y="278892"/>
                </a:lnTo>
                <a:lnTo>
                  <a:pt x="10667" y="274319"/>
                </a:lnTo>
                <a:lnTo>
                  <a:pt x="4571" y="268224"/>
                </a:lnTo>
                <a:lnTo>
                  <a:pt x="1523" y="260604"/>
                </a:lnTo>
                <a:lnTo>
                  <a:pt x="0" y="257556"/>
                </a:lnTo>
                <a:lnTo>
                  <a:pt x="3047" y="256031"/>
                </a:lnTo>
                <a:lnTo>
                  <a:pt x="6095" y="256031"/>
                </a:lnTo>
                <a:lnTo>
                  <a:pt x="18287" y="257556"/>
                </a:lnTo>
                <a:lnTo>
                  <a:pt x="21335" y="257556"/>
                </a:lnTo>
                <a:lnTo>
                  <a:pt x="22859" y="254507"/>
                </a:lnTo>
                <a:lnTo>
                  <a:pt x="24383" y="249936"/>
                </a:lnTo>
                <a:lnTo>
                  <a:pt x="22859" y="248411"/>
                </a:lnTo>
                <a:lnTo>
                  <a:pt x="19811" y="246888"/>
                </a:lnTo>
                <a:lnTo>
                  <a:pt x="12191" y="245364"/>
                </a:lnTo>
                <a:lnTo>
                  <a:pt x="9143" y="245364"/>
                </a:lnTo>
                <a:lnTo>
                  <a:pt x="7619" y="242316"/>
                </a:lnTo>
                <a:lnTo>
                  <a:pt x="7619" y="237743"/>
                </a:lnTo>
                <a:lnTo>
                  <a:pt x="19811" y="234695"/>
                </a:lnTo>
                <a:lnTo>
                  <a:pt x="35051" y="231648"/>
                </a:lnTo>
                <a:lnTo>
                  <a:pt x="53339" y="230124"/>
                </a:lnTo>
                <a:lnTo>
                  <a:pt x="62483" y="236219"/>
                </a:lnTo>
                <a:lnTo>
                  <a:pt x="68579" y="242316"/>
                </a:lnTo>
                <a:lnTo>
                  <a:pt x="74675" y="249936"/>
                </a:lnTo>
                <a:lnTo>
                  <a:pt x="82295" y="256031"/>
                </a:lnTo>
                <a:lnTo>
                  <a:pt x="91439" y="260604"/>
                </a:lnTo>
                <a:lnTo>
                  <a:pt x="94487" y="227076"/>
                </a:lnTo>
                <a:lnTo>
                  <a:pt x="92963" y="192024"/>
                </a:lnTo>
                <a:lnTo>
                  <a:pt x="86867" y="92964"/>
                </a:lnTo>
                <a:lnTo>
                  <a:pt x="88391" y="60960"/>
                </a:lnTo>
                <a:lnTo>
                  <a:pt x="91439" y="30480"/>
                </a:lnTo>
                <a:lnTo>
                  <a:pt x="99059" y="1524"/>
                </a:lnTo>
                <a:lnTo>
                  <a:pt x="111251" y="0"/>
                </a:lnTo>
                <a:lnTo>
                  <a:pt x="120395" y="1524"/>
                </a:lnTo>
                <a:lnTo>
                  <a:pt x="128015" y="1524"/>
                </a:lnTo>
                <a:lnTo>
                  <a:pt x="143255" y="7620"/>
                </a:lnTo>
                <a:lnTo>
                  <a:pt x="149351" y="9144"/>
                </a:lnTo>
                <a:lnTo>
                  <a:pt x="146303" y="70104"/>
                </a:lnTo>
                <a:lnTo>
                  <a:pt x="143255" y="135636"/>
                </a:lnTo>
                <a:lnTo>
                  <a:pt x="144779" y="167640"/>
                </a:lnTo>
                <a:lnTo>
                  <a:pt x="147827" y="198119"/>
                </a:lnTo>
                <a:lnTo>
                  <a:pt x="153923" y="227076"/>
                </a:lnTo>
                <a:lnTo>
                  <a:pt x="187451" y="192024"/>
                </a:lnTo>
                <a:lnTo>
                  <a:pt x="202691" y="193548"/>
                </a:lnTo>
                <a:lnTo>
                  <a:pt x="214883" y="196595"/>
                </a:lnTo>
                <a:lnTo>
                  <a:pt x="222503" y="201168"/>
                </a:lnTo>
                <a:lnTo>
                  <a:pt x="227075" y="207264"/>
                </a:lnTo>
                <a:lnTo>
                  <a:pt x="228599" y="214883"/>
                </a:lnTo>
                <a:lnTo>
                  <a:pt x="227075" y="222504"/>
                </a:lnTo>
                <a:lnTo>
                  <a:pt x="224027" y="231648"/>
                </a:lnTo>
                <a:lnTo>
                  <a:pt x="217931" y="240792"/>
                </a:lnTo>
                <a:lnTo>
                  <a:pt x="204215" y="260604"/>
                </a:lnTo>
                <a:lnTo>
                  <a:pt x="195071" y="271272"/>
                </a:lnTo>
                <a:lnTo>
                  <a:pt x="187451" y="281940"/>
                </a:lnTo>
                <a:lnTo>
                  <a:pt x="179831" y="294131"/>
                </a:lnTo>
                <a:lnTo>
                  <a:pt x="167639" y="315467"/>
                </a:lnTo>
                <a:lnTo>
                  <a:pt x="164591" y="324612"/>
                </a:lnTo>
                <a:lnTo>
                  <a:pt x="163067" y="335280"/>
                </a:lnTo>
                <a:lnTo>
                  <a:pt x="149351" y="341376"/>
                </a:lnTo>
                <a:lnTo>
                  <a:pt x="137159" y="342900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4" name="object 13"/>
          <p:cNvSpPr txBox="1"/>
          <p:nvPr/>
        </p:nvSpPr>
        <p:spPr>
          <a:xfrm>
            <a:off x="9629700" y="7298623"/>
            <a:ext cx="225985" cy="477029"/>
          </a:xfrm>
          <a:prstGeom prst="rect">
            <a:avLst/>
          </a:prstGeom>
        </p:spPr>
        <p:txBody>
          <a:bodyPr vert="horz" wrap="square" lIns="0" tIns="18899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sz="2976" spc="-65" dirty="0">
                <a:latin typeface="Calibri"/>
                <a:cs typeface="Calibri"/>
              </a:rPr>
              <a:t>0</a:t>
            </a:r>
            <a:endParaRPr sz="2976">
              <a:latin typeface="Calibri"/>
              <a:cs typeface="Calibri"/>
            </a:endParaRPr>
          </a:p>
        </p:txBody>
      </p:sp>
      <p:sp>
        <p:nvSpPr>
          <p:cNvPr id="15" name="object 14"/>
          <p:cNvSpPr txBox="1"/>
          <p:nvPr/>
        </p:nvSpPr>
        <p:spPr>
          <a:xfrm>
            <a:off x="9335856" y="3847212"/>
            <a:ext cx="1488216" cy="933317"/>
          </a:xfrm>
          <a:prstGeom prst="rect">
            <a:avLst/>
          </a:prstGeom>
        </p:spPr>
        <p:txBody>
          <a:bodyPr vert="horz" wrap="square" lIns="0" tIns="17257" rIns="0" bIns="0" rtlCol="0">
            <a:spAutoFit/>
          </a:bodyPr>
          <a:lstStyle/>
          <a:p>
            <a:pPr marL="16435" marR="6574" defTabSz="1183325">
              <a:lnSpc>
                <a:spcPct val="100400"/>
              </a:lnSpc>
              <a:spcBef>
                <a:spcPts val="136"/>
              </a:spcBef>
            </a:pPr>
            <a:r>
              <a:rPr sz="2976" spc="-26" dirty="0">
                <a:latin typeface="Calibri"/>
                <a:cs typeface="Calibri"/>
              </a:rPr>
              <a:t>True</a:t>
            </a:r>
            <a:r>
              <a:rPr sz="2976" spc="-78" dirty="0">
                <a:latin typeface="Calibri"/>
                <a:cs typeface="Calibri"/>
              </a:rPr>
              <a:t> </a:t>
            </a:r>
            <a:r>
              <a:rPr sz="2976" dirty="0">
                <a:latin typeface="Wingdings"/>
                <a:cs typeface="Wingdings"/>
              </a:rPr>
              <a:t></a:t>
            </a:r>
            <a:r>
              <a:rPr sz="2976" spc="-110" dirty="0">
                <a:latin typeface="Times New Roman"/>
                <a:cs typeface="Times New Roman"/>
              </a:rPr>
              <a:t> </a:t>
            </a:r>
            <a:r>
              <a:rPr sz="2976" spc="-65" dirty="0">
                <a:latin typeface="Calibri"/>
                <a:cs typeface="Calibri"/>
              </a:rPr>
              <a:t>1 </a:t>
            </a:r>
            <a:r>
              <a:rPr sz="2976" dirty="0">
                <a:latin typeface="Calibri"/>
                <a:cs typeface="Calibri"/>
              </a:rPr>
              <a:t>False</a:t>
            </a:r>
            <a:r>
              <a:rPr sz="2976" spc="-110" dirty="0">
                <a:latin typeface="Calibri"/>
                <a:cs typeface="Calibri"/>
              </a:rPr>
              <a:t> </a:t>
            </a:r>
            <a:r>
              <a:rPr sz="2976" spc="-32" dirty="0">
                <a:latin typeface="Wingdings"/>
                <a:cs typeface="Wingdings"/>
              </a:rPr>
              <a:t></a:t>
            </a:r>
            <a:r>
              <a:rPr sz="2976" spc="-32" dirty="0">
                <a:latin typeface="Calibri"/>
                <a:cs typeface="Calibri"/>
              </a:rPr>
              <a:t>0</a:t>
            </a:r>
            <a:endParaRPr sz="2976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3909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2B88FF9-B11E-DC26-6822-CF5645F94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1458CED-C2A8-8CFA-9898-F1D4A90683F3}"/>
              </a:ext>
            </a:extLst>
          </p:cNvPr>
          <p:cNvSpPr txBox="1"/>
          <p:nvPr/>
        </p:nvSpPr>
        <p:spPr>
          <a:xfrm>
            <a:off x="381000" y="888075"/>
            <a:ext cx="12352767" cy="631153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Logical</a:t>
            </a:r>
            <a:r>
              <a:rPr lang="sv-SE" sz="4000" b="1" spc="-71" dirty="0">
                <a:latin typeface="Comic Sans MS" panose="030F0702030302020204" pitchFamily="66" charset="0"/>
              </a:rPr>
              <a:t> </a:t>
            </a:r>
            <a:r>
              <a:rPr lang="sv-SE" sz="4000" b="1" spc="-13" dirty="0">
                <a:latin typeface="Comic Sans MS" panose="030F0702030302020204" pitchFamily="66" charset="0"/>
              </a:rPr>
              <a:t>Operators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The slides illustrate logic with everyday statements (“logic in marriage/life”) and then map that to computer-style logic with </a:t>
            </a:r>
            <a:r>
              <a:rPr lang="en-GB" sz="2400" b="1" dirty="0">
                <a:latin typeface="Comic Sans MS" panose="030F0702030302020204" pitchFamily="66" charset="0"/>
              </a:rPr>
              <a:t>AND / OR / NOT</a:t>
            </a:r>
            <a:r>
              <a:rPr lang="en-GB" sz="2400" dirty="0">
                <a:latin typeface="Comic Sans MS" panose="030F0702030302020204" pitchFamily="66" charset="0"/>
              </a:rPr>
              <a:t>. This helps you see how </a:t>
            </a:r>
            <a:r>
              <a:rPr lang="en-GB" sz="2400" b="1" dirty="0">
                <a:latin typeface="Comic Sans MS" panose="030F0702030302020204" pitchFamily="66" charset="0"/>
              </a:rPr>
              <a:t>conditions</a:t>
            </a:r>
            <a:r>
              <a:rPr lang="en-GB" sz="2400" dirty="0">
                <a:latin typeface="Comic Sans MS" panose="030F0702030302020204" pitchFamily="66" charset="0"/>
              </a:rPr>
              <a:t> become </a:t>
            </a:r>
            <a:r>
              <a:rPr lang="en-GB" sz="2400" b="1" dirty="0">
                <a:latin typeface="Comic Sans MS" panose="030F0702030302020204" pitchFamily="66" charset="0"/>
              </a:rPr>
              <a:t>code decisions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Practical AND example (hiring rule):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“You must meet </a:t>
            </a:r>
            <a:r>
              <a:rPr lang="en-GB" sz="2400" b="1" dirty="0">
                <a:latin typeface="Comic Sans MS" panose="030F0702030302020204" pitchFamily="66" charset="0"/>
              </a:rPr>
              <a:t>both</a:t>
            </a:r>
            <a:r>
              <a:rPr lang="en-GB" sz="2400" dirty="0">
                <a:latin typeface="Comic Sans MS" panose="030F0702030302020204" pitchFamily="66" charset="0"/>
              </a:rPr>
              <a:t> conditions to be hired: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🟨 Age ≥ 21 </a:t>
            </a:r>
            <a:r>
              <a:rPr lang="en-GB" sz="2400" b="1" dirty="0">
                <a:latin typeface="Comic Sans MS" panose="030F0702030302020204" pitchFamily="66" charset="0"/>
              </a:rPr>
              <a:t>AND</a:t>
            </a:r>
            <a:r>
              <a:rPr lang="en-GB" sz="2400" dirty="0">
                <a:latin typeface="Comic Sans MS" panose="030F0702030302020204" pitchFamily="66" charset="0"/>
              </a:rPr>
              <a:t> Has a driver license.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Computer form: (Age &gt;= 21) AND (</a:t>
            </a:r>
            <a:r>
              <a:rPr lang="en-GB" sz="2400" dirty="0" err="1">
                <a:latin typeface="Comic Sans MS" panose="030F0702030302020204" pitchFamily="66" charset="0"/>
              </a:rPr>
              <a:t>HasDriverLicense</a:t>
            </a:r>
            <a:r>
              <a:rPr lang="en-GB" sz="2400" dirty="0">
                <a:latin typeface="Comic Sans MS" panose="030F0702030302020204" pitchFamily="66" charset="0"/>
              </a:rPr>
              <a:t> = True)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A single </a:t>
            </a:r>
            <a:r>
              <a:rPr lang="en-GB" sz="2400" b="1" dirty="0">
                <a:latin typeface="Comic Sans MS" panose="030F0702030302020204" pitchFamily="66" charset="0"/>
              </a:rPr>
              <a:t>False</a:t>
            </a:r>
            <a:r>
              <a:rPr lang="en-GB" sz="2400" dirty="0">
                <a:latin typeface="Comic Sans MS" panose="030F0702030302020204" pitchFamily="66" charset="0"/>
              </a:rPr>
              <a:t> in AND → result </a:t>
            </a:r>
            <a:r>
              <a:rPr lang="en-GB" sz="2400" b="1" dirty="0">
                <a:latin typeface="Comic Sans MS" panose="030F0702030302020204" pitchFamily="66" charset="0"/>
              </a:rPr>
              <a:t>False</a:t>
            </a:r>
            <a:r>
              <a:rPr lang="en-GB" sz="2400" dirty="0">
                <a:latin typeface="Comic Sans MS" panose="030F0702030302020204" pitchFamily="66" charset="0"/>
              </a:rPr>
              <a:t> (not hired).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Practical OR example (hiring rule):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“You must meet </a:t>
            </a:r>
            <a:r>
              <a:rPr lang="en-GB" sz="2400" b="1" dirty="0">
                <a:latin typeface="Comic Sans MS" panose="030F0702030302020204" pitchFamily="66" charset="0"/>
              </a:rPr>
              <a:t>at least one</a:t>
            </a:r>
            <a:r>
              <a:rPr lang="en-GB" sz="2400" dirty="0">
                <a:latin typeface="Comic Sans MS" panose="030F0702030302020204" pitchFamily="66" charset="0"/>
              </a:rPr>
              <a:t>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🟨 Age ≥ 21 </a:t>
            </a:r>
            <a:r>
              <a:rPr lang="en-GB" sz="2400" b="1" dirty="0">
                <a:latin typeface="Comic Sans MS" panose="030F0702030302020204" pitchFamily="66" charset="0"/>
              </a:rPr>
              <a:t>OR</a:t>
            </a:r>
            <a:r>
              <a:rPr lang="en-GB" sz="2400" dirty="0">
                <a:latin typeface="Comic Sans MS" panose="030F0702030302020204" pitchFamily="66" charset="0"/>
              </a:rPr>
              <a:t> Has a driver license.”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Computer form: (Age &gt;= 21) OR (</a:t>
            </a:r>
            <a:r>
              <a:rPr lang="en-GB" sz="2400" dirty="0" err="1">
                <a:latin typeface="Comic Sans MS" panose="030F0702030302020204" pitchFamily="66" charset="0"/>
              </a:rPr>
              <a:t>HasDriverLicense</a:t>
            </a:r>
            <a:r>
              <a:rPr lang="en-GB" sz="2400" dirty="0">
                <a:latin typeface="Comic Sans MS" panose="030F0702030302020204" pitchFamily="66" charset="0"/>
              </a:rPr>
              <a:t> = True)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	Any </a:t>
            </a:r>
            <a:r>
              <a:rPr lang="en-GB" sz="2400" b="1" dirty="0">
                <a:latin typeface="Comic Sans MS" panose="030F0702030302020204" pitchFamily="66" charset="0"/>
              </a:rPr>
              <a:t>True</a:t>
            </a:r>
            <a:r>
              <a:rPr lang="en-GB" sz="2400" dirty="0">
                <a:latin typeface="Comic Sans MS" panose="030F0702030302020204" pitchFamily="66" charset="0"/>
              </a:rPr>
              <a:t> in OR → result </a:t>
            </a:r>
            <a:r>
              <a:rPr lang="en-GB" sz="2400" b="1" dirty="0">
                <a:latin typeface="Comic Sans MS" panose="030F0702030302020204" pitchFamily="66" charset="0"/>
              </a:rPr>
              <a:t>True</a:t>
            </a:r>
            <a:r>
              <a:rPr lang="en-GB" sz="2400" dirty="0">
                <a:latin typeface="Comic Sans MS" panose="030F0702030302020204" pitchFamily="66" charset="0"/>
              </a:rPr>
              <a:t> (hired).</a:t>
            </a:r>
          </a:p>
        </p:txBody>
      </p:sp>
    </p:spTree>
    <p:extLst>
      <p:ext uri="{BB962C8B-B14F-4D97-AF65-F5344CB8AC3E}">
        <p14:creationId xmlns:p14="http://schemas.microsoft.com/office/powerpoint/2010/main" val="3991005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5B8498D-2191-EADE-A2E2-53E0DF8FC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6E17E0F-4F5F-5DBB-1418-04193F6442DE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Logical</a:t>
            </a:r>
            <a:r>
              <a:rPr lang="sv-SE" sz="4000" b="1" spc="-71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“AND”</a:t>
            </a:r>
            <a:r>
              <a:rPr lang="sv-SE" sz="4000" b="1" spc="-58" dirty="0">
                <a:latin typeface="Comic Sans MS" panose="030F0702030302020204" pitchFamily="66" charset="0"/>
              </a:rPr>
              <a:t> </a:t>
            </a:r>
            <a:r>
              <a:rPr lang="sv-SE" sz="4000" b="1" spc="-13" dirty="0">
                <a:latin typeface="Comic Sans MS" panose="030F0702030302020204" pitchFamily="66" charset="0"/>
              </a:rPr>
              <a:t>Operator:</a:t>
            </a:r>
          </a:p>
        </p:txBody>
      </p:sp>
      <p:graphicFrame>
        <p:nvGraphicFramePr>
          <p:cNvPr id="2" name="object 3"/>
          <p:cNvGraphicFramePr>
            <a:graphicFrameLocks noGrp="1"/>
          </p:cNvGraphicFramePr>
          <p:nvPr/>
        </p:nvGraphicFramePr>
        <p:xfrm>
          <a:off x="2472196" y="3838956"/>
          <a:ext cx="7465733" cy="23749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8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7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9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091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Condition</a:t>
                      </a:r>
                      <a:r>
                        <a:rPr sz="1900" b="1" spc="85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b="1" spc="-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A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3554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Condition</a:t>
                      </a:r>
                      <a:r>
                        <a:rPr sz="1900" b="1" spc="7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b="1" spc="-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B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3554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A</a:t>
                      </a:r>
                      <a:r>
                        <a:rPr sz="1900" b="1" spc="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b="1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AND</a:t>
                      </a:r>
                      <a:r>
                        <a:rPr sz="1900" b="1" spc="35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b="1" spc="-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B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91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spc="-2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Age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088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Has</a:t>
                      </a:r>
                      <a:r>
                        <a:rPr sz="1900" spc="7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Driver</a:t>
                      </a:r>
                      <a:r>
                        <a:rPr sz="1900" spc="3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1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License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088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91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25</a:t>
                      </a:r>
                      <a:r>
                        <a:rPr sz="1900" spc="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&gt;=</a:t>
                      </a:r>
                      <a:r>
                        <a:rPr sz="1900" spc="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21</a:t>
                      </a:r>
                      <a:r>
                        <a:rPr sz="1900" spc="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9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7662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0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Yes</a:t>
                      </a:r>
                      <a:r>
                        <a:rPr sz="1900" spc="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9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7662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5197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447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25</a:t>
                      </a:r>
                      <a:r>
                        <a:rPr sz="1900" spc="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&gt;=</a:t>
                      </a:r>
                      <a:r>
                        <a:rPr sz="1900" spc="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21</a:t>
                      </a:r>
                      <a:r>
                        <a:rPr sz="1900" spc="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9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5197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0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No</a:t>
                      </a:r>
                      <a:r>
                        <a:rPr sz="1900" spc="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9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5197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3554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91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19</a:t>
                      </a:r>
                      <a:r>
                        <a:rPr sz="1900" spc="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&gt;=</a:t>
                      </a:r>
                      <a:r>
                        <a:rPr sz="1900" spc="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21</a:t>
                      </a:r>
                      <a:r>
                        <a:rPr sz="1900" spc="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9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20" dirty="0">
                          <a:latin typeface="Comic Sans MS"/>
                          <a:cs typeface="Comic Sans MS"/>
                        </a:rPr>
                        <a:t>False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7662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0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Yes</a:t>
                      </a:r>
                      <a:r>
                        <a:rPr sz="1900" spc="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9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7662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5197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91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19</a:t>
                      </a:r>
                      <a:r>
                        <a:rPr sz="1900" spc="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&gt;=</a:t>
                      </a:r>
                      <a:r>
                        <a:rPr sz="1900" spc="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21</a:t>
                      </a:r>
                      <a:r>
                        <a:rPr sz="1900" spc="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9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20" dirty="0">
                          <a:latin typeface="Comic Sans MS"/>
                          <a:cs typeface="Comic Sans MS"/>
                        </a:rPr>
                        <a:t>False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7662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0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No</a:t>
                      </a:r>
                      <a:r>
                        <a:rPr sz="190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900" spc="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7662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1900" dirty="0">
                        <a:latin typeface="Comic Sans MS"/>
                        <a:cs typeface="Comic Sans MS"/>
                      </a:endParaRPr>
                    </a:p>
                  </a:txBody>
                  <a:tcPr marL="0" marR="0" marT="45197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3644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4202364-16AC-B6AD-B1E4-24219E774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E678C75-FE34-39E0-0D8D-C2FA18F876D6}"/>
              </a:ext>
            </a:extLst>
          </p:cNvPr>
          <p:cNvSpPr txBox="1"/>
          <p:nvPr/>
        </p:nvSpPr>
        <p:spPr>
          <a:xfrm>
            <a:off x="381000" y="888075"/>
            <a:ext cx="12352767" cy="13871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32" dirty="0">
                <a:latin typeface="Comic Sans MS"/>
                <a:cs typeface="Comic Sans MS"/>
              </a:rPr>
              <a:t>AND							</a:t>
            </a:r>
            <a:r>
              <a:rPr lang="en-GB" sz="4000" b="1" dirty="0">
                <a:latin typeface="Comic Sans MS" panose="030F0702030302020204" pitchFamily="66" charset="0"/>
              </a:rPr>
              <a:t>Any</a:t>
            </a:r>
            <a:r>
              <a:rPr lang="en-GB" sz="4000" b="1" spc="-4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“False”</a:t>
            </a:r>
            <a:r>
              <a:rPr lang="en-GB" sz="4000" b="1" spc="-97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in</a:t>
            </a:r>
            <a:r>
              <a:rPr lang="en-GB" sz="4000" b="1" spc="-58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AND</a:t>
            </a:r>
            <a:endParaRPr lang="en-GB" sz="4000" b="1" spc="-65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GB" sz="4000" b="1" spc="-65" dirty="0">
                <a:solidFill>
                  <a:srgbClr val="FF0000"/>
                </a:solidFill>
                <a:latin typeface="Comic Sans MS" panose="030F0702030302020204" pitchFamily="66" charset="0"/>
              </a:rPr>
              <a:t>								</a:t>
            </a:r>
            <a:r>
              <a:rPr lang="en-GB" sz="4000" b="1" spc="-32" dirty="0">
                <a:latin typeface="Comic Sans MS" panose="030F0702030302020204" pitchFamily="66" charset="0"/>
              </a:rPr>
              <a:t>the </a:t>
            </a:r>
            <a:r>
              <a:rPr lang="en-GB" sz="4000" b="1" dirty="0">
                <a:latin typeface="Comic Sans MS" panose="030F0702030302020204" pitchFamily="66" charset="0"/>
              </a:rPr>
              <a:t>result</a:t>
            </a:r>
            <a:r>
              <a:rPr lang="en-GB" sz="4000" b="1" spc="-78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is</a:t>
            </a:r>
            <a:r>
              <a:rPr lang="en-GB" sz="4000" b="1" spc="-52" dirty="0">
                <a:latin typeface="Comic Sans MS" panose="030F0702030302020204" pitchFamily="66" charset="0"/>
              </a:rPr>
              <a:t> </a:t>
            </a:r>
            <a:r>
              <a:rPr lang="en-GB" sz="4000" b="1" spc="-26" dirty="0">
                <a:solidFill>
                  <a:srgbClr val="FF0000"/>
                </a:solidFill>
                <a:latin typeface="Comic Sans MS" panose="030F0702030302020204" pitchFamily="66" charset="0"/>
              </a:rPr>
              <a:t>False</a:t>
            </a:r>
            <a:endParaRPr lang="sv-SE" sz="4000" b="1" spc="-13" dirty="0">
              <a:latin typeface="Comic Sans MS" panose="030F0702030302020204" pitchFamily="66" charset="0"/>
            </a:endParaRPr>
          </a:p>
        </p:txBody>
      </p:sp>
      <p:graphicFrame>
        <p:nvGraphicFramePr>
          <p:cNvPr id="4" name="object 2"/>
          <p:cNvGraphicFramePr>
            <a:graphicFrameLocks noGrp="1"/>
          </p:cNvGraphicFramePr>
          <p:nvPr/>
        </p:nvGraphicFramePr>
        <p:xfrm>
          <a:off x="804671" y="3950388"/>
          <a:ext cx="6372784" cy="31728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8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8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5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899">
                <a:tc>
                  <a:txBody>
                    <a:bodyPr/>
                    <a:lstStyle/>
                    <a:p>
                      <a:pPr marR="308610" algn="ctr">
                        <a:lnSpc>
                          <a:spcPts val="2035"/>
                        </a:lnSpc>
                      </a:pPr>
                      <a:r>
                        <a:rPr sz="2500" spc="-5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A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R w="57150">
                      <a:solidFill>
                        <a:srgbClr val="4472C3"/>
                      </a:solidFill>
                      <a:prstDash val="sysDash"/>
                    </a:lnR>
                    <a:lnB w="1905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R="83820" algn="ctr">
                        <a:lnSpc>
                          <a:spcPts val="2180"/>
                        </a:lnSpc>
                      </a:pPr>
                      <a:r>
                        <a:rPr sz="2500" spc="-5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B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57150">
                      <a:solidFill>
                        <a:srgbClr val="4472C3"/>
                      </a:solidFill>
                      <a:prstDash val="sysDash"/>
                    </a:lnL>
                    <a:lnR w="38100">
                      <a:solidFill>
                        <a:srgbClr val="4472C3"/>
                      </a:solidFill>
                      <a:prstDash val="sysDash"/>
                    </a:lnR>
                    <a:lnB w="1905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421005">
                        <a:lnSpc>
                          <a:spcPts val="2260"/>
                        </a:lnSpc>
                      </a:pPr>
                      <a:r>
                        <a:rPr sz="250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A</a:t>
                      </a:r>
                      <a:r>
                        <a:rPr sz="2500" spc="1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250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AND</a:t>
                      </a:r>
                      <a:r>
                        <a:rPr sz="2500" spc="5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2500" spc="-5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B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38100">
                      <a:solidFill>
                        <a:srgbClr val="4472C3"/>
                      </a:solidFill>
                      <a:prstDash val="sysDash"/>
                    </a:lnL>
                    <a:lnB w="19050">
                      <a:solidFill>
                        <a:srgbClr val="4472C3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918">
                <a:tc>
                  <a:txBody>
                    <a:bodyPr/>
                    <a:lstStyle/>
                    <a:p>
                      <a:pPr marL="3581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5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55880" marB="0">
                    <a:lnR w="57150">
                      <a:solidFill>
                        <a:srgbClr val="4472C3"/>
                      </a:solidFill>
                      <a:prstDash val="sysDash"/>
                    </a:lnR>
                    <a:lnT w="19050">
                      <a:solidFill>
                        <a:srgbClr val="4472C3"/>
                      </a:solidFill>
                      <a:prstDash val="sysDash"/>
                    </a:lnT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R="648335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5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55880" marB="0">
                    <a:lnL w="57150">
                      <a:solidFill>
                        <a:srgbClr val="4472C3"/>
                      </a:solidFill>
                      <a:prstDash val="sysDash"/>
                    </a:lnL>
                    <a:lnR w="38100">
                      <a:solidFill>
                        <a:srgbClr val="4472C3"/>
                      </a:solidFill>
                      <a:prstDash val="sysDash"/>
                    </a:lnR>
                    <a:lnT w="19050">
                      <a:solidFill>
                        <a:srgbClr val="4472C3"/>
                      </a:solidFill>
                      <a:prstDash val="sysDash"/>
                    </a:lnT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5626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5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55880" marB="0">
                    <a:lnL w="38100">
                      <a:solidFill>
                        <a:srgbClr val="4472C3"/>
                      </a:solidFill>
                      <a:prstDash val="sysDash"/>
                    </a:lnL>
                    <a:lnT w="19050">
                      <a:solidFill>
                        <a:srgbClr val="4472C3"/>
                      </a:solidFill>
                      <a:prstDash val="sysDash"/>
                    </a:lnT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986">
                <a:tc>
                  <a:txBody>
                    <a:bodyPr/>
                    <a:lstStyle/>
                    <a:p>
                      <a:pPr marL="433705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5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159421" marB="0">
                    <a:lnR w="57150">
                      <a:solidFill>
                        <a:srgbClr val="4472C3"/>
                      </a:solidFill>
                      <a:prstDash val="sysDash"/>
                    </a:lnR>
                    <a:lnT w="12700">
                      <a:solidFill>
                        <a:srgbClr val="4472C3"/>
                      </a:solidFill>
                      <a:prstDash val="sysDash"/>
                    </a:lnT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R="625475" algn="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5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159421" marB="0">
                    <a:lnL w="57150">
                      <a:solidFill>
                        <a:srgbClr val="4472C3"/>
                      </a:solidFill>
                      <a:prstDash val="sysDash"/>
                    </a:lnL>
                    <a:lnR w="38100">
                      <a:solidFill>
                        <a:srgbClr val="4472C3"/>
                      </a:solidFill>
                      <a:prstDash val="sysDash"/>
                    </a:lnR>
                    <a:lnT w="12700">
                      <a:solidFill>
                        <a:srgbClr val="4472C3"/>
                      </a:solidFill>
                      <a:prstDash val="sysDash"/>
                    </a:lnT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81025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5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159421" marB="0">
                    <a:lnL w="38100">
                      <a:solidFill>
                        <a:srgbClr val="4472C3"/>
                      </a:solidFill>
                      <a:prstDash val="sysDash"/>
                    </a:lnL>
                    <a:lnT w="12700">
                      <a:solidFill>
                        <a:srgbClr val="4472C3"/>
                      </a:solidFill>
                      <a:prstDash val="sysDash"/>
                    </a:lnT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1104">
                <a:tc>
                  <a:txBody>
                    <a:bodyPr/>
                    <a:lstStyle/>
                    <a:p>
                      <a:pPr marL="40957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25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153670" marB="0">
                    <a:lnR w="57150">
                      <a:solidFill>
                        <a:srgbClr val="4472C3"/>
                      </a:solidFill>
                      <a:prstDash val="sysDash"/>
                    </a:lnR>
                    <a:lnT w="12700">
                      <a:solidFill>
                        <a:srgbClr val="4472C3"/>
                      </a:solidFill>
                      <a:prstDash val="sysDash"/>
                    </a:lnT>
                    <a:lnB w="9525">
                      <a:solidFill>
                        <a:srgbClr val="4472C3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 marR="648970" algn="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25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153670" marB="0">
                    <a:lnL w="57150">
                      <a:solidFill>
                        <a:srgbClr val="4472C3"/>
                      </a:solidFill>
                      <a:prstDash val="sysDash"/>
                    </a:lnL>
                    <a:lnR w="38100">
                      <a:solidFill>
                        <a:srgbClr val="4472C3"/>
                      </a:solidFill>
                      <a:prstDash val="sysDash"/>
                    </a:lnR>
                    <a:lnT w="12700">
                      <a:solidFill>
                        <a:srgbClr val="4472C3"/>
                      </a:solidFill>
                      <a:prstDash val="sysDash"/>
                    </a:lnT>
                    <a:lnB w="9525">
                      <a:solidFill>
                        <a:srgbClr val="4472C3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 marL="58102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25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153670" marB="0">
                    <a:lnL w="38100">
                      <a:solidFill>
                        <a:srgbClr val="4472C3"/>
                      </a:solidFill>
                      <a:prstDash val="sysDash"/>
                    </a:lnL>
                    <a:lnT w="12700">
                      <a:solidFill>
                        <a:srgbClr val="4472C3"/>
                      </a:solidFill>
                      <a:prstDash val="sysDash"/>
                    </a:lnT>
                    <a:lnB w="9525">
                      <a:solidFill>
                        <a:srgbClr val="4472C3"/>
                      </a:solidFill>
                      <a:prstDash val="lg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1926">
                <a:tc>
                  <a:txBody>
                    <a:bodyPr/>
                    <a:lstStyle/>
                    <a:p>
                      <a:pPr marL="4095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5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120799" marB="0">
                    <a:lnR w="57150">
                      <a:solidFill>
                        <a:srgbClr val="4472C3"/>
                      </a:solidFill>
                      <a:prstDash val="sysDash"/>
                    </a:lnR>
                    <a:lnT w="9525">
                      <a:solidFill>
                        <a:srgbClr val="4472C3"/>
                      </a:solidFill>
                      <a:prstDash val="lgDash"/>
                    </a:lnT>
                  </a:tcPr>
                </a:tc>
                <a:tc>
                  <a:txBody>
                    <a:bodyPr/>
                    <a:lstStyle/>
                    <a:p>
                      <a:pPr marR="662940" algn="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5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120799" marB="0">
                    <a:lnL w="57150">
                      <a:solidFill>
                        <a:srgbClr val="4472C3"/>
                      </a:solidFill>
                      <a:prstDash val="sysDash"/>
                    </a:lnL>
                    <a:lnR w="38100">
                      <a:solidFill>
                        <a:srgbClr val="4472C3"/>
                      </a:solidFill>
                      <a:prstDash val="sysDash"/>
                    </a:lnR>
                    <a:lnT w="9525">
                      <a:solidFill>
                        <a:srgbClr val="4472C3"/>
                      </a:solidFill>
                      <a:prstDash val="lgDash"/>
                    </a:lnT>
                  </a:tcPr>
                </a:tc>
                <a:tc>
                  <a:txBody>
                    <a:bodyPr/>
                    <a:lstStyle/>
                    <a:p>
                      <a:pPr marL="58102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5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120799" marB="0">
                    <a:lnL w="38100">
                      <a:solidFill>
                        <a:srgbClr val="4472C3"/>
                      </a:solidFill>
                      <a:prstDash val="sysDash"/>
                    </a:lnL>
                    <a:lnT w="9525">
                      <a:solidFill>
                        <a:srgbClr val="4472C3"/>
                      </a:solidFill>
                      <a:prstDash val="lgDash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541674" y="3522411"/>
          <a:ext cx="2885215" cy="16213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1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5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8995">
                <a:tc>
                  <a:txBody>
                    <a:bodyPr/>
                    <a:lstStyle/>
                    <a:p>
                      <a:pPr marL="156845">
                        <a:lnSpc>
                          <a:spcPts val="1170"/>
                        </a:lnSpc>
                      </a:pPr>
                      <a:r>
                        <a:rPr sz="1700" spc="-5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A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R w="19050">
                      <a:solidFill>
                        <a:srgbClr val="4472C3"/>
                      </a:solidFill>
                      <a:prstDash val="sysDash"/>
                    </a:lnR>
                    <a:lnB w="28575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1170"/>
                        </a:lnSpc>
                      </a:pPr>
                      <a:r>
                        <a:rPr sz="1700" spc="-5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B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9050">
                      <a:solidFill>
                        <a:srgbClr val="4472C3"/>
                      </a:solidFill>
                      <a:prstDash val="sysDash"/>
                    </a:lnL>
                    <a:lnR w="19050">
                      <a:solidFill>
                        <a:srgbClr val="4472C3"/>
                      </a:solidFill>
                      <a:prstDash val="sysDash"/>
                    </a:lnR>
                    <a:lnB w="28575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ts val="1135"/>
                        </a:lnSpc>
                      </a:pPr>
                      <a:r>
                        <a:rPr sz="170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A</a:t>
                      </a:r>
                      <a:r>
                        <a:rPr sz="1700" spc="1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70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AND</a:t>
                      </a:r>
                      <a:r>
                        <a:rPr sz="1700" spc="1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700" spc="-5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B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9050">
                      <a:solidFill>
                        <a:srgbClr val="4472C3"/>
                      </a:solidFill>
                      <a:prstDash val="sysDash"/>
                    </a:lnL>
                    <a:lnB w="28575">
                      <a:solidFill>
                        <a:srgbClr val="4472C3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132"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700" spc="-50" dirty="0">
                          <a:latin typeface="Comic Sans MS"/>
                          <a:cs typeface="Comic Sans MS"/>
                        </a:rPr>
                        <a:t>1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31227" marB="0">
                    <a:lnR w="19050">
                      <a:solidFill>
                        <a:srgbClr val="4472C3"/>
                      </a:solidFill>
                      <a:prstDash val="sysDash"/>
                    </a:lnR>
                    <a:lnT w="28575">
                      <a:solidFill>
                        <a:srgbClr val="4472C3"/>
                      </a:solidFill>
                      <a:prstDash val="sysDash"/>
                    </a:lnT>
                    <a:lnB w="1905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R="4699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700" spc="-50" dirty="0">
                          <a:latin typeface="Comic Sans MS"/>
                          <a:cs typeface="Comic Sans MS"/>
                        </a:rPr>
                        <a:t>1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8218" marB="0">
                    <a:lnL w="19050">
                      <a:solidFill>
                        <a:srgbClr val="4472C3"/>
                      </a:solidFill>
                      <a:prstDash val="sysDash"/>
                    </a:lnL>
                    <a:lnR w="19050">
                      <a:solidFill>
                        <a:srgbClr val="4472C3"/>
                      </a:solidFill>
                      <a:prstDash val="sysDash"/>
                    </a:lnR>
                    <a:lnT w="28575">
                      <a:solidFill>
                        <a:srgbClr val="4472C3"/>
                      </a:solidFill>
                      <a:prstDash val="sysDash"/>
                    </a:lnT>
                    <a:lnB w="1905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Comic Sans MS"/>
                          <a:cs typeface="Comic Sans MS"/>
                        </a:rPr>
                        <a:t>1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35336" marB="0">
                    <a:lnL w="19050">
                      <a:solidFill>
                        <a:srgbClr val="4472C3"/>
                      </a:solidFill>
                      <a:prstDash val="sysDash"/>
                    </a:lnL>
                    <a:lnT w="28575">
                      <a:solidFill>
                        <a:srgbClr val="4472C3"/>
                      </a:solidFill>
                      <a:prstDash val="sysDash"/>
                    </a:lnT>
                    <a:lnB w="19050">
                      <a:solidFill>
                        <a:srgbClr val="4472C3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706"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spc="-50" dirty="0">
                          <a:latin typeface="Comic Sans MS"/>
                          <a:cs typeface="Comic Sans MS"/>
                        </a:rPr>
                        <a:t>1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56702" marB="0">
                    <a:lnR w="19050">
                      <a:solidFill>
                        <a:srgbClr val="4472C3"/>
                      </a:solidFill>
                      <a:prstDash val="sysDash"/>
                    </a:lnR>
                    <a:lnT w="19050">
                      <a:solidFill>
                        <a:srgbClr val="4472C3"/>
                      </a:solidFill>
                      <a:prstDash val="sysDash"/>
                    </a:lnT>
                    <a:lnB w="1905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R="4762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700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18899" marB="0">
                    <a:lnL w="19050">
                      <a:solidFill>
                        <a:srgbClr val="4472C3"/>
                      </a:solidFill>
                      <a:prstDash val="sysDash"/>
                    </a:lnL>
                    <a:lnR w="28575">
                      <a:solidFill>
                        <a:srgbClr val="4472C3"/>
                      </a:solidFill>
                      <a:prstDash val="sysDash"/>
                    </a:lnR>
                    <a:lnT w="19050">
                      <a:solidFill>
                        <a:srgbClr val="4472C3"/>
                      </a:solidFill>
                      <a:prstDash val="sysDash"/>
                    </a:lnT>
                    <a:lnB w="1905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700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46839" marB="0">
                    <a:lnL w="28575">
                      <a:solidFill>
                        <a:srgbClr val="4472C3"/>
                      </a:solidFill>
                      <a:prstDash val="sysDash"/>
                    </a:lnL>
                    <a:lnT w="19050">
                      <a:solidFill>
                        <a:srgbClr val="4472C3"/>
                      </a:solidFill>
                      <a:prstDash val="sysDash"/>
                    </a:lnT>
                    <a:lnB w="19050">
                      <a:solidFill>
                        <a:srgbClr val="4472C3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408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700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65741" marB="0">
                    <a:lnR w="19050">
                      <a:solidFill>
                        <a:srgbClr val="4472C3"/>
                      </a:solidFill>
                      <a:prstDash val="sysDash"/>
                    </a:lnR>
                    <a:lnT w="19050">
                      <a:solidFill>
                        <a:srgbClr val="4472C3"/>
                      </a:solidFill>
                      <a:prstDash val="sysDash"/>
                    </a:lnT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R="4699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700" spc="-50" dirty="0">
                          <a:latin typeface="Comic Sans MS"/>
                          <a:cs typeface="Comic Sans MS"/>
                        </a:rPr>
                        <a:t>1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59989" marB="0">
                    <a:lnL w="19050">
                      <a:solidFill>
                        <a:srgbClr val="4472C3"/>
                      </a:solidFill>
                      <a:prstDash val="sysDash"/>
                    </a:lnL>
                    <a:lnR w="12700">
                      <a:solidFill>
                        <a:srgbClr val="4472C3"/>
                      </a:solidFill>
                      <a:prstDash val="solid"/>
                    </a:lnR>
                    <a:lnT w="19050">
                      <a:solidFill>
                        <a:srgbClr val="4472C3"/>
                      </a:solidFill>
                      <a:prstDash val="sysDash"/>
                    </a:lnT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700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46019" marB="0">
                    <a:lnL w="12700">
                      <a:solidFill>
                        <a:srgbClr val="4472C3"/>
                      </a:solidFill>
                      <a:prstDash val="solid"/>
                    </a:lnL>
                    <a:lnT w="19050">
                      <a:solidFill>
                        <a:srgbClr val="4472C3"/>
                      </a:solidFill>
                      <a:prstDash val="sysDash"/>
                    </a:lnT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102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700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59167" marB="0">
                    <a:lnR w="19050">
                      <a:solidFill>
                        <a:srgbClr val="4472C3"/>
                      </a:solidFill>
                      <a:prstDash val="sysDash"/>
                    </a:lnR>
                    <a:lnT w="12700">
                      <a:solidFill>
                        <a:srgbClr val="4472C3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700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59167" marB="0">
                    <a:lnL w="19050">
                      <a:solidFill>
                        <a:srgbClr val="4472C3"/>
                      </a:solidFill>
                      <a:prstDash val="sysDash"/>
                    </a:lnL>
                    <a:lnR w="19050">
                      <a:solidFill>
                        <a:srgbClr val="4472C3"/>
                      </a:solidFill>
                      <a:prstDash val="solid"/>
                    </a:lnR>
                    <a:lnT w="12700">
                      <a:solidFill>
                        <a:srgbClr val="4472C3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marL="8382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700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59167" marB="0">
                    <a:lnL w="19050">
                      <a:solidFill>
                        <a:srgbClr val="4472C3"/>
                      </a:solidFill>
                      <a:prstDash val="solid"/>
                    </a:lnL>
                    <a:lnT w="12700">
                      <a:solidFill>
                        <a:srgbClr val="4472C3"/>
                      </a:solidFill>
                      <a:prstDash val="sysDash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2650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9241BEE-6CE2-7472-55E0-F05FFB219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7A7D7E-5493-673E-7430-E98457A72A7F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Logical</a:t>
            </a:r>
            <a:r>
              <a:rPr lang="sv-SE" sz="4000" b="1" spc="-71" dirty="0">
                <a:latin typeface="Comic Sans MS" panose="030F0702030302020204" pitchFamily="66" charset="0"/>
              </a:rPr>
              <a:t> </a:t>
            </a:r>
            <a:r>
              <a:rPr lang="sv-SE" sz="4000" b="1" spc="-13" dirty="0">
                <a:latin typeface="Comic Sans MS" panose="030F0702030302020204" pitchFamily="66" charset="0"/>
              </a:rPr>
              <a:t>Operators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1226B3C4-FB21-FDE9-ABDC-C65000737DCE}"/>
              </a:ext>
            </a:extLst>
          </p:cNvPr>
          <p:cNvSpPr txBox="1"/>
          <p:nvPr/>
        </p:nvSpPr>
        <p:spPr>
          <a:xfrm>
            <a:off x="2164838" y="4060207"/>
            <a:ext cx="2275465" cy="477029"/>
          </a:xfrm>
          <a:prstGeom prst="rect">
            <a:avLst/>
          </a:prstGeom>
        </p:spPr>
        <p:txBody>
          <a:bodyPr vert="horz" wrap="square" lIns="0" tIns="18899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sz="2976" dirty="0">
                <a:latin typeface="Calibri"/>
                <a:cs typeface="Calibri"/>
              </a:rPr>
              <a:t>(5 &gt;</a:t>
            </a:r>
            <a:r>
              <a:rPr sz="2976" spc="-13" dirty="0">
                <a:latin typeface="Calibri"/>
                <a:cs typeface="Calibri"/>
              </a:rPr>
              <a:t> </a:t>
            </a:r>
            <a:r>
              <a:rPr sz="2976" dirty="0">
                <a:latin typeface="Calibri"/>
                <a:cs typeface="Calibri"/>
              </a:rPr>
              <a:t>3)</a:t>
            </a:r>
            <a:r>
              <a:rPr sz="2976" spc="26" dirty="0">
                <a:latin typeface="Calibri"/>
                <a:cs typeface="Calibri"/>
              </a:rPr>
              <a:t> </a:t>
            </a:r>
            <a:r>
              <a:rPr sz="2976" dirty="0">
                <a:latin typeface="Wingdings"/>
                <a:cs typeface="Wingdings"/>
              </a:rPr>
              <a:t></a:t>
            </a:r>
            <a:r>
              <a:rPr sz="2976" spc="-71" dirty="0">
                <a:latin typeface="Times New Roman"/>
                <a:cs typeface="Times New Roman"/>
              </a:rPr>
              <a:t> </a:t>
            </a:r>
            <a:r>
              <a:rPr sz="2976" spc="-26" dirty="0">
                <a:latin typeface="Calibri"/>
                <a:cs typeface="Calibri"/>
              </a:rPr>
              <a:t>True</a:t>
            </a:r>
            <a:endParaRPr sz="2976">
              <a:latin typeface="Calibri"/>
              <a:cs typeface="Calibri"/>
            </a:endParaRPr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E0F4C756-2F7E-8F8C-9687-A53B7ED4DB6E}"/>
              </a:ext>
            </a:extLst>
          </p:cNvPr>
          <p:cNvGrpSpPr/>
          <p:nvPr/>
        </p:nvGrpSpPr>
        <p:grpSpPr>
          <a:xfrm>
            <a:off x="4060833" y="3060910"/>
            <a:ext cx="4927301" cy="3187625"/>
            <a:chOff x="2985516" y="2365248"/>
            <a:chExt cx="3807460" cy="246316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CBC83E45-3AB1-DD25-CC03-403BBC884DC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7224" y="2365248"/>
              <a:ext cx="2383535" cy="2386583"/>
            </a:xfrm>
            <a:prstGeom prst="rect">
              <a:avLst/>
            </a:prstGeom>
          </p:spPr>
        </p:pic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212CAACC-4522-C7A1-98D7-2364AEAB8EC9}"/>
                </a:ext>
              </a:extLst>
            </p:cNvPr>
            <p:cNvSpPr/>
            <p:nvPr/>
          </p:nvSpPr>
          <p:spPr>
            <a:xfrm>
              <a:off x="2985503" y="2647187"/>
              <a:ext cx="3807460" cy="2181225"/>
            </a:xfrm>
            <a:custGeom>
              <a:avLst/>
              <a:gdLst/>
              <a:ahLst/>
              <a:cxnLst/>
              <a:rect l="l" t="t" r="r" b="b"/>
              <a:pathLst>
                <a:path w="3807459" h="2181225">
                  <a:moveTo>
                    <a:pt x="729996" y="118872"/>
                  </a:moveTo>
                  <a:lnTo>
                    <a:pt x="691896" y="59436"/>
                  </a:lnTo>
                  <a:lnTo>
                    <a:pt x="679704" y="51816"/>
                  </a:lnTo>
                  <a:lnTo>
                    <a:pt x="669036" y="44196"/>
                  </a:lnTo>
                  <a:lnTo>
                    <a:pt x="655320" y="38100"/>
                  </a:lnTo>
                  <a:lnTo>
                    <a:pt x="643128" y="32004"/>
                  </a:lnTo>
                  <a:lnTo>
                    <a:pt x="615696" y="19812"/>
                  </a:lnTo>
                  <a:lnTo>
                    <a:pt x="588264" y="10668"/>
                  </a:lnTo>
                  <a:lnTo>
                    <a:pt x="576072" y="4572"/>
                  </a:lnTo>
                  <a:lnTo>
                    <a:pt x="563880" y="0"/>
                  </a:lnTo>
                  <a:lnTo>
                    <a:pt x="562356" y="12192"/>
                  </a:lnTo>
                  <a:lnTo>
                    <a:pt x="562356" y="28956"/>
                  </a:lnTo>
                  <a:lnTo>
                    <a:pt x="568452" y="44196"/>
                  </a:lnTo>
                  <a:lnTo>
                    <a:pt x="583692" y="59436"/>
                  </a:lnTo>
                  <a:lnTo>
                    <a:pt x="606552" y="76200"/>
                  </a:lnTo>
                  <a:lnTo>
                    <a:pt x="611124" y="82296"/>
                  </a:lnTo>
                  <a:lnTo>
                    <a:pt x="615696" y="86868"/>
                  </a:lnTo>
                  <a:lnTo>
                    <a:pt x="618744" y="92964"/>
                  </a:lnTo>
                  <a:lnTo>
                    <a:pt x="586740" y="96012"/>
                  </a:lnTo>
                  <a:lnTo>
                    <a:pt x="522732" y="105156"/>
                  </a:lnTo>
                  <a:lnTo>
                    <a:pt x="460248" y="117348"/>
                  </a:lnTo>
                  <a:lnTo>
                    <a:pt x="368808" y="143256"/>
                  </a:lnTo>
                  <a:lnTo>
                    <a:pt x="310896" y="167640"/>
                  </a:lnTo>
                  <a:lnTo>
                    <a:pt x="256032" y="196596"/>
                  </a:lnTo>
                  <a:lnTo>
                    <a:pt x="204216" y="231648"/>
                  </a:lnTo>
                  <a:lnTo>
                    <a:pt x="155448" y="272796"/>
                  </a:lnTo>
                  <a:lnTo>
                    <a:pt x="111252" y="320040"/>
                  </a:lnTo>
                  <a:lnTo>
                    <a:pt x="71628" y="373380"/>
                  </a:lnTo>
                  <a:lnTo>
                    <a:pt x="36576" y="434340"/>
                  </a:lnTo>
                  <a:lnTo>
                    <a:pt x="22860" y="464820"/>
                  </a:lnTo>
                  <a:lnTo>
                    <a:pt x="16764" y="475488"/>
                  </a:lnTo>
                  <a:lnTo>
                    <a:pt x="7620" y="501396"/>
                  </a:lnTo>
                  <a:lnTo>
                    <a:pt x="4572" y="513588"/>
                  </a:lnTo>
                  <a:lnTo>
                    <a:pt x="1524" y="527304"/>
                  </a:lnTo>
                  <a:lnTo>
                    <a:pt x="0" y="539496"/>
                  </a:lnTo>
                  <a:lnTo>
                    <a:pt x="0" y="553212"/>
                  </a:lnTo>
                  <a:lnTo>
                    <a:pt x="1524" y="565404"/>
                  </a:lnTo>
                  <a:lnTo>
                    <a:pt x="4572" y="577596"/>
                  </a:lnTo>
                  <a:lnTo>
                    <a:pt x="9144" y="588264"/>
                  </a:lnTo>
                  <a:lnTo>
                    <a:pt x="22860" y="589788"/>
                  </a:lnTo>
                  <a:lnTo>
                    <a:pt x="35052" y="551688"/>
                  </a:lnTo>
                  <a:lnTo>
                    <a:pt x="47244" y="515112"/>
                  </a:lnTo>
                  <a:lnTo>
                    <a:pt x="79248" y="448056"/>
                  </a:lnTo>
                  <a:lnTo>
                    <a:pt x="114300" y="388620"/>
                  </a:lnTo>
                  <a:lnTo>
                    <a:pt x="155448" y="335280"/>
                  </a:lnTo>
                  <a:lnTo>
                    <a:pt x="202692" y="288036"/>
                  </a:lnTo>
                  <a:lnTo>
                    <a:pt x="252984" y="249936"/>
                  </a:lnTo>
                  <a:lnTo>
                    <a:pt x="307848" y="217932"/>
                  </a:lnTo>
                  <a:lnTo>
                    <a:pt x="396240" y="182880"/>
                  </a:lnTo>
                  <a:lnTo>
                    <a:pt x="460248" y="169164"/>
                  </a:lnTo>
                  <a:lnTo>
                    <a:pt x="560832" y="160020"/>
                  </a:lnTo>
                  <a:lnTo>
                    <a:pt x="633996" y="163068"/>
                  </a:lnTo>
                  <a:lnTo>
                    <a:pt x="629412" y="170688"/>
                  </a:lnTo>
                  <a:lnTo>
                    <a:pt x="623316" y="178308"/>
                  </a:lnTo>
                  <a:lnTo>
                    <a:pt x="618744" y="184404"/>
                  </a:lnTo>
                  <a:lnTo>
                    <a:pt x="612648" y="190500"/>
                  </a:lnTo>
                  <a:lnTo>
                    <a:pt x="608076" y="196596"/>
                  </a:lnTo>
                  <a:lnTo>
                    <a:pt x="595884" y="205740"/>
                  </a:lnTo>
                  <a:lnTo>
                    <a:pt x="588264" y="210312"/>
                  </a:lnTo>
                  <a:lnTo>
                    <a:pt x="583692" y="214884"/>
                  </a:lnTo>
                  <a:lnTo>
                    <a:pt x="577596" y="219456"/>
                  </a:lnTo>
                  <a:lnTo>
                    <a:pt x="556260" y="262128"/>
                  </a:lnTo>
                  <a:lnTo>
                    <a:pt x="554736" y="274320"/>
                  </a:lnTo>
                  <a:lnTo>
                    <a:pt x="562356" y="277368"/>
                  </a:lnTo>
                  <a:lnTo>
                    <a:pt x="579120" y="277368"/>
                  </a:lnTo>
                  <a:lnTo>
                    <a:pt x="588264" y="274320"/>
                  </a:lnTo>
                  <a:lnTo>
                    <a:pt x="598932" y="269748"/>
                  </a:lnTo>
                  <a:lnTo>
                    <a:pt x="611124" y="265176"/>
                  </a:lnTo>
                  <a:lnTo>
                    <a:pt x="621792" y="257556"/>
                  </a:lnTo>
                  <a:lnTo>
                    <a:pt x="633996" y="249936"/>
                  </a:lnTo>
                  <a:lnTo>
                    <a:pt x="644652" y="240792"/>
                  </a:lnTo>
                  <a:lnTo>
                    <a:pt x="669036" y="222504"/>
                  </a:lnTo>
                  <a:lnTo>
                    <a:pt x="678180" y="211836"/>
                  </a:lnTo>
                  <a:lnTo>
                    <a:pt x="688848" y="201168"/>
                  </a:lnTo>
                  <a:lnTo>
                    <a:pt x="697992" y="188976"/>
                  </a:lnTo>
                  <a:lnTo>
                    <a:pt x="707136" y="178308"/>
                  </a:lnTo>
                  <a:lnTo>
                    <a:pt x="714756" y="167640"/>
                  </a:lnTo>
                  <a:lnTo>
                    <a:pt x="720852" y="156972"/>
                  </a:lnTo>
                  <a:lnTo>
                    <a:pt x="725424" y="147828"/>
                  </a:lnTo>
                  <a:lnTo>
                    <a:pt x="728472" y="138684"/>
                  </a:lnTo>
                  <a:lnTo>
                    <a:pt x="729996" y="131064"/>
                  </a:lnTo>
                  <a:lnTo>
                    <a:pt x="729996" y="118872"/>
                  </a:lnTo>
                  <a:close/>
                </a:path>
                <a:path w="3807459" h="2181225">
                  <a:moveTo>
                    <a:pt x="3806964" y="2129040"/>
                  </a:moveTo>
                  <a:lnTo>
                    <a:pt x="3805440" y="2116848"/>
                  </a:lnTo>
                  <a:lnTo>
                    <a:pt x="3802392" y="2104656"/>
                  </a:lnTo>
                  <a:lnTo>
                    <a:pt x="3799344" y="2090940"/>
                  </a:lnTo>
                  <a:lnTo>
                    <a:pt x="3785628" y="2054364"/>
                  </a:lnTo>
                  <a:lnTo>
                    <a:pt x="3779532" y="2043696"/>
                  </a:lnTo>
                  <a:lnTo>
                    <a:pt x="3770388" y="2025408"/>
                  </a:lnTo>
                  <a:lnTo>
                    <a:pt x="3736860" y="1964448"/>
                  </a:lnTo>
                  <a:lnTo>
                    <a:pt x="3695712" y="1909584"/>
                  </a:lnTo>
                  <a:lnTo>
                    <a:pt x="3651516" y="1862340"/>
                  </a:lnTo>
                  <a:lnTo>
                    <a:pt x="3602748" y="1822716"/>
                  </a:lnTo>
                  <a:lnTo>
                    <a:pt x="3578364" y="1802904"/>
                  </a:lnTo>
                  <a:lnTo>
                    <a:pt x="3550932" y="1787664"/>
                  </a:lnTo>
                  <a:lnTo>
                    <a:pt x="3523500" y="1770900"/>
                  </a:lnTo>
                  <a:lnTo>
                    <a:pt x="3496068" y="1757184"/>
                  </a:lnTo>
                  <a:lnTo>
                    <a:pt x="3438156" y="1734324"/>
                  </a:lnTo>
                  <a:lnTo>
                    <a:pt x="3377196" y="1714512"/>
                  </a:lnTo>
                  <a:lnTo>
                    <a:pt x="3346716" y="1708416"/>
                  </a:lnTo>
                  <a:lnTo>
                    <a:pt x="3316236" y="1700796"/>
                  </a:lnTo>
                  <a:lnTo>
                    <a:pt x="3284232" y="1694700"/>
                  </a:lnTo>
                  <a:lnTo>
                    <a:pt x="3252228" y="1690128"/>
                  </a:lnTo>
                  <a:lnTo>
                    <a:pt x="3188220" y="1684032"/>
                  </a:lnTo>
                  <a:lnTo>
                    <a:pt x="3191268" y="1677936"/>
                  </a:lnTo>
                  <a:lnTo>
                    <a:pt x="3195840" y="1671840"/>
                  </a:lnTo>
                  <a:lnTo>
                    <a:pt x="3200412" y="1667268"/>
                  </a:lnTo>
                  <a:lnTo>
                    <a:pt x="3206508" y="1662696"/>
                  </a:lnTo>
                  <a:lnTo>
                    <a:pt x="3223272" y="1648980"/>
                  </a:lnTo>
                  <a:lnTo>
                    <a:pt x="3246132" y="1612404"/>
                  </a:lnTo>
                  <a:lnTo>
                    <a:pt x="3244608" y="1601736"/>
                  </a:lnTo>
                  <a:lnTo>
                    <a:pt x="3244608" y="1591068"/>
                  </a:lnTo>
                  <a:lnTo>
                    <a:pt x="3232416" y="1595640"/>
                  </a:lnTo>
                  <a:lnTo>
                    <a:pt x="3204984" y="1604784"/>
                  </a:lnTo>
                  <a:lnTo>
                    <a:pt x="3177552" y="1616976"/>
                  </a:lnTo>
                  <a:lnTo>
                    <a:pt x="3115068" y="1650504"/>
                  </a:lnTo>
                  <a:lnTo>
                    <a:pt x="3083064" y="1687080"/>
                  </a:lnTo>
                  <a:lnTo>
                    <a:pt x="3076968" y="1708416"/>
                  </a:lnTo>
                  <a:lnTo>
                    <a:pt x="3076968" y="1720608"/>
                  </a:lnTo>
                  <a:lnTo>
                    <a:pt x="3092208" y="1758708"/>
                  </a:lnTo>
                  <a:lnTo>
                    <a:pt x="3118116" y="1790712"/>
                  </a:lnTo>
                  <a:lnTo>
                    <a:pt x="3128784" y="1801380"/>
                  </a:lnTo>
                  <a:lnTo>
                    <a:pt x="3137928" y="1812048"/>
                  </a:lnTo>
                  <a:lnTo>
                    <a:pt x="3150120" y="1822716"/>
                  </a:lnTo>
                  <a:lnTo>
                    <a:pt x="3162312" y="1831860"/>
                  </a:lnTo>
                  <a:lnTo>
                    <a:pt x="3172980" y="1841004"/>
                  </a:lnTo>
                  <a:lnTo>
                    <a:pt x="3185172" y="1848624"/>
                  </a:lnTo>
                  <a:lnTo>
                    <a:pt x="3197364" y="1854720"/>
                  </a:lnTo>
                  <a:lnTo>
                    <a:pt x="3208032" y="1860816"/>
                  </a:lnTo>
                  <a:lnTo>
                    <a:pt x="3218700" y="1865388"/>
                  </a:lnTo>
                  <a:lnTo>
                    <a:pt x="3227844" y="1868436"/>
                  </a:lnTo>
                  <a:lnTo>
                    <a:pt x="3246132" y="1868436"/>
                  </a:lnTo>
                  <a:lnTo>
                    <a:pt x="3252228" y="1865388"/>
                  </a:lnTo>
                  <a:lnTo>
                    <a:pt x="3250704" y="1851672"/>
                  </a:lnTo>
                  <a:lnTo>
                    <a:pt x="3235464" y="1816620"/>
                  </a:lnTo>
                  <a:lnTo>
                    <a:pt x="3229368" y="1810524"/>
                  </a:lnTo>
                  <a:lnTo>
                    <a:pt x="3224796" y="1804428"/>
                  </a:lnTo>
                  <a:lnTo>
                    <a:pt x="3212604" y="1795284"/>
                  </a:lnTo>
                  <a:lnTo>
                    <a:pt x="3204984" y="1790712"/>
                  </a:lnTo>
                  <a:lnTo>
                    <a:pt x="3200412" y="1786140"/>
                  </a:lnTo>
                  <a:lnTo>
                    <a:pt x="3174504" y="1752612"/>
                  </a:lnTo>
                  <a:lnTo>
                    <a:pt x="3209556" y="1751088"/>
                  </a:lnTo>
                  <a:lnTo>
                    <a:pt x="3246132" y="1751088"/>
                  </a:lnTo>
                  <a:lnTo>
                    <a:pt x="3313188" y="1754136"/>
                  </a:lnTo>
                  <a:lnTo>
                    <a:pt x="3380244" y="1766328"/>
                  </a:lnTo>
                  <a:lnTo>
                    <a:pt x="3441204" y="1783092"/>
                  </a:lnTo>
                  <a:lnTo>
                    <a:pt x="3499116" y="1807476"/>
                  </a:lnTo>
                  <a:lnTo>
                    <a:pt x="3528072" y="1824240"/>
                  </a:lnTo>
                  <a:lnTo>
                    <a:pt x="3555504" y="1839480"/>
                  </a:lnTo>
                  <a:lnTo>
                    <a:pt x="3579888" y="1859292"/>
                  </a:lnTo>
                  <a:lnTo>
                    <a:pt x="3605796" y="1879104"/>
                  </a:lnTo>
                  <a:lnTo>
                    <a:pt x="3651516" y="1924824"/>
                  </a:lnTo>
                  <a:lnTo>
                    <a:pt x="3692664" y="1978164"/>
                  </a:lnTo>
                  <a:lnTo>
                    <a:pt x="3729240" y="2039124"/>
                  </a:lnTo>
                  <a:lnTo>
                    <a:pt x="3759720" y="2106180"/>
                  </a:lnTo>
                  <a:lnTo>
                    <a:pt x="3773436" y="2142756"/>
                  </a:lnTo>
                  <a:lnTo>
                    <a:pt x="3785628" y="2180856"/>
                  </a:lnTo>
                  <a:lnTo>
                    <a:pt x="3797820" y="2177808"/>
                  </a:lnTo>
                  <a:lnTo>
                    <a:pt x="3802392" y="2167140"/>
                  </a:lnTo>
                  <a:lnTo>
                    <a:pt x="3805440" y="2154948"/>
                  </a:lnTo>
                  <a:lnTo>
                    <a:pt x="3806964" y="2142756"/>
                  </a:lnTo>
                  <a:lnTo>
                    <a:pt x="3806964" y="2129040"/>
                  </a:lnTo>
                  <a:close/>
                </a:path>
              </a:pathLst>
            </a:custGeom>
            <a:solidFill>
              <a:srgbClr val="8EAADB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8" name="object 7">
            <a:extLst>
              <a:ext uri="{FF2B5EF4-FFF2-40B4-BE49-F238E27FC236}">
                <a16:creationId xmlns:a16="http://schemas.microsoft.com/office/drawing/2014/main" id="{EF70AAD3-7763-A67C-0354-CEB452ABEB7A}"/>
              </a:ext>
            </a:extLst>
          </p:cNvPr>
          <p:cNvSpPr txBox="1"/>
          <p:nvPr/>
        </p:nvSpPr>
        <p:spPr>
          <a:xfrm>
            <a:off x="1539607" y="6246584"/>
            <a:ext cx="8601411" cy="1084113"/>
          </a:xfrm>
          <a:prstGeom prst="rect">
            <a:avLst/>
          </a:prstGeom>
        </p:spPr>
        <p:txBody>
          <a:bodyPr vert="horz" wrap="square" lIns="0" tIns="90394" rIns="0" bIns="0" rtlCol="0">
            <a:spAutoFit/>
          </a:bodyPr>
          <a:lstStyle/>
          <a:p>
            <a:pPr marL="6256009" defTabSz="1183325">
              <a:spcBef>
                <a:spcPts val="712"/>
              </a:spcBef>
            </a:pPr>
            <a:r>
              <a:rPr sz="2976" dirty="0">
                <a:latin typeface="Calibri"/>
                <a:cs typeface="Calibri"/>
              </a:rPr>
              <a:t>(5 &gt;</a:t>
            </a:r>
            <a:r>
              <a:rPr sz="2976" spc="-6" dirty="0">
                <a:latin typeface="Calibri"/>
                <a:cs typeface="Calibri"/>
              </a:rPr>
              <a:t> </a:t>
            </a:r>
            <a:r>
              <a:rPr sz="2976" dirty="0">
                <a:latin typeface="Calibri"/>
                <a:cs typeface="Calibri"/>
              </a:rPr>
              <a:t>7)</a:t>
            </a:r>
            <a:r>
              <a:rPr sz="2976" spc="6" dirty="0">
                <a:latin typeface="Calibri"/>
                <a:cs typeface="Calibri"/>
              </a:rPr>
              <a:t> </a:t>
            </a:r>
            <a:r>
              <a:rPr sz="2976" dirty="0">
                <a:latin typeface="Wingdings"/>
                <a:cs typeface="Wingdings"/>
              </a:rPr>
              <a:t></a:t>
            </a:r>
            <a:r>
              <a:rPr sz="2976" spc="-71" dirty="0">
                <a:latin typeface="Times New Roman"/>
                <a:cs typeface="Times New Roman"/>
              </a:rPr>
              <a:t> </a:t>
            </a:r>
            <a:r>
              <a:rPr sz="2976" spc="-26" dirty="0">
                <a:latin typeface="Calibri"/>
                <a:cs typeface="Calibri"/>
              </a:rPr>
              <a:t>False</a:t>
            </a:r>
            <a:endParaRPr sz="2976">
              <a:latin typeface="Calibri"/>
              <a:cs typeface="Calibri"/>
            </a:endParaRPr>
          </a:p>
          <a:p>
            <a:pPr marL="16435" defTabSz="1183325">
              <a:spcBef>
                <a:spcPts val="594"/>
              </a:spcBef>
              <a:tabLst>
                <a:tab pos="2887642" algn="l"/>
              </a:tabLst>
            </a:pPr>
            <a:r>
              <a:rPr sz="2976" dirty="0">
                <a:latin typeface="Calibri"/>
                <a:cs typeface="Calibri"/>
              </a:rPr>
              <a:t>(5</a:t>
            </a:r>
            <a:r>
              <a:rPr sz="2976" spc="6" dirty="0">
                <a:latin typeface="Calibri"/>
                <a:cs typeface="Calibri"/>
              </a:rPr>
              <a:t> </a:t>
            </a:r>
            <a:r>
              <a:rPr sz="2976" dirty="0">
                <a:latin typeface="Calibri"/>
                <a:cs typeface="Calibri"/>
              </a:rPr>
              <a:t>&gt; 3)</a:t>
            </a:r>
            <a:r>
              <a:rPr sz="2976" spc="19" dirty="0">
                <a:latin typeface="Calibri"/>
                <a:cs typeface="Calibri"/>
              </a:rPr>
              <a:t> </a:t>
            </a:r>
            <a:r>
              <a:rPr sz="2976" dirty="0">
                <a:latin typeface="Calibri"/>
                <a:cs typeface="Calibri"/>
              </a:rPr>
              <a:t>AND</a:t>
            </a:r>
            <a:r>
              <a:rPr sz="2976" spc="13" dirty="0">
                <a:latin typeface="Calibri"/>
                <a:cs typeface="Calibri"/>
              </a:rPr>
              <a:t> </a:t>
            </a:r>
            <a:r>
              <a:rPr sz="2976" spc="-26" dirty="0">
                <a:latin typeface="Calibri"/>
                <a:cs typeface="Calibri"/>
              </a:rPr>
              <a:t>(5&gt;7)</a:t>
            </a:r>
            <a:r>
              <a:rPr sz="2976" dirty="0">
                <a:latin typeface="Calibri"/>
                <a:cs typeface="Calibri"/>
              </a:rPr>
              <a:t>	</a:t>
            </a:r>
            <a:r>
              <a:rPr sz="2976" dirty="0">
                <a:latin typeface="Wingdings"/>
                <a:cs typeface="Wingdings"/>
              </a:rPr>
              <a:t></a:t>
            </a:r>
            <a:r>
              <a:rPr sz="2976" spc="-78" dirty="0">
                <a:latin typeface="Times New Roman"/>
                <a:cs typeface="Times New Roman"/>
              </a:rPr>
              <a:t> </a:t>
            </a:r>
            <a:r>
              <a:rPr sz="2976" spc="-26" dirty="0">
                <a:latin typeface="Calibri"/>
                <a:cs typeface="Calibri"/>
              </a:rPr>
              <a:t>False</a:t>
            </a:r>
            <a:endParaRPr sz="2976">
              <a:latin typeface="Calibri"/>
              <a:cs typeface="Calibri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D16CBAAA-8672-F04D-FD3C-921469484C1D}"/>
              </a:ext>
            </a:extLst>
          </p:cNvPr>
          <p:cNvSpPr txBox="1"/>
          <p:nvPr/>
        </p:nvSpPr>
        <p:spPr>
          <a:xfrm>
            <a:off x="1685507" y="7341928"/>
            <a:ext cx="717401" cy="477029"/>
          </a:xfrm>
          <a:prstGeom prst="rect">
            <a:avLst/>
          </a:prstGeom>
        </p:spPr>
        <p:txBody>
          <a:bodyPr vert="horz" wrap="square" lIns="0" tIns="18899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sz="2976" spc="-32" dirty="0">
                <a:latin typeface="Calibri"/>
                <a:cs typeface="Calibri"/>
              </a:rPr>
              <a:t>True</a:t>
            </a:r>
            <a:endParaRPr sz="2976">
              <a:latin typeface="Calibri"/>
              <a:cs typeface="Calibri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09296F0D-DD88-C1E2-D3A4-4381375B5C24}"/>
              </a:ext>
            </a:extLst>
          </p:cNvPr>
          <p:cNvSpPr txBox="1"/>
          <p:nvPr/>
        </p:nvSpPr>
        <p:spPr>
          <a:xfrm>
            <a:off x="3431100" y="7371479"/>
            <a:ext cx="805329" cy="477029"/>
          </a:xfrm>
          <a:prstGeom prst="rect">
            <a:avLst/>
          </a:prstGeom>
        </p:spPr>
        <p:txBody>
          <a:bodyPr vert="horz" wrap="square" lIns="0" tIns="18899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sz="2976" spc="-13" dirty="0">
                <a:latin typeface="Calibri"/>
                <a:cs typeface="Calibri"/>
              </a:rPr>
              <a:t>False</a:t>
            </a:r>
            <a:endParaRPr sz="2976">
              <a:latin typeface="Calibri"/>
              <a:cs typeface="Calibri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A6197142-726C-2713-BD32-B432F909EAA9}"/>
              </a:ext>
            </a:extLst>
          </p:cNvPr>
          <p:cNvSpPr/>
          <p:nvPr/>
        </p:nvSpPr>
        <p:spPr>
          <a:xfrm>
            <a:off x="3979970" y="4632781"/>
            <a:ext cx="294190" cy="442109"/>
          </a:xfrm>
          <a:custGeom>
            <a:avLst/>
            <a:gdLst/>
            <a:ahLst/>
            <a:cxnLst/>
            <a:rect l="l" t="t" r="r" b="b"/>
            <a:pathLst>
              <a:path w="227330" h="341629">
                <a:moveTo>
                  <a:pt x="135636" y="341376"/>
                </a:moveTo>
                <a:lnTo>
                  <a:pt x="123444" y="341376"/>
                </a:lnTo>
                <a:lnTo>
                  <a:pt x="114300" y="339852"/>
                </a:lnTo>
                <a:lnTo>
                  <a:pt x="105156" y="335280"/>
                </a:lnTo>
                <a:lnTo>
                  <a:pt x="97536" y="330708"/>
                </a:lnTo>
                <a:lnTo>
                  <a:pt x="88392" y="323087"/>
                </a:lnTo>
                <a:lnTo>
                  <a:pt x="80772" y="316991"/>
                </a:lnTo>
                <a:lnTo>
                  <a:pt x="65532" y="301752"/>
                </a:lnTo>
                <a:lnTo>
                  <a:pt x="56388" y="295656"/>
                </a:lnTo>
                <a:lnTo>
                  <a:pt x="44196" y="289559"/>
                </a:lnTo>
                <a:lnTo>
                  <a:pt x="19812" y="278892"/>
                </a:lnTo>
                <a:lnTo>
                  <a:pt x="9144" y="272795"/>
                </a:lnTo>
                <a:lnTo>
                  <a:pt x="3048" y="268224"/>
                </a:lnTo>
                <a:lnTo>
                  <a:pt x="0" y="260604"/>
                </a:lnTo>
                <a:lnTo>
                  <a:pt x="0" y="256031"/>
                </a:lnTo>
                <a:lnTo>
                  <a:pt x="1524" y="256031"/>
                </a:lnTo>
                <a:lnTo>
                  <a:pt x="4572" y="254507"/>
                </a:lnTo>
                <a:lnTo>
                  <a:pt x="16764" y="256031"/>
                </a:lnTo>
                <a:lnTo>
                  <a:pt x="19812" y="256031"/>
                </a:lnTo>
                <a:lnTo>
                  <a:pt x="22860" y="249936"/>
                </a:lnTo>
                <a:lnTo>
                  <a:pt x="21336" y="246888"/>
                </a:lnTo>
                <a:lnTo>
                  <a:pt x="18288" y="245364"/>
                </a:lnTo>
                <a:lnTo>
                  <a:pt x="10668" y="245364"/>
                </a:lnTo>
                <a:lnTo>
                  <a:pt x="7620" y="243840"/>
                </a:lnTo>
                <a:lnTo>
                  <a:pt x="6096" y="242316"/>
                </a:lnTo>
                <a:lnTo>
                  <a:pt x="7620" y="237743"/>
                </a:lnTo>
                <a:lnTo>
                  <a:pt x="18288" y="233172"/>
                </a:lnTo>
                <a:lnTo>
                  <a:pt x="35052" y="230124"/>
                </a:lnTo>
                <a:lnTo>
                  <a:pt x="53340" y="228600"/>
                </a:lnTo>
                <a:lnTo>
                  <a:pt x="80772" y="256031"/>
                </a:lnTo>
                <a:lnTo>
                  <a:pt x="89916" y="260604"/>
                </a:lnTo>
                <a:lnTo>
                  <a:pt x="92964" y="225551"/>
                </a:lnTo>
                <a:lnTo>
                  <a:pt x="91440" y="192024"/>
                </a:lnTo>
                <a:lnTo>
                  <a:pt x="85344" y="91439"/>
                </a:lnTo>
                <a:lnTo>
                  <a:pt x="86868" y="59436"/>
                </a:lnTo>
                <a:lnTo>
                  <a:pt x="89916" y="30480"/>
                </a:lnTo>
                <a:lnTo>
                  <a:pt x="97536" y="1524"/>
                </a:lnTo>
                <a:lnTo>
                  <a:pt x="109728" y="0"/>
                </a:lnTo>
                <a:lnTo>
                  <a:pt x="118872" y="0"/>
                </a:lnTo>
                <a:lnTo>
                  <a:pt x="128016" y="1524"/>
                </a:lnTo>
                <a:lnTo>
                  <a:pt x="141732" y="6096"/>
                </a:lnTo>
                <a:lnTo>
                  <a:pt x="147828" y="9144"/>
                </a:lnTo>
                <a:lnTo>
                  <a:pt x="147828" y="39624"/>
                </a:lnTo>
                <a:lnTo>
                  <a:pt x="144780" y="70104"/>
                </a:lnTo>
                <a:lnTo>
                  <a:pt x="141732" y="135636"/>
                </a:lnTo>
                <a:lnTo>
                  <a:pt x="143256" y="166116"/>
                </a:lnTo>
                <a:lnTo>
                  <a:pt x="146304" y="198119"/>
                </a:lnTo>
                <a:lnTo>
                  <a:pt x="152400" y="227076"/>
                </a:lnTo>
                <a:lnTo>
                  <a:pt x="185928" y="190500"/>
                </a:lnTo>
                <a:lnTo>
                  <a:pt x="201168" y="193548"/>
                </a:lnTo>
                <a:lnTo>
                  <a:pt x="213360" y="196595"/>
                </a:lnTo>
                <a:lnTo>
                  <a:pt x="220980" y="201168"/>
                </a:lnTo>
                <a:lnTo>
                  <a:pt x="225552" y="207264"/>
                </a:lnTo>
                <a:lnTo>
                  <a:pt x="227076" y="213359"/>
                </a:lnTo>
                <a:lnTo>
                  <a:pt x="225552" y="222504"/>
                </a:lnTo>
                <a:lnTo>
                  <a:pt x="222504" y="231648"/>
                </a:lnTo>
                <a:lnTo>
                  <a:pt x="216408" y="240792"/>
                </a:lnTo>
                <a:lnTo>
                  <a:pt x="202692" y="260604"/>
                </a:lnTo>
                <a:lnTo>
                  <a:pt x="193548" y="271272"/>
                </a:lnTo>
                <a:lnTo>
                  <a:pt x="187452" y="281940"/>
                </a:lnTo>
                <a:lnTo>
                  <a:pt x="178308" y="292607"/>
                </a:lnTo>
                <a:lnTo>
                  <a:pt x="172212" y="303276"/>
                </a:lnTo>
                <a:lnTo>
                  <a:pt x="167640" y="313943"/>
                </a:lnTo>
                <a:lnTo>
                  <a:pt x="164592" y="324612"/>
                </a:lnTo>
                <a:lnTo>
                  <a:pt x="161544" y="333756"/>
                </a:lnTo>
                <a:lnTo>
                  <a:pt x="147828" y="339852"/>
                </a:lnTo>
                <a:lnTo>
                  <a:pt x="135636" y="341376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E8DA9F90-45A5-8C19-0F11-CBE0F8FF2B23}"/>
              </a:ext>
            </a:extLst>
          </p:cNvPr>
          <p:cNvSpPr txBox="1"/>
          <p:nvPr/>
        </p:nvSpPr>
        <p:spPr>
          <a:xfrm>
            <a:off x="4046294" y="5123137"/>
            <a:ext cx="225985" cy="477029"/>
          </a:xfrm>
          <a:prstGeom prst="rect">
            <a:avLst/>
          </a:prstGeom>
        </p:spPr>
        <p:txBody>
          <a:bodyPr vert="horz" wrap="square" lIns="0" tIns="18899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sz="2976" spc="-65" dirty="0">
                <a:latin typeface="Calibri"/>
                <a:cs typeface="Calibri"/>
              </a:rPr>
              <a:t>1</a:t>
            </a:r>
            <a:endParaRPr sz="2976">
              <a:latin typeface="Calibri"/>
              <a:cs typeface="Calibri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C247E09F-A9B3-24E9-FCE2-53EF85A80BDE}"/>
              </a:ext>
            </a:extLst>
          </p:cNvPr>
          <p:cNvSpPr/>
          <p:nvPr/>
        </p:nvSpPr>
        <p:spPr>
          <a:xfrm>
            <a:off x="9561397" y="6843655"/>
            <a:ext cx="295835" cy="443753"/>
          </a:xfrm>
          <a:custGeom>
            <a:avLst/>
            <a:gdLst/>
            <a:ahLst/>
            <a:cxnLst/>
            <a:rect l="l" t="t" r="r" b="b"/>
            <a:pathLst>
              <a:path w="228600" h="342900">
                <a:moveTo>
                  <a:pt x="137159" y="342900"/>
                </a:moveTo>
                <a:lnTo>
                  <a:pt x="124967" y="342900"/>
                </a:lnTo>
                <a:lnTo>
                  <a:pt x="106679" y="336804"/>
                </a:lnTo>
                <a:lnTo>
                  <a:pt x="99059" y="330708"/>
                </a:lnTo>
                <a:lnTo>
                  <a:pt x="89915" y="324612"/>
                </a:lnTo>
                <a:lnTo>
                  <a:pt x="82295" y="316991"/>
                </a:lnTo>
                <a:lnTo>
                  <a:pt x="74675" y="310895"/>
                </a:lnTo>
                <a:lnTo>
                  <a:pt x="67055" y="303276"/>
                </a:lnTo>
                <a:lnTo>
                  <a:pt x="57911" y="297180"/>
                </a:lnTo>
                <a:lnTo>
                  <a:pt x="45719" y="289559"/>
                </a:lnTo>
                <a:lnTo>
                  <a:pt x="32003" y="284988"/>
                </a:lnTo>
                <a:lnTo>
                  <a:pt x="21335" y="278892"/>
                </a:lnTo>
                <a:lnTo>
                  <a:pt x="10667" y="274319"/>
                </a:lnTo>
                <a:lnTo>
                  <a:pt x="4571" y="268224"/>
                </a:lnTo>
                <a:lnTo>
                  <a:pt x="1523" y="260604"/>
                </a:lnTo>
                <a:lnTo>
                  <a:pt x="0" y="257556"/>
                </a:lnTo>
                <a:lnTo>
                  <a:pt x="3047" y="256031"/>
                </a:lnTo>
                <a:lnTo>
                  <a:pt x="6095" y="256031"/>
                </a:lnTo>
                <a:lnTo>
                  <a:pt x="18287" y="257556"/>
                </a:lnTo>
                <a:lnTo>
                  <a:pt x="21335" y="257556"/>
                </a:lnTo>
                <a:lnTo>
                  <a:pt x="22859" y="254507"/>
                </a:lnTo>
                <a:lnTo>
                  <a:pt x="24383" y="249936"/>
                </a:lnTo>
                <a:lnTo>
                  <a:pt x="22859" y="248411"/>
                </a:lnTo>
                <a:lnTo>
                  <a:pt x="19811" y="246888"/>
                </a:lnTo>
                <a:lnTo>
                  <a:pt x="12191" y="245364"/>
                </a:lnTo>
                <a:lnTo>
                  <a:pt x="9143" y="245364"/>
                </a:lnTo>
                <a:lnTo>
                  <a:pt x="7619" y="242316"/>
                </a:lnTo>
                <a:lnTo>
                  <a:pt x="7619" y="237743"/>
                </a:lnTo>
                <a:lnTo>
                  <a:pt x="19811" y="234695"/>
                </a:lnTo>
                <a:lnTo>
                  <a:pt x="35051" y="231648"/>
                </a:lnTo>
                <a:lnTo>
                  <a:pt x="53339" y="230124"/>
                </a:lnTo>
                <a:lnTo>
                  <a:pt x="62483" y="236219"/>
                </a:lnTo>
                <a:lnTo>
                  <a:pt x="68579" y="242316"/>
                </a:lnTo>
                <a:lnTo>
                  <a:pt x="74675" y="249936"/>
                </a:lnTo>
                <a:lnTo>
                  <a:pt x="82295" y="256031"/>
                </a:lnTo>
                <a:lnTo>
                  <a:pt x="91439" y="260604"/>
                </a:lnTo>
                <a:lnTo>
                  <a:pt x="94487" y="227076"/>
                </a:lnTo>
                <a:lnTo>
                  <a:pt x="92963" y="192024"/>
                </a:lnTo>
                <a:lnTo>
                  <a:pt x="86867" y="92964"/>
                </a:lnTo>
                <a:lnTo>
                  <a:pt x="88391" y="60960"/>
                </a:lnTo>
                <a:lnTo>
                  <a:pt x="91439" y="30480"/>
                </a:lnTo>
                <a:lnTo>
                  <a:pt x="99059" y="1524"/>
                </a:lnTo>
                <a:lnTo>
                  <a:pt x="111251" y="0"/>
                </a:lnTo>
                <a:lnTo>
                  <a:pt x="120395" y="1524"/>
                </a:lnTo>
                <a:lnTo>
                  <a:pt x="128015" y="1524"/>
                </a:lnTo>
                <a:lnTo>
                  <a:pt x="143255" y="7620"/>
                </a:lnTo>
                <a:lnTo>
                  <a:pt x="149351" y="9144"/>
                </a:lnTo>
                <a:lnTo>
                  <a:pt x="146303" y="70104"/>
                </a:lnTo>
                <a:lnTo>
                  <a:pt x="143255" y="135636"/>
                </a:lnTo>
                <a:lnTo>
                  <a:pt x="144779" y="167640"/>
                </a:lnTo>
                <a:lnTo>
                  <a:pt x="147827" y="198119"/>
                </a:lnTo>
                <a:lnTo>
                  <a:pt x="153923" y="227076"/>
                </a:lnTo>
                <a:lnTo>
                  <a:pt x="187451" y="192024"/>
                </a:lnTo>
                <a:lnTo>
                  <a:pt x="202691" y="193548"/>
                </a:lnTo>
                <a:lnTo>
                  <a:pt x="214883" y="196595"/>
                </a:lnTo>
                <a:lnTo>
                  <a:pt x="222503" y="201168"/>
                </a:lnTo>
                <a:lnTo>
                  <a:pt x="227075" y="207264"/>
                </a:lnTo>
                <a:lnTo>
                  <a:pt x="228599" y="214883"/>
                </a:lnTo>
                <a:lnTo>
                  <a:pt x="227075" y="222504"/>
                </a:lnTo>
                <a:lnTo>
                  <a:pt x="224027" y="231648"/>
                </a:lnTo>
                <a:lnTo>
                  <a:pt x="217931" y="240792"/>
                </a:lnTo>
                <a:lnTo>
                  <a:pt x="204215" y="260604"/>
                </a:lnTo>
                <a:lnTo>
                  <a:pt x="195071" y="271272"/>
                </a:lnTo>
                <a:lnTo>
                  <a:pt x="187451" y="281940"/>
                </a:lnTo>
                <a:lnTo>
                  <a:pt x="179831" y="294131"/>
                </a:lnTo>
                <a:lnTo>
                  <a:pt x="167639" y="315467"/>
                </a:lnTo>
                <a:lnTo>
                  <a:pt x="164591" y="324612"/>
                </a:lnTo>
                <a:lnTo>
                  <a:pt x="163067" y="335280"/>
                </a:lnTo>
                <a:lnTo>
                  <a:pt x="149351" y="341376"/>
                </a:lnTo>
                <a:lnTo>
                  <a:pt x="137159" y="342900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DF0B2FD6-FB26-8499-9A5E-B052ED203F78}"/>
              </a:ext>
            </a:extLst>
          </p:cNvPr>
          <p:cNvSpPr txBox="1"/>
          <p:nvPr/>
        </p:nvSpPr>
        <p:spPr>
          <a:xfrm>
            <a:off x="9629700" y="7298623"/>
            <a:ext cx="225985" cy="477029"/>
          </a:xfrm>
          <a:prstGeom prst="rect">
            <a:avLst/>
          </a:prstGeom>
        </p:spPr>
        <p:txBody>
          <a:bodyPr vert="horz" wrap="square" lIns="0" tIns="18899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sz="2976" spc="-65" dirty="0">
                <a:latin typeface="Calibri"/>
                <a:cs typeface="Calibri"/>
              </a:rPr>
              <a:t>0</a:t>
            </a:r>
            <a:endParaRPr sz="2976">
              <a:latin typeface="Calibri"/>
              <a:cs typeface="Calibri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4614F104-43CA-23DD-1C3B-8424AC2EBD3F}"/>
              </a:ext>
            </a:extLst>
          </p:cNvPr>
          <p:cNvSpPr txBox="1"/>
          <p:nvPr/>
        </p:nvSpPr>
        <p:spPr>
          <a:xfrm>
            <a:off x="9335856" y="3847212"/>
            <a:ext cx="1488216" cy="933317"/>
          </a:xfrm>
          <a:prstGeom prst="rect">
            <a:avLst/>
          </a:prstGeom>
        </p:spPr>
        <p:txBody>
          <a:bodyPr vert="horz" wrap="square" lIns="0" tIns="17257" rIns="0" bIns="0" rtlCol="0">
            <a:spAutoFit/>
          </a:bodyPr>
          <a:lstStyle/>
          <a:p>
            <a:pPr marL="16435" marR="6574" defTabSz="1183325">
              <a:lnSpc>
                <a:spcPct val="100400"/>
              </a:lnSpc>
              <a:spcBef>
                <a:spcPts val="136"/>
              </a:spcBef>
            </a:pPr>
            <a:r>
              <a:rPr sz="2976" spc="-26" dirty="0">
                <a:latin typeface="Calibri"/>
                <a:cs typeface="Calibri"/>
              </a:rPr>
              <a:t>True</a:t>
            </a:r>
            <a:r>
              <a:rPr sz="2976" spc="-78" dirty="0">
                <a:latin typeface="Calibri"/>
                <a:cs typeface="Calibri"/>
              </a:rPr>
              <a:t> </a:t>
            </a:r>
            <a:r>
              <a:rPr sz="2976" dirty="0">
                <a:latin typeface="Wingdings"/>
                <a:cs typeface="Wingdings"/>
              </a:rPr>
              <a:t></a:t>
            </a:r>
            <a:r>
              <a:rPr sz="2976" spc="-110" dirty="0">
                <a:latin typeface="Times New Roman"/>
                <a:cs typeface="Times New Roman"/>
              </a:rPr>
              <a:t> </a:t>
            </a:r>
            <a:r>
              <a:rPr sz="2976" spc="-65" dirty="0">
                <a:latin typeface="Calibri"/>
                <a:cs typeface="Calibri"/>
              </a:rPr>
              <a:t>1 </a:t>
            </a:r>
            <a:r>
              <a:rPr sz="2976" dirty="0">
                <a:latin typeface="Calibri"/>
                <a:cs typeface="Calibri"/>
              </a:rPr>
              <a:t>False</a:t>
            </a:r>
            <a:r>
              <a:rPr sz="2976" spc="-110" dirty="0">
                <a:latin typeface="Calibri"/>
                <a:cs typeface="Calibri"/>
              </a:rPr>
              <a:t> </a:t>
            </a:r>
            <a:r>
              <a:rPr sz="2976" spc="-32" dirty="0">
                <a:latin typeface="Wingdings"/>
                <a:cs typeface="Wingdings"/>
              </a:rPr>
              <a:t></a:t>
            </a:r>
            <a:r>
              <a:rPr sz="2976" spc="-32" dirty="0">
                <a:latin typeface="Calibri"/>
                <a:cs typeface="Calibri"/>
              </a:rPr>
              <a:t>0</a:t>
            </a:r>
            <a:endParaRPr sz="2976">
              <a:latin typeface="Calibri"/>
              <a:cs typeface="Calibri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6" name="Slide Zoom 15">
                <a:extLst>
                  <a:ext uri="{FF2B5EF4-FFF2-40B4-BE49-F238E27FC236}">
                    <a16:creationId xmlns:a16="http://schemas.microsoft.com/office/drawing/2014/main" id="{45133776-C8FA-D5A0-2C57-E77D874FB3B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64079370"/>
                  </p:ext>
                </p:extLst>
              </p:nvPr>
            </p:nvGraphicFramePr>
            <p:xfrm>
              <a:off x="10679723" y="-2394438"/>
              <a:ext cx="3352800" cy="2514600"/>
            </p:xfrm>
            <a:graphic>
              <a:graphicData uri="http://schemas.microsoft.com/office/powerpoint/2016/slidezoom">
                <pslz:sldZm>
                  <pslz:sldZmObj sldId="582" cId="679731017">
                    <pslz:zmPr id="{F0B510E9-70E0-4D33-9799-3A4CB684CC32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352800" cy="25146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6" name="Slide Zoom 15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45133776-C8FA-D5A0-2C57-E77D874FB3B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79723" y="-2394438"/>
                <a:ext cx="3352800" cy="25146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9731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9CAA726-544B-3DEB-2D35-19EA061BC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952ADFC-4707-3B72-50D2-296840EE8B39}"/>
              </a:ext>
            </a:extLst>
          </p:cNvPr>
          <p:cNvSpPr txBox="1"/>
          <p:nvPr/>
        </p:nvSpPr>
        <p:spPr>
          <a:xfrm>
            <a:off x="381000" y="888075"/>
            <a:ext cx="12352767" cy="375698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Practical</a:t>
            </a:r>
            <a:r>
              <a:rPr lang="en-GB" sz="4000" b="1" spc="-6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Example</a:t>
            </a:r>
            <a:r>
              <a:rPr lang="en-GB" sz="4000" b="1" spc="-32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to</a:t>
            </a:r>
            <a:r>
              <a:rPr lang="en-GB" sz="4000" b="1" spc="-110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learn</a:t>
            </a:r>
            <a:r>
              <a:rPr lang="en-GB" sz="4000" b="1" spc="-52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“AND”</a:t>
            </a:r>
            <a:r>
              <a:rPr lang="en-GB" sz="4000" b="1" spc="-52" dirty="0">
                <a:latin typeface="Comic Sans MS" panose="030F0702030302020204" pitchFamily="66" charset="0"/>
              </a:rPr>
              <a:t> </a:t>
            </a:r>
            <a:r>
              <a:rPr lang="en-GB" sz="4000" b="1" spc="-13" dirty="0">
                <a:latin typeface="Comic Sans MS" panose="030F0702030302020204" pitchFamily="66" charset="0"/>
              </a:rPr>
              <a:t>operator: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pPr marL="16435" marR="517705" defTabSz="1183325">
              <a:lnSpc>
                <a:spcPts val="3235"/>
              </a:lnSpc>
              <a:spcBef>
                <a:spcPts val="537"/>
              </a:spcBef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IF you wan</a:t>
            </a:r>
            <a:r>
              <a:rPr lang="en-GB" sz="2400" spc="-3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to</a:t>
            </a:r>
            <a:r>
              <a:rPr lang="en-GB" sz="2400" spc="13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get</a:t>
            </a:r>
            <a:r>
              <a:rPr lang="en-GB" sz="2400" spc="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hired</a:t>
            </a:r>
            <a:r>
              <a:rPr lang="en-GB" sz="2400" spc="-1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you</a:t>
            </a:r>
            <a:r>
              <a:rPr lang="en-GB" sz="2400" spc="-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have</a:t>
            </a:r>
            <a:r>
              <a:rPr lang="en-GB" sz="2400" spc="-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to</a:t>
            </a:r>
            <a:r>
              <a:rPr lang="en-GB" sz="2400" spc="13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have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all</a:t>
            </a:r>
            <a:r>
              <a:rPr lang="en-GB" sz="2400" u="sng" spc="-3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the</a:t>
            </a:r>
            <a:r>
              <a:rPr lang="en-GB" sz="2400" u="sng" spc="-26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spc="-13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following</a:t>
            </a:r>
            <a:r>
              <a:rPr lang="en-GB" sz="2400" spc="-13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spc="-13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conditions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: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563722" indent="-547287" defTabSz="1183325">
              <a:buFontTx/>
              <a:buAutoNum type="arabicPeriod"/>
              <a:tabLst>
                <a:tab pos="563722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Your Age</a:t>
            </a:r>
            <a:r>
              <a:rPr lang="en-GB" sz="2400" spc="-1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must</a:t>
            </a:r>
            <a:r>
              <a:rPr lang="en-GB" sz="2400" spc="-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be</a:t>
            </a:r>
            <a:r>
              <a:rPr lang="en-GB" sz="2400" spc="-1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&gt;=</a:t>
            </a:r>
            <a:r>
              <a:rPr lang="en-GB" sz="2400" spc="-3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21</a:t>
            </a:r>
            <a:r>
              <a:rPr lang="en-GB" sz="2400" spc="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years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563722" indent="-547287" defTabSz="1183325">
              <a:spcBef>
                <a:spcPts val="718"/>
              </a:spcBef>
              <a:buFontTx/>
              <a:buAutoNum type="arabicPeriod"/>
              <a:tabLst>
                <a:tab pos="563722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You</a:t>
            </a:r>
            <a:r>
              <a:rPr lang="en-GB" sz="2400" spc="-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should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have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 driver</a:t>
            </a:r>
            <a:r>
              <a:rPr lang="en-GB" sz="2400" spc="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license.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defTabSz="1183325">
              <a:spcBef>
                <a:spcPts val="880"/>
              </a:spcBef>
            </a:pP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16435" defTabSz="1183325"/>
            <a:r>
              <a:rPr lang="en-GB" sz="2400" dirty="0">
                <a:latin typeface="Comic Sans MS" panose="030F0702030302020204" pitchFamily="66" charset="0"/>
                <a:cs typeface="Comic Sans MS"/>
              </a:rPr>
              <a:t>This in</a:t>
            </a:r>
            <a:r>
              <a:rPr lang="en-GB" sz="2400" spc="-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computer 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means: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412520" defTabSz="1183325">
              <a:spcBef>
                <a:spcPts val="718"/>
              </a:spcBef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(Age&gt;=21</a:t>
            </a:r>
            <a:r>
              <a:rPr lang="en-GB" sz="2400" spc="-3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AND</a:t>
            </a:r>
            <a:r>
              <a:rPr lang="en-GB" sz="2400" spc="-19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 err="1">
                <a:latin typeface="Comic Sans MS" panose="030F0702030302020204" pitchFamily="66" charset="0"/>
                <a:cs typeface="Comic Sans MS"/>
              </a:rPr>
              <a:t>HasDriverLicesne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=True)</a:t>
            </a:r>
            <a:r>
              <a:rPr lang="en-GB" sz="2400" spc="-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Then</a:t>
            </a:r>
            <a:r>
              <a:rPr lang="en-GB" sz="2400" spc="-3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will</a:t>
            </a:r>
            <a:r>
              <a:rPr lang="en-GB" sz="2400" spc="-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be</a:t>
            </a:r>
            <a:r>
              <a:rPr lang="en-GB" sz="2400" spc="13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hired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0861848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810BB4-3838-87C8-118E-31D434360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166677C-3CF7-D442-8B54-7EC7BA94376D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486B573C-03F2-A2B6-22C7-DA7F89AB22D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859BD1F-42E9-5936-2E2E-915B7C40DAE7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12A95BE5-FA78-5D1A-B9B5-CF6D28C5B474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71278271-E1D4-C540-F9BA-37B8911CFC7A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“OR” Operators</a:t>
            </a:r>
          </a:p>
        </p:txBody>
      </p:sp>
    </p:spTree>
    <p:extLst>
      <p:ext uri="{BB962C8B-B14F-4D97-AF65-F5344CB8AC3E}">
        <p14:creationId xmlns:p14="http://schemas.microsoft.com/office/powerpoint/2010/main" val="38457304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ABCF317-F764-D2DA-35C7-06AFD0C0F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3B1596F-9C55-A90A-8D38-E91D0E8E645B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Logical</a:t>
            </a:r>
            <a:r>
              <a:rPr lang="sv-SE" sz="4000" b="1" spc="-71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“OR”</a:t>
            </a:r>
            <a:r>
              <a:rPr lang="sv-SE" sz="4000" b="1" spc="-58" dirty="0">
                <a:latin typeface="Comic Sans MS" panose="030F0702030302020204" pitchFamily="66" charset="0"/>
              </a:rPr>
              <a:t> </a:t>
            </a:r>
            <a:r>
              <a:rPr lang="sv-SE" sz="4000" b="1" spc="-13" dirty="0">
                <a:latin typeface="Comic Sans MS" panose="030F0702030302020204" pitchFamily="66" charset="0"/>
              </a:rPr>
              <a:t>Operator:</a:t>
            </a:r>
          </a:p>
        </p:txBody>
      </p:sp>
      <p:graphicFrame>
        <p:nvGraphicFramePr>
          <p:cNvPr id="4" name="object 3"/>
          <p:cNvGraphicFramePr>
            <a:graphicFrameLocks noGrp="1"/>
          </p:cNvGraphicFramePr>
          <p:nvPr/>
        </p:nvGraphicFramePr>
        <p:xfrm>
          <a:off x="2971172" y="3519454"/>
          <a:ext cx="7465732" cy="23749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7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8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00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091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Condition</a:t>
                      </a:r>
                      <a:r>
                        <a:rPr sz="1900" b="1" spc="85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b="1" spc="-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A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088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Condition</a:t>
                      </a:r>
                      <a:r>
                        <a:rPr sz="1900" b="1" spc="85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b="1" spc="-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B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088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42925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A</a:t>
                      </a:r>
                      <a:r>
                        <a:rPr sz="1900" b="1" spc="35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b="1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OR</a:t>
                      </a:r>
                      <a:r>
                        <a:rPr sz="1900" b="1" spc="25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b="1" spc="-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B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39445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91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spc="-2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Age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Has</a:t>
                      </a:r>
                      <a:r>
                        <a:rPr sz="1900" spc="8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Driver</a:t>
                      </a:r>
                      <a:r>
                        <a:rPr sz="1900" spc="4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1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License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447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25</a:t>
                      </a:r>
                      <a:r>
                        <a:rPr sz="1900" spc="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&gt;=</a:t>
                      </a:r>
                      <a:r>
                        <a:rPr sz="1900" spc="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21</a:t>
                      </a:r>
                      <a:r>
                        <a:rPr sz="1900" spc="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9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5197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19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Yes</a:t>
                      </a:r>
                      <a:r>
                        <a:rPr sz="1900" spc="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9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5197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9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3554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91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25</a:t>
                      </a:r>
                      <a:r>
                        <a:rPr sz="1900" spc="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&gt;=</a:t>
                      </a:r>
                      <a:r>
                        <a:rPr sz="1900" spc="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21</a:t>
                      </a:r>
                      <a:r>
                        <a:rPr sz="1900" spc="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9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7662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19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No</a:t>
                      </a:r>
                      <a:r>
                        <a:rPr sz="1900" spc="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9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7662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5197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91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19</a:t>
                      </a:r>
                      <a:r>
                        <a:rPr sz="1900" spc="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&gt;=</a:t>
                      </a:r>
                      <a:r>
                        <a:rPr sz="1900" spc="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21</a:t>
                      </a:r>
                      <a:r>
                        <a:rPr sz="1900" spc="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9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20" dirty="0">
                          <a:latin typeface="Comic Sans MS"/>
                          <a:cs typeface="Comic Sans MS"/>
                        </a:rPr>
                        <a:t>False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7662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19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Yes</a:t>
                      </a:r>
                      <a:r>
                        <a:rPr sz="1900" spc="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9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7662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5197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91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19</a:t>
                      </a:r>
                      <a:r>
                        <a:rPr sz="1900" spc="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&gt;=</a:t>
                      </a:r>
                      <a:r>
                        <a:rPr sz="1900" spc="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21</a:t>
                      </a:r>
                      <a:r>
                        <a:rPr sz="1900" spc="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9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20" dirty="0">
                          <a:latin typeface="Comic Sans MS"/>
                          <a:cs typeface="Comic Sans MS"/>
                        </a:rPr>
                        <a:t>False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7662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19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omic Sans MS"/>
                          <a:cs typeface="Comic Sans MS"/>
                        </a:rPr>
                        <a:t>No</a:t>
                      </a:r>
                      <a:r>
                        <a:rPr sz="190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900" spc="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7662" marB="0"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1900" dirty="0">
                        <a:latin typeface="Comic Sans MS"/>
                        <a:cs typeface="Comic Sans MS"/>
                      </a:endParaRPr>
                    </a:p>
                  </a:txBody>
                  <a:tcPr marL="0" marR="0" marT="45197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65190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3B9A024-2DE3-28B6-1904-BB777D72E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C49BFA3-F761-EC44-E3DF-FA10A31D13DD}"/>
              </a:ext>
            </a:extLst>
          </p:cNvPr>
          <p:cNvSpPr txBox="1"/>
          <p:nvPr/>
        </p:nvSpPr>
        <p:spPr>
          <a:xfrm>
            <a:off x="381000" y="888075"/>
            <a:ext cx="12352767" cy="13871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32" dirty="0">
                <a:latin typeface="Comic Sans MS"/>
                <a:cs typeface="Comic Sans MS"/>
              </a:rPr>
              <a:t>OR							</a:t>
            </a:r>
            <a:r>
              <a:rPr lang="en-GB" sz="4000" b="1" dirty="0">
                <a:latin typeface="Comic Sans MS" panose="030F0702030302020204" pitchFamily="66" charset="0"/>
              </a:rPr>
              <a:t>Any</a:t>
            </a:r>
            <a:r>
              <a:rPr lang="en-GB" sz="4000" b="1" spc="-4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“True”</a:t>
            </a:r>
            <a:r>
              <a:rPr lang="en-GB" sz="4000" b="1" spc="-97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in</a:t>
            </a:r>
            <a:r>
              <a:rPr lang="en-GB" sz="4000" b="1" spc="-58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OR</a:t>
            </a:r>
            <a:endParaRPr lang="en-GB" sz="4000" b="1" spc="-65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GB" sz="4000" b="1" spc="-65" dirty="0">
                <a:solidFill>
                  <a:srgbClr val="FF0000"/>
                </a:solidFill>
                <a:latin typeface="Comic Sans MS" panose="030F0702030302020204" pitchFamily="66" charset="0"/>
              </a:rPr>
              <a:t>								</a:t>
            </a:r>
            <a:r>
              <a:rPr lang="en-GB" sz="4000" b="1" spc="-32" dirty="0">
                <a:latin typeface="Comic Sans MS" panose="030F0702030302020204" pitchFamily="66" charset="0"/>
              </a:rPr>
              <a:t>the </a:t>
            </a:r>
            <a:r>
              <a:rPr lang="en-GB" sz="4000" b="1" dirty="0">
                <a:latin typeface="Comic Sans MS" panose="030F0702030302020204" pitchFamily="66" charset="0"/>
              </a:rPr>
              <a:t>result</a:t>
            </a:r>
            <a:r>
              <a:rPr lang="en-GB" sz="4000" b="1" spc="-78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is</a:t>
            </a:r>
            <a:r>
              <a:rPr lang="en-GB" sz="4000" b="1" spc="-52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True</a:t>
            </a:r>
            <a:endParaRPr lang="sv-SE" sz="4000" b="1" spc="-13" dirty="0">
              <a:latin typeface="Comic Sans MS" panose="030F0702030302020204" pitchFamily="66" charset="0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04671" y="3950388"/>
          <a:ext cx="6372784" cy="31728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8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8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5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899">
                <a:tc>
                  <a:txBody>
                    <a:bodyPr/>
                    <a:lstStyle/>
                    <a:p>
                      <a:pPr marR="308610" algn="ctr">
                        <a:lnSpc>
                          <a:spcPts val="2035"/>
                        </a:lnSpc>
                      </a:pPr>
                      <a:r>
                        <a:rPr sz="2500" spc="-5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A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R w="57150">
                      <a:solidFill>
                        <a:srgbClr val="4472C3"/>
                      </a:solidFill>
                      <a:prstDash val="sysDash"/>
                    </a:lnR>
                    <a:lnB w="1905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R="83820" algn="ctr">
                        <a:lnSpc>
                          <a:spcPts val="2180"/>
                        </a:lnSpc>
                      </a:pPr>
                      <a:r>
                        <a:rPr sz="2500" spc="-5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B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57150">
                      <a:solidFill>
                        <a:srgbClr val="4472C3"/>
                      </a:solidFill>
                      <a:prstDash val="sysDash"/>
                    </a:lnL>
                    <a:lnR w="38100">
                      <a:solidFill>
                        <a:srgbClr val="4472C3"/>
                      </a:solidFill>
                      <a:prstDash val="sysDash"/>
                    </a:lnR>
                    <a:lnB w="1905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24510">
                        <a:lnSpc>
                          <a:spcPts val="2260"/>
                        </a:lnSpc>
                      </a:pPr>
                      <a:r>
                        <a:rPr sz="250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A</a:t>
                      </a:r>
                      <a:r>
                        <a:rPr sz="2500" spc="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250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OR</a:t>
                      </a:r>
                      <a:r>
                        <a:rPr sz="2500" spc="3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2500" spc="-5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B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38100">
                      <a:solidFill>
                        <a:srgbClr val="4472C3"/>
                      </a:solidFill>
                      <a:prstDash val="sysDash"/>
                    </a:lnL>
                    <a:lnB w="19050">
                      <a:solidFill>
                        <a:srgbClr val="4472C3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918">
                <a:tc>
                  <a:txBody>
                    <a:bodyPr/>
                    <a:lstStyle/>
                    <a:p>
                      <a:pPr marL="3581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5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55880" marB="0">
                    <a:lnR w="57150">
                      <a:solidFill>
                        <a:srgbClr val="4472C3"/>
                      </a:solidFill>
                      <a:prstDash val="sysDash"/>
                    </a:lnR>
                    <a:lnT w="19050">
                      <a:solidFill>
                        <a:srgbClr val="4472C3"/>
                      </a:solidFill>
                      <a:prstDash val="sysDash"/>
                    </a:lnT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R="648335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5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55880" marB="0">
                    <a:lnL w="57150">
                      <a:solidFill>
                        <a:srgbClr val="4472C3"/>
                      </a:solidFill>
                      <a:prstDash val="sysDash"/>
                    </a:lnL>
                    <a:lnR w="38100">
                      <a:solidFill>
                        <a:srgbClr val="4472C3"/>
                      </a:solidFill>
                      <a:prstDash val="sysDash"/>
                    </a:lnR>
                    <a:lnT w="19050">
                      <a:solidFill>
                        <a:srgbClr val="4472C3"/>
                      </a:solidFill>
                      <a:prstDash val="sysDash"/>
                    </a:lnT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5626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5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55880" marB="0">
                    <a:lnL w="38100">
                      <a:solidFill>
                        <a:srgbClr val="4472C3"/>
                      </a:solidFill>
                      <a:prstDash val="sysDash"/>
                    </a:lnL>
                    <a:lnT w="19050">
                      <a:solidFill>
                        <a:srgbClr val="4472C3"/>
                      </a:solidFill>
                      <a:prstDash val="sysDash"/>
                    </a:lnT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986">
                <a:tc>
                  <a:txBody>
                    <a:bodyPr/>
                    <a:lstStyle/>
                    <a:p>
                      <a:pPr marL="433705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5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159421" marB="0">
                    <a:lnR w="57150">
                      <a:solidFill>
                        <a:srgbClr val="4472C3"/>
                      </a:solidFill>
                      <a:prstDash val="sysDash"/>
                    </a:lnR>
                    <a:lnT w="12700">
                      <a:solidFill>
                        <a:srgbClr val="4472C3"/>
                      </a:solidFill>
                      <a:prstDash val="sysDash"/>
                    </a:lnT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R="625475" algn="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5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159421" marB="0">
                    <a:lnL w="57150">
                      <a:solidFill>
                        <a:srgbClr val="4472C3"/>
                      </a:solidFill>
                      <a:prstDash val="sysDash"/>
                    </a:lnL>
                    <a:lnR w="38100">
                      <a:solidFill>
                        <a:srgbClr val="4472C3"/>
                      </a:solidFill>
                      <a:prstDash val="sysDash"/>
                    </a:lnR>
                    <a:lnT w="12700">
                      <a:solidFill>
                        <a:srgbClr val="4472C3"/>
                      </a:solidFill>
                      <a:prstDash val="sysDash"/>
                    </a:lnT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605790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25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159421" marB="0">
                    <a:lnL w="38100">
                      <a:solidFill>
                        <a:srgbClr val="4472C3"/>
                      </a:solidFill>
                      <a:prstDash val="sysDash"/>
                    </a:lnL>
                    <a:lnT w="12700">
                      <a:solidFill>
                        <a:srgbClr val="4472C3"/>
                      </a:solidFill>
                      <a:prstDash val="sysDash"/>
                    </a:lnT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1104">
                <a:tc>
                  <a:txBody>
                    <a:bodyPr/>
                    <a:lstStyle/>
                    <a:p>
                      <a:pPr marL="40957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25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153670" marB="0">
                    <a:lnR w="57150">
                      <a:solidFill>
                        <a:srgbClr val="4472C3"/>
                      </a:solidFill>
                      <a:prstDash val="sysDash"/>
                    </a:lnR>
                    <a:lnT w="12700">
                      <a:solidFill>
                        <a:srgbClr val="4472C3"/>
                      </a:solidFill>
                      <a:prstDash val="sysDash"/>
                    </a:lnT>
                    <a:lnB w="9525">
                      <a:solidFill>
                        <a:srgbClr val="4472C3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 marR="648970" algn="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25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153670" marB="0">
                    <a:lnL w="57150">
                      <a:solidFill>
                        <a:srgbClr val="4472C3"/>
                      </a:solidFill>
                      <a:prstDash val="sysDash"/>
                    </a:lnL>
                    <a:lnR w="38100">
                      <a:solidFill>
                        <a:srgbClr val="4472C3"/>
                      </a:solidFill>
                      <a:prstDash val="sysDash"/>
                    </a:lnR>
                    <a:lnT w="12700">
                      <a:solidFill>
                        <a:srgbClr val="4472C3"/>
                      </a:solidFill>
                      <a:prstDash val="sysDash"/>
                    </a:lnT>
                    <a:lnB w="9525">
                      <a:solidFill>
                        <a:srgbClr val="4472C3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 marL="60579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25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153670" marB="0">
                    <a:lnL w="38100">
                      <a:solidFill>
                        <a:srgbClr val="4472C3"/>
                      </a:solidFill>
                      <a:prstDash val="sysDash"/>
                    </a:lnL>
                    <a:lnT w="12700">
                      <a:solidFill>
                        <a:srgbClr val="4472C3"/>
                      </a:solidFill>
                      <a:prstDash val="sysDash"/>
                    </a:lnT>
                    <a:lnB w="9525">
                      <a:solidFill>
                        <a:srgbClr val="4472C3"/>
                      </a:solidFill>
                      <a:prstDash val="lg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1926">
                <a:tc>
                  <a:txBody>
                    <a:bodyPr/>
                    <a:lstStyle/>
                    <a:p>
                      <a:pPr marL="4095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5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120799" marB="0">
                    <a:lnR w="57150">
                      <a:solidFill>
                        <a:srgbClr val="4472C3"/>
                      </a:solidFill>
                      <a:prstDash val="sysDash"/>
                    </a:lnR>
                    <a:lnT w="9525">
                      <a:solidFill>
                        <a:srgbClr val="4472C3"/>
                      </a:solidFill>
                      <a:prstDash val="lgDash"/>
                    </a:lnT>
                  </a:tcPr>
                </a:tc>
                <a:tc>
                  <a:txBody>
                    <a:bodyPr/>
                    <a:lstStyle/>
                    <a:p>
                      <a:pPr marR="662940" algn="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5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2500">
                        <a:latin typeface="Comic Sans MS"/>
                        <a:cs typeface="Comic Sans MS"/>
                      </a:endParaRPr>
                    </a:p>
                  </a:txBody>
                  <a:tcPr marL="0" marR="0" marT="120799" marB="0">
                    <a:lnL w="57150">
                      <a:solidFill>
                        <a:srgbClr val="4472C3"/>
                      </a:solidFill>
                      <a:prstDash val="sysDash"/>
                    </a:lnL>
                    <a:lnR w="38100">
                      <a:solidFill>
                        <a:srgbClr val="4472C3"/>
                      </a:solidFill>
                      <a:prstDash val="sysDash"/>
                    </a:lnR>
                    <a:lnT w="9525">
                      <a:solidFill>
                        <a:srgbClr val="4472C3"/>
                      </a:solidFill>
                      <a:prstDash val="lgDash"/>
                    </a:lnT>
                  </a:tcPr>
                </a:tc>
                <a:tc>
                  <a:txBody>
                    <a:bodyPr/>
                    <a:lstStyle/>
                    <a:p>
                      <a:pPr marL="58102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5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2500" dirty="0">
                        <a:latin typeface="Comic Sans MS"/>
                        <a:cs typeface="Comic Sans MS"/>
                      </a:endParaRPr>
                    </a:p>
                  </a:txBody>
                  <a:tcPr marL="0" marR="0" marT="120799" marB="0">
                    <a:lnL w="38100">
                      <a:solidFill>
                        <a:srgbClr val="4472C3"/>
                      </a:solidFill>
                      <a:prstDash val="sysDash"/>
                    </a:lnL>
                    <a:lnT w="9525">
                      <a:solidFill>
                        <a:srgbClr val="4472C3"/>
                      </a:solidFill>
                      <a:prstDash val="lgDash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object 5"/>
          <p:cNvGraphicFramePr>
            <a:graphicFrameLocks noGrp="1"/>
          </p:cNvGraphicFramePr>
          <p:nvPr/>
        </p:nvGraphicFramePr>
        <p:xfrm>
          <a:off x="9541674" y="3522411"/>
          <a:ext cx="2885215" cy="16213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1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5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8995">
                <a:tc>
                  <a:txBody>
                    <a:bodyPr/>
                    <a:lstStyle/>
                    <a:p>
                      <a:pPr marL="156845">
                        <a:lnSpc>
                          <a:spcPts val="1170"/>
                        </a:lnSpc>
                      </a:pPr>
                      <a:r>
                        <a:rPr sz="1700" spc="-5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A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R w="19050">
                      <a:solidFill>
                        <a:srgbClr val="4472C3"/>
                      </a:solidFill>
                      <a:prstDash val="sysDash"/>
                    </a:lnR>
                    <a:lnB w="28575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1170"/>
                        </a:lnSpc>
                      </a:pPr>
                      <a:r>
                        <a:rPr sz="1700" spc="-5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B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9050">
                      <a:solidFill>
                        <a:srgbClr val="4472C3"/>
                      </a:solidFill>
                      <a:prstDash val="sysDash"/>
                    </a:lnL>
                    <a:lnR w="19050">
                      <a:solidFill>
                        <a:srgbClr val="4472C3"/>
                      </a:solidFill>
                      <a:prstDash val="sysDash"/>
                    </a:lnR>
                    <a:lnB w="28575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ts val="1135"/>
                        </a:lnSpc>
                      </a:pPr>
                      <a:r>
                        <a:rPr sz="170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A</a:t>
                      </a:r>
                      <a:r>
                        <a:rPr sz="1700" spc="2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70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OR</a:t>
                      </a:r>
                      <a:r>
                        <a:rPr sz="1700" spc="1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700" spc="-5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B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9050">
                      <a:solidFill>
                        <a:srgbClr val="4472C3"/>
                      </a:solidFill>
                      <a:prstDash val="sysDash"/>
                    </a:lnL>
                    <a:lnB w="28575">
                      <a:solidFill>
                        <a:srgbClr val="4472C3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132"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700" spc="-50" dirty="0">
                          <a:latin typeface="Comic Sans MS"/>
                          <a:cs typeface="Comic Sans MS"/>
                        </a:rPr>
                        <a:t>1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27940" marB="0">
                    <a:lnR w="19050">
                      <a:solidFill>
                        <a:srgbClr val="4472C3"/>
                      </a:solidFill>
                      <a:prstDash val="sysDash"/>
                    </a:lnR>
                    <a:lnT w="28575">
                      <a:solidFill>
                        <a:srgbClr val="4472C3"/>
                      </a:solidFill>
                      <a:prstDash val="sysDash"/>
                    </a:lnT>
                    <a:lnB w="1905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R="4508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700" spc="-50" dirty="0">
                          <a:latin typeface="Comic Sans MS"/>
                          <a:cs typeface="Comic Sans MS"/>
                        </a:rPr>
                        <a:t>1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4472C3"/>
                      </a:solidFill>
                      <a:prstDash val="sysDash"/>
                    </a:lnL>
                    <a:lnR w="19050">
                      <a:solidFill>
                        <a:srgbClr val="4472C3"/>
                      </a:solidFill>
                      <a:prstDash val="sysDash"/>
                    </a:lnR>
                    <a:lnT w="28575">
                      <a:solidFill>
                        <a:srgbClr val="4472C3"/>
                      </a:solidFill>
                      <a:prstDash val="sysDash"/>
                    </a:lnT>
                    <a:lnB w="1905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700" spc="-50" dirty="0">
                          <a:latin typeface="Comic Sans MS"/>
                          <a:cs typeface="Comic Sans MS"/>
                        </a:rPr>
                        <a:t>1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4472C3"/>
                      </a:solidFill>
                      <a:prstDash val="sysDash"/>
                    </a:lnL>
                    <a:lnT w="28575">
                      <a:solidFill>
                        <a:srgbClr val="4472C3"/>
                      </a:solidFill>
                      <a:prstDash val="sysDash"/>
                    </a:lnT>
                    <a:lnB w="19050">
                      <a:solidFill>
                        <a:srgbClr val="4472C3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706"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700" spc="-50" dirty="0">
                          <a:latin typeface="Comic Sans MS"/>
                          <a:cs typeface="Comic Sans MS"/>
                        </a:rPr>
                        <a:t>1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18899" marB="0">
                    <a:lnR w="19050">
                      <a:solidFill>
                        <a:srgbClr val="4472C3"/>
                      </a:solidFill>
                      <a:prstDash val="sysDash"/>
                    </a:lnR>
                    <a:lnT w="19050">
                      <a:solidFill>
                        <a:srgbClr val="4472C3"/>
                      </a:solidFill>
                      <a:prstDash val="sysDash"/>
                    </a:lnT>
                    <a:lnB w="1905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R="4762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700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18899" marB="0">
                    <a:lnL w="19050">
                      <a:solidFill>
                        <a:srgbClr val="4472C3"/>
                      </a:solidFill>
                      <a:prstDash val="sysDash"/>
                    </a:lnL>
                    <a:lnR w="28575">
                      <a:solidFill>
                        <a:srgbClr val="4472C3"/>
                      </a:solidFill>
                      <a:prstDash val="sysDash"/>
                    </a:lnR>
                    <a:lnT w="19050">
                      <a:solidFill>
                        <a:srgbClr val="4472C3"/>
                      </a:solidFill>
                      <a:prstDash val="sysDash"/>
                    </a:lnT>
                    <a:lnB w="1905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700" spc="-50" dirty="0">
                          <a:latin typeface="Comic Sans MS"/>
                          <a:cs typeface="Comic Sans MS"/>
                        </a:rPr>
                        <a:t>1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18899" marB="0">
                    <a:lnL w="28575">
                      <a:solidFill>
                        <a:srgbClr val="4472C3"/>
                      </a:solidFill>
                      <a:prstDash val="sysDash"/>
                    </a:lnL>
                    <a:lnT w="19050">
                      <a:solidFill>
                        <a:srgbClr val="4472C3"/>
                      </a:solidFill>
                      <a:prstDash val="sysDash"/>
                    </a:lnT>
                    <a:lnB w="19050">
                      <a:solidFill>
                        <a:srgbClr val="4472C3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408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700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65741" marB="0">
                    <a:lnR w="19050">
                      <a:solidFill>
                        <a:srgbClr val="4472C3"/>
                      </a:solidFill>
                      <a:prstDash val="sysDash"/>
                    </a:lnR>
                    <a:lnT w="19050">
                      <a:solidFill>
                        <a:srgbClr val="4472C3"/>
                      </a:solidFill>
                      <a:prstDash val="sysDash"/>
                    </a:lnT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R="4699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700" spc="-50" dirty="0">
                          <a:latin typeface="Comic Sans MS"/>
                          <a:cs typeface="Comic Sans MS"/>
                        </a:rPr>
                        <a:t>1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59989" marB="0">
                    <a:lnL w="19050">
                      <a:solidFill>
                        <a:srgbClr val="4472C3"/>
                      </a:solidFill>
                      <a:prstDash val="sysDash"/>
                    </a:lnL>
                    <a:lnR w="12700">
                      <a:solidFill>
                        <a:srgbClr val="4472C3"/>
                      </a:solidFill>
                      <a:prstDash val="solid"/>
                    </a:lnR>
                    <a:lnT w="19050">
                      <a:solidFill>
                        <a:srgbClr val="4472C3"/>
                      </a:solidFill>
                      <a:prstDash val="sysDash"/>
                    </a:lnT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700" spc="-50" dirty="0">
                          <a:latin typeface="Comic Sans MS"/>
                          <a:cs typeface="Comic Sans MS"/>
                        </a:rPr>
                        <a:t>1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46019" marB="0">
                    <a:lnL w="12700">
                      <a:solidFill>
                        <a:srgbClr val="4472C3"/>
                      </a:solidFill>
                      <a:prstDash val="solid"/>
                    </a:lnL>
                    <a:lnT w="19050">
                      <a:solidFill>
                        <a:srgbClr val="4472C3"/>
                      </a:solidFill>
                      <a:prstDash val="sysDash"/>
                    </a:lnT>
                    <a:lnB w="12700">
                      <a:solidFill>
                        <a:srgbClr val="4472C3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102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25475" marB="0">
                    <a:lnR w="19050">
                      <a:solidFill>
                        <a:srgbClr val="4472C3"/>
                      </a:solidFill>
                      <a:prstDash val="sysDash"/>
                    </a:lnR>
                    <a:lnT w="12700">
                      <a:solidFill>
                        <a:srgbClr val="4472C3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700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13970" marB="0">
                    <a:lnL w="19050">
                      <a:solidFill>
                        <a:srgbClr val="4472C3"/>
                      </a:solidFill>
                      <a:prstDash val="sysDash"/>
                    </a:lnL>
                    <a:lnR w="19050">
                      <a:solidFill>
                        <a:srgbClr val="4472C3"/>
                      </a:solidFill>
                      <a:prstDash val="solid"/>
                    </a:lnR>
                    <a:lnT w="12700">
                      <a:solidFill>
                        <a:srgbClr val="4472C3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marL="8382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700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700">
                        <a:latin typeface="Comic Sans MS"/>
                        <a:cs typeface="Comic Sans MS"/>
                      </a:endParaRPr>
                    </a:p>
                  </a:txBody>
                  <a:tcPr marL="0" marR="0" marT="41088" marB="0">
                    <a:lnL w="19050">
                      <a:solidFill>
                        <a:srgbClr val="4472C3"/>
                      </a:solidFill>
                      <a:prstDash val="solid"/>
                    </a:lnL>
                    <a:lnT w="12700">
                      <a:solidFill>
                        <a:srgbClr val="4472C3"/>
                      </a:solidFill>
                      <a:prstDash val="sysDash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2078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F0FADF6-406F-75A7-E596-578A47F51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3960984-D771-E843-F882-7235869337D1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Logical</a:t>
            </a:r>
            <a:r>
              <a:rPr lang="sv-SE" sz="4000" b="1" spc="-71" dirty="0">
                <a:latin typeface="Comic Sans MS" panose="030F0702030302020204" pitchFamily="66" charset="0"/>
              </a:rPr>
              <a:t> </a:t>
            </a:r>
            <a:r>
              <a:rPr lang="sv-SE" sz="4000" b="1" spc="-13" dirty="0">
                <a:latin typeface="Comic Sans MS" panose="030F0702030302020204" pitchFamily="66" charset="0"/>
              </a:rPr>
              <a:t>Operators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04505D86-DC9E-312A-0049-B60269671880}"/>
              </a:ext>
            </a:extLst>
          </p:cNvPr>
          <p:cNvSpPr txBox="1"/>
          <p:nvPr/>
        </p:nvSpPr>
        <p:spPr>
          <a:xfrm>
            <a:off x="2164838" y="4060207"/>
            <a:ext cx="2275465" cy="477029"/>
          </a:xfrm>
          <a:prstGeom prst="rect">
            <a:avLst/>
          </a:prstGeom>
        </p:spPr>
        <p:txBody>
          <a:bodyPr vert="horz" wrap="square" lIns="0" tIns="18899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sz="2976" dirty="0">
                <a:latin typeface="Calibri"/>
                <a:cs typeface="Calibri"/>
              </a:rPr>
              <a:t>(5 &gt;</a:t>
            </a:r>
            <a:r>
              <a:rPr sz="2976" spc="-13" dirty="0">
                <a:latin typeface="Calibri"/>
                <a:cs typeface="Calibri"/>
              </a:rPr>
              <a:t> </a:t>
            </a:r>
            <a:r>
              <a:rPr sz="2976" dirty="0">
                <a:latin typeface="Calibri"/>
                <a:cs typeface="Calibri"/>
              </a:rPr>
              <a:t>3)</a:t>
            </a:r>
            <a:r>
              <a:rPr sz="2976" spc="26" dirty="0">
                <a:latin typeface="Calibri"/>
                <a:cs typeface="Calibri"/>
              </a:rPr>
              <a:t> </a:t>
            </a:r>
            <a:r>
              <a:rPr sz="2976" dirty="0">
                <a:latin typeface="Wingdings"/>
                <a:cs typeface="Wingdings"/>
              </a:rPr>
              <a:t></a:t>
            </a:r>
            <a:r>
              <a:rPr sz="2976" spc="-71" dirty="0">
                <a:latin typeface="Times New Roman"/>
                <a:cs typeface="Times New Roman"/>
              </a:rPr>
              <a:t> </a:t>
            </a:r>
            <a:r>
              <a:rPr sz="2976" spc="-26" dirty="0">
                <a:latin typeface="Calibri"/>
                <a:cs typeface="Calibri"/>
              </a:rPr>
              <a:t>True</a:t>
            </a:r>
            <a:endParaRPr sz="2976">
              <a:latin typeface="Calibri"/>
              <a:cs typeface="Calibri"/>
            </a:endParaRPr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17176A06-866E-222E-44DB-1930D7794DD9}"/>
              </a:ext>
            </a:extLst>
          </p:cNvPr>
          <p:cNvGrpSpPr/>
          <p:nvPr/>
        </p:nvGrpSpPr>
        <p:grpSpPr>
          <a:xfrm>
            <a:off x="4060833" y="3060910"/>
            <a:ext cx="4927301" cy="3187625"/>
            <a:chOff x="2985516" y="2365248"/>
            <a:chExt cx="3807460" cy="246316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19B3A7B0-CB6B-E3B1-D79E-49CB92CE4D4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7224" y="2365248"/>
              <a:ext cx="2383535" cy="2386583"/>
            </a:xfrm>
            <a:prstGeom prst="rect">
              <a:avLst/>
            </a:prstGeom>
          </p:spPr>
        </p:pic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833DD22C-FF6C-D412-E7A8-7E5281C3422D}"/>
                </a:ext>
              </a:extLst>
            </p:cNvPr>
            <p:cNvSpPr/>
            <p:nvPr/>
          </p:nvSpPr>
          <p:spPr>
            <a:xfrm>
              <a:off x="2985503" y="2647187"/>
              <a:ext cx="3807460" cy="2181225"/>
            </a:xfrm>
            <a:custGeom>
              <a:avLst/>
              <a:gdLst/>
              <a:ahLst/>
              <a:cxnLst/>
              <a:rect l="l" t="t" r="r" b="b"/>
              <a:pathLst>
                <a:path w="3807459" h="2181225">
                  <a:moveTo>
                    <a:pt x="729996" y="118872"/>
                  </a:moveTo>
                  <a:lnTo>
                    <a:pt x="691896" y="59436"/>
                  </a:lnTo>
                  <a:lnTo>
                    <a:pt x="679704" y="51816"/>
                  </a:lnTo>
                  <a:lnTo>
                    <a:pt x="669036" y="44196"/>
                  </a:lnTo>
                  <a:lnTo>
                    <a:pt x="655320" y="38100"/>
                  </a:lnTo>
                  <a:lnTo>
                    <a:pt x="643128" y="32004"/>
                  </a:lnTo>
                  <a:lnTo>
                    <a:pt x="615696" y="19812"/>
                  </a:lnTo>
                  <a:lnTo>
                    <a:pt x="588264" y="10668"/>
                  </a:lnTo>
                  <a:lnTo>
                    <a:pt x="576072" y="4572"/>
                  </a:lnTo>
                  <a:lnTo>
                    <a:pt x="563880" y="0"/>
                  </a:lnTo>
                  <a:lnTo>
                    <a:pt x="562356" y="12192"/>
                  </a:lnTo>
                  <a:lnTo>
                    <a:pt x="562356" y="28956"/>
                  </a:lnTo>
                  <a:lnTo>
                    <a:pt x="568452" y="44196"/>
                  </a:lnTo>
                  <a:lnTo>
                    <a:pt x="583692" y="59436"/>
                  </a:lnTo>
                  <a:lnTo>
                    <a:pt x="606552" y="76200"/>
                  </a:lnTo>
                  <a:lnTo>
                    <a:pt x="611124" y="82296"/>
                  </a:lnTo>
                  <a:lnTo>
                    <a:pt x="615696" y="86868"/>
                  </a:lnTo>
                  <a:lnTo>
                    <a:pt x="618744" y="92964"/>
                  </a:lnTo>
                  <a:lnTo>
                    <a:pt x="586740" y="96012"/>
                  </a:lnTo>
                  <a:lnTo>
                    <a:pt x="522732" y="105156"/>
                  </a:lnTo>
                  <a:lnTo>
                    <a:pt x="460248" y="117348"/>
                  </a:lnTo>
                  <a:lnTo>
                    <a:pt x="368808" y="143256"/>
                  </a:lnTo>
                  <a:lnTo>
                    <a:pt x="310896" y="167640"/>
                  </a:lnTo>
                  <a:lnTo>
                    <a:pt x="256032" y="196596"/>
                  </a:lnTo>
                  <a:lnTo>
                    <a:pt x="204216" y="231648"/>
                  </a:lnTo>
                  <a:lnTo>
                    <a:pt x="155448" y="272796"/>
                  </a:lnTo>
                  <a:lnTo>
                    <a:pt x="111252" y="320040"/>
                  </a:lnTo>
                  <a:lnTo>
                    <a:pt x="71628" y="373380"/>
                  </a:lnTo>
                  <a:lnTo>
                    <a:pt x="36576" y="434340"/>
                  </a:lnTo>
                  <a:lnTo>
                    <a:pt x="22860" y="464820"/>
                  </a:lnTo>
                  <a:lnTo>
                    <a:pt x="16764" y="475488"/>
                  </a:lnTo>
                  <a:lnTo>
                    <a:pt x="7620" y="501396"/>
                  </a:lnTo>
                  <a:lnTo>
                    <a:pt x="4572" y="513588"/>
                  </a:lnTo>
                  <a:lnTo>
                    <a:pt x="1524" y="527304"/>
                  </a:lnTo>
                  <a:lnTo>
                    <a:pt x="0" y="539496"/>
                  </a:lnTo>
                  <a:lnTo>
                    <a:pt x="0" y="553212"/>
                  </a:lnTo>
                  <a:lnTo>
                    <a:pt x="1524" y="565404"/>
                  </a:lnTo>
                  <a:lnTo>
                    <a:pt x="4572" y="577596"/>
                  </a:lnTo>
                  <a:lnTo>
                    <a:pt x="9144" y="588264"/>
                  </a:lnTo>
                  <a:lnTo>
                    <a:pt x="22860" y="589788"/>
                  </a:lnTo>
                  <a:lnTo>
                    <a:pt x="35052" y="551688"/>
                  </a:lnTo>
                  <a:lnTo>
                    <a:pt x="47244" y="515112"/>
                  </a:lnTo>
                  <a:lnTo>
                    <a:pt x="79248" y="448056"/>
                  </a:lnTo>
                  <a:lnTo>
                    <a:pt x="114300" y="388620"/>
                  </a:lnTo>
                  <a:lnTo>
                    <a:pt x="155448" y="335280"/>
                  </a:lnTo>
                  <a:lnTo>
                    <a:pt x="202692" y="288036"/>
                  </a:lnTo>
                  <a:lnTo>
                    <a:pt x="252984" y="249936"/>
                  </a:lnTo>
                  <a:lnTo>
                    <a:pt x="307848" y="217932"/>
                  </a:lnTo>
                  <a:lnTo>
                    <a:pt x="396240" y="182880"/>
                  </a:lnTo>
                  <a:lnTo>
                    <a:pt x="460248" y="169164"/>
                  </a:lnTo>
                  <a:lnTo>
                    <a:pt x="560832" y="160020"/>
                  </a:lnTo>
                  <a:lnTo>
                    <a:pt x="633996" y="163068"/>
                  </a:lnTo>
                  <a:lnTo>
                    <a:pt x="629412" y="170688"/>
                  </a:lnTo>
                  <a:lnTo>
                    <a:pt x="623316" y="178308"/>
                  </a:lnTo>
                  <a:lnTo>
                    <a:pt x="618744" y="184404"/>
                  </a:lnTo>
                  <a:lnTo>
                    <a:pt x="612648" y="190500"/>
                  </a:lnTo>
                  <a:lnTo>
                    <a:pt x="608076" y="196596"/>
                  </a:lnTo>
                  <a:lnTo>
                    <a:pt x="595884" y="205740"/>
                  </a:lnTo>
                  <a:lnTo>
                    <a:pt x="588264" y="210312"/>
                  </a:lnTo>
                  <a:lnTo>
                    <a:pt x="583692" y="214884"/>
                  </a:lnTo>
                  <a:lnTo>
                    <a:pt x="577596" y="219456"/>
                  </a:lnTo>
                  <a:lnTo>
                    <a:pt x="556260" y="262128"/>
                  </a:lnTo>
                  <a:lnTo>
                    <a:pt x="554736" y="274320"/>
                  </a:lnTo>
                  <a:lnTo>
                    <a:pt x="562356" y="277368"/>
                  </a:lnTo>
                  <a:lnTo>
                    <a:pt x="579120" y="277368"/>
                  </a:lnTo>
                  <a:lnTo>
                    <a:pt x="588264" y="274320"/>
                  </a:lnTo>
                  <a:lnTo>
                    <a:pt x="598932" y="269748"/>
                  </a:lnTo>
                  <a:lnTo>
                    <a:pt x="611124" y="265176"/>
                  </a:lnTo>
                  <a:lnTo>
                    <a:pt x="621792" y="257556"/>
                  </a:lnTo>
                  <a:lnTo>
                    <a:pt x="633996" y="249936"/>
                  </a:lnTo>
                  <a:lnTo>
                    <a:pt x="644652" y="240792"/>
                  </a:lnTo>
                  <a:lnTo>
                    <a:pt x="669036" y="222504"/>
                  </a:lnTo>
                  <a:lnTo>
                    <a:pt x="678180" y="211836"/>
                  </a:lnTo>
                  <a:lnTo>
                    <a:pt x="688848" y="201168"/>
                  </a:lnTo>
                  <a:lnTo>
                    <a:pt x="697992" y="188976"/>
                  </a:lnTo>
                  <a:lnTo>
                    <a:pt x="707136" y="178308"/>
                  </a:lnTo>
                  <a:lnTo>
                    <a:pt x="714756" y="167640"/>
                  </a:lnTo>
                  <a:lnTo>
                    <a:pt x="720852" y="156972"/>
                  </a:lnTo>
                  <a:lnTo>
                    <a:pt x="725424" y="147828"/>
                  </a:lnTo>
                  <a:lnTo>
                    <a:pt x="728472" y="138684"/>
                  </a:lnTo>
                  <a:lnTo>
                    <a:pt x="729996" y="131064"/>
                  </a:lnTo>
                  <a:lnTo>
                    <a:pt x="729996" y="118872"/>
                  </a:lnTo>
                  <a:close/>
                </a:path>
                <a:path w="3807459" h="2181225">
                  <a:moveTo>
                    <a:pt x="3806964" y="2129040"/>
                  </a:moveTo>
                  <a:lnTo>
                    <a:pt x="3805440" y="2116848"/>
                  </a:lnTo>
                  <a:lnTo>
                    <a:pt x="3802392" y="2104656"/>
                  </a:lnTo>
                  <a:lnTo>
                    <a:pt x="3799344" y="2090940"/>
                  </a:lnTo>
                  <a:lnTo>
                    <a:pt x="3785628" y="2054364"/>
                  </a:lnTo>
                  <a:lnTo>
                    <a:pt x="3779532" y="2043696"/>
                  </a:lnTo>
                  <a:lnTo>
                    <a:pt x="3770388" y="2025408"/>
                  </a:lnTo>
                  <a:lnTo>
                    <a:pt x="3736860" y="1964448"/>
                  </a:lnTo>
                  <a:lnTo>
                    <a:pt x="3695712" y="1909584"/>
                  </a:lnTo>
                  <a:lnTo>
                    <a:pt x="3651516" y="1862340"/>
                  </a:lnTo>
                  <a:lnTo>
                    <a:pt x="3602748" y="1822716"/>
                  </a:lnTo>
                  <a:lnTo>
                    <a:pt x="3578364" y="1802904"/>
                  </a:lnTo>
                  <a:lnTo>
                    <a:pt x="3550932" y="1787664"/>
                  </a:lnTo>
                  <a:lnTo>
                    <a:pt x="3523500" y="1770900"/>
                  </a:lnTo>
                  <a:lnTo>
                    <a:pt x="3496068" y="1757184"/>
                  </a:lnTo>
                  <a:lnTo>
                    <a:pt x="3438156" y="1734324"/>
                  </a:lnTo>
                  <a:lnTo>
                    <a:pt x="3377196" y="1714512"/>
                  </a:lnTo>
                  <a:lnTo>
                    <a:pt x="3346716" y="1708416"/>
                  </a:lnTo>
                  <a:lnTo>
                    <a:pt x="3316236" y="1700796"/>
                  </a:lnTo>
                  <a:lnTo>
                    <a:pt x="3284232" y="1694700"/>
                  </a:lnTo>
                  <a:lnTo>
                    <a:pt x="3252228" y="1690128"/>
                  </a:lnTo>
                  <a:lnTo>
                    <a:pt x="3188220" y="1684032"/>
                  </a:lnTo>
                  <a:lnTo>
                    <a:pt x="3191268" y="1677936"/>
                  </a:lnTo>
                  <a:lnTo>
                    <a:pt x="3195840" y="1671840"/>
                  </a:lnTo>
                  <a:lnTo>
                    <a:pt x="3200412" y="1667268"/>
                  </a:lnTo>
                  <a:lnTo>
                    <a:pt x="3206508" y="1662696"/>
                  </a:lnTo>
                  <a:lnTo>
                    <a:pt x="3223272" y="1648980"/>
                  </a:lnTo>
                  <a:lnTo>
                    <a:pt x="3246132" y="1612404"/>
                  </a:lnTo>
                  <a:lnTo>
                    <a:pt x="3244608" y="1601736"/>
                  </a:lnTo>
                  <a:lnTo>
                    <a:pt x="3244608" y="1591068"/>
                  </a:lnTo>
                  <a:lnTo>
                    <a:pt x="3232416" y="1595640"/>
                  </a:lnTo>
                  <a:lnTo>
                    <a:pt x="3204984" y="1604784"/>
                  </a:lnTo>
                  <a:lnTo>
                    <a:pt x="3177552" y="1616976"/>
                  </a:lnTo>
                  <a:lnTo>
                    <a:pt x="3115068" y="1650504"/>
                  </a:lnTo>
                  <a:lnTo>
                    <a:pt x="3083064" y="1687080"/>
                  </a:lnTo>
                  <a:lnTo>
                    <a:pt x="3076968" y="1708416"/>
                  </a:lnTo>
                  <a:lnTo>
                    <a:pt x="3076968" y="1720608"/>
                  </a:lnTo>
                  <a:lnTo>
                    <a:pt x="3092208" y="1758708"/>
                  </a:lnTo>
                  <a:lnTo>
                    <a:pt x="3118116" y="1790712"/>
                  </a:lnTo>
                  <a:lnTo>
                    <a:pt x="3128784" y="1801380"/>
                  </a:lnTo>
                  <a:lnTo>
                    <a:pt x="3137928" y="1812048"/>
                  </a:lnTo>
                  <a:lnTo>
                    <a:pt x="3150120" y="1822716"/>
                  </a:lnTo>
                  <a:lnTo>
                    <a:pt x="3162312" y="1831860"/>
                  </a:lnTo>
                  <a:lnTo>
                    <a:pt x="3172980" y="1841004"/>
                  </a:lnTo>
                  <a:lnTo>
                    <a:pt x="3185172" y="1848624"/>
                  </a:lnTo>
                  <a:lnTo>
                    <a:pt x="3197364" y="1854720"/>
                  </a:lnTo>
                  <a:lnTo>
                    <a:pt x="3208032" y="1860816"/>
                  </a:lnTo>
                  <a:lnTo>
                    <a:pt x="3218700" y="1865388"/>
                  </a:lnTo>
                  <a:lnTo>
                    <a:pt x="3227844" y="1868436"/>
                  </a:lnTo>
                  <a:lnTo>
                    <a:pt x="3246132" y="1868436"/>
                  </a:lnTo>
                  <a:lnTo>
                    <a:pt x="3252228" y="1865388"/>
                  </a:lnTo>
                  <a:lnTo>
                    <a:pt x="3250704" y="1851672"/>
                  </a:lnTo>
                  <a:lnTo>
                    <a:pt x="3235464" y="1816620"/>
                  </a:lnTo>
                  <a:lnTo>
                    <a:pt x="3229368" y="1810524"/>
                  </a:lnTo>
                  <a:lnTo>
                    <a:pt x="3224796" y="1804428"/>
                  </a:lnTo>
                  <a:lnTo>
                    <a:pt x="3212604" y="1795284"/>
                  </a:lnTo>
                  <a:lnTo>
                    <a:pt x="3204984" y="1790712"/>
                  </a:lnTo>
                  <a:lnTo>
                    <a:pt x="3200412" y="1786140"/>
                  </a:lnTo>
                  <a:lnTo>
                    <a:pt x="3174504" y="1752612"/>
                  </a:lnTo>
                  <a:lnTo>
                    <a:pt x="3209556" y="1751088"/>
                  </a:lnTo>
                  <a:lnTo>
                    <a:pt x="3246132" y="1751088"/>
                  </a:lnTo>
                  <a:lnTo>
                    <a:pt x="3313188" y="1754136"/>
                  </a:lnTo>
                  <a:lnTo>
                    <a:pt x="3380244" y="1766328"/>
                  </a:lnTo>
                  <a:lnTo>
                    <a:pt x="3441204" y="1783092"/>
                  </a:lnTo>
                  <a:lnTo>
                    <a:pt x="3499116" y="1807476"/>
                  </a:lnTo>
                  <a:lnTo>
                    <a:pt x="3528072" y="1824240"/>
                  </a:lnTo>
                  <a:lnTo>
                    <a:pt x="3555504" y="1839480"/>
                  </a:lnTo>
                  <a:lnTo>
                    <a:pt x="3579888" y="1859292"/>
                  </a:lnTo>
                  <a:lnTo>
                    <a:pt x="3605796" y="1879104"/>
                  </a:lnTo>
                  <a:lnTo>
                    <a:pt x="3651516" y="1924824"/>
                  </a:lnTo>
                  <a:lnTo>
                    <a:pt x="3692664" y="1978164"/>
                  </a:lnTo>
                  <a:lnTo>
                    <a:pt x="3729240" y="2039124"/>
                  </a:lnTo>
                  <a:lnTo>
                    <a:pt x="3759720" y="2106180"/>
                  </a:lnTo>
                  <a:lnTo>
                    <a:pt x="3773436" y="2142756"/>
                  </a:lnTo>
                  <a:lnTo>
                    <a:pt x="3785628" y="2180856"/>
                  </a:lnTo>
                  <a:lnTo>
                    <a:pt x="3797820" y="2177808"/>
                  </a:lnTo>
                  <a:lnTo>
                    <a:pt x="3802392" y="2167140"/>
                  </a:lnTo>
                  <a:lnTo>
                    <a:pt x="3805440" y="2154948"/>
                  </a:lnTo>
                  <a:lnTo>
                    <a:pt x="3806964" y="2142756"/>
                  </a:lnTo>
                  <a:lnTo>
                    <a:pt x="3806964" y="2129040"/>
                  </a:lnTo>
                  <a:close/>
                </a:path>
              </a:pathLst>
            </a:custGeom>
            <a:solidFill>
              <a:srgbClr val="8EAADB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8" name="object 7">
            <a:extLst>
              <a:ext uri="{FF2B5EF4-FFF2-40B4-BE49-F238E27FC236}">
                <a16:creationId xmlns:a16="http://schemas.microsoft.com/office/drawing/2014/main" id="{70587426-1CB7-B686-238D-DB980CFE2237}"/>
              </a:ext>
            </a:extLst>
          </p:cNvPr>
          <p:cNvSpPr txBox="1"/>
          <p:nvPr/>
        </p:nvSpPr>
        <p:spPr>
          <a:xfrm>
            <a:off x="1539607" y="6246584"/>
            <a:ext cx="8601411" cy="1084113"/>
          </a:xfrm>
          <a:prstGeom prst="rect">
            <a:avLst/>
          </a:prstGeom>
        </p:spPr>
        <p:txBody>
          <a:bodyPr vert="horz" wrap="square" lIns="0" tIns="90394" rIns="0" bIns="0" rtlCol="0">
            <a:spAutoFit/>
          </a:bodyPr>
          <a:lstStyle/>
          <a:p>
            <a:pPr marL="6256009" defTabSz="1183325">
              <a:spcBef>
                <a:spcPts val="712"/>
              </a:spcBef>
            </a:pPr>
            <a:r>
              <a:rPr sz="2976" dirty="0">
                <a:latin typeface="Calibri"/>
                <a:cs typeface="Calibri"/>
              </a:rPr>
              <a:t>(5 &gt;</a:t>
            </a:r>
            <a:r>
              <a:rPr sz="2976" spc="-6" dirty="0">
                <a:latin typeface="Calibri"/>
                <a:cs typeface="Calibri"/>
              </a:rPr>
              <a:t> </a:t>
            </a:r>
            <a:r>
              <a:rPr sz="2976" dirty="0">
                <a:latin typeface="Calibri"/>
                <a:cs typeface="Calibri"/>
              </a:rPr>
              <a:t>7)</a:t>
            </a:r>
            <a:r>
              <a:rPr sz="2976" spc="6" dirty="0">
                <a:latin typeface="Calibri"/>
                <a:cs typeface="Calibri"/>
              </a:rPr>
              <a:t> </a:t>
            </a:r>
            <a:r>
              <a:rPr sz="2976" dirty="0">
                <a:latin typeface="Wingdings"/>
                <a:cs typeface="Wingdings"/>
              </a:rPr>
              <a:t></a:t>
            </a:r>
            <a:r>
              <a:rPr sz="2976" spc="-71" dirty="0">
                <a:latin typeface="Times New Roman"/>
                <a:cs typeface="Times New Roman"/>
              </a:rPr>
              <a:t> </a:t>
            </a:r>
            <a:r>
              <a:rPr sz="2976" spc="-26" dirty="0">
                <a:latin typeface="Calibri"/>
                <a:cs typeface="Calibri"/>
              </a:rPr>
              <a:t>False</a:t>
            </a:r>
            <a:endParaRPr sz="2976">
              <a:latin typeface="Calibri"/>
              <a:cs typeface="Calibri"/>
            </a:endParaRPr>
          </a:p>
          <a:p>
            <a:pPr marL="16435" defTabSz="1183325">
              <a:spcBef>
                <a:spcPts val="594"/>
              </a:spcBef>
              <a:tabLst>
                <a:tab pos="2887642" algn="l"/>
              </a:tabLst>
            </a:pPr>
            <a:r>
              <a:rPr sz="2976" dirty="0">
                <a:latin typeface="Calibri"/>
                <a:cs typeface="Calibri"/>
              </a:rPr>
              <a:t>(5</a:t>
            </a:r>
            <a:r>
              <a:rPr sz="2976" spc="6" dirty="0">
                <a:latin typeface="Calibri"/>
                <a:cs typeface="Calibri"/>
              </a:rPr>
              <a:t> </a:t>
            </a:r>
            <a:r>
              <a:rPr sz="2976" dirty="0">
                <a:latin typeface="Calibri"/>
                <a:cs typeface="Calibri"/>
              </a:rPr>
              <a:t>&gt; 3)</a:t>
            </a:r>
            <a:r>
              <a:rPr sz="2976" spc="19" dirty="0">
                <a:latin typeface="Calibri"/>
                <a:cs typeface="Calibri"/>
              </a:rPr>
              <a:t> </a:t>
            </a:r>
            <a:r>
              <a:rPr sz="2976" dirty="0">
                <a:latin typeface="Calibri"/>
                <a:cs typeface="Calibri"/>
              </a:rPr>
              <a:t>AND</a:t>
            </a:r>
            <a:r>
              <a:rPr sz="2976" spc="13" dirty="0">
                <a:latin typeface="Calibri"/>
                <a:cs typeface="Calibri"/>
              </a:rPr>
              <a:t> </a:t>
            </a:r>
            <a:r>
              <a:rPr sz="2976" spc="-26" dirty="0">
                <a:latin typeface="Calibri"/>
                <a:cs typeface="Calibri"/>
              </a:rPr>
              <a:t>(5&gt;7)</a:t>
            </a:r>
            <a:r>
              <a:rPr sz="2976" dirty="0">
                <a:latin typeface="Calibri"/>
                <a:cs typeface="Calibri"/>
              </a:rPr>
              <a:t>	</a:t>
            </a:r>
            <a:r>
              <a:rPr sz="2976" dirty="0">
                <a:latin typeface="Wingdings"/>
                <a:cs typeface="Wingdings"/>
              </a:rPr>
              <a:t></a:t>
            </a:r>
            <a:r>
              <a:rPr sz="2976" spc="-78" dirty="0">
                <a:latin typeface="Times New Roman"/>
                <a:cs typeface="Times New Roman"/>
              </a:rPr>
              <a:t> </a:t>
            </a:r>
            <a:r>
              <a:rPr sz="2976" spc="-26" dirty="0">
                <a:latin typeface="Calibri"/>
                <a:cs typeface="Calibri"/>
              </a:rPr>
              <a:t>False</a:t>
            </a:r>
            <a:endParaRPr sz="2976">
              <a:latin typeface="Calibri"/>
              <a:cs typeface="Calibri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5793E6FB-7768-A0A8-0C33-2EBB183D5A4F}"/>
              </a:ext>
            </a:extLst>
          </p:cNvPr>
          <p:cNvSpPr txBox="1"/>
          <p:nvPr/>
        </p:nvSpPr>
        <p:spPr>
          <a:xfrm>
            <a:off x="1685507" y="7341928"/>
            <a:ext cx="717401" cy="477029"/>
          </a:xfrm>
          <a:prstGeom prst="rect">
            <a:avLst/>
          </a:prstGeom>
        </p:spPr>
        <p:txBody>
          <a:bodyPr vert="horz" wrap="square" lIns="0" tIns="18899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sz="2976" spc="-32" dirty="0">
                <a:latin typeface="Calibri"/>
                <a:cs typeface="Calibri"/>
              </a:rPr>
              <a:t>True</a:t>
            </a:r>
            <a:endParaRPr sz="2976">
              <a:latin typeface="Calibri"/>
              <a:cs typeface="Calibri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3289084E-07B7-CD5E-6BFA-18DBAA7AF16D}"/>
              </a:ext>
            </a:extLst>
          </p:cNvPr>
          <p:cNvSpPr txBox="1"/>
          <p:nvPr/>
        </p:nvSpPr>
        <p:spPr>
          <a:xfrm>
            <a:off x="3431100" y="7371479"/>
            <a:ext cx="805329" cy="477029"/>
          </a:xfrm>
          <a:prstGeom prst="rect">
            <a:avLst/>
          </a:prstGeom>
        </p:spPr>
        <p:txBody>
          <a:bodyPr vert="horz" wrap="square" lIns="0" tIns="18899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sz="2976" spc="-13" dirty="0">
                <a:latin typeface="Calibri"/>
                <a:cs typeface="Calibri"/>
              </a:rPr>
              <a:t>False</a:t>
            </a:r>
            <a:endParaRPr sz="2976">
              <a:latin typeface="Calibri"/>
              <a:cs typeface="Calibri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F4C6AE39-E4A7-86EB-E643-D6E38A9DEA5E}"/>
              </a:ext>
            </a:extLst>
          </p:cNvPr>
          <p:cNvSpPr/>
          <p:nvPr/>
        </p:nvSpPr>
        <p:spPr>
          <a:xfrm>
            <a:off x="3979970" y="4632781"/>
            <a:ext cx="294190" cy="442109"/>
          </a:xfrm>
          <a:custGeom>
            <a:avLst/>
            <a:gdLst/>
            <a:ahLst/>
            <a:cxnLst/>
            <a:rect l="l" t="t" r="r" b="b"/>
            <a:pathLst>
              <a:path w="227330" h="341629">
                <a:moveTo>
                  <a:pt x="135636" y="341376"/>
                </a:moveTo>
                <a:lnTo>
                  <a:pt x="123444" y="341376"/>
                </a:lnTo>
                <a:lnTo>
                  <a:pt x="114300" y="339852"/>
                </a:lnTo>
                <a:lnTo>
                  <a:pt x="105156" y="335280"/>
                </a:lnTo>
                <a:lnTo>
                  <a:pt x="97536" y="330708"/>
                </a:lnTo>
                <a:lnTo>
                  <a:pt x="88392" y="323087"/>
                </a:lnTo>
                <a:lnTo>
                  <a:pt x="80772" y="316991"/>
                </a:lnTo>
                <a:lnTo>
                  <a:pt x="65532" y="301752"/>
                </a:lnTo>
                <a:lnTo>
                  <a:pt x="56388" y="295656"/>
                </a:lnTo>
                <a:lnTo>
                  <a:pt x="44196" y="289559"/>
                </a:lnTo>
                <a:lnTo>
                  <a:pt x="19812" y="278892"/>
                </a:lnTo>
                <a:lnTo>
                  <a:pt x="9144" y="272795"/>
                </a:lnTo>
                <a:lnTo>
                  <a:pt x="3048" y="268224"/>
                </a:lnTo>
                <a:lnTo>
                  <a:pt x="0" y="260604"/>
                </a:lnTo>
                <a:lnTo>
                  <a:pt x="0" y="256031"/>
                </a:lnTo>
                <a:lnTo>
                  <a:pt x="1524" y="256031"/>
                </a:lnTo>
                <a:lnTo>
                  <a:pt x="4572" y="254507"/>
                </a:lnTo>
                <a:lnTo>
                  <a:pt x="16764" y="256031"/>
                </a:lnTo>
                <a:lnTo>
                  <a:pt x="19812" y="256031"/>
                </a:lnTo>
                <a:lnTo>
                  <a:pt x="22860" y="249936"/>
                </a:lnTo>
                <a:lnTo>
                  <a:pt x="21336" y="246888"/>
                </a:lnTo>
                <a:lnTo>
                  <a:pt x="18288" y="245364"/>
                </a:lnTo>
                <a:lnTo>
                  <a:pt x="10668" y="245364"/>
                </a:lnTo>
                <a:lnTo>
                  <a:pt x="7620" y="243840"/>
                </a:lnTo>
                <a:lnTo>
                  <a:pt x="6096" y="242316"/>
                </a:lnTo>
                <a:lnTo>
                  <a:pt x="7620" y="237743"/>
                </a:lnTo>
                <a:lnTo>
                  <a:pt x="18288" y="233172"/>
                </a:lnTo>
                <a:lnTo>
                  <a:pt x="35052" y="230124"/>
                </a:lnTo>
                <a:lnTo>
                  <a:pt x="53340" y="228600"/>
                </a:lnTo>
                <a:lnTo>
                  <a:pt x="80772" y="256031"/>
                </a:lnTo>
                <a:lnTo>
                  <a:pt x="89916" y="260604"/>
                </a:lnTo>
                <a:lnTo>
                  <a:pt x="92964" y="225551"/>
                </a:lnTo>
                <a:lnTo>
                  <a:pt x="91440" y="192024"/>
                </a:lnTo>
                <a:lnTo>
                  <a:pt x="85344" y="91439"/>
                </a:lnTo>
                <a:lnTo>
                  <a:pt x="86868" y="59436"/>
                </a:lnTo>
                <a:lnTo>
                  <a:pt x="89916" y="30480"/>
                </a:lnTo>
                <a:lnTo>
                  <a:pt x="97536" y="1524"/>
                </a:lnTo>
                <a:lnTo>
                  <a:pt x="109728" y="0"/>
                </a:lnTo>
                <a:lnTo>
                  <a:pt x="118872" y="0"/>
                </a:lnTo>
                <a:lnTo>
                  <a:pt x="128016" y="1524"/>
                </a:lnTo>
                <a:lnTo>
                  <a:pt x="141732" y="6096"/>
                </a:lnTo>
                <a:lnTo>
                  <a:pt x="147828" y="9144"/>
                </a:lnTo>
                <a:lnTo>
                  <a:pt x="147828" y="39624"/>
                </a:lnTo>
                <a:lnTo>
                  <a:pt x="144780" y="70104"/>
                </a:lnTo>
                <a:lnTo>
                  <a:pt x="141732" y="135636"/>
                </a:lnTo>
                <a:lnTo>
                  <a:pt x="143256" y="166116"/>
                </a:lnTo>
                <a:lnTo>
                  <a:pt x="146304" y="198119"/>
                </a:lnTo>
                <a:lnTo>
                  <a:pt x="152400" y="227076"/>
                </a:lnTo>
                <a:lnTo>
                  <a:pt x="185928" y="190500"/>
                </a:lnTo>
                <a:lnTo>
                  <a:pt x="201168" y="193548"/>
                </a:lnTo>
                <a:lnTo>
                  <a:pt x="213360" y="196595"/>
                </a:lnTo>
                <a:lnTo>
                  <a:pt x="220980" y="201168"/>
                </a:lnTo>
                <a:lnTo>
                  <a:pt x="225552" y="207264"/>
                </a:lnTo>
                <a:lnTo>
                  <a:pt x="227076" y="213359"/>
                </a:lnTo>
                <a:lnTo>
                  <a:pt x="225552" y="222504"/>
                </a:lnTo>
                <a:lnTo>
                  <a:pt x="222504" y="231648"/>
                </a:lnTo>
                <a:lnTo>
                  <a:pt x="216408" y="240792"/>
                </a:lnTo>
                <a:lnTo>
                  <a:pt x="202692" y="260604"/>
                </a:lnTo>
                <a:lnTo>
                  <a:pt x="193548" y="271272"/>
                </a:lnTo>
                <a:lnTo>
                  <a:pt x="187452" y="281940"/>
                </a:lnTo>
                <a:lnTo>
                  <a:pt x="178308" y="292607"/>
                </a:lnTo>
                <a:lnTo>
                  <a:pt x="172212" y="303276"/>
                </a:lnTo>
                <a:lnTo>
                  <a:pt x="167640" y="313943"/>
                </a:lnTo>
                <a:lnTo>
                  <a:pt x="164592" y="324612"/>
                </a:lnTo>
                <a:lnTo>
                  <a:pt x="161544" y="333756"/>
                </a:lnTo>
                <a:lnTo>
                  <a:pt x="147828" y="339852"/>
                </a:lnTo>
                <a:lnTo>
                  <a:pt x="135636" y="341376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B686B0DE-545B-F8CF-6409-B00EBEF1C9CC}"/>
              </a:ext>
            </a:extLst>
          </p:cNvPr>
          <p:cNvSpPr txBox="1"/>
          <p:nvPr/>
        </p:nvSpPr>
        <p:spPr>
          <a:xfrm>
            <a:off x="4046294" y="5123137"/>
            <a:ext cx="225985" cy="477029"/>
          </a:xfrm>
          <a:prstGeom prst="rect">
            <a:avLst/>
          </a:prstGeom>
        </p:spPr>
        <p:txBody>
          <a:bodyPr vert="horz" wrap="square" lIns="0" tIns="18899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sz="2976" spc="-65" dirty="0">
                <a:latin typeface="Calibri"/>
                <a:cs typeface="Calibri"/>
              </a:rPr>
              <a:t>1</a:t>
            </a:r>
            <a:endParaRPr sz="2976">
              <a:latin typeface="Calibri"/>
              <a:cs typeface="Calibri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8E0FAC1B-478B-2E38-F849-15BD99225F8B}"/>
              </a:ext>
            </a:extLst>
          </p:cNvPr>
          <p:cNvSpPr/>
          <p:nvPr/>
        </p:nvSpPr>
        <p:spPr>
          <a:xfrm>
            <a:off x="9561397" y="6843655"/>
            <a:ext cx="295835" cy="443753"/>
          </a:xfrm>
          <a:custGeom>
            <a:avLst/>
            <a:gdLst/>
            <a:ahLst/>
            <a:cxnLst/>
            <a:rect l="l" t="t" r="r" b="b"/>
            <a:pathLst>
              <a:path w="228600" h="342900">
                <a:moveTo>
                  <a:pt x="137159" y="342900"/>
                </a:moveTo>
                <a:lnTo>
                  <a:pt x="124967" y="342900"/>
                </a:lnTo>
                <a:lnTo>
                  <a:pt x="106679" y="336804"/>
                </a:lnTo>
                <a:lnTo>
                  <a:pt x="99059" y="330708"/>
                </a:lnTo>
                <a:lnTo>
                  <a:pt x="89915" y="324612"/>
                </a:lnTo>
                <a:lnTo>
                  <a:pt x="82295" y="316991"/>
                </a:lnTo>
                <a:lnTo>
                  <a:pt x="74675" y="310895"/>
                </a:lnTo>
                <a:lnTo>
                  <a:pt x="67055" y="303276"/>
                </a:lnTo>
                <a:lnTo>
                  <a:pt x="57911" y="297180"/>
                </a:lnTo>
                <a:lnTo>
                  <a:pt x="45719" y="289559"/>
                </a:lnTo>
                <a:lnTo>
                  <a:pt x="32003" y="284988"/>
                </a:lnTo>
                <a:lnTo>
                  <a:pt x="21335" y="278892"/>
                </a:lnTo>
                <a:lnTo>
                  <a:pt x="10667" y="274319"/>
                </a:lnTo>
                <a:lnTo>
                  <a:pt x="4571" y="268224"/>
                </a:lnTo>
                <a:lnTo>
                  <a:pt x="1523" y="260604"/>
                </a:lnTo>
                <a:lnTo>
                  <a:pt x="0" y="257556"/>
                </a:lnTo>
                <a:lnTo>
                  <a:pt x="3047" y="256031"/>
                </a:lnTo>
                <a:lnTo>
                  <a:pt x="6095" y="256031"/>
                </a:lnTo>
                <a:lnTo>
                  <a:pt x="18287" y="257556"/>
                </a:lnTo>
                <a:lnTo>
                  <a:pt x="21335" y="257556"/>
                </a:lnTo>
                <a:lnTo>
                  <a:pt x="22859" y="254507"/>
                </a:lnTo>
                <a:lnTo>
                  <a:pt x="24383" y="249936"/>
                </a:lnTo>
                <a:lnTo>
                  <a:pt x="22859" y="248411"/>
                </a:lnTo>
                <a:lnTo>
                  <a:pt x="19811" y="246888"/>
                </a:lnTo>
                <a:lnTo>
                  <a:pt x="12191" y="245364"/>
                </a:lnTo>
                <a:lnTo>
                  <a:pt x="9143" y="245364"/>
                </a:lnTo>
                <a:lnTo>
                  <a:pt x="7619" y="242316"/>
                </a:lnTo>
                <a:lnTo>
                  <a:pt x="7619" y="237743"/>
                </a:lnTo>
                <a:lnTo>
                  <a:pt x="19811" y="234695"/>
                </a:lnTo>
                <a:lnTo>
                  <a:pt x="35051" y="231648"/>
                </a:lnTo>
                <a:lnTo>
                  <a:pt x="53339" y="230124"/>
                </a:lnTo>
                <a:lnTo>
                  <a:pt x="62483" y="236219"/>
                </a:lnTo>
                <a:lnTo>
                  <a:pt x="68579" y="242316"/>
                </a:lnTo>
                <a:lnTo>
                  <a:pt x="74675" y="249936"/>
                </a:lnTo>
                <a:lnTo>
                  <a:pt x="82295" y="256031"/>
                </a:lnTo>
                <a:lnTo>
                  <a:pt x="91439" y="260604"/>
                </a:lnTo>
                <a:lnTo>
                  <a:pt x="94487" y="227076"/>
                </a:lnTo>
                <a:lnTo>
                  <a:pt x="92963" y="192024"/>
                </a:lnTo>
                <a:lnTo>
                  <a:pt x="86867" y="92964"/>
                </a:lnTo>
                <a:lnTo>
                  <a:pt x="88391" y="60960"/>
                </a:lnTo>
                <a:lnTo>
                  <a:pt x="91439" y="30480"/>
                </a:lnTo>
                <a:lnTo>
                  <a:pt x="99059" y="1524"/>
                </a:lnTo>
                <a:lnTo>
                  <a:pt x="111251" y="0"/>
                </a:lnTo>
                <a:lnTo>
                  <a:pt x="120395" y="1524"/>
                </a:lnTo>
                <a:lnTo>
                  <a:pt x="128015" y="1524"/>
                </a:lnTo>
                <a:lnTo>
                  <a:pt x="143255" y="7620"/>
                </a:lnTo>
                <a:lnTo>
                  <a:pt x="149351" y="9144"/>
                </a:lnTo>
                <a:lnTo>
                  <a:pt x="146303" y="70104"/>
                </a:lnTo>
                <a:lnTo>
                  <a:pt x="143255" y="135636"/>
                </a:lnTo>
                <a:lnTo>
                  <a:pt x="144779" y="167640"/>
                </a:lnTo>
                <a:lnTo>
                  <a:pt x="147827" y="198119"/>
                </a:lnTo>
                <a:lnTo>
                  <a:pt x="153923" y="227076"/>
                </a:lnTo>
                <a:lnTo>
                  <a:pt x="187451" y="192024"/>
                </a:lnTo>
                <a:lnTo>
                  <a:pt x="202691" y="193548"/>
                </a:lnTo>
                <a:lnTo>
                  <a:pt x="214883" y="196595"/>
                </a:lnTo>
                <a:lnTo>
                  <a:pt x="222503" y="201168"/>
                </a:lnTo>
                <a:lnTo>
                  <a:pt x="227075" y="207264"/>
                </a:lnTo>
                <a:lnTo>
                  <a:pt x="228599" y="214883"/>
                </a:lnTo>
                <a:lnTo>
                  <a:pt x="227075" y="222504"/>
                </a:lnTo>
                <a:lnTo>
                  <a:pt x="224027" y="231648"/>
                </a:lnTo>
                <a:lnTo>
                  <a:pt x="217931" y="240792"/>
                </a:lnTo>
                <a:lnTo>
                  <a:pt x="204215" y="260604"/>
                </a:lnTo>
                <a:lnTo>
                  <a:pt x="195071" y="271272"/>
                </a:lnTo>
                <a:lnTo>
                  <a:pt x="187451" y="281940"/>
                </a:lnTo>
                <a:lnTo>
                  <a:pt x="179831" y="294131"/>
                </a:lnTo>
                <a:lnTo>
                  <a:pt x="167639" y="315467"/>
                </a:lnTo>
                <a:lnTo>
                  <a:pt x="164591" y="324612"/>
                </a:lnTo>
                <a:lnTo>
                  <a:pt x="163067" y="335280"/>
                </a:lnTo>
                <a:lnTo>
                  <a:pt x="149351" y="341376"/>
                </a:lnTo>
                <a:lnTo>
                  <a:pt x="137159" y="342900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76E4FC9E-CDD1-3CBF-BC2C-039537855DBD}"/>
              </a:ext>
            </a:extLst>
          </p:cNvPr>
          <p:cNvSpPr txBox="1"/>
          <p:nvPr/>
        </p:nvSpPr>
        <p:spPr>
          <a:xfrm>
            <a:off x="9629700" y="7298623"/>
            <a:ext cx="225985" cy="477029"/>
          </a:xfrm>
          <a:prstGeom prst="rect">
            <a:avLst/>
          </a:prstGeom>
        </p:spPr>
        <p:txBody>
          <a:bodyPr vert="horz" wrap="square" lIns="0" tIns="18899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sz="2976" spc="-65" dirty="0">
                <a:latin typeface="Calibri"/>
                <a:cs typeface="Calibri"/>
              </a:rPr>
              <a:t>0</a:t>
            </a:r>
            <a:endParaRPr sz="2976">
              <a:latin typeface="Calibri"/>
              <a:cs typeface="Calibri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4DDD8A6C-A3A5-617F-E022-50BEF5BE9B5E}"/>
              </a:ext>
            </a:extLst>
          </p:cNvPr>
          <p:cNvSpPr txBox="1"/>
          <p:nvPr/>
        </p:nvSpPr>
        <p:spPr>
          <a:xfrm>
            <a:off x="9335856" y="3847212"/>
            <a:ext cx="1488216" cy="933317"/>
          </a:xfrm>
          <a:prstGeom prst="rect">
            <a:avLst/>
          </a:prstGeom>
        </p:spPr>
        <p:txBody>
          <a:bodyPr vert="horz" wrap="square" lIns="0" tIns="17257" rIns="0" bIns="0" rtlCol="0">
            <a:spAutoFit/>
          </a:bodyPr>
          <a:lstStyle/>
          <a:p>
            <a:pPr marL="16435" marR="6574" defTabSz="1183325">
              <a:lnSpc>
                <a:spcPct val="100400"/>
              </a:lnSpc>
              <a:spcBef>
                <a:spcPts val="136"/>
              </a:spcBef>
            </a:pPr>
            <a:r>
              <a:rPr sz="2976" spc="-26" dirty="0">
                <a:latin typeface="Calibri"/>
                <a:cs typeface="Calibri"/>
              </a:rPr>
              <a:t>True</a:t>
            </a:r>
            <a:r>
              <a:rPr sz="2976" spc="-78" dirty="0">
                <a:latin typeface="Calibri"/>
                <a:cs typeface="Calibri"/>
              </a:rPr>
              <a:t> </a:t>
            </a:r>
            <a:r>
              <a:rPr sz="2976" dirty="0">
                <a:latin typeface="Wingdings"/>
                <a:cs typeface="Wingdings"/>
              </a:rPr>
              <a:t></a:t>
            </a:r>
            <a:r>
              <a:rPr sz="2976" spc="-110" dirty="0">
                <a:latin typeface="Times New Roman"/>
                <a:cs typeface="Times New Roman"/>
              </a:rPr>
              <a:t> </a:t>
            </a:r>
            <a:r>
              <a:rPr sz="2976" spc="-65" dirty="0">
                <a:latin typeface="Calibri"/>
                <a:cs typeface="Calibri"/>
              </a:rPr>
              <a:t>1 </a:t>
            </a:r>
            <a:r>
              <a:rPr sz="2976" dirty="0">
                <a:latin typeface="Calibri"/>
                <a:cs typeface="Calibri"/>
              </a:rPr>
              <a:t>False</a:t>
            </a:r>
            <a:r>
              <a:rPr sz="2976" spc="-110" dirty="0">
                <a:latin typeface="Calibri"/>
                <a:cs typeface="Calibri"/>
              </a:rPr>
              <a:t> </a:t>
            </a:r>
            <a:r>
              <a:rPr sz="2976" spc="-32" dirty="0">
                <a:latin typeface="Wingdings"/>
                <a:cs typeface="Wingdings"/>
              </a:rPr>
              <a:t></a:t>
            </a:r>
            <a:r>
              <a:rPr sz="2976" spc="-32" dirty="0">
                <a:latin typeface="Calibri"/>
                <a:cs typeface="Calibri"/>
              </a:rPr>
              <a:t>0</a:t>
            </a:r>
            <a:endParaRPr sz="2976">
              <a:latin typeface="Calibri"/>
              <a:cs typeface="Calibri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6" name="Slide Zoom 15">
                <a:extLst>
                  <a:ext uri="{FF2B5EF4-FFF2-40B4-BE49-F238E27FC236}">
                    <a16:creationId xmlns:a16="http://schemas.microsoft.com/office/drawing/2014/main" id="{2D6AAB47-F0E8-38F8-7187-8527776369A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679723" y="-2394438"/>
              <a:ext cx="3352800" cy="2514600"/>
            </p:xfrm>
            <a:graphic>
              <a:graphicData uri="http://schemas.microsoft.com/office/powerpoint/2016/slidezoom">
                <pslz:sldZm>
                  <pslz:sldZmObj sldId="582" cId="679731017">
                    <pslz:zmPr id="{F0B510E9-70E0-4D33-9799-3A4CB684CC32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352800" cy="25146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6" name="Slide Zoom 15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2D6AAB47-F0E8-38F8-7187-8527776369A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79723" y="-2394438"/>
                <a:ext cx="3352800" cy="25146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978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33DDB7-9A36-C897-05BD-490DB1B56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DA2CB3B-F8E9-8623-A928-6CB3AB309757}"/>
              </a:ext>
            </a:extLst>
          </p:cNvPr>
          <p:cNvSpPr txBox="1"/>
          <p:nvPr/>
        </p:nvSpPr>
        <p:spPr>
          <a:xfrm>
            <a:off x="381000" y="888075"/>
            <a:ext cx="12352767" cy="38456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Practical</a:t>
            </a:r>
            <a:r>
              <a:rPr lang="en-GB" sz="4000" b="1" spc="-6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Example</a:t>
            </a:r>
            <a:r>
              <a:rPr lang="en-GB" sz="4000" b="1" spc="-32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to</a:t>
            </a:r>
            <a:r>
              <a:rPr lang="en-GB" sz="4000" b="1" spc="-110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learn</a:t>
            </a:r>
            <a:r>
              <a:rPr lang="en-GB" sz="4000" b="1" spc="-52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“OR”</a:t>
            </a:r>
            <a:r>
              <a:rPr lang="en-GB" sz="4000" b="1" spc="-52" dirty="0">
                <a:latin typeface="Comic Sans MS" panose="030F0702030302020204" pitchFamily="66" charset="0"/>
              </a:rPr>
              <a:t> </a:t>
            </a:r>
            <a:r>
              <a:rPr lang="en-GB" sz="4000" b="1" spc="-13" dirty="0">
                <a:latin typeface="Comic Sans MS" panose="030F0702030302020204" pitchFamily="66" charset="0"/>
              </a:rPr>
              <a:t>operator: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pPr marL="16435" marR="260496" defTabSz="1183325">
              <a:lnSpc>
                <a:spcPts val="3235"/>
              </a:lnSpc>
              <a:spcBef>
                <a:spcPts val="537"/>
              </a:spcBef>
            </a:pPr>
            <a:r>
              <a:rPr lang="en-GB" sz="2400" dirty="0">
                <a:latin typeface="Comic Sans MS"/>
                <a:cs typeface="Comic Sans MS"/>
              </a:rPr>
              <a:t>IF you wan</a:t>
            </a:r>
            <a:r>
              <a:rPr lang="en-GB" sz="2400" spc="-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to</a:t>
            </a:r>
            <a:r>
              <a:rPr lang="en-GB" sz="2400" spc="13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get</a:t>
            </a:r>
            <a:r>
              <a:rPr lang="en-GB" sz="2400" spc="26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hired</a:t>
            </a:r>
            <a:r>
              <a:rPr lang="en-GB" sz="2400" spc="-26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you have</a:t>
            </a:r>
            <a:r>
              <a:rPr lang="en-GB" sz="2400" spc="-26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to</a:t>
            </a:r>
            <a:r>
              <a:rPr lang="en-GB" sz="2400" spc="6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have</a:t>
            </a:r>
            <a:r>
              <a:rPr lang="en-GB" sz="2400" spc="6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at</a:t>
            </a:r>
            <a:r>
              <a:rPr lang="en-GB" sz="2400" spc="-6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least</a:t>
            </a:r>
            <a:r>
              <a:rPr lang="en-GB" sz="2400" spc="-13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One</a:t>
            </a:r>
            <a:r>
              <a:rPr lang="en-GB" sz="2400" u="sng" spc="-26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spc="-32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the</a:t>
            </a:r>
            <a:r>
              <a:rPr lang="en-GB" sz="2400" spc="-32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following</a:t>
            </a:r>
            <a:r>
              <a:rPr lang="en-GB" sz="2400" u="sng" spc="-52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spc="-13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conditions</a:t>
            </a:r>
            <a:r>
              <a:rPr lang="en-GB" sz="2400" spc="-13" dirty="0">
                <a:latin typeface="Comic Sans MS"/>
                <a:cs typeface="Comic Sans MS"/>
              </a:rPr>
              <a:t>:</a:t>
            </a:r>
            <a:endParaRPr lang="en-GB" sz="2400" dirty="0">
              <a:latin typeface="Comic Sans MS"/>
              <a:cs typeface="Comic Sans MS"/>
            </a:endParaRPr>
          </a:p>
          <a:p>
            <a:pPr marL="563722" indent="-547287" defTabSz="1183325">
              <a:buFontTx/>
              <a:buAutoNum type="arabicPeriod"/>
              <a:tabLst>
                <a:tab pos="563722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Your Age</a:t>
            </a:r>
            <a:r>
              <a:rPr lang="en-GB" sz="2400" spc="-1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must</a:t>
            </a:r>
            <a:r>
              <a:rPr lang="en-GB" sz="2400" spc="-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be</a:t>
            </a:r>
            <a:r>
              <a:rPr lang="en-GB" sz="2400" spc="-1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&gt;=</a:t>
            </a:r>
            <a:r>
              <a:rPr lang="en-GB" sz="2400" spc="-3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21</a:t>
            </a:r>
            <a:r>
              <a:rPr lang="en-GB" sz="2400" spc="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years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563722" indent="-547287" defTabSz="1183325">
              <a:spcBef>
                <a:spcPts val="718"/>
              </a:spcBef>
              <a:buFontTx/>
              <a:buAutoNum type="arabicPeriod"/>
              <a:tabLst>
                <a:tab pos="563722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You</a:t>
            </a:r>
            <a:r>
              <a:rPr lang="en-GB" sz="2400" spc="-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should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have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 driver</a:t>
            </a:r>
            <a:r>
              <a:rPr lang="en-GB" sz="2400" spc="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license.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defTabSz="1183325">
              <a:spcBef>
                <a:spcPts val="880"/>
              </a:spcBef>
            </a:pP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16435" defTabSz="1183325"/>
            <a:r>
              <a:rPr lang="en-GB" sz="2400" dirty="0">
                <a:latin typeface="Comic Sans MS" panose="030F0702030302020204" pitchFamily="66" charset="0"/>
                <a:cs typeface="Comic Sans MS"/>
              </a:rPr>
              <a:t>This in</a:t>
            </a:r>
            <a:r>
              <a:rPr lang="en-GB" sz="2400" spc="-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computer 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means: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570297" defTabSz="1183325">
              <a:spcBef>
                <a:spcPts val="718"/>
              </a:spcBef>
            </a:pPr>
            <a:r>
              <a:rPr lang="en-GB" sz="2400" dirty="0">
                <a:latin typeface="Comic Sans MS"/>
                <a:cs typeface="Comic Sans MS"/>
              </a:rPr>
              <a:t>(Age&gt;=21</a:t>
            </a:r>
            <a:r>
              <a:rPr lang="en-GB" sz="2400" spc="-32" dirty="0"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OR</a:t>
            </a:r>
            <a:r>
              <a:rPr lang="en-GB" sz="2400" spc="-1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 err="1">
                <a:latin typeface="Comic Sans MS"/>
                <a:cs typeface="Comic Sans MS"/>
              </a:rPr>
              <a:t>HasDriverLicesne</a:t>
            </a:r>
            <a:r>
              <a:rPr lang="en-GB" sz="2400" dirty="0">
                <a:latin typeface="Comic Sans MS"/>
                <a:cs typeface="Comic Sans MS"/>
              </a:rPr>
              <a:t>=True)</a:t>
            </a:r>
            <a:r>
              <a:rPr lang="en-GB" sz="2400" spc="-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Then</a:t>
            </a:r>
            <a:r>
              <a:rPr lang="en-GB" sz="2400" spc="-39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will</a:t>
            </a:r>
            <a:r>
              <a:rPr lang="en-GB" sz="2400" spc="-6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be</a:t>
            </a:r>
            <a:r>
              <a:rPr lang="en-GB" sz="2400" spc="13" dirty="0">
                <a:latin typeface="Comic Sans MS"/>
                <a:cs typeface="Comic Sans MS"/>
              </a:rPr>
              <a:t> </a:t>
            </a:r>
            <a:r>
              <a:rPr lang="en-GB" sz="2400" spc="-13" dirty="0">
                <a:latin typeface="Comic Sans MS"/>
                <a:cs typeface="Comic Sans MS"/>
              </a:rPr>
              <a:t>hired</a:t>
            </a:r>
            <a:endParaRPr lang="en-GB" sz="24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277580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4B2019-7497-B684-AB9A-8E67B5002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494C277-06C9-B108-A8A9-CB0A55387DDB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9798F96-07CB-938E-C65F-4C1D07AC9AC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03F6AB2-1285-E70D-1171-DAFB83EF4A4A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38B88925-D578-6E99-A9CC-3FAADD50D4A3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D066434C-DA39-0E98-0901-08754ED76249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“NOT” Operators</a:t>
            </a:r>
          </a:p>
        </p:txBody>
      </p:sp>
    </p:spTree>
    <p:extLst>
      <p:ext uri="{BB962C8B-B14F-4D97-AF65-F5344CB8AC3E}">
        <p14:creationId xmlns:p14="http://schemas.microsoft.com/office/powerpoint/2010/main" val="21611785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A31FCE2-65A6-E363-FAD7-7E7A6300F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4E9FFD2-FD02-1D2F-C4AD-EC796F6E91E1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Logical</a:t>
            </a:r>
            <a:r>
              <a:rPr lang="sv-SE" sz="4000" b="1" spc="-71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“NOT”</a:t>
            </a:r>
            <a:r>
              <a:rPr lang="sv-SE" sz="4000" b="1" spc="-58" dirty="0">
                <a:latin typeface="Comic Sans MS" panose="030F0702030302020204" pitchFamily="66" charset="0"/>
              </a:rPr>
              <a:t> </a:t>
            </a:r>
            <a:r>
              <a:rPr lang="sv-SE" sz="4000" b="1" spc="-13" dirty="0">
                <a:latin typeface="Comic Sans MS" panose="030F0702030302020204" pitchFamily="66" charset="0"/>
              </a:rPr>
              <a:t>Operator:</a:t>
            </a:r>
          </a:p>
        </p:txBody>
      </p:sp>
      <p:graphicFrame>
        <p:nvGraphicFramePr>
          <p:cNvPr id="2" name="object 3"/>
          <p:cNvGraphicFramePr>
            <a:graphicFrameLocks noGrp="1"/>
          </p:cNvGraphicFramePr>
          <p:nvPr/>
        </p:nvGraphicFramePr>
        <p:xfrm>
          <a:off x="2521502" y="3158535"/>
          <a:ext cx="6383467" cy="1582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38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4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091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Condition</a:t>
                      </a:r>
                      <a:r>
                        <a:rPr sz="1900" b="1" spc="85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b="1" spc="-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A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1909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NOT</a:t>
                      </a:r>
                      <a:r>
                        <a:rPr sz="1900" b="1" spc="6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b="1" spc="-5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A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39445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5B9AD4"/>
                      </a:solidFill>
                      <a:prstDash val="solid"/>
                    </a:lnL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  <a:solidFill>
                      <a:srgbClr val="5B9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447">
                <a:tc gridSpan="2"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65"/>
                        </a:spcBef>
                        <a:tabLst>
                          <a:tab pos="3439795" algn="l"/>
                        </a:tabLst>
                      </a:pPr>
                      <a:r>
                        <a:rPr sz="1900" spc="-20" dirty="0">
                          <a:latin typeface="Comic Sans MS"/>
                          <a:cs typeface="Comic Sans MS"/>
                        </a:rPr>
                        <a:t>True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	</a:t>
                      </a:r>
                      <a:r>
                        <a:rPr sz="1900" spc="-10" dirty="0">
                          <a:latin typeface="Comic Sans MS"/>
                          <a:cs typeface="Comic Sans MS"/>
                        </a:rPr>
                        <a:t>False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3554" marB="0">
                    <a:lnL w="6350">
                      <a:solidFill>
                        <a:srgbClr val="5B9AD4"/>
                      </a:solidFill>
                      <a:prstDash val="solid"/>
                    </a:lnL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91">
                <a:tc gridSpan="2"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3456940" algn="l"/>
                        </a:tabLst>
                      </a:pPr>
                      <a:r>
                        <a:rPr sz="1900" spc="-10" dirty="0">
                          <a:latin typeface="Comic Sans MS"/>
                          <a:cs typeface="Comic Sans MS"/>
                        </a:rPr>
                        <a:t>False</a:t>
                      </a:r>
                      <a:r>
                        <a:rPr sz="1900" dirty="0">
                          <a:latin typeface="Comic Sans MS"/>
                          <a:cs typeface="Comic Sans MS"/>
                        </a:rPr>
                        <a:t>	</a:t>
                      </a:r>
                      <a:r>
                        <a:rPr sz="1900" spc="-20" dirty="0">
                          <a:latin typeface="Comic Sans MS"/>
                          <a:cs typeface="Comic Sans MS"/>
                        </a:rPr>
                        <a:t>True</a:t>
                      </a:r>
                      <a:endParaRPr sz="1900" dirty="0">
                        <a:latin typeface="Comic Sans MS"/>
                        <a:cs typeface="Comic Sans MS"/>
                      </a:endParaRPr>
                    </a:p>
                  </a:txBody>
                  <a:tcPr marL="0" marR="0" marT="45197" marB="0">
                    <a:lnL w="6350">
                      <a:solidFill>
                        <a:srgbClr val="5B9AD4"/>
                      </a:solidFill>
                      <a:prstDash val="solid"/>
                    </a:lnL>
                    <a:lnR w="6350">
                      <a:solidFill>
                        <a:srgbClr val="5B9AD4"/>
                      </a:solidFill>
                      <a:prstDash val="solid"/>
                    </a:lnR>
                    <a:lnT w="6350">
                      <a:solidFill>
                        <a:srgbClr val="5B9AD4"/>
                      </a:solidFill>
                      <a:prstDash val="solid"/>
                    </a:lnT>
                    <a:lnB w="6350">
                      <a:solidFill>
                        <a:srgbClr val="5B9AD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42931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7A7E6F0-D712-5FE1-D27A-3FEA60D48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BDB58E3-CC9B-C538-32AD-5CF56441E04F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Logical</a:t>
            </a:r>
            <a:r>
              <a:rPr lang="sv-SE" sz="4000" b="1" spc="-71" dirty="0">
                <a:latin typeface="Comic Sans MS" panose="030F0702030302020204" pitchFamily="66" charset="0"/>
              </a:rPr>
              <a:t> </a:t>
            </a:r>
            <a:r>
              <a:rPr lang="sv-SE" sz="4000" b="1" spc="-13" dirty="0">
                <a:latin typeface="Comic Sans MS" panose="030F0702030302020204" pitchFamily="66" charset="0"/>
              </a:rPr>
              <a:t>Operators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902E00DC-1758-13BB-53B6-89E15DFE8441}"/>
              </a:ext>
            </a:extLst>
          </p:cNvPr>
          <p:cNvSpPr txBox="1"/>
          <p:nvPr/>
        </p:nvSpPr>
        <p:spPr>
          <a:xfrm>
            <a:off x="2164838" y="4060207"/>
            <a:ext cx="2711962" cy="477029"/>
          </a:xfrm>
          <a:prstGeom prst="rect">
            <a:avLst/>
          </a:prstGeom>
        </p:spPr>
        <p:txBody>
          <a:bodyPr vert="horz" wrap="square" lIns="0" tIns="18899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sz="2976" dirty="0">
                <a:latin typeface="Calibri"/>
                <a:cs typeface="Calibri"/>
              </a:rPr>
              <a:t>(5 &gt;</a:t>
            </a:r>
            <a:r>
              <a:rPr sz="2976" spc="-13" dirty="0">
                <a:latin typeface="Calibri"/>
                <a:cs typeface="Calibri"/>
              </a:rPr>
              <a:t> </a:t>
            </a:r>
            <a:r>
              <a:rPr sz="2976" dirty="0">
                <a:latin typeface="Calibri"/>
                <a:cs typeface="Calibri"/>
              </a:rPr>
              <a:t>3)</a:t>
            </a:r>
            <a:r>
              <a:rPr sz="2976" spc="26" dirty="0">
                <a:latin typeface="Calibri"/>
                <a:cs typeface="Calibri"/>
              </a:rPr>
              <a:t> </a:t>
            </a:r>
            <a:r>
              <a:rPr sz="2976" dirty="0">
                <a:latin typeface="Wingdings"/>
                <a:cs typeface="Wingdings"/>
              </a:rPr>
              <a:t></a:t>
            </a:r>
            <a:r>
              <a:rPr sz="2976" spc="-71" dirty="0">
                <a:latin typeface="Times New Roman"/>
                <a:cs typeface="Times New Roman"/>
              </a:rPr>
              <a:t> </a:t>
            </a:r>
            <a:r>
              <a:rPr lang="sv-SE" sz="2976" spc="-26" dirty="0" err="1">
                <a:latin typeface="Calibri"/>
                <a:cs typeface="Calibri"/>
              </a:rPr>
              <a:t>False</a:t>
            </a:r>
            <a:endParaRPr sz="2976" dirty="0">
              <a:latin typeface="Calibri"/>
              <a:cs typeface="Calibri"/>
            </a:endParaRPr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F780D105-9DE1-25BB-D0D4-2AC6CB683A71}"/>
              </a:ext>
            </a:extLst>
          </p:cNvPr>
          <p:cNvGrpSpPr/>
          <p:nvPr/>
        </p:nvGrpSpPr>
        <p:grpSpPr>
          <a:xfrm>
            <a:off x="4060833" y="3060910"/>
            <a:ext cx="4927301" cy="3187625"/>
            <a:chOff x="2985516" y="2365248"/>
            <a:chExt cx="3807460" cy="246316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7FBBA0DA-ADAC-3BCE-6E89-197FFE76205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7224" y="2365248"/>
              <a:ext cx="2383535" cy="2386583"/>
            </a:xfrm>
            <a:prstGeom prst="rect">
              <a:avLst/>
            </a:prstGeom>
          </p:spPr>
        </p:pic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D4E3A7D9-2D3E-7D7D-C713-AC9302843D05}"/>
                </a:ext>
              </a:extLst>
            </p:cNvPr>
            <p:cNvSpPr/>
            <p:nvPr/>
          </p:nvSpPr>
          <p:spPr>
            <a:xfrm>
              <a:off x="2985503" y="2647187"/>
              <a:ext cx="3807460" cy="2181225"/>
            </a:xfrm>
            <a:custGeom>
              <a:avLst/>
              <a:gdLst/>
              <a:ahLst/>
              <a:cxnLst/>
              <a:rect l="l" t="t" r="r" b="b"/>
              <a:pathLst>
                <a:path w="3807459" h="2181225">
                  <a:moveTo>
                    <a:pt x="729996" y="118872"/>
                  </a:moveTo>
                  <a:lnTo>
                    <a:pt x="691896" y="59436"/>
                  </a:lnTo>
                  <a:lnTo>
                    <a:pt x="679704" y="51816"/>
                  </a:lnTo>
                  <a:lnTo>
                    <a:pt x="669036" y="44196"/>
                  </a:lnTo>
                  <a:lnTo>
                    <a:pt x="655320" y="38100"/>
                  </a:lnTo>
                  <a:lnTo>
                    <a:pt x="643128" y="32004"/>
                  </a:lnTo>
                  <a:lnTo>
                    <a:pt x="615696" y="19812"/>
                  </a:lnTo>
                  <a:lnTo>
                    <a:pt x="588264" y="10668"/>
                  </a:lnTo>
                  <a:lnTo>
                    <a:pt x="576072" y="4572"/>
                  </a:lnTo>
                  <a:lnTo>
                    <a:pt x="563880" y="0"/>
                  </a:lnTo>
                  <a:lnTo>
                    <a:pt x="562356" y="12192"/>
                  </a:lnTo>
                  <a:lnTo>
                    <a:pt x="562356" y="28956"/>
                  </a:lnTo>
                  <a:lnTo>
                    <a:pt x="568452" y="44196"/>
                  </a:lnTo>
                  <a:lnTo>
                    <a:pt x="583692" y="59436"/>
                  </a:lnTo>
                  <a:lnTo>
                    <a:pt x="606552" y="76200"/>
                  </a:lnTo>
                  <a:lnTo>
                    <a:pt x="611124" y="82296"/>
                  </a:lnTo>
                  <a:lnTo>
                    <a:pt x="615696" y="86868"/>
                  </a:lnTo>
                  <a:lnTo>
                    <a:pt x="618744" y="92964"/>
                  </a:lnTo>
                  <a:lnTo>
                    <a:pt x="586740" y="96012"/>
                  </a:lnTo>
                  <a:lnTo>
                    <a:pt x="522732" y="105156"/>
                  </a:lnTo>
                  <a:lnTo>
                    <a:pt x="460248" y="117348"/>
                  </a:lnTo>
                  <a:lnTo>
                    <a:pt x="368808" y="143256"/>
                  </a:lnTo>
                  <a:lnTo>
                    <a:pt x="310896" y="167640"/>
                  </a:lnTo>
                  <a:lnTo>
                    <a:pt x="256032" y="196596"/>
                  </a:lnTo>
                  <a:lnTo>
                    <a:pt x="204216" y="231648"/>
                  </a:lnTo>
                  <a:lnTo>
                    <a:pt x="155448" y="272796"/>
                  </a:lnTo>
                  <a:lnTo>
                    <a:pt x="111252" y="320040"/>
                  </a:lnTo>
                  <a:lnTo>
                    <a:pt x="71628" y="373380"/>
                  </a:lnTo>
                  <a:lnTo>
                    <a:pt x="36576" y="434340"/>
                  </a:lnTo>
                  <a:lnTo>
                    <a:pt x="22860" y="464820"/>
                  </a:lnTo>
                  <a:lnTo>
                    <a:pt x="16764" y="475488"/>
                  </a:lnTo>
                  <a:lnTo>
                    <a:pt x="7620" y="501396"/>
                  </a:lnTo>
                  <a:lnTo>
                    <a:pt x="4572" y="513588"/>
                  </a:lnTo>
                  <a:lnTo>
                    <a:pt x="1524" y="527304"/>
                  </a:lnTo>
                  <a:lnTo>
                    <a:pt x="0" y="539496"/>
                  </a:lnTo>
                  <a:lnTo>
                    <a:pt x="0" y="553212"/>
                  </a:lnTo>
                  <a:lnTo>
                    <a:pt x="1524" y="565404"/>
                  </a:lnTo>
                  <a:lnTo>
                    <a:pt x="4572" y="577596"/>
                  </a:lnTo>
                  <a:lnTo>
                    <a:pt x="9144" y="588264"/>
                  </a:lnTo>
                  <a:lnTo>
                    <a:pt x="22860" y="589788"/>
                  </a:lnTo>
                  <a:lnTo>
                    <a:pt x="35052" y="551688"/>
                  </a:lnTo>
                  <a:lnTo>
                    <a:pt x="47244" y="515112"/>
                  </a:lnTo>
                  <a:lnTo>
                    <a:pt x="79248" y="448056"/>
                  </a:lnTo>
                  <a:lnTo>
                    <a:pt x="114300" y="388620"/>
                  </a:lnTo>
                  <a:lnTo>
                    <a:pt x="155448" y="335280"/>
                  </a:lnTo>
                  <a:lnTo>
                    <a:pt x="202692" y="288036"/>
                  </a:lnTo>
                  <a:lnTo>
                    <a:pt x="252984" y="249936"/>
                  </a:lnTo>
                  <a:lnTo>
                    <a:pt x="307848" y="217932"/>
                  </a:lnTo>
                  <a:lnTo>
                    <a:pt x="396240" y="182880"/>
                  </a:lnTo>
                  <a:lnTo>
                    <a:pt x="460248" y="169164"/>
                  </a:lnTo>
                  <a:lnTo>
                    <a:pt x="560832" y="160020"/>
                  </a:lnTo>
                  <a:lnTo>
                    <a:pt x="633996" y="163068"/>
                  </a:lnTo>
                  <a:lnTo>
                    <a:pt x="629412" y="170688"/>
                  </a:lnTo>
                  <a:lnTo>
                    <a:pt x="623316" y="178308"/>
                  </a:lnTo>
                  <a:lnTo>
                    <a:pt x="618744" y="184404"/>
                  </a:lnTo>
                  <a:lnTo>
                    <a:pt x="612648" y="190500"/>
                  </a:lnTo>
                  <a:lnTo>
                    <a:pt x="608076" y="196596"/>
                  </a:lnTo>
                  <a:lnTo>
                    <a:pt x="595884" y="205740"/>
                  </a:lnTo>
                  <a:lnTo>
                    <a:pt x="588264" y="210312"/>
                  </a:lnTo>
                  <a:lnTo>
                    <a:pt x="583692" y="214884"/>
                  </a:lnTo>
                  <a:lnTo>
                    <a:pt x="577596" y="219456"/>
                  </a:lnTo>
                  <a:lnTo>
                    <a:pt x="556260" y="262128"/>
                  </a:lnTo>
                  <a:lnTo>
                    <a:pt x="554736" y="274320"/>
                  </a:lnTo>
                  <a:lnTo>
                    <a:pt x="562356" y="277368"/>
                  </a:lnTo>
                  <a:lnTo>
                    <a:pt x="579120" y="277368"/>
                  </a:lnTo>
                  <a:lnTo>
                    <a:pt x="588264" y="274320"/>
                  </a:lnTo>
                  <a:lnTo>
                    <a:pt x="598932" y="269748"/>
                  </a:lnTo>
                  <a:lnTo>
                    <a:pt x="611124" y="265176"/>
                  </a:lnTo>
                  <a:lnTo>
                    <a:pt x="621792" y="257556"/>
                  </a:lnTo>
                  <a:lnTo>
                    <a:pt x="633996" y="249936"/>
                  </a:lnTo>
                  <a:lnTo>
                    <a:pt x="644652" y="240792"/>
                  </a:lnTo>
                  <a:lnTo>
                    <a:pt x="669036" y="222504"/>
                  </a:lnTo>
                  <a:lnTo>
                    <a:pt x="678180" y="211836"/>
                  </a:lnTo>
                  <a:lnTo>
                    <a:pt x="688848" y="201168"/>
                  </a:lnTo>
                  <a:lnTo>
                    <a:pt x="697992" y="188976"/>
                  </a:lnTo>
                  <a:lnTo>
                    <a:pt x="707136" y="178308"/>
                  </a:lnTo>
                  <a:lnTo>
                    <a:pt x="714756" y="167640"/>
                  </a:lnTo>
                  <a:lnTo>
                    <a:pt x="720852" y="156972"/>
                  </a:lnTo>
                  <a:lnTo>
                    <a:pt x="725424" y="147828"/>
                  </a:lnTo>
                  <a:lnTo>
                    <a:pt x="728472" y="138684"/>
                  </a:lnTo>
                  <a:lnTo>
                    <a:pt x="729996" y="131064"/>
                  </a:lnTo>
                  <a:lnTo>
                    <a:pt x="729996" y="118872"/>
                  </a:lnTo>
                  <a:close/>
                </a:path>
                <a:path w="3807459" h="2181225">
                  <a:moveTo>
                    <a:pt x="3806964" y="2129040"/>
                  </a:moveTo>
                  <a:lnTo>
                    <a:pt x="3805440" y="2116848"/>
                  </a:lnTo>
                  <a:lnTo>
                    <a:pt x="3802392" y="2104656"/>
                  </a:lnTo>
                  <a:lnTo>
                    <a:pt x="3799344" y="2090940"/>
                  </a:lnTo>
                  <a:lnTo>
                    <a:pt x="3785628" y="2054364"/>
                  </a:lnTo>
                  <a:lnTo>
                    <a:pt x="3779532" y="2043696"/>
                  </a:lnTo>
                  <a:lnTo>
                    <a:pt x="3770388" y="2025408"/>
                  </a:lnTo>
                  <a:lnTo>
                    <a:pt x="3736860" y="1964448"/>
                  </a:lnTo>
                  <a:lnTo>
                    <a:pt x="3695712" y="1909584"/>
                  </a:lnTo>
                  <a:lnTo>
                    <a:pt x="3651516" y="1862340"/>
                  </a:lnTo>
                  <a:lnTo>
                    <a:pt x="3602748" y="1822716"/>
                  </a:lnTo>
                  <a:lnTo>
                    <a:pt x="3578364" y="1802904"/>
                  </a:lnTo>
                  <a:lnTo>
                    <a:pt x="3550932" y="1787664"/>
                  </a:lnTo>
                  <a:lnTo>
                    <a:pt x="3523500" y="1770900"/>
                  </a:lnTo>
                  <a:lnTo>
                    <a:pt x="3496068" y="1757184"/>
                  </a:lnTo>
                  <a:lnTo>
                    <a:pt x="3438156" y="1734324"/>
                  </a:lnTo>
                  <a:lnTo>
                    <a:pt x="3377196" y="1714512"/>
                  </a:lnTo>
                  <a:lnTo>
                    <a:pt x="3346716" y="1708416"/>
                  </a:lnTo>
                  <a:lnTo>
                    <a:pt x="3316236" y="1700796"/>
                  </a:lnTo>
                  <a:lnTo>
                    <a:pt x="3284232" y="1694700"/>
                  </a:lnTo>
                  <a:lnTo>
                    <a:pt x="3252228" y="1690128"/>
                  </a:lnTo>
                  <a:lnTo>
                    <a:pt x="3188220" y="1684032"/>
                  </a:lnTo>
                  <a:lnTo>
                    <a:pt x="3191268" y="1677936"/>
                  </a:lnTo>
                  <a:lnTo>
                    <a:pt x="3195840" y="1671840"/>
                  </a:lnTo>
                  <a:lnTo>
                    <a:pt x="3200412" y="1667268"/>
                  </a:lnTo>
                  <a:lnTo>
                    <a:pt x="3206508" y="1662696"/>
                  </a:lnTo>
                  <a:lnTo>
                    <a:pt x="3223272" y="1648980"/>
                  </a:lnTo>
                  <a:lnTo>
                    <a:pt x="3246132" y="1612404"/>
                  </a:lnTo>
                  <a:lnTo>
                    <a:pt x="3244608" y="1601736"/>
                  </a:lnTo>
                  <a:lnTo>
                    <a:pt x="3244608" y="1591068"/>
                  </a:lnTo>
                  <a:lnTo>
                    <a:pt x="3232416" y="1595640"/>
                  </a:lnTo>
                  <a:lnTo>
                    <a:pt x="3204984" y="1604784"/>
                  </a:lnTo>
                  <a:lnTo>
                    <a:pt x="3177552" y="1616976"/>
                  </a:lnTo>
                  <a:lnTo>
                    <a:pt x="3115068" y="1650504"/>
                  </a:lnTo>
                  <a:lnTo>
                    <a:pt x="3083064" y="1687080"/>
                  </a:lnTo>
                  <a:lnTo>
                    <a:pt x="3076968" y="1708416"/>
                  </a:lnTo>
                  <a:lnTo>
                    <a:pt x="3076968" y="1720608"/>
                  </a:lnTo>
                  <a:lnTo>
                    <a:pt x="3092208" y="1758708"/>
                  </a:lnTo>
                  <a:lnTo>
                    <a:pt x="3118116" y="1790712"/>
                  </a:lnTo>
                  <a:lnTo>
                    <a:pt x="3128784" y="1801380"/>
                  </a:lnTo>
                  <a:lnTo>
                    <a:pt x="3137928" y="1812048"/>
                  </a:lnTo>
                  <a:lnTo>
                    <a:pt x="3150120" y="1822716"/>
                  </a:lnTo>
                  <a:lnTo>
                    <a:pt x="3162312" y="1831860"/>
                  </a:lnTo>
                  <a:lnTo>
                    <a:pt x="3172980" y="1841004"/>
                  </a:lnTo>
                  <a:lnTo>
                    <a:pt x="3185172" y="1848624"/>
                  </a:lnTo>
                  <a:lnTo>
                    <a:pt x="3197364" y="1854720"/>
                  </a:lnTo>
                  <a:lnTo>
                    <a:pt x="3208032" y="1860816"/>
                  </a:lnTo>
                  <a:lnTo>
                    <a:pt x="3218700" y="1865388"/>
                  </a:lnTo>
                  <a:lnTo>
                    <a:pt x="3227844" y="1868436"/>
                  </a:lnTo>
                  <a:lnTo>
                    <a:pt x="3246132" y="1868436"/>
                  </a:lnTo>
                  <a:lnTo>
                    <a:pt x="3252228" y="1865388"/>
                  </a:lnTo>
                  <a:lnTo>
                    <a:pt x="3250704" y="1851672"/>
                  </a:lnTo>
                  <a:lnTo>
                    <a:pt x="3235464" y="1816620"/>
                  </a:lnTo>
                  <a:lnTo>
                    <a:pt x="3229368" y="1810524"/>
                  </a:lnTo>
                  <a:lnTo>
                    <a:pt x="3224796" y="1804428"/>
                  </a:lnTo>
                  <a:lnTo>
                    <a:pt x="3212604" y="1795284"/>
                  </a:lnTo>
                  <a:lnTo>
                    <a:pt x="3204984" y="1790712"/>
                  </a:lnTo>
                  <a:lnTo>
                    <a:pt x="3200412" y="1786140"/>
                  </a:lnTo>
                  <a:lnTo>
                    <a:pt x="3174504" y="1752612"/>
                  </a:lnTo>
                  <a:lnTo>
                    <a:pt x="3209556" y="1751088"/>
                  </a:lnTo>
                  <a:lnTo>
                    <a:pt x="3246132" y="1751088"/>
                  </a:lnTo>
                  <a:lnTo>
                    <a:pt x="3313188" y="1754136"/>
                  </a:lnTo>
                  <a:lnTo>
                    <a:pt x="3380244" y="1766328"/>
                  </a:lnTo>
                  <a:lnTo>
                    <a:pt x="3441204" y="1783092"/>
                  </a:lnTo>
                  <a:lnTo>
                    <a:pt x="3499116" y="1807476"/>
                  </a:lnTo>
                  <a:lnTo>
                    <a:pt x="3528072" y="1824240"/>
                  </a:lnTo>
                  <a:lnTo>
                    <a:pt x="3555504" y="1839480"/>
                  </a:lnTo>
                  <a:lnTo>
                    <a:pt x="3579888" y="1859292"/>
                  </a:lnTo>
                  <a:lnTo>
                    <a:pt x="3605796" y="1879104"/>
                  </a:lnTo>
                  <a:lnTo>
                    <a:pt x="3651516" y="1924824"/>
                  </a:lnTo>
                  <a:lnTo>
                    <a:pt x="3692664" y="1978164"/>
                  </a:lnTo>
                  <a:lnTo>
                    <a:pt x="3729240" y="2039124"/>
                  </a:lnTo>
                  <a:lnTo>
                    <a:pt x="3759720" y="2106180"/>
                  </a:lnTo>
                  <a:lnTo>
                    <a:pt x="3773436" y="2142756"/>
                  </a:lnTo>
                  <a:lnTo>
                    <a:pt x="3785628" y="2180856"/>
                  </a:lnTo>
                  <a:lnTo>
                    <a:pt x="3797820" y="2177808"/>
                  </a:lnTo>
                  <a:lnTo>
                    <a:pt x="3802392" y="2167140"/>
                  </a:lnTo>
                  <a:lnTo>
                    <a:pt x="3805440" y="2154948"/>
                  </a:lnTo>
                  <a:lnTo>
                    <a:pt x="3806964" y="2142756"/>
                  </a:lnTo>
                  <a:lnTo>
                    <a:pt x="3806964" y="2129040"/>
                  </a:lnTo>
                  <a:close/>
                </a:path>
              </a:pathLst>
            </a:custGeom>
            <a:solidFill>
              <a:srgbClr val="8EAADB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8" name="object 7">
            <a:extLst>
              <a:ext uri="{FF2B5EF4-FFF2-40B4-BE49-F238E27FC236}">
                <a16:creationId xmlns:a16="http://schemas.microsoft.com/office/drawing/2014/main" id="{D2BE4F29-1B14-7453-80EA-B59842F0137E}"/>
              </a:ext>
            </a:extLst>
          </p:cNvPr>
          <p:cNvSpPr txBox="1"/>
          <p:nvPr/>
        </p:nvSpPr>
        <p:spPr>
          <a:xfrm>
            <a:off x="1539606" y="6246584"/>
            <a:ext cx="9433193" cy="549223"/>
          </a:xfrm>
          <a:prstGeom prst="rect">
            <a:avLst/>
          </a:prstGeom>
        </p:spPr>
        <p:txBody>
          <a:bodyPr vert="horz" wrap="square" lIns="0" tIns="90394" rIns="0" bIns="0" rtlCol="0">
            <a:spAutoFit/>
          </a:bodyPr>
          <a:lstStyle/>
          <a:p>
            <a:pPr marL="6256009" defTabSz="1183325">
              <a:spcBef>
                <a:spcPts val="712"/>
              </a:spcBef>
            </a:pPr>
            <a:r>
              <a:rPr lang="sv-SE" sz="2976" dirty="0">
                <a:latin typeface="Calibri"/>
                <a:cs typeface="Calibri"/>
              </a:rPr>
              <a:t>NOT </a:t>
            </a:r>
            <a:r>
              <a:rPr sz="2976" dirty="0">
                <a:latin typeface="Calibri"/>
                <a:cs typeface="Calibri"/>
              </a:rPr>
              <a:t>(5 &gt;</a:t>
            </a:r>
            <a:r>
              <a:rPr sz="2976" spc="-6" dirty="0">
                <a:latin typeface="Calibri"/>
                <a:cs typeface="Calibri"/>
              </a:rPr>
              <a:t> </a:t>
            </a:r>
            <a:r>
              <a:rPr sz="2976" dirty="0">
                <a:latin typeface="Calibri"/>
                <a:cs typeface="Calibri"/>
              </a:rPr>
              <a:t>7)</a:t>
            </a:r>
            <a:r>
              <a:rPr sz="2976" spc="6" dirty="0">
                <a:latin typeface="Calibri"/>
                <a:cs typeface="Calibri"/>
              </a:rPr>
              <a:t> </a:t>
            </a:r>
            <a:r>
              <a:rPr sz="2976" dirty="0">
                <a:latin typeface="Wingdings"/>
                <a:cs typeface="Wingdings"/>
              </a:rPr>
              <a:t></a:t>
            </a:r>
            <a:r>
              <a:rPr sz="2976" spc="-71" dirty="0">
                <a:latin typeface="Times New Roman"/>
                <a:cs typeface="Times New Roman"/>
              </a:rPr>
              <a:t> </a:t>
            </a:r>
            <a:r>
              <a:rPr lang="sv-SE" sz="2976" spc="-26" dirty="0" err="1">
                <a:latin typeface="Calibri"/>
                <a:cs typeface="Calibri"/>
              </a:rPr>
              <a:t>True</a:t>
            </a:r>
            <a:endParaRPr sz="2976" dirty="0">
              <a:latin typeface="Calibri"/>
              <a:cs typeface="Calibri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70ED75EB-5551-9B15-B4F2-21CF83D3FAD6}"/>
              </a:ext>
            </a:extLst>
          </p:cNvPr>
          <p:cNvSpPr/>
          <p:nvPr/>
        </p:nvSpPr>
        <p:spPr>
          <a:xfrm>
            <a:off x="3979970" y="4632781"/>
            <a:ext cx="294190" cy="442109"/>
          </a:xfrm>
          <a:custGeom>
            <a:avLst/>
            <a:gdLst/>
            <a:ahLst/>
            <a:cxnLst/>
            <a:rect l="l" t="t" r="r" b="b"/>
            <a:pathLst>
              <a:path w="227330" h="341629">
                <a:moveTo>
                  <a:pt x="135636" y="341376"/>
                </a:moveTo>
                <a:lnTo>
                  <a:pt x="123444" y="341376"/>
                </a:lnTo>
                <a:lnTo>
                  <a:pt x="114300" y="339852"/>
                </a:lnTo>
                <a:lnTo>
                  <a:pt x="105156" y="335280"/>
                </a:lnTo>
                <a:lnTo>
                  <a:pt x="97536" y="330708"/>
                </a:lnTo>
                <a:lnTo>
                  <a:pt x="88392" y="323087"/>
                </a:lnTo>
                <a:lnTo>
                  <a:pt x="80772" y="316991"/>
                </a:lnTo>
                <a:lnTo>
                  <a:pt x="65532" y="301752"/>
                </a:lnTo>
                <a:lnTo>
                  <a:pt x="56388" y="295656"/>
                </a:lnTo>
                <a:lnTo>
                  <a:pt x="44196" y="289559"/>
                </a:lnTo>
                <a:lnTo>
                  <a:pt x="19812" y="278892"/>
                </a:lnTo>
                <a:lnTo>
                  <a:pt x="9144" y="272795"/>
                </a:lnTo>
                <a:lnTo>
                  <a:pt x="3048" y="268224"/>
                </a:lnTo>
                <a:lnTo>
                  <a:pt x="0" y="260604"/>
                </a:lnTo>
                <a:lnTo>
                  <a:pt x="0" y="256031"/>
                </a:lnTo>
                <a:lnTo>
                  <a:pt x="1524" y="256031"/>
                </a:lnTo>
                <a:lnTo>
                  <a:pt x="4572" y="254507"/>
                </a:lnTo>
                <a:lnTo>
                  <a:pt x="16764" y="256031"/>
                </a:lnTo>
                <a:lnTo>
                  <a:pt x="19812" y="256031"/>
                </a:lnTo>
                <a:lnTo>
                  <a:pt x="22860" y="249936"/>
                </a:lnTo>
                <a:lnTo>
                  <a:pt x="21336" y="246888"/>
                </a:lnTo>
                <a:lnTo>
                  <a:pt x="18288" y="245364"/>
                </a:lnTo>
                <a:lnTo>
                  <a:pt x="10668" y="245364"/>
                </a:lnTo>
                <a:lnTo>
                  <a:pt x="7620" y="243840"/>
                </a:lnTo>
                <a:lnTo>
                  <a:pt x="6096" y="242316"/>
                </a:lnTo>
                <a:lnTo>
                  <a:pt x="7620" y="237743"/>
                </a:lnTo>
                <a:lnTo>
                  <a:pt x="18288" y="233172"/>
                </a:lnTo>
                <a:lnTo>
                  <a:pt x="35052" y="230124"/>
                </a:lnTo>
                <a:lnTo>
                  <a:pt x="53340" y="228600"/>
                </a:lnTo>
                <a:lnTo>
                  <a:pt x="80772" y="256031"/>
                </a:lnTo>
                <a:lnTo>
                  <a:pt x="89916" y="260604"/>
                </a:lnTo>
                <a:lnTo>
                  <a:pt x="92964" y="225551"/>
                </a:lnTo>
                <a:lnTo>
                  <a:pt x="91440" y="192024"/>
                </a:lnTo>
                <a:lnTo>
                  <a:pt x="85344" y="91439"/>
                </a:lnTo>
                <a:lnTo>
                  <a:pt x="86868" y="59436"/>
                </a:lnTo>
                <a:lnTo>
                  <a:pt x="89916" y="30480"/>
                </a:lnTo>
                <a:lnTo>
                  <a:pt x="97536" y="1524"/>
                </a:lnTo>
                <a:lnTo>
                  <a:pt x="109728" y="0"/>
                </a:lnTo>
                <a:lnTo>
                  <a:pt x="118872" y="0"/>
                </a:lnTo>
                <a:lnTo>
                  <a:pt x="128016" y="1524"/>
                </a:lnTo>
                <a:lnTo>
                  <a:pt x="141732" y="6096"/>
                </a:lnTo>
                <a:lnTo>
                  <a:pt x="147828" y="9144"/>
                </a:lnTo>
                <a:lnTo>
                  <a:pt x="147828" y="39624"/>
                </a:lnTo>
                <a:lnTo>
                  <a:pt x="144780" y="70104"/>
                </a:lnTo>
                <a:lnTo>
                  <a:pt x="141732" y="135636"/>
                </a:lnTo>
                <a:lnTo>
                  <a:pt x="143256" y="166116"/>
                </a:lnTo>
                <a:lnTo>
                  <a:pt x="146304" y="198119"/>
                </a:lnTo>
                <a:lnTo>
                  <a:pt x="152400" y="227076"/>
                </a:lnTo>
                <a:lnTo>
                  <a:pt x="185928" y="190500"/>
                </a:lnTo>
                <a:lnTo>
                  <a:pt x="201168" y="193548"/>
                </a:lnTo>
                <a:lnTo>
                  <a:pt x="213360" y="196595"/>
                </a:lnTo>
                <a:lnTo>
                  <a:pt x="220980" y="201168"/>
                </a:lnTo>
                <a:lnTo>
                  <a:pt x="225552" y="207264"/>
                </a:lnTo>
                <a:lnTo>
                  <a:pt x="227076" y="213359"/>
                </a:lnTo>
                <a:lnTo>
                  <a:pt x="225552" y="222504"/>
                </a:lnTo>
                <a:lnTo>
                  <a:pt x="222504" y="231648"/>
                </a:lnTo>
                <a:lnTo>
                  <a:pt x="216408" y="240792"/>
                </a:lnTo>
                <a:lnTo>
                  <a:pt x="202692" y="260604"/>
                </a:lnTo>
                <a:lnTo>
                  <a:pt x="193548" y="271272"/>
                </a:lnTo>
                <a:lnTo>
                  <a:pt x="187452" y="281940"/>
                </a:lnTo>
                <a:lnTo>
                  <a:pt x="178308" y="292607"/>
                </a:lnTo>
                <a:lnTo>
                  <a:pt x="172212" y="303276"/>
                </a:lnTo>
                <a:lnTo>
                  <a:pt x="167640" y="313943"/>
                </a:lnTo>
                <a:lnTo>
                  <a:pt x="164592" y="324612"/>
                </a:lnTo>
                <a:lnTo>
                  <a:pt x="161544" y="333756"/>
                </a:lnTo>
                <a:lnTo>
                  <a:pt x="147828" y="339852"/>
                </a:lnTo>
                <a:lnTo>
                  <a:pt x="135636" y="341376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D0BEB9C5-6DC1-5AFA-0AB2-89A40060BA16}"/>
              </a:ext>
            </a:extLst>
          </p:cNvPr>
          <p:cNvSpPr txBox="1"/>
          <p:nvPr/>
        </p:nvSpPr>
        <p:spPr>
          <a:xfrm>
            <a:off x="4046294" y="5123137"/>
            <a:ext cx="225985" cy="477029"/>
          </a:xfrm>
          <a:prstGeom prst="rect">
            <a:avLst/>
          </a:prstGeom>
        </p:spPr>
        <p:txBody>
          <a:bodyPr vert="horz" wrap="square" lIns="0" tIns="18899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lang="sv-SE" sz="2976" spc="-65" dirty="0">
                <a:latin typeface="Calibri"/>
                <a:cs typeface="Calibri"/>
              </a:rPr>
              <a:t>0</a:t>
            </a:r>
            <a:endParaRPr sz="2976" dirty="0">
              <a:latin typeface="Calibri"/>
              <a:cs typeface="Calibri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25B7F849-5EAC-4008-F759-449A6AD71ECD}"/>
              </a:ext>
            </a:extLst>
          </p:cNvPr>
          <p:cNvSpPr/>
          <p:nvPr/>
        </p:nvSpPr>
        <p:spPr>
          <a:xfrm>
            <a:off x="9561397" y="6843655"/>
            <a:ext cx="295835" cy="443753"/>
          </a:xfrm>
          <a:custGeom>
            <a:avLst/>
            <a:gdLst/>
            <a:ahLst/>
            <a:cxnLst/>
            <a:rect l="l" t="t" r="r" b="b"/>
            <a:pathLst>
              <a:path w="228600" h="342900">
                <a:moveTo>
                  <a:pt x="137159" y="342900"/>
                </a:moveTo>
                <a:lnTo>
                  <a:pt x="124967" y="342900"/>
                </a:lnTo>
                <a:lnTo>
                  <a:pt x="106679" y="336804"/>
                </a:lnTo>
                <a:lnTo>
                  <a:pt x="99059" y="330708"/>
                </a:lnTo>
                <a:lnTo>
                  <a:pt x="89915" y="324612"/>
                </a:lnTo>
                <a:lnTo>
                  <a:pt x="82295" y="316991"/>
                </a:lnTo>
                <a:lnTo>
                  <a:pt x="74675" y="310895"/>
                </a:lnTo>
                <a:lnTo>
                  <a:pt x="67055" y="303276"/>
                </a:lnTo>
                <a:lnTo>
                  <a:pt x="57911" y="297180"/>
                </a:lnTo>
                <a:lnTo>
                  <a:pt x="45719" y="289559"/>
                </a:lnTo>
                <a:lnTo>
                  <a:pt x="32003" y="284988"/>
                </a:lnTo>
                <a:lnTo>
                  <a:pt x="21335" y="278892"/>
                </a:lnTo>
                <a:lnTo>
                  <a:pt x="10667" y="274319"/>
                </a:lnTo>
                <a:lnTo>
                  <a:pt x="4571" y="268224"/>
                </a:lnTo>
                <a:lnTo>
                  <a:pt x="1523" y="260604"/>
                </a:lnTo>
                <a:lnTo>
                  <a:pt x="0" y="257556"/>
                </a:lnTo>
                <a:lnTo>
                  <a:pt x="3047" y="256031"/>
                </a:lnTo>
                <a:lnTo>
                  <a:pt x="6095" y="256031"/>
                </a:lnTo>
                <a:lnTo>
                  <a:pt x="18287" y="257556"/>
                </a:lnTo>
                <a:lnTo>
                  <a:pt x="21335" y="257556"/>
                </a:lnTo>
                <a:lnTo>
                  <a:pt x="22859" y="254507"/>
                </a:lnTo>
                <a:lnTo>
                  <a:pt x="24383" y="249936"/>
                </a:lnTo>
                <a:lnTo>
                  <a:pt x="22859" y="248411"/>
                </a:lnTo>
                <a:lnTo>
                  <a:pt x="19811" y="246888"/>
                </a:lnTo>
                <a:lnTo>
                  <a:pt x="12191" y="245364"/>
                </a:lnTo>
                <a:lnTo>
                  <a:pt x="9143" y="245364"/>
                </a:lnTo>
                <a:lnTo>
                  <a:pt x="7619" y="242316"/>
                </a:lnTo>
                <a:lnTo>
                  <a:pt x="7619" y="237743"/>
                </a:lnTo>
                <a:lnTo>
                  <a:pt x="19811" y="234695"/>
                </a:lnTo>
                <a:lnTo>
                  <a:pt x="35051" y="231648"/>
                </a:lnTo>
                <a:lnTo>
                  <a:pt x="53339" y="230124"/>
                </a:lnTo>
                <a:lnTo>
                  <a:pt x="62483" y="236219"/>
                </a:lnTo>
                <a:lnTo>
                  <a:pt x="68579" y="242316"/>
                </a:lnTo>
                <a:lnTo>
                  <a:pt x="74675" y="249936"/>
                </a:lnTo>
                <a:lnTo>
                  <a:pt x="82295" y="256031"/>
                </a:lnTo>
                <a:lnTo>
                  <a:pt x="91439" y="260604"/>
                </a:lnTo>
                <a:lnTo>
                  <a:pt x="94487" y="227076"/>
                </a:lnTo>
                <a:lnTo>
                  <a:pt x="92963" y="192024"/>
                </a:lnTo>
                <a:lnTo>
                  <a:pt x="86867" y="92964"/>
                </a:lnTo>
                <a:lnTo>
                  <a:pt x="88391" y="60960"/>
                </a:lnTo>
                <a:lnTo>
                  <a:pt x="91439" y="30480"/>
                </a:lnTo>
                <a:lnTo>
                  <a:pt x="99059" y="1524"/>
                </a:lnTo>
                <a:lnTo>
                  <a:pt x="111251" y="0"/>
                </a:lnTo>
                <a:lnTo>
                  <a:pt x="120395" y="1524"/>
                </a:lnTo>
                <a:lnTo>
                  <a:pt x="128015" y="1524"/>
                </a:lnTo>
                <a:lnTo>
                  <a:pt x="143255" y="7620"/>
                </a:lnTo>
                <a:lnTo>
                  <a:pt x="149351" y="9144"/>
                </a:lnTo>
                <a:lnTo>
                  <a:pt x="146303" y="70104"/>
                </a:lnTo>
                <a:lnTo>
                  <a:pt x="143255" y="135636"/>
                </a:lnTo>
                <a:lnTo>
                  <a:pt x="144779" y="167640"/>
                </a:lnTo>
                <a:lnTo>
                  <a:pt x="147827" y="198119"/>
                </a:lnTo>
                <a:lnTo>
                  <a:pt x="153923" y="227076"/>
                </a:lnTo>
                <a:lnTo>
                  <a:pt x="187451" y="192024"/>
                </a:lnTo>
                <a:lnTo>
                  <a:pt x="202691" y="193548"/>
                </a:lnTo>
                <a:lnTo>
                  <a:pt x="214883" y="196595"/>
                </a:lnTo>
                <a:lnTo>
                  <a:pt x="222503" y="201168"/>
                </a:lnTo>
                <a:lnTo>
                  <a:pt x="227075" y="207264"/>
                </a:lnTo>
                <a:lnTo>
                  <a:pt x="228599" y="214883"/>
                </a:lnTo>
                <a:lnTo>
                  <a:pt x="227075" y="222504"/>
                </a:lnTo>
                <a:lnTo>
                  <a:pt x="224027" y="231648"/>
                </a:lnTo>
                <a:lnTo>
                  <a:pt x="217931" y="240792"/>
                </a:lnTo>
                <a:lnTo>
                  <a:pt x="204215" y="260604"/>
                </a:lnTo>
                <a:lnTo>
                  <a:pt x="195071" y="271272"/>
                </a:lnTo>
                <a:lnTo>
                  <a:pt x="187451" y="281940"/>
                </a:lnTo>
                <a:lnTo>
                  <a:pt x="179831" y="294131"/>
                </a:lnTo>
                <a:lnTo>
                  <a:pt x="167639" y="315467"/>
                </a:lnTo>
                <a:lnTo>
                  <a:pt x="164591" y="324612"/>
                </a:lnTo>
                <a:lnTo>
                  <a:pt x="163067" y="335280"/>
                </a:lnTo>
                <a:lnTo>
                  <a:pt x="149351" y="341376"/>
                </a:lnTo>
                <a:lnTo>
                  <a:pt x="137159" y="342900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905D95DC-7688-EEC1-33F0-CED509A4014C}"/>
              </a:ext>
            </a:extLst>
          </p:cNvPr>
          <p:cNvSpPr txBox="1"/>
          <p:nvPr/>
        </p:nvSpPr>
        <p:spPr>
          <a:xfrm>
            <a:off x="9629700" y="7298623"/>
            <a:ext cx="225985" cy="477029"/>
          </a:xfrm>
          <a:prstGeom prst="rect">
            <a:avLst/>
          </a:prstGeom>
        </p:spPr>
        <p:txBody>
          <a:bodyPr vert="horz" wrap="square" lIns="0" tIns="18899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lang="sv-SE" sz="2976" spc="-65" dirty="0">
                <a:latin typeface="Calibri"/>
                <a:cs typeface="Calibri"/>
              </a:rPr>
              <a:t>1</a:t>
            </a:r>
            <a:endParaRPr sz="2976" dirty="0">
              <a:latin typeface="Calibri"/>
              <a:cs typeface="Calibri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2ADBD34B-1C57-076B-A10B-81269EAFA3A9}"/>
              </a:ext>
            </a:extLst>
          </p:cNvPr>
          <p:cNvSpPr txBox="1"/>
          <p:nvPr/>
        </p:nvSpPr>
        <p:spPr>
          <a:xfrm>
            <a:off x="9335856" y="3847212"/>
            <a:ext cx="1488216" cy="933317"/>
          </a:xfrm>
          <a:prstGeom prst="rect">
            <a:avLst/>
          </a:prstGeom>
        </p:spPr>
        <p:txBody>
          <a:bodyPr vert="horz" wrap="square" lIns="0" tIns="17257" rIns="0" bIns="0" rtlCol="0">
            <a:spAutoFit/>
          </a:bodyPr>
          <a:lstStyle/>
          <a:p>
            <a:pPr marL="16435" marR="6574" defTabSz="1183325">
              <a:lnSpc>
                <a:spcPct val="100400"/>
              </a:lnSpc>
              <a:spcBef>
                <a:spcPts val="136"/>
              </a:spcBef>
            </a:pPr>
            <a:r>
              <a:rPr sz="2976" spc="-26" dirty="0">
                <a:latin typeface="Calibri"/>
                <a:cs typeface="Calibri"/>
              </a:rPr>
              <a:t>True</a:t>
            </a:r>
            <a:r>
              <a:rPr sz="2976" spc="-78" dirty="0">
                <a:latin typeface="Calibri"/>
                <a:cs typeface="Calibri"/>
              </a:rPr>
              <a:t> </a:t>
            </a:r>
            <a:r>
              <a:rPr sz="2976" dirty="0">
                <a:latin typeface="Wingdings"/>
                <a:cs typeface="Wingdings"/>
              </a:rPr>
              <a:t></a:t>
            </a:r>
            <a:r>
              <a:rPr sz="2976" spc="-110" dirty="0">
                <a:latin typeface="Times New Roman"/>
                <a:cs typeface="Times New Roman"/>
              </a:rPr>
              <a:t> </a:t>
            </a:r>
            <a:r>
              <a:rPr sz="2976" spc="-65" dirty="0">
                <a:latin typeface="Calibri"/>
                <a:cs typeface="Calibri"/>
              </a:rPr>
              <a:t>1 </a:t>
            </a:r>
            <a:r>
              <a:rPr sz="2976" dirty="0">
                <a:latin typeface="Calibri"/>
                <a:cs typeface="Calibri"/>
              </a:rPr>
              <a:t>False</a:t>
            </a:r>
            <a:r>
              <a:rPr sz="2976" spc="-110" dirty="0">
                <a:latin typeface="Calibri"/>
                <a:cs typeface="Calibri"/>
              </a:rPr>
              <a:t> </a:t>
            </a:r>
            <a:r>
              <a:rPr sz="2976" spc="-32" dirty="0">
                <a:latin typeface="Wingdings"/>
                <a:cs typeface="Wingdings"/>
              </a:rPr>
              <a:t></a:t>
            </a:r>
            <a:r>
              <a:rPr sz="2976" spc="-32" dirty="0">
                <a:latin typeface="Calibri"/>
                <a:cs typeface="Calibri"/>
              </a:rPr>
              <a:t>0</a:t>
            </a:r>
            <a:endParaRPr sz="2976">
              <a:latin typeface="Calibri"/>
              <a:cs typeface="Calibri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6" name="Slide Zoom 15">
                <a:extLst>
                  <a:ext uri="{FF2B5EF4-FFF2-40B4-BE49-F238E27FC236}">
                    <a16:creationId xmlns:a16="http://schemas.microsoft.com/office/drawing/2014/main" id="{5079FD5F-11DC-A8F7-F10A-B2AEC6C967B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679723" y="-2394438"/>
              <a:ext cx="3352800" cy="2514600"/>
            </p:xfrm>
            <a:graphic>
              <a:graphicData uri="http://schemas.microsoft.com/office/powerpoint/2016/slidezoom">
                <pslz:sldZm>
                  <pslz:sldZmObj sldId="582" cId="679731017">
                    <pslz:zmPr id="{F0B510E9-70E0-4D33-9799-3A4CB684CC32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352800" cy="25146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6" name="Slide Zoom 15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5079FD5F-11DC-A8F7-F10A-B2AEC6C967B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79723" y="-2394438"/>
                <a:ext cx="3352800" cy="25146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08630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E3B094-E63F-8EB8-80E8-356EB4C78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3A8AC42-9045-E7C2-4909-F451B2D0E677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Practical</a:t>
            </a:r>
            <a:r>
              <a:rPr lang="en-GB" sz="4000" b="1" spc="-6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Example</a:t>
            </a:r>
            <a:r>
              <a:rPr lang="en-GB" sz="4000" b="1" spc="-32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to</a:t>
            </a:r>
            <a:r>
              <a:rPr lang="en-GB" sz="4000" b="1" spc="-110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learn</a:t>
            </a:r>
            <a:r>
              <a:rPr lang="en-GB" sz="4000" b="1" spc="-52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“NOT”</a:t>
            </a:r>
            <a:r>
              <a:rPr lang="en-GB" sz="4000" b="1" spc="-52" dirty="0">
                <a:latin typeface="Comic Sans MS" panose="030F0702030302020204" pitchFamily="66" charset="0"/>
              </a:rPr>
              <a:t> </a:t>
            </a:r>
            <a:r>
              <a:rPr lang="en-GB" sz="4000" b="1" spc="-13" dirty="0">
                <a:latin typeface="Comic Sans MS" panose="030F0702030302020204" pitchFamily="66" charset="0"/>
              </a:rPr>
              <a:t>operator: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I want to hire only Males , so you can say in computer: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If Male then hire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or you can use Not: If not (Female) then hire. because not female means male</a:t>
            </a:r>
          </a:p>
        </p:txBody>
      </p:sp>
    </p:spTree>
    <p:extLst>
      <p:ext uri="{BB962C8B-B14F-4D97-AF65-F5344CB8AC3E}">
        <p14:creationId xmlns:p14="http://schemas.microsoft.com/office/powerpoint/2010/main" val="13456702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A55B52-D749-51A0-B013-0517EBAED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B162AE0-C703-E3E8-FBC1-0CB15570AE27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dirty="0">
                <a:latin typeface="Comic Sans MS" panose="030F0702030302020204" pitchFamily="66" charset="0"/>
              </a:rPr>
              <a:t>🔗 </a:t>
            </a:r>
            <a:r>
              <a:rPr lang="en-GB" sz="4000" b="1" dirty="0">
                <a:latin typeface="Comic Sans MS" panose="030F0702030302020204" pitchFamily="66" charset="0"/>
              </a:rPr>
              <a:t>Interconnection</a:t>
            </a:r>
            <a:endParaRPr lang="en-GB" sz="4000" dirty="0">
              <a:latin typeface="Comic Sans MS" panose="030F0702030302020204" pitchFamily="66" charset="0"/>
            </a:endParaRPr>
          </a:p>
          <a:p>
            <a:br>
              <a:rPr lang="sv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🔹 </a:t>
            </a:r>
            <a:r>
              <a:rPr lang="en-GB" sz="2400" b="1" dirty="0">
                <a:latin typeface="Comic Sans MS" panose="030F0702030302020204" pitchFamily="66" charset="0"/>
              </a:rPr>
              <a:t>Math operators</a:t>
            </a:r>
            <a:r>
              <a:rPr lang="en-GB" sz="2400" dirty="0">
                <a:latin typeface="Comic Sans MS" panose="030F0702030302020204" pitchFamily="66" charset="0"/>
              </a:rPr>
              <a:t> compute values; </a:t>
            </a:r>
            <a:r>
              <a:rPr lang="en-GB" sz="2400" b="1" dirty="0">
                <a:latin typeface="Comic Sans MS" panose="030F0702030302020204" pitchFamily="66" charset="0"/>
              </a:rPr>
              <a:t>Relational</a:t>
            </a:r>
            <a:r>
              <a:rPr lang="en-GB" sz="2400" dirty="0">
                <a:latin typeface="Comic Sans MS" panose="030F0702030302020204" pitchFamily="66" charset="0"/>
              </a:rPr>
              <a:t> compare values; </a:t>
            </a:r>
            <a:r>
              <a:rPr lang="en-GB" sz="2400" b="1" dirty="0">
                <a:latin typeface="Comic Sans MS" panose="030F0702030302020204" pitchFamily="66" charset="0"/>
              </a:rPr>
              <a:t>Logical</a:t>
            </a:r>
            <a:r>
              <a:rPr lang="en-GB" sz="2400" dirty="0">
                <a:latin typeface="Comic Sans MS" panose="030F0702030302020204" pitchFamily="66" charset="0"/>
              </a:rPr>
              <a:t> combine decisions.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🔹 </a:t>
            </a:r>
            <a:r>
              <a:rPr lang="en-GB" sz="2400" dirty="0">
                <a:latin typeface="Comic Sans MS" panose="030F0702030302020204" pitchFamily="66" charset="0"/>
              </a:rPr>
              <a:t>Computers evaluate conditions as </a:t>
            </a:r>
            <a:r>
              <a:rPr lang="en-GB" sz="2400" b="1" dirty="0">
                <a:latin typeface="Comic Sans MS" panose="030F0702030302020204" pitchFamily="66" charset="0"/>
              </a:rPr>
              <a:t>True/False</a:t>
            </a:r>
            <a:r>
              <a:rPr lang="en-GB" sz="2400" dirty="0">
                <a:latin typeface="Comic Sans MS" panose="030F0702030302020204" pitchFamily="66" charset="0"/>
              </a:rPr>
              <a:t> (i.e., </a:t>
            </a:r>
            <a:r>
              <a:rPr lang="en-GB" sz="2400" b="1" dirty="0">
                <a:latin typeface="Comic Sans MS" panose="030F0702030302020204" pitchFamily="66" charset="0"/>
              </a:rPr>
              <a:t>1/0</a:t>
            </a:r>
            <a:r>
              <a:rPr lang="en-GB" sz="2400" dirty="0">
                <a:latin typeface="Comic Sans MS" panose="030F0702030302020204" pitchFamily="66" charset="0"/>
              </a:rPr>
              <a:t>) and use </a:t>
            </a:r>
            <a:r>
              <a:rPr lang="en-GB" sz="2400" b="1" dirty="0">
                <a:latin typeface="Comic Sans MS" panose="030F0702030302020204" pitchFamily="66" charset="0"/>
              </a:rPr>
              <a:t>AND/OR/NOT</a:t>
            </a:r>
            <a:r>
              <a:rPr lang="en-GB" sz="2400" dirty="0">
                <a:latin typeface="Comic Sans MS" panose="030F0702030302020204" pitchFamily="66" charset="0"/>
              </a:rPr>
              <a:t> to decide flow.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🔹 </a:t>
            </a:r>
            <a:r>
              <a:rPr lang="en-GB" sz="2400" dirty="0">
                <a:latin typeface="Comic Sans MS" panose="030F0702030302020204" pitchFamily="66" charset="0"/>
              </a:rPr>
              <a:t>Real policies (like hiring rules) translate directly into </a:t>
            </a:r>
            <a:r>
              <a:rPr lang="en-GB" sz="2400" b="1" dirty="0">
                <a:latin typeface="Comic Sans MS" panose="030F0702030302020204" pitchFamily="66" charset="0"/>
              </a:rPr>
              <a:t>logical expressions</a:t>
            </a:r>
            <a:r>
              <a:rPr lang="en-GB" sz="2400" dirty="0">
                <a:latin typeface="Comic Sans MS" panose="030F0702030302020204" pitchFamily="66" charset="0"/>
              </a:rPr>
              <a:t> you can code.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By mastering these, you’ll express real-world rules precisely and build reliable decisions in programs. 🚀</a:t>
            </a:r>
          </a:p>
        </p:txBody>
      </p:sp>
    </p:spTree>
    <p:extLst>
      <p:ext uri="{BB962C8B-B14F-4D97-AF65-F5344CB8AC3E}">
        <p14:creationId xmlns:p14="http://schemas.microsoft.com/office/powerpoint/2010/main" val="25329019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BF24F78-448E-2676-A6C0-4AFF138F6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A459010-756A-4CD6-6C91-C23A3F615ECF}"/>
              </a:ext>
            </a:extLst>
          </p:cNvPr>
          <p:cNvSpPr txBox="1"/>
          <p:nvPr/>
        </p:nvSpPr>
        <p:spPr>
          <a:xfrm>
            <a:off x="381000" y="888075"/>
            <a:ext cx="12352767" cy="889685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Instructions:</a:t>
            </a:r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sv-SE" sz="2400" dirty="0" err="1">
                <a:latin typeface="Comic Sans MS" panose="030F0702030302020204" pitchFamily="66" charset="0"/>
              </a:rPr>
              <a:t>Decide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 err="1">
                <a:latin typeface="Comic Sans MS" panose="030F0702030302020204" pitchFamily="66" charset="0"/>
              </a:rPr>
              <a:t>True</a:t>
            </a:r>
            <a:r>
              <a:rPr lang="sv-SE" sz="2400" b="1" dirty="0">
                <a:latin typeface="Comic Sans MS" panose="030F0702030302020204" pitchFamily="66" charset="0"/>
              </a:rPr>
              <a:t>/</a:t>
            </a:r>
            <a:r>
              <a:rPr lang="sv-SE" sz="2400" b="1" dirty="0" err="1">
                <a:latin typeface="Comic Sans MS" panose="030F0702030302020204" pitchFamily="66" charset="0"/>
              </a:rPr>
              <a:t>False</a:t>
            </a:r>
            <a:r>
              <a:rPr lang="sv-SE" sz="2400" dirty="0">
                <a:latin typeface="Comic Sans MS" panose="030F0702030302020204" pitchFamily="66" charset="0"/>
              </a:rPr>
              <a:t> or </a:t>
            </a:r>
            <a:r>
              <a:rPr lang="sv-SE" sz="2400" dirty="0" err="1">
                <a:latin typeface="Comic Sans MS" panose="030F0702030302020204" pitchFamily="66" charset="0"/>
              </a:rPr>
              <a:t>compute</a:t>
            </a:r>
            <a:r>
              <a:rPr lang="sv-SE" sz="2400" dirty="0">
                <a:latin typeface="Comic Sans MS" panose="030F0702030302020204" pitchFamily="66" charset="0"/>
              </a:rPr>
              <a:t> the </a:t>
            </a:r>
            <a:r>
              <a:rPr lang="sv-SE" sz="2400" dirty="0" err="1">
                <a:latin typeface="Comic Sans MS" panose="030F0702030302020204" pitchFamily="66" charset="0"/>
              </a:rPr>
              <a:t>result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1️⃣ 12 &gt;= 12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2️⃣ 12 &gt; 7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3️⃣ 8 &lt; 6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4️⃣ 8 = 8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5️⃣ 12 &lt;= 12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6️⃣ 7 = 5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7️⃣ (7 = 7) AND (7 &gt; 5)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8️⃣ (7 = 7) AND (7 &lt; 5)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9️⃣ (7 = 7) OR (7 &lt; 5)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en-SE" sz="2400" b="1" dirty="0">
                <a:latin typeface="Comic Sans MS" panose="030F0702030302020204" pitchFamily="66" charset="0"/>
              </a:rPr>
              <a:t>🔟 (7 &lt; 7) </a:t>
            </a:r>
            <a:r>
              <a:rPr lang="sv-SE" sz="2400" b="1" dirty="0">
                <a:latin typeface="Comic Sans MS" panose="030F0702030302020204" pitchFamily="66" charset="0"/>
              </a:rPr>
              <a:t>OR (7 &gt; 5)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1️⃣1️⃣ NOT (7 = 7) AND (7 &gt; 5)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1️⃣2️⃣ (7 = 7) AND NOT (7 &lt; 5)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1️⃣3️⃣ NOT (12 &gt;= 12)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1️⃣4️⃣ NOT (12 &lt; 7)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1️⃣5️⃣ NOT (8 &lt; 6)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1️⃣6️⃣ NOT (8 = 8)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1️⃣7️⃣ NOT (12 &lt;= 12)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1️⃣8️⃣ NOT (7 = 5)</a:t>
            </a:r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1472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7AA581-89A1-DA75-DD53-25B5AD311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DDFD32E-F7C2-B657-91B9-4B68EDD1D595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E9FD1F0-5178-BD42-637C-451A7707A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300" y="1749611"/>
            <a:ext cx="7086600" cy="830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25167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4212E39-4E28-41C3-A740-153DBCD4F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A668543-7EAE-9776-A80B-3240223674A9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🏁 Conclusion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b="1" dirty="0">
                <a:latin typeface="Comic Sans MS" panose="030F0702030302020204" pitchFamily="66" charset="0"/>
              </a:rPr>
              <a:t>Math operators</a:t>
            </a:r>
            <a:r>
              <a:rPr lang="en-GB" sz="2400" dirty="0">
                <a:latin typeface="Comic Sans MS" panose="030F0702030302020204" pitchFamily="66" charset="0"/>
              </a:rPr>
              <a:t> compute values; </a:t>
            </a:r>
            <a:r>
              <a:rPr lang="en-GB" sz="2400" b="1" dirty="0">
                <a:latin typeface="Comic Sans MS" panose="030F0702030302020204" pitchFamily="66" charset="0"/>
              </a:rPr>
              <a:t>relational</a:t>
            </a:r>
            <a:r>
              <a:rPr lang="en-GB" sz="2400" dirty="0">
                <a:latin typeface="Comic Sans MS" panose="030F0702030302020204" pitchFamily="66" charset="0"/>
              </a:rPr>
              <a:t> compare; </a:t>
            </a:r>
            <a:r>
              <a:rPr lang="en-GB" sz="2400" b="1" dirty="0">
                <a:latin typeface="Comic Sans MS" panose="030F0702030302020204" pitchFamily="66" charset="0"/>
              </a:rPr>
              <a:t>logical</a:t>
            </a:r>
            <a:r>
              <a:rPr lang="en-GB" sz="2400" dirty="0">
                <a:latin typeface="Comic Sans MS" panose="030F0702030302020204" pitchFamily="66" charset="0"/>
              </a:rPr>
              <a:t> combine decisions.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Computers reduce conditions to </a:t>
            </a:r>
            <a:r>
              <a:rPr lang="en-GB" sz="2400" b="1" dirty="0">
                <a:latin typeface="Comic Sans MS" panose="030F0702030302020204" pitchFamily="66" charset="0"/>
              </a:rPr>
              <a:t>True/False (1/0)</a:t>
            </a:r>
            <a:r>
              <a:rPr lang="en-GB" sz="2400" dirty="0">
                <a:latin typeface="Comic Sans MS" panose="030F0702030302020204" pitchFamily="66" charset="0"/>
              </a:rPr>
              <a:t> and use </a:t>
            </a:r>
            <a:r>
              <a:rPr lang="en-GB" sz="2400" b="1" dirty="0">
                <a:latin typeface="Comic Sans MS" panose="030F0702030302020204" pitchFamily="66" charset="0"/>
              </a:rPr>
              <a:t>AND/OR/NOT</a:t>
            </a:r>
            <a:r>
              <a:rPr lang="en-GB" sz="2400" dirty="0">
                <a:latin typeface="Comic Sans MS" panose="030F0702030302020204" pitchFamily="66" charset="0"/>
              </a:rPr>
              <a:t> to 	decide program flow.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Real policies map cleanly to logical expressions — a foundation you’ll reuse in </a:t>
            </a:r>
            <a:r>
              <a:rPr lang="en-GB" sz="2400" b="1">
                <a:latin typeface="Comic Sans MS" panose="030F0702030302020204" pitchFamily="66" charset="0"/>
              </a:rPr>
              <a:t>every 	programming </a:t>
            </a:r>
            <a:r>
              <a:rPr lang="en-GB" sz="2400" b="1" dirty="0">
                <a:latin typeface="Comic Sans MS" panose="030F0702030302020204" pitchFamily="66" charset="0"/>
              </a:rPr>
              <a:t>language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47921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AE4C6-4671-7ABB-DEC7-C93D3D3BB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36B4F463-11B6-D65B-4C5F-167F42EC86FA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4251789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3964</TotalTime>
  <Words>1387</Words>
  <Application>Microsoft Office PowerPoint</Application>
  <PresentationFormat>Custom</PresentationFormat>
  <Paragraphs>382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 MT</vt:lpstr>
      <vt:lpstr>Calibri</vt:lpstr>
      <vt:lpstr>Comic Sans MS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405</cp:revision>
  <dcterms:created xsi:type="dcterms:W3CDTF">2025-12-09T17:44:59Z</dcterms:created>
  <dcterms:modified xsi:type="dcterms:W3CDTF">2026-01-16T18:11:37Z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