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61" r:id="rId2"/>
    <p:sldId id="562" r:id="rId3"/>
    <p:sldId id="257" r:id="rId4"/>
    <p:sldId id="543" r:id="rId5"/>
    <p:sldId id="544" r:id="rId6"/>
    <p:sldId id="545" r:id="rId7"/>
    <p:sldId id="548" r:id="rId8"/>
    <p:sldId id="549" r:id="rId9"/>
    <p:sldId id="550" r:id="rId10"/>
    <p:sldId id="551" r:id="rId11"/>
    <p:sldId id="552" r:id="rId12"/>
    <p:sldId id="553" r:id="rId13"/>
    <p:sldId id="554" r:id="rId14"/>
    <p:sldId id="555" r:id="rId15"/>
    <p:sldId id="557" r:id="rId16"/>
    <p:sldId id="556" r:id="rId17"/>
    <p:sldId id="558" r:id="rId18"/>
    <p:sldId id="559" r:id="rId19"/>
    <p:sldId id="535" r:id="rId20"/>
    <p:sldId id="560" r:id="rId21"/>
    <p:sldId id="531" r:id="rId22"/>
    <p:sldId id="349" r:id="rId23"/>
    <p:sldId id="542" r:id="rId24"/>
    <p:sldId id="438" r:id="rId25"/>
    <p:sldId id="425" r:id="rId2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13" Type="http://schemas.openxmlformats.org/officeDocument/2006/relationships/image" Target="../media/image25.png"/><Relationship Id="rId18" Type="http://schemas.openxmlformats.org/officeDocument/2006/relationships/image" Target="../media/image30.jpg"/><Relationship Id="rId26" Type="http://schemas.openxmlformats.org/officeDocument/2006/relationships/image" Target="../media/image38.jpg"/><Relationship Id="rId3" Type="http://schemas.openxmlformats.org/officeDocument/2006/relationships/image" Target="../media/image15.png"/><Relationship Id="rId21" Type="http://schemas.openxmlformats.org/officeDocument/2006/relationships/image" Target="../media/image33.jp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jpg"/><Relationship Id="rId25" Type="http://schemas.openxmlformats.org/officeDocument/2006/relationships/image" Target="../media/image37.jpg"/><Relationship Id="rId2" Type="http://schemas.openxmlformats.org/officeDocument/2006/relationships/image" Target="../media/image14.jp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jpg"/><Relationship Id="rId24" Type="http://schemas.openxmlformats.org/officeDocument/2006/relationships/image" Target="../media/image36.png"/><Relationship Id="rId5" Type="http://schemas.openxmlformats.org/officeDocument/2006/relationships/image" Target="../media/image17.jpg"/><Relationship Id="rId15" Type="http://schemas.openxmlformats.org/officeDocument/2006/relationships/image" Target="../media/image27.png"/><Relationship Id="rId23" Type="http://schemas.openxmlformats.org/officeDocument/2006/relationships/image" Target="../media/image35.jpg"/><Relationship Id="rId28" Type="http://schemas.openxmlformats.org/officeDocument/2006/relationships/image" Target="../media/image40.jpg"/><Relationship Id="rId10" Type="http://schemas.openxmlformats.org/officeDocument/2006/relationships/image" Target="../media/image22.png"/><Relationship Id="rId19" Type="http://schemas.openxmlformats.org/officeDocument/2006/relationships/image" Target="../media/image31.jpg"/><Relationship Id="rId31" Type="http://schemas.openxmlformats.org/officeDocument/2006/relationships/image" Target="../media/image43.jp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jp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13" Type="http://schemas.openxmlformats.org/officeDocument/2006/relationships/image" Target="../media/image25.png"/><Relationship Id="rId18" Type="http://schemas.openxmlformats.org/officeDocument/2006/relationships/image" Target="../media/image30.jpg"/><Relationship Id="rId26" Type="http://schemas.openxmlformats.org/officeDocument/2006/relationships/image" Target="../media/image38.jpg"/><Relationship Id="rId3" Type="http://schemas.openxmlformats.org/officeDocument/2006/relationships/image" Target="../media/image15.png"/><Relationship Id="rId21" Type="http://schemas.openxmlformats.org/officeDocument/2006/relationships/image" Target="../media/image33.jp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jpg"/><Relationship Id="rId25" Type="http://schemas.openxmlformats.org/officeDocument/2006/relationships/image" Target="../media/image37.jpg"/><Relationship Id="rId2" Type="http://schemas.openxmlformats.org/officeDocument/2006/relationships/image" Target="../media/image14.jp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jpg"/><Relationship Id="rId24" Type="http://schemas.openxmlformats.org/officeDocument/2006/relationships/image" Target="../media/image36.png"/><Relationship Id="rId5" Type="http://schemas.openxmlformats.org/officeDocument/2006/relationships/image" Target="../media/image17.jpg"/><Relationship Id="rId15" Type="http://schemas.openxmlformats.org/officeDocument/2006/relationships/image" Target="../media/image27.png"/><Relationship Id="rId23" Type="http://schemas.openxmlformats.org/officeDocument/2006/relationships/image" Target="../media/image35.jpg"/><Relationship Id="rId28" Type="http://schemas.openxmlformats.org/officeDocument/2006/relationships/image" Target="../media/image40.jpg"/><Relationship Id="rId10" Type="http://schemas.openxmlformats.org/officeDocument/2006/relationships/image" Target="../media/image22.png"/><Relationship Id="rId19" Type="http://schemas.openxmlformats.org/officeDocument/2006/relationships/image" Target="../media/image31.jpg"/><Relationship Id="rId31" Type="http://schemas.openxmlformats.org/officeDocument/2006/relationships/image" Target="../media/image43.jp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jp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F88725-2588-3151-4405-AF262516A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76F79A5-147A-8F24-276F-8A11FA6C6CF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E8DA3ED-3AC0-4F9D-30C6-B1CCA69399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66AD51-232B-6BE4-B450-6CFF893F7DE3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2291971-7BA7-0FA7-F76E-95761553FA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566FCFC-4F21-97C8-BB6D-719D11399E20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Programming Languages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184642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Programming Languages and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54C707-F062-8A5D-EF4D-1414E6E8C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19776D6-378E-4B01-71F0-C9ED1EF3766B}"/>
              </a:ext>
            </a:extLst>
          </p:cNvPr>
          <p:cNvSpPr txBox="1"/>
          <p:nvPr/>
        </p:nvSpPr>
        <p:spPr>
          <a:xfrm>
            <a:off x="381000" y="888075"/>
            <a:ext cx="12352767" cy="39724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Programming Languages &amp; Levels: From Machine Code to High-Level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tool</a:t>
            </a:r>
            <a:r>
              <a:rPr lang="en-GB" sz="2400" dirty="0">
                <a:latin typeface="Comic Sans MS" panose="030F0702030302020204" pitchFamily="66" charset="0"/>
              </a:rPr>
              <a:t> we use to write </a:t>
            </a:r>
            <a:r>
              <a:rPr lang="en-GB" sz="2400" b="1" dirty="0">
                <a:latin typeface="Comic Sans MS" panose="030F0702030302020204" pitchFamily="66" charset="0"/>
              </a:rPr>
              <a:t>instructions (code)</a:t>
            </a:r>
            <a:r>
              <a:rPr lang="en-GB" sz="2400" dirty="0">
                <a:latin typeface="Comic Sans MS" panose="030F0702030302020204" pitchFamily="66" charset="0"/>
              </a:rPr>
              <a:t> so the computer performs a task.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Those instructions can exist at different </a:t>
            </a:r>
            <a:r>
              <a:rPr lang="en-GB" sz="2400" b="1" dirty="0">
                <a:latin typeface="Comic Sans MS" panose="030F0702030302020204" pitchFamily="66" charset="0"/>
              </a:rPr>
              <a:t>levels</a:t>
            </a:r>
            <a:r>
              <a:rPr lang="en-GB" sz="2400" dirty="0">
                <a:latin typeface="Comic Sans MS" panose="030F0702030302020204" pitchFamily="66" charset="0"/>
              </a:rPr>
              <a:t> of abstraction — from raw </a:t>
            </a:r>
            <a:r>
              <a:rPr lang="en-GB" sz="2400" b="1" dirty="0">
                <a:latin typeface="Comic Sans MS" panose="030F0702030302020204" pitchFamily="66" charset="0"/>
              </a:rPr>
              <a:t>binary (machine language)</a:t>
            </a:r>
            <a:r>
              <a:rPr lang="en-GB" sz="2400" dirty="0">
                <a:latin typeface="Comic Sans MS" panose="030F0702030302020204" pitchFamily="66" charset="0"/>
              </a:rPr>
              <a:t> up to </a:t>
            </a:r>
            <a:r>
              <a:rPr lang="en-GB" sz="2400" b="1" dirty="0">
                <a:latin typeface="Comic Sans MS" panose="030F0702030302020204" pitchFamily="66" charset="0"/>
              </a:rPr>
              <a:t>human-readable high-level languages</a:t>
            </a:r>
            <a:r>
              <a:rPr lang="en-GB" sz="2400" dirty="0">
                <a:latin typeface="Comic Sans MS" panose="030F0702030302020204" pitchFamily="66" charset="0"/>
              </a:rPr>
              <a:t> — and we need </a:t>
            </a:r>
            <a:r>
              <a:rPr lang="en-GB" sz="2400" b="1" dirty="0">
                <a:latin typeface="Comic Sans MS" panose="030F0702030302020204" pitchFamily="66" charset="0"/>
              </a:rPr>
              <a:t>translator software</a:t>
            </a:r>
            <a:r>
              <a:rPr lang="en-GB" sz="2400" dirty="0">
                <a:latin typeface="Comic Sans MS" panose="030F0702030302020204" pitchFamily="66" charset="0"/>
              </a:rPr>
              <a:t> (compilers/interpreters) to bridge from what we write to what the CPU actually runs.</a:t>
            </a:r>
          </a:p>
        </p:txBody>
      </p:sp>
    </p:spTree>
    <p:extLst>
      <p:ext uri="{BB962C8B-B14F-4D97-AF65-F5344CB8AC3E}">
        <p14:creationId xmlns:p14="http://schemas.microsoft.com/office/powerpoint/2010/main" val="10875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0337D0-8424-9934-651D-79543B89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4F40A8B-4537-441A-4D03-268F045AC01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/>
                <a:cs typeface="Comic Sans MS"/>
              </a:rPr>
              <a:t>We</a:t>
            </a:r>
            <a:r>
              <a:rPr lang="en-GB" sz="4000" b="1" spc="-104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have</a:t>
            </a:r>
            <a:r>
              <a:rPr lang="en-GB" sz="4000" b="1" spc="-136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hundreds</a:t>
            </a:r>
            <a:r>
              <a:rPr lang="en-GB" sz="4000" b="1" spc="-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of</a:t>
            </a:r>
            <a:r>
              <a:rPr lang="en-GB" sz="4000" b="1" spc="-104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Programming</a:t>
            </a:r>
            <a:r>
              <a:rPr lang="en-GB" sz="4000" b="1" spc="-104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languages</a:t>
            </a:r>
            <a:endParaRPr lang="en-GB" sz="2400" b="1" dirty="0">
              <a:latin typeface="Comic Sans MS" panose="030F0702030302020204" pitchFamily="66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1981" y="3105602"/>
            <a:ext cx="4660101" cy="462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8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FA6500-610D-B3B7-25BD-18EDF43D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976B2F8-3038-C296-D76D-3B09E0FF437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52602D2-3A62-6319-AE72-8D7546BD07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F36CFF0-A5E6-11A8-6477-18CFBEE98FC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DC6D177-C2E1-6EE5-C651-C62FA8F1A638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A4746278-C58F-2BB2-A33B-45BA817AFFD7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156718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B9DC72-F810-4EBE-3D9A-551D491E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ABA41D8-3CF0-A6F9-5B96-80BDEF8DBEBF}"/>
              </a:ext>
            </a:extLst>
          </p:cNvPr>
          <p:cNvSpPr txBox="1"/>
          <p:nvPr/>
        </p:nvSpPr>
        <p:spPr>
          <a:xfrm>
            <a:off x="381000" y="888075"/>
            <a:ext cx="12352767" cy="56959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ctr"/>
            <a:r>
              <a:rPr lang="en-GB" sz="4000" dirty="0"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40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Language</a:t>
            </a:r>
            <a:r>
              <a:rPr lang="en-GB" sz="4000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40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only a</a:t>
            </a:r>
            <a:r>
              <a:rPr lang="en-GB" sz="4000" spc="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TOOL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4000" spc="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help</a:t>
            </a:r>
            <a:r>
              <a:rPr lang="en-GB" sz="40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40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write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instructions</a:t>
            </a:r>
            <a:r>
              <a:rPr lang="en-GB" sz="40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32" dirty="0">
                <a:latin typeface="Comic Sans MS" panose="030F0702030302020204" pitchFamily="66" charset="0"/>
                <a:cs typeface="Comic Sans MS"/>
              </a:rPr>
              <a:t>to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40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perform</a:t>
            </a:r>
            <a:r>
              <a:rPr lang="en-GB" sz="4000" spc="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certain operation/Task.</a:t>
            </a:r>
          </a:p>
          <a:p>
            <a:pPr algn="ctr"/>
            <a:endParaRPr lang="en-GB" sz="4000" spc="-13" dirty="0">
              <a:latin typeface="Comic Sans MS" panose="030F0702030302020204" pitchFamily="66" charset="0"/>
              <a:cs typeface="Comic Sans MS"/>
            </a:endParaRPr>
          </a:p>
          <a:p>
            <a:pPr algn="ctr"/>
            <a:r>
              <a:rPr lang="sv-SE" sz="4000" dirty="0" err="1">
                <a:latin typeface="Comic Sans MS" panose="030F0702030302020204" pitchFamily="66" charset="0"/>
              </a:rPr>
              <a:t>Instructions</a:t>
            </a:r>
            <a:r>
              <a:rPr lang="sv-SE" sz="4000" spc="-162" dirty="0">
                <a:latin typeface="Comic Sans MS" panose="030F0702030302020204" pitchFamily="66" charset="0"/>
              </a:rPr>
              <a:t> </a:t>
            </a:r>
            <a:r>
              <a:rPr lang="sv-SE" sz="4000" spc="-32" dirty="0" err="1">
                <a:latin typeface="Comic Sans MS" panose="030F0702030302020204" pitchFamily="66" charset="0"/>
              </a:rPr>
              <a:t>are</a:t>
            </a:r>
            <a:r>
              <a:rPr lang="sv-SE" sz="4000" spc="-32" dirty="0">
                <a:latin typeface="Comic Sans MS" panose="030F0702030302020204" pitchFamily="66" charset="0"/>
              </a:rPr>
              <a:t> </a:t>
            </a:r>
            <a:r>
              <a:rPr lang="sv-SE" sz="4000" dirty="0" err="1">
                <a:latin typeface="Comic Sans MS" panose="030F0702030302020204" pitchFamily="66" charset="0"/>
              </a:rPr>
              <a:t>called</a:t>
            </a:r>
            <a:r>
              <a:rPr lang="sv-SE" sz="4000" spc="-110" dirty="0">
                <a:latin typeface="Comic Sans MS" panose="030F0702030302020204" pitchFamily="66" charset="0"/>
              </a:rPr>
              <a:t> </a:t>
            </a:r>
            <a:r>
              <a:rPr lang="sv-SE" sz="4000" spc="-26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code</a:t>
            </a:r>
            <a:endParaRPr lang="sv-SE" sz="4000" spc="-26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endParaRPr lang="sv-SE" sz="4000" spc="-26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4000" dirty="0">
                <a:latin typeface="Comic Sans MS" panose="030F0702030302020204" pitchFamily="66" charset="0"/>
              </a:rPr>
              <a:t>A </a:t>
            </a:r>
            <a:r>
              <a:rPr lang="en-GB" sz="4000" b="1" dirty="0">
                <a:latin typeface="Comic Sans MS" panose="030F0702030302020204" pitchFamily="66" charset="0"/>
              </a:rPr>
              <a:t>tool</a:t>
            </a:r>
            <a:r>
              <a:rPr lang="en-GB" sz="4000" dirty="0">
                <a:latin typeface="Comic Sans MS" panose="030F0702030302020204" pitchFamily="66" charset="0"/>
              </a:rPr>
              <a:t> to express instructions that a computer will execute.</a:t>
            </a:r>
          </a:p>
          <a:p>
            <a:pPr algn="ctr"/>
            <a:r>
              <a:rPr lang="en-GB" sz="4000" dirty="0">
                <a:latin typeface="Comic Sans MS" panose="030F0702030302020204" pitchFamily="66" charset="0"/>
              </a:rPr>
              <a:t>The instructions we write are called </a:t>
            </a:r>
            <a:r>
              <a:rPr lang="en-GB" sz="4000" b="1" dirty="0">
                <a:latin typeface="Comic Sans MS" panose="030F0702030302020204" pitchFamily="66" charset="0"/>
              </a:rPr>
              <a:t>code</a:t>
            </a:r>
            <a:r>
              <a:rPr lang="en-GB" sz="40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46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594C67-E565-EDB9-D848-D40D746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1D5380F-DC93-69AD-2D55-993B9B0CC176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Write</a:t>
            </a:r>
            <a:r>
              <a:rPr lang="en-GB" sz="4000" b="1" spc="71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</a:t>
            </a:r>
            <a:r>
              <a:rPr lang="en-GB" sz="4000" b="1" spc="6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program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to</a:t>
            </a:r>
            <a:r>
              <a:rPr lang="en-GB" sz="4000" b="1" spc="84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print</a:t>
            </a: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endParaRPr lang="en-GB" sz="2400" b="1" dirty="0">
              <a:latin typeface="Comic Sans MS" panose="030F0702030302020204" pitchFamily="66" charset="0"/>
            </a:endParaRPr>
          </a:p>
          <a:p>
            <a:pPr algn="l"/>
            <a:r>
              <a:rPr lang="en-GB" sz="2400" b="1" dirty="0">
                <a:latin typeface="Comic Sans MS" panose="030F0702030302020204" pitchFamily="66" charset="0"/>
              </a:rPr>
              <a:t>Machine Language (Binary/Hex):</a:t>
            </a:r>
            <a:r>
              <a:rPr lang="en-GB" sz="2400" dirty="0">
                <a:latin typeface="Comic Sans MS" panose="030F0702030302020204" pitchFamily="66" charset="0"/>
              </a:rPr>
              <a:t> direct CPU instructions, e.g., a stream of 0/1 representing “Hello, World!” — </a:t>
            </a:r>
            <a:r>
              <a:rPr lang="en-GB" sz="2400" b="1" dirty="0">
                <a:latin typeface="Comic Sans MS" panose="030F0702030302020204" pitchFamily="66" charset="0"/>
              </a:rPr>
              <a:t>the computer can run this directly</a:t>
            </a:r>
            <a:r>
              <a:rPr lang="en-GB" sz="2400" dirty="0">
                <a:latin typeface="Comic Sans MS" panose="030F0702030302020204" pitchFamily="66" charset="0"/>
              </a:rPr>
              <a:t>, but it’s unreadable for humans.</a:t>
            </a: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3976" y="3565801"/>
            <a:ext cx="3912915" cy="27295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00706" y="3888554"/>
            <a:ext cx="1692835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Hello,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World!</a:t>
            </a:r>
            <a:endParaRPr sz="2135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92342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0C4CF3-7168-4C54-AD67-5EF702A4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0AAA18B-2BD4-5964-EC98-276FE0432E96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sv-SE" sz="4000" b="1" dirty="0" err="1">
                <a:latin typeface="Comic Sans MS"/>
                <a:cs typeface="Comic Sans MS"/>
              </a:rPr>
              <a:t>Machine</a:t>
            </a:r>
            <a:r>
              <a:rPr lang="sv-SE" sz="4000" b="1" spc="45" dirty="0">
                <a:latin typeface="Comic Sans MS"/>
                <a:cs typeface="Comic Sans MS"/>
              </a:rPr>
              <a:t> </a:t>
            </a:r>
            <a:r>
              <a:rPr lang="sv-SE" sz="4000" b="1" spc="-13" dirty="0" err="1">
                <a:latin typeface="Comic Sans MS"/>
                <a:cs typeface="Comic Sans MS"/>
              </a:rPr>
              <a:t>Language</a:t>
            </a:r>
            <a:r>
              <a:rPr lang="sv-SE" sz="4000" b="1" spc="-13" dirty="0">
                <a:latin typeface="Comic Sans MS"/>
                <a:cs typeface="Comic Sans MS"/>
              </a:rPr>
              <a:t>:</a:t>
            </a:r>
          </a:p>
          <a:p>
            <a:pPr algn="l"/>
            <a:endParaRPr lang="en-GB" sz="2400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Computer</a:t>
            </a:r>
            <a:r>
              <a:rPr lang="en-GB" sz="2400" spc="168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programming</a:t>
            </a:r>
            <a:r>
              <a:rPr lang="en-GB" sz="2400" spc="71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language</a:t>
            </a:r>
            <a:r>
              <a:rPr lang="en-GB" sz="2400" spc="129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spc="-13" dirty="0">
                <a:solidFill>
                  <a:srgbClr val="1F2123"/>
                </a:solidFill>
                <a:latin typeface="Comic Sans MS"/>
                <a:cs typeface="Comic Sans MS"/>
              </a:rPr>
              <a:t>consisting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of</a:t>
            </a:r>
            <a:r>
              <a:rPr lang="en-GB" sz="2400" spc="116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binary</a:t>
            </a:r>
            <a:r>
              <a:rPr lang="en-GB" sz="2400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lang="en-GB" sz="2400" spc="11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hexadecimal</a:t>
            </a:r>
            <a:r>
              <a:rPr lang="en-GB" sz="2400" spc="10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instructions</a:t>
            </a:r>
            <a:r>
              <a:rPr lang="en-GB" sz="24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3" dirty="0">
                <a:solidFill>
                  <a:srgbClr val="1F2123"/>
                </a:solidFill>
                <a:latin typeface="Comic Sans MS"/>
                <a:cs typeface="Comic Sans MS"/>
              </a:rPr>
              <a:t>which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a</a:t>
            </a:r>
            <a:r>
              <a:rPr lang="en-GB" sz="2400" spc="71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computer</a:t>
            </a:r>
            <a:r>
              <a:rPr lang="en-GB" sz="2400" spc="91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can</a:t>
            </a:r>
            <a:r>
              <a:rPr lang="en-GB" sz="2400" spc="71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respond</a:t>
            </a:r>
            <a:r>
              <a:rPr lang="en-GB" sz="2400" spc="58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/>
                <a:cs typeface="Comic Sans MS"/>
              </a:rPr>
              <a:t>to</a:t>
            </a:r>
            <a:r>
              <a:rPr lang="en-GB" sz="2400" spc="58" dirty="0">
                <a:solidFill>
                  <a:srgbClr val="1F2123"/>
                </a:solidFill>
                <a:latin typeface="Comic Sans MS"/>
                <a:cs typeface="Comic Sans MS"/>
              </a:rPr>
              <a:t> </a:t>
            </a:r>
            <a:r>
              <a:rPr lang="en-GB" sz="2400" spc="-13" dirty="0">
                <a:solidFill>
                  <a:srgbClr val="FF0000"/>
                </a:solidFill>
                <a:latin typeface="Comic Sans MS"/>
                <a:cs typeface="Comic Sans MS"/>
              </a:rPr>
              <a:t>directly</a:t>
            </a:r>
            <a:r>
              <a:rPr lang="en-GB" sz="2400" spc="-13" dirty="0">
                <a:solidFill>
                  <a:srgbClr val="1F2123"/>
                </a:solidFill>
                <a:latin typeface="Comic Sans MS"/>
                <a:cs typeface="Comic Sans MS"/>
              </a:rPr>
              <a:t>.</a:t>
            </a: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endParaRPr lang="en-GB" sz="2400" spc="-13" dirty="0">
              <a:solidFill>
                <a:srgbClr val="1F2123"/>
              </a:solidFill>
              <a:latin typeface="Comic Sans MS"/>
              <a:cs typeface="Comic Sans MS"/>
            </a:endParaRPr>
          </a:p>
          <a:p>
            <a:pPr algn="l"/>
            <a:r>
              <a:rPr lang="en-GB" sz="2400" b="1" dirty="0">
                <a:latin typeface="Comic Sans MS" panose="030F0702030302020204" pitchFamily="66" charset="0"/>
              </a:rPr>
              <a:t>Assembly Language:</a:t>
            </a:r>
            <a:r>
              <a:rPr lang="en-GB" sz="2400" dirty="0">
                <a:latin typeface="Comic Sans MS" panose="030F0702030302020204" pitchFamily="66" charset="0"/>
              </a:rPr>
              <a:t> symbolic mnemonics (e.g., MOV, CALL) that map </a:t>
            </a:r>
            <a:r>
              <a:rPr lang="en-GB" sz="2400" b="1" dirty="0">
                <a:latin typeface="Comic Sans MS" panose="030F0702030302020204" pitchFamily="66" charset="0"/>
              </a:rPr>
              <a:t>almost 1-to-1</a:t>
            </a:r>
            <a:r>
              <a:rPr lang="en-GB" sz="2400" dirty="0">
                <a:latin typeface="Comic Sans MS" panose="030F0702030302020204" pitchFamily="66" charset="0"/>
              </a:rPr>
              <a:t> to machine instructions; easier than binary, but still hardware-specific.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C8A05846-0C80-C83E-F9B5-83CD2C67CC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2918" y="2545108"/>
            <a:ext cx="3912915" cy="272957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C0C75F0-97CF-3CD3-A8D0-420F6EC405A5}"/>
              </a:ext>
            </a:extLst>
          </p:cNvPr>
          <p:cNvSpPr txBox="1"/>
          <p:nvPr/>
        </p:nvSpPr>
        <p:spPr>
          <a:xfrm>
            <a:off x="9441709" y="2832350"/>
            <a:ext cx="1692835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Hello,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World!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6443292" y="2772963"/>
            <a:ext cx="1956622" cy="1670648"/>
          </a:xfrm>
          <a:custGeom>
            <a:avLst/>
            <a:gdLst/>
            <a:ahLst/>
            <a:cxnLst/>
            <a:rect l="l" t="t" r="r" b="b"/>
            <a:pathLst>
              <a:path w="1511935" h="1290954">
                <a:moveTo>
                  <a:pt x="32003" y="1290828"/>
                </a:moveTo>
                <a:lnTo>
                  <a:pt x="9143" y="1284732"/>
                </a:lnTo>
                <a:lnTo>
                  <a:pt x="3047" y="1258824"/>
                </a:lnTo>
                <a:lnTo>
                  <a:pt x="0" y="1229868"/>
                </a:lnTo>
                <a:lnTo>
                  <a:pt x="1523" y="1200912"/>
                </a:lnTo>
                <a:lnTo>
                  <a:pt x="13715" y="1143000"/>
                </a:lnTo>
                <a:lnTo>
                  <a:pt x="33527" y="1083564"/>
                </a:lnTo>
                <a:lnTo>
                  <a:pt x="57911" y="1027176"/>
                </a:lnTo>
                <a:lnTo>
                  <a:pt x="96011" y="955548"/>
                </a:lnTo>
                <a:lnTo>
                  <a:pt x="149351" y="864108"/>
                </a:lnTo>
                <a:lnTo>
                  <a:pt x="192023" y="800100"/>
                </a:lnTo>
                <a:lnTo>
                  <a:pt x="237743" y="736092"/>
                </a:lnTo>
                <a:lnTo>
                  <a:pt x="284987" y="679703"/>
                </a:lnTo>
                <a:lnTo>
                  <a:pt x="332231" y="626364"/>
                </a:lnTo>
                <a:lnTo>
                  <a:pt x="382523" y="576072"/>
                </a:lnTo>
                <a:lnTo>
                  <a:pt x="434340" y="530352"/>
                </a:lnTo>
                <a:lnTo>
                  <a:pt x="541019" y="448056"/>
                </a:lnTo>
                <a:lnTo>
                  <a:pt x="595884" y="414528"/>
                </a:lnTo>
                <a:lnTo>
                  <a:pt x="653795" y="381000"/>
                </a:lnTo>
                <a:lnTo>
                  <a:pt x="710183" y="353568"/>
                </a:lnTo>
                <a:lnTo>
                  <a:pt x="768095" y="327660"/>
                </a:lnTo>
                <a:lnTo>
                  <a:pt x="826008" y="304800"/>
                </a:lnTo>
                <a:lnTo>
                  <a:pt x="885443" y="286512"/>
                </a:lnTo>
                <a:lnTo>
                  <a:pt x="944879" y="269748"/>
                </a:lnTo>
                <a:lnTo>
                  <a:pt x="1066799" y="242316"/>
                </a:lnTo>
                <a:lnTo>
                  <a:pt x="1188720" y="227076"/>
                </a:lnTo>
                <a:lnTo>
                  <a:pt x="1249679" y="222503"/>
                </a:lnTo>
                <a:lnTo>
                  <a:pt x="1310640" y="220980"/>
                </a:lnTo>
                <a:lnTo>
                  <a:pt x="1306067" y="205740"/>
                </a:lnTo>
                <a:lnTo>
                  <a:pt x="1301495" y="192024"/>
                </a:lnTo>
                <a:lnTo>
                  <a:pt x="1292352" y="178308"/>
                </a:lnTo>
                <a:lnTo>
                  <a:pt x="1284732" y="169164"/>
                </a:lnTo>
                <a:lnTo>
                  <a:pt x="1246631" y="124968"/>
                </a:lnTo>
                <a:lnTo>
                  <a:pt x="1240535" y="112776"/>
                </a:lnTo>
                <a:lnTo>
                  <a:pt x="1232916" y="99060"/>
                </a:lnTo>
                <a:lnTo>
                  <a:pt x="1228343" y="83820"/>
                </a:lnTo>
                <a:lnTo>
                  <a:pt x="1226820" y="67056"/>
                </a:lnTo>
                <a:lnTo>
                  <a:pt x="1226820" y="47244"/>
                </a:lnTo>
                <a:lnTo>
                  <a:pt x="1229868" y="25908"/>
                </a:lnTo>
                <a:lnTo>
                  <a:pt x="1235964" y="0"/>
                </a:lnTo>
                <a:lnTo>
                  <a:pt x="1304544" y="36576"/>
                </a:lnTo>
                <a:lnTo>
                  <a:pt x="1328928" y="51816"/>
                </a:lnTo>
                <a:lnTo>
                  <a:pt x="1351787" y="65532"/>
                </a:lnTo>
                <a:lnTo>
                  <a:pt x="1399032" y="96012"/>
                </a:lnTo>
                <a:lnTo>
                  <a:pt x="1440179" y="132588"/>
                </a:lnTo>
                <a:lnTo>
                  <a:pt x="1475232" y="170688"/>
                </a:lnTo>
                <a:lnTo>
                  <a:pt x="1499616" y="214884"/>
                </a:lnTo>
                <a:lnTo>
                  <a:pt x="1511808" y="263652"/>
                </a:lnTo>
                <a:lnTo>
                  <a:pt x="1511808" y="289560"/>
                </a:lnTo>
                <a:lnTo>
                  <a:pt x="1502663" y="336803"/>
                </a:lnTo>
                <a:lnTo>
                  <a:pt x="1482852" y="379476"/>
                </a:lnTo>
                <a:lnTo>
                  <a:pt x="1449324" y="426720"/>
                </a:lnTo>
                <a:lnTo>
                  <a:pt x="1409699" y="473964"/>
                </a:lnTo>
                <a:lnTo>
                  <a:pt x="1363979" y="521208"/>
                </a:lnTo>
                <a:lnTo>
                  <a:pt x="1289303" y="582168"/>
                </a:lnTo>
                <a:lnTo>
                  <a:pt x="1240535" y="612648"/>
                </a:lnTo>
                <a:lnTo>
                  <a:pt x="1196339" y="633984"/>
                </a:lnTo>
                <a:lnTo>
                  <a:pt x="1178051" y="638556"/>
                </a:lnTo>
                <a:lnTo>
                  <a:pt x="1159764" y="638556"/>
                </a:lnTo>
                <a:lnTo>
                  <a:pt x="1144524" y="635508"/>
                </a:lnTo>
                <a:lnTo>
                  <a:pt x="1132331" y="629412"/>
                </a:lnTo>
                <a:lnTo>
                  <a:pt x="1141476" y="598932"/>
                </a:lnTo>
                <a:lnTo>
                  <a:pt x="1149095" y="574548"/>
                </a:lnTo>
                <a:lnTo>
                  <a:pt x="1158239" y="554736"/>
                </a:lnTo>
                <a:lnTo>
                  <a:pt x="1170431" y="534924"/>
                </a:lnTo>
                <a:lnTo>
                  <a:pt x="1179576" y="518160"/>
                </a:lnTo>
                <a:lnTo>
                  <a:pt x="1193291" y="505968"/>
                </a:lnTo>
                <a:lnTo>
                  <a:pt x="1205483" y="493776"/>
                </a:lnTo>
                <a:lnTo>
                  <a:pt x="1217676" y="483108"/>
                </a:lnTo>
                <a:lnTo>
                  <a:pt x="1231391" y="473964"/>
                </a:lnTo>
                <a:lnTo>
                  <a:pt x="1245108" y="463296"/>
                </a:lnTo>
                <a:lnTo>
                  <a:pt x="1257299" y="454152"/>
                </a:lnTo>
                <a:lnTo>
                  <a:pt x="1283208" y="431292"/>
                </a:lnTo>
                <a:lnTo>
                  <a:pt x="1304544" y="400812"/>
                </a:lnTo>
                <a:lnTo>
                  <a:pt x="1316736" y="381000"/>
                </a:lnTo>
                <a:lnTo>
                  <a:pt x="1248155" y="371856"/>
                </a:lnTo>
                <a:lnTo>
                  <a:pt x="1182624" y="367284"/>
                </a:lnTo>
                <a:lnTo>
                  <a:pt x="1117091" y="365760"/>
                </a:lnTo>
                <a:lnTo>
                  <a:pt x="1053083" y="367284"/>
                </a:lnTo>
                <a:lnTo>
                  <a:pt x="989076" y="374903"/>
                </a:lnTo>
                <a:lnTo>
                  <a:pt x="926591" y="385572"/>
                </a:lnTo>
                <a:lnTo>
                  <a:pt x="864108" y="400812"/>
                </a:lnTo>
                <a:lnTo>
                  <a:pt x="803147" y="419100"/>
                </a:lnTo>
                <a:lnTo>
                  <a:pt x="743712" y="441960"/>
                </a:lnTo>
                <a:lnTo>
                  <a:pt x="687324" y="469392"/>
                </a:lnTo>
                <a:lnTo>
                  <a:pt x="629412" y="501396"/>
                </a:lnTo>
                <a:lnTo>
                  <a:pt x="573023" y="534924"/>
                </a:lnTo>
                <a:lnTo>
                  <a:pt x="518160" y="574548"/>
                </a:lnTo>
                <a:lnTo>
                  <a:pt x="466343" y="620268"/>
                </a:lnTo>
                <a:lnTo>
                  <a:pt x="414527" y="667512"/>
                </a:lnTo>
                <a:lnTo>
                  <a:pt x="364236" y="720852"/>
                </a:lnTo>
                <a:lnTo>
                  <a:pt x="316991" y="777240"/>
                </a:lnTo>
                <a:lnTo>
                  <a:pt x="269747" y="836676"/>
                </a:lnTo>
                <a:lnTo>
                  <a:pt x="225551" y="902208"/>
                </a:lnTo>
                <a:lnTo>
                  <a:pt x="182879" y="970788"/>
                </a:lnTo>
                <a:lnTo>
                  <a:pt x="143255" y="1045464"/>
                </a:lnTo>
                <a:lnTo>
                  <a:pt x="103631" y="1121664"/>
                </a:lnTo>
                <a:lnTo>
                  <a:pt x="67055" y="1205484"/>
                </a:lnTo>
                <a:lnTo>
                  <a:pt x="32003" y="1290828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" name="object 4"/>
          <p:cNvSpPr txBox="1"/>
          <p:nvPr/>
        </p:nvSpPr>
        <p:spPr>
          <a:xfrm>
            <a:off x="1194483" y="5850919"/>
            <a:ext cx="3116132" cy="1504221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dirty="0">
                <a:latin typeface="Calibri"/>
                <a:cs typeface="Calibri"/>
              </a:rPr>
              <a:t>01001000</a:t>
            </a:r>
            <a:r>
              <a:rPr sz="1876" spc="91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01100101</a:t>
            </a:r>
            <a:r>
              <a:rPr sz="1876" spc="116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01101100</a:t>
            </a:r>
            <a:endParaRPr sz="1876" dirty="0">
              <a:latin typeface="Calibri"/>
              <a:cs typeface="Calibri"/>
            </a:endParaRPr>
          </a:p>
          <a:p>
            <a:pPr marL="16435" defTabSz="1183325">
              <a:spcBef>
                <a:spcPts val="52"/>
              </a:spcBef>
            </a:pPr>
            <a:r>
              <a:rPr sz="1876" dirty="0">
                <a:latin typeface="Calibri"/>
                <a:cs typeface="Calibri"/>
              </a:rPr>
              <a:t>01101100</a:t>
            </a:r>
            <a:r>
              <a:rPr sz="1876" spc="91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01101111</a:t>
            </a:r>
            <a:r>
              <a:rPr sz="1876" spc="116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00101100</a:t>
            </a:r>
            <a:endParaRPr sz="1876" dirty="0">
              <a:latin typeface="Calibri"/>
              <a:cs typeface="Calibri"/>
            </a:endParaRPr>
          </a:p>
          <a:p>
            <a:pPr marL="16435" defTabSz="1183325">
              <a:spcBef>
                <a:spcPts val="58"/>
              </a:spcBef>
            </a:pPr>
            <a:r>
              <a:rPr sz="1876" dirty="0">
                <a:latin typeface="Calibri"/>
                <a:cs typeface="Calibri"/>
              </a:rPr>
              <a:t>00100000</a:t>
            </a:r>
            <a:r>
              <a:rPr sz="1876" spc="91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01010111</a:t>
            </a:r>
            <a:r>
              <a:rPr sz="1876" spc="116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01101111</a:t>
            </a:r>
            <a:endParaRPr sz="1876" dirty="0">
              <a:latin typeface="Calibri"/>
              <a:cs typeface="Calibri"/>
            </a:endParaRPr>
          </a:p>
          <a:p>
            <a:pPr marL="16435" defTabSz="1183325">
              <a:spcBef>
                <a:spcPts val="45"/>
              </a:spcBef>
            </a:pPr>
            <a:r>
              <a:rPr sz="1876" dirty="0">
                <a:latin typeface="Calibri"/>
                <a:cs typeface="Calibri"/>
              </a:rPr>
              <a:t>01110010</a:t>
            </a:r>
            <a:r>
              <a:rPr sz="1876" spc="91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01101100</a:t>
            </a:r>
            <a:r>
              <a:rPr sz="1876" spc="116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01100100</a:t>
            </a:r>
            <a:endParaRPr sz="1876" dirty="0">
              <a:latin typeface="Calibri"/>
              <a:cs typeface="Calibri"/>
            </a:endParaRPr>
          </a:p>
          <a:p>
            <a:pPr marL="16435" defTabSz="1183325">
              <a:spcBef>
                <a:spcPts val="65"/>
              </a:spcBef>
            </a:pPr>
            <a:r>
              <a:rPr sz="1876" spc="-13" dirty="0">
                <a:latin typeface="Calibri"/>
                <a:cs typeface="Calibri"/>
              </a:rPr>
              <a:t>00100001</a:t>
            </a:r>
            <a:endParaRPr sz="1876" dirty="0">
              <a:latin typeface="Calibri"/>
              <a:cs typeface="Calibri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4893116" y="5455203"/>
            <a:ext cx="0" cy="2698674"/>
          </a:xfrm>
          <a:custGeom>
            <a:avLst/>
            <a:gdLst/>
            <a:ahLst/>
            <a:cxnLst/>
            <a:rect l="l" t="t" r="r" b="b"/>
            <a:pathLst>
              <a:path h="2085339">
                <a:moveTo>
                  <a:pt x="0" y="0"/>
                </a:moveTo>
                <a:lnTo>
                  <a:pt x="0" y="2084831"/>
                </a:lnTo>
              </a:path>
            </a:pathLst>
          </a:custGeom>
          <a:ln w="15240">
            <a:solidFill>
              <a:srgbClr val="959595"/>
            </a:solidFill>
            <a:prstDash val="sysDot"/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8" name="object 6"/>
          <p:cNvSpPr txBox="1"/>
          <p:nvPr/>
        </p:nvSpPr>
        <p:spPr>
          <a:xfrm>
            <a:off x="5109437" y="5052165"/>
            <a:ext cx="214562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1876" spc="9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76" spc="-13" dirty="0">
                <a:solidFill>
                  <a:srgbClr val="FF0000"/>
                </a:solidFill>
                <a:latin typeface="Comic Sans MS"/>
                <a:cs typeface="Comic Sans MS"/>
              </a:rPr>
              <a:t>Language: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1121523" y="4870777"/>
            <a:ext cx="755202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solidFill>
                  <a:srgbClr val="FF0000"/>
                </a:solidFill>
                <a:latin typeface="Comic Sans MS"/>
                <a:cs typeface="Comic Sans MS"/>
              </a:rPr>
              <a:t>Binary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3457329" y="7326853"/>
            <a:ext cx="1305784" cy="945029"/>
          </a:xfrm>
          <a:custGeom>
            <a:avLst/>
            <a:gdLst/>
            <a:ahLst/>
            <a:cxnLst/>
            <a:rect l="l" t="t" r="r" b="b"/>
            <a:pathLst>
              <a:path w="1009014" h="730250">
                <a:moveTo>
                  <a:pt x="883919" y="729996"/>
                </a:moveTo>
                <a:lnTo>
                  <a:pt x="826008" y="729996"/>
                </a:lnTo>
                <a:lnTo>
                  <a:pt x="781811" y="726948"/>
                </a:lnTo>
                <a:lnTo>
                  <a:pt x="739139" y="720852"/>
                </a:lnTo>
                <a:lnTo>
                  <a:pt x="696467" y="713232"/>
                </a:lnTo>
                <a:lnTo>
                  <a:pt x="655319" y="702564"/>
                </a:lnTo>
                <a:lnTo>
                  <a:pt x="615696" y="688848"/>
                </a:lnTo>
                <a:lnTo>
                  <a:pt x="576072" y="673608"/>
                </a:lnTo>
                <a:lnTo>
                  <a:pt x="537972" y="655320"/>
                </a:lnTo>
                <a:lnTo>
                  <a:pt x="499872" y="633984"/>
                </a:lnTo>
                <a:lnTo>
                  <a:pt x="464819" y="612648"/>
                </a:lnTo>
                <a:lnTo>
                  <a:pt x="429767" y="588264"/>
                </a:lnTo>
                <a:lnTo>
                  <a:pt x="394715" y="560832"/>
                </a:lnTo>
                <a:lnTo>
                  <a:pt x="362712" y="531876"/>
                </a:lnTo>
                <a:lnTo>
                  <a:pt x="329183" y="502920"/>
                </a:lnTo>
                <a:lnTo>
                  <a:pt x="298704" y="470916"/>
                </a:lnTo>
                <a:lnTo>
                  <a:pt x="268223" y="437388"/>
                </a:lnTo>
                <a:lnTo>
                  <a:pt x="239267" y="403860"/>
                </a:lnTo>
                <a:lnTo>
                  <a:pt x="184404" y="330708"/>
                </a:lnTo>
                <a:lnTo>
                  <a:pt x="158496" y="292608"/>
                </a:lnTo>
                <a:lnTo>
                  <a:pt x="132587" y="252984"/>
                </a:lnTo>
                <a:lnTo>
                  <a:pt x="108204" y="214884"/>
                </a:lnTo>
                <a:lnTo>
                  <a:pt x="83819" y="173736"/>
                </a:lnTo>
                <a:lnTo>
                  <a:pt x="79248" y="182880"/>
                </a:lnTo>
                <a:lnTo>
                  <a:pt x="76200" y="190500"/>
                </a:lnTo>
                <a:lnTo>
                  <a:pt x="73152" y="201168"/>
                </a:lnTo>
                <a:lnTo>
                  <a:pt x="73152" y="210312"/>
                </a:lnTo>
                <a:lnTo>
                  <a:pt x="70104" y="240792"/>
                </a:lnTo>
                <a:lnTo>
                  <a:pt x="57912" y="278892"/>
                </a:lnTo>
                <a:lnTo>
                  <a:pt x="19812" y="303276"/>
                </a:lnTo>
                <a:lnTo>
                  <a:pt x="16764" y="284988"/>
                </a:lnTo>
                <a:lnTo>
                  <a:pt x="13716" y="265176"/>
                </a:lnTo>
                <a:lnTo>
                  <a:pt x="1523" y="179832"/>
                </a:lnTo>
                <a:lnTo>
                  <a:pt x="0" y="158496"/>
                </a:lnTo>
                <a:lnTo>
                  <a:pt x="0" y="118872"/>
                </a:lnTo>
                <a:lnTo>
                  <a:pt x="3048" y="80772"/>
                </a:lnTo>
                <a:lnTo>
                  <a:pt x="19812" y="35051"/>
                </a:lnTo>
                <a:lnTo>
                  <a:pt x="51816" y="4572"/>
                </a:lnTo>
                <a:lnTo>
                  <a:pt x="73152" y="0"/>
                </a:lnTo>
                <a:lnTo>
                  <a:pt x="86867" y="0"/>
                </a:lnTo>
                <a:lnTo>
                  <a:pt x="102108" y="1524"/>
                </a:lnTo>
                <a:lnTo>
                  <a:pt x="135635" y="10668"/>
                </a:lnTo>
                <a:lnTo>
                  <a:pt x="153923" y="15240"/>
                </a:lnTo>
                <a:lnTo>
                  <a:pt x="190500" y="30480"/>
                </a:lnTo>
                <a:lnTo>
                  <a:pt x="208787" y="39624"/>
                </a:lnTo>
                <a:lnTo>
                  <a:pt x="242316" y="57912"/>
                </a:lnTo>
                <a:lnTo>
                  <a:pt x="259079" y="70104"/>
                </a:lnTo>
                <a:lnTo>
                  <a:pt x="272796" y="79248"/>
                </a:lnTo>
                <a:lnTo>
                  <a:pt x="307848" y="112776"/>
                </a:lnTo>
                <a:lnTo>
                  <a:pt x="320039" y="147828"/>
                </a:lnTo>
                <a:lnTo>
                  <a:pt x="304800" y="152400"/>
                </a:lnTo>
                <a:lnTo>
                  <a:pt x="291083" y="155448"/>
                </a:lnTo>
                <a:lnTo>
                  <a:pt x="278891" y="156972"/>
                </a:lnTo>
                <a:lnTo>
                  <a:pt x="266700" y="155448"/>
                </a:lnTo>
                <a:lnTo>
                  <a:pt x="257556" y="153924"/>
                </a:lnTo>
                <a:lnTo>
                  <a:pt x="246887" y="150876"/>
                </a:lnTo>
                <a:lnTo>
                  <a:pt x="228600" y="141732"/>
                </a:lnTo>
                <a:lnTo>
                  <a:pt x="219456" y="135636"/>
                </a:lnTo>
                <a:lnTo>
                  <a:pt x="182879" y="117348"/>
                </a:lnTo>
                <a:lnTo>
                  <a:pt x="172212" y="115824"/>
                </a:lnTo>
                <a:lnTo>
                  <a:pt x="161543" y="112776"/>
                </a:lnTo>
                <a:lnTo>
                  <a:pt x="149352" y="112776"/>
                </a:lnTo>
                <a:lnTo>
                  <a:pt x="170687" y="161544"/>
                </a:lnTo>
                <a:lnTo>
                  <a:pt x="193548" y="208788"/>
                </a:lnTo>
                <a:lnTo>
                  <a:pt x="216408" y="252984"/>
                </a:lnTo>
                <a:lnTo>
                  <a:pt x="240791" y="295656"/>
                </a:lnTo>
                <a:lnTo>
                  <a:pt x="268223" y="336804"/>
                </a:lnTo>
                <a:lnTo>
                  <a:pt x="295656" y="374904"/>
                </a:lnTo>
                <a:lnTo>
                  <a:pt x="324612" y="411480"/>
                </a:lnTo>
                <a:lnTo>
                  <a:pt x="355091" y="445008"/>
                </a:lnTo>
                <a:lnTo>
                  <a:pt x="387096" y="477012"/>
                </a:lnTo>
                <a:lnTo>
                  <a:pt x="419100" y="505968"/>
                </a:lnTo>
                <a:lnTo>
                  <a:pt x="454152" y="533400"/>
                </a:lnTo>
                <a:lnTo>
                  <a:pt x="489204" y="559308"/>
                </a:lnTo>
                <a:lnTo>
                  <a:pt x="525779" y="582168"/>
                </a:lnTo>
                <a:lnTo>
                  <a:pt x="562355" y="601980"/>
                </a:lnTo>
                <a:lnTo>
                  <a:pt x="601979" y="618744"/>
                </a:lnTo>
                <a:lnTo>
                  <a:pt x="643128" y="633984"/>
                </a:lnTo>
                <a:lnTo>
                  <a:pt x="684276" y="646176"/>
                </a:lnTo>
                <a:lnTo>
                  <a:pt x="725423" y="655320"/>
                </a:lnTo>
                <a:lnTo>
                  <a:pt x="769619" y="661416"/>
                </a:lnTo>
                <a:lnTo>
                  <a:pt x="813815" y="665988"/>
                </a:lnTo>
                <a:lnTo>
                  <a:pt x="859535" y="665988"/>
                </a:lnTo>
                <a:lnTo>
                  <a:pt x="906779" y="664464"/>
                </a:lnTo>
                <a:lnTo>
                  <a:pt x="954023" y="659892"/>
                </a:lnTo>
                <a:lnTo>
                  <a:pt x="1002791" y="652272"/>
                </a:lnTo>
                <a:lnTo>
                  <a:pt x="1008887" y="670560"/>
                </a:lnTo>
                <a:lnTo>
                  <a:pt x="976883" y="705612"/>
                </a:lnTo>
                <a:lnTo>
                  <a:pt x="932687" y="722376"/>
                </a:lnTo>
                <a:lnTo>
                  <a:pt x="915923" y="726948"/>
                </a:lnTo>
                <a:lnTo>
                  <a:pt x="883919" y="729996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4589" y="5762871"/>
            <a:ext cx="3597356" cy="119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9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CC1180-B19C-2C57-D69C-5520675B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6817BE6-6644-9CE7-47C8-A0A00B0B13C5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sv-SE" sz="4000" b="1" dirty="0" err="1">
                <a:latin typeface="Comic Sans MS"/>
                <a:cs typeface="Comic Sans MS"/>
              </a:rPr>
              <a:t>Assembly</a:t>
            </a:r>
            <a:r>
              <a:rPr lang="sv-SE" sz="4000" b="1" spc="-52" dirty="0">
                <a:latin typeface="Comic Sans MS"/>
                <a:cs typeface="Comic Sans MS"/>
              </a:rPr>
              <a:t> </a:t>
            </a:r>
            <a:r>
              <a:rPr lang="sv-SE" sz="4000" b="1" spc="-13" dirty="0" err="1">
                <a:latin typeface="Comic Sans MS"/>
                <a:cs typeface="Comic Sans MS"/>
              </a:rPr>
              <a:t>Language</a:t>
            </a:r>
            <a:r>
              <a:rPr lang="sv-SE" sz="4000" b="1" spc="-13" dirty="0">
                <a:latin typeface="Comic Sans MS"/>
                <a:cs typeface="Comic Sans MS"/>
              </a:rPr>
              <a:t>: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AE07752C-EB04-A9F7-FC75-1DC8733082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2918" y="2545108"/>
            <a:ext cx="3912915" cy="272957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3A91367-419F-BE00-77EC-47B50D6E9370}"/>
              </a:ext>
            </a:extLst>
          </p:cNvPr>
          <p:cNvSpPr txBox="1"/>
          <p:nvPr/>
        </p:nvSpPr>
        <p:spPr>
          <a:xfrm>
            <a:off x="9441709" y="2832350"/>
            <a:ext cx="1692835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Hello,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World!</a:t>
            </a:r>
            <a:endParaRPr sz="2135">
              <a:latin typeface="Comic Sans MS"/>
              <a:cs typeface="Comic Sans MS"/>
            </a:endParaRPr>
          </a:p>
        </p:txBody>
      </p:sp>
      <p:grpSp>
        <p:nvGrpSpPr>
          <p:cNvPr id="11" name="object 3"/>
          <p:cNvGrpSpPr/>
          <p:nvPr/>
        </p:nvGrpSpPr>
        <p:grpSpPr>
          <a:xfrm>
            <a:off x="3147688" y="3439577"/>
            <a:ext cx="4203326" cy="4524636"/>
            <a:chOff x="2279904" y="2657855"/>
            <a:chExt cx="3248025" cy="3496310"/>
          </a:xfrm>
        </p:grpSpPr>
        <p:sp>
          <p:nvSpPr>
            <p:cNvPr id="13" name="object 4"/>
            <p:cNvSpPr/>
            <p:nvPr/>
          </p:nvSpPr>
          <p:spPr>
            <a:xfrm>
              <a:off x="3883151" y="2657855"/>
              <a:ext cx="1644650" cy="1088390"/>
            </a:xfrm>
            <a:custGeom>
              <a:avLst/>
              <a:gdLst/>
              <a:ahLst/>
              <a:cxnLst/>
              <a:rect l="l" t="t" r="r" b="b"/>
              <a:pathLst>
                <a:path w="1644650" h="1088389">
                  <a:moveTo>
                    <a:pt x="22860" y="1088135"/>
                  </a:moveTo>
                  <a:lnTo>
                    <a:pt x="1524" y="1078991"/>
                  </a:lnTo>
                  <a:lnTo>
                    <a:pt x="0" y="1051559"/>
                  </a:lnTo>
                  <a:lnTo>
                    <a:pt x="1524" y="1024127"/>
                  </a:lnTo>
                  <a:lnTo>
                    <a:pt x="18288" y="966215"/>
                  </a:lnTo>
                  <a:lnTo>
                    <a:pt x="56388" y="883919"/>
                  </a:lnTo>
                  <a:lnTo>
                    <a:pt x="89916" y="832103"/>
                  </a:lnTo>
                  <a:lnTo>
                    <a:pt x="108204" y="809243"/>
                  </a:lnTo>
                  <a:lnTo>
                    <a:pt x="123444" y="787907"/>
                  </a:lnTo>
                  <a:lnTo>
                    <a:pt x="153924" y="748283"/>
                  </a:lnTo>
                  <a:lnTo>
                    <a:pt x="205740" y="684275"/>
                  </a:lnTo>
                  <a:lnTo>
                    <a:pt x="257555" y="627887"/>
                  </a:lnTo>
                  <a:lnTo>
                    <a:pt x="312420" y="573023"/>
                  </a:lnTo>
                  <a:lnTo>
                    <a:pt x="368808" y="524255"/>
                  </a:lnTo>
                  <a:lnTo>
                    <a:pt x="423672" y="478535"/>
                  </a:lnTo>
                  <a:lnTo>
                    <a:pt x="481584" y="437387"/>
                  </a:lnTo>
                  <a:lnTo>
                    <a:pt x="539496" y="399287"/>
                  </a:lnTo>
                  <a:lnTo>
                    <a:pt x="597408" y="367283"/>
                  </a:lnTo>
                  <a:lnTo>
                    <a:pt x="656843" y="335279"/>
                  </a:lnTo>
                  <a:lnTo>
                    <a:pt x="716280" y="309371"/>
                  </a:lnTo>
                  <a:lnTo>
                    <a:pt x="778764" y="286511"/>
                  </a:lnTo>
                  <a:lnTo>
                    <a:pt x="838199" y="268223"/>
                  </a:lnTo>
                  <a:lnTo>
                    <a:pt x="900684" y="251460"/>
                  </a:lnTo>
                  <a:lnTo>
                    <a:pt x="960120" y="239267"/>
                  </a:lnTo>
                  <a:lnTo>
                    <a:pt x="1022603" y="228600"/>
                  </a:lnTo>
                  <a:lnTo>
                    <a:pt x="1085087" y="220979"/>
                  </a:lnTo>
                  <a:lnTo>
                    <a:pt x="1146047" y="217931"/>
                  </a:lnTo>
                  <a:lnTo>
                    <a:pt x="1208532" y="213360"/>
                  </a:lnTo>
                  <a:lnTo>
                    <a:pt x="1269492" y="214883"/>
                  </a:lnTo>
                  <a:lnTo>
                    <a:pt x="1331976" y="217931"/>
                  </a:lnTo>
                  <a:lnTo>
                    <a:pt x="1392935" y="222504"/>
                  </a:lnTo>
                  <a:lnTo>
                    <a:pt x="1452372" y="230123"/>
                  </a:lnTo>
                  <a:lnTo>
                    <a:pt x="1450847" y="214883"/>
                  </a:lnTo>
                  <a:lnTo>
                    <a:pt x="1447800" y="199643"/>
                  </a:lnTo>
                  <a:lnTo>
                    <a:pt x="1441704" y="185927"/>
                  </a:lnTo>
                  <a:lnTo>
                    <a:pt x="1435608" y="175260"/>
                  </a:lnTo>
                  <a:lnTo>
                    <a:pt x="1412747" y="138683"/>
                  </a:lnTo>
                  <a:lnTo>
                    <a:pt x="1405127" y="124967"/>
                  </a:lnTo>
                  <a:lnTo>
                    <a:pt x="1399031" y="112775"/>
                  </a:lnTo>
                  <a:lnTo>
                    <a:pt x="1394460" y="97535"/>
                  </a:lnTo>
                  <a:lnTo>
                    <a:pt x="1392935" y="82296"/>
                  </a:lnTo>
                  <a:lnTo>
                    <a:pt x="1392935" y="65531"/>
                  </a:lnTo>
                  <a:lnTo>
                    <a:pt x="1397508" y="45719"/>
                  </a:lnTo>
                  <a:lnTo>
                    <a:pt x="1403604" y="24383"/>
                  </a:lnTo>
                  <a:lnTo>
                    <a:pt x="1414272" y="0"/>
                  </a:lnTo>
                  <a:lnTo>
                    <a:pt x="1432560" y="15239"/>
                  </a:lnTo>
                  <a:lnTo>
                    <a:pt x="1453896" y="32004"/>
                  </a:lnTo>
                  <a:lnTo>
                    <a:pt x="1539239" y="102108"/>
                  </a:lnTo>
                  <a:lnTo>
                    <a:pt x="1577339" y="141731"/>
                  </a:lnTo>
                  <a:lnTo>
                    <a:pt x="1609343" y="184404"/>
                  </a:lnTo>
                  <a:lnTo>
                    <a:pt x="1632204" y="230123"/>
                  </a:lnTo>
                  <a:lnTo>
                    <a:pt x="1644396" y="277367"/>
                  </a:lnTo>
                  <a:lnTo>
                    <a:pt x="1644396" y="303275"/>
                  </a:lnTo>
                  <a:lnTo>
                    <a:pt x="1641347" y="329183"/>
                  </a:lnTo>
                  <a:lnTo>
                    <a:pt x="1633727" y="356615"/>
                  </a:lnTo>
                  <a:lnTo>
                    <a:pt x="1613915" y="393191"/>
                  </a:lnTo>
                  <a:lnTo>
                    <a:pt x="1597151" y="413004"/>
                  </a:lnTo>
                  <a:lnTo>
                    <a:pt x="1580388" y="434339"/>
                  </a:lnTo>
                  <a:lnTo>
                    <a:pt x="1536192" y="475487"/>
                  </a:lnTo>
                  <a:lnTo>
                    <a:pt x="1458468" y="534923"/>
                  </a:lnTo>
                  <a:lnTo>
                    <a:pt x="1429511" y="551687"/>
                  </a:lnTo>
                  <a:lnTo>
                    <a:pt x="1402080" y="568451"/>
                  </a:lnTo>
                  <a:lnTo>
                    <a:pt x="1348739" y="595883"/>
                  </a:lnTo>
                  <a:lnTo>
                    <a:pt x="1298447" y="614172"/>
                  </a:lnTo>
                  <a:lnTo>
                    <a:pt x="1257300" y="621791"/>
                  </a:lnTo>
                  <a:lnTo>
                    <a:pt x="1239012" y="618743"/>
                  </a:lnTo>
                  <a:lnTo>
                    <a:pt x="1225295" y="614172"/>
                  </a:lnTo>
                  <a:lnTo>
                    <a:pt x="1213103" y="605027"/>
                  </a:lnTo>
                  <a:lnTo>
                    <a:pt x="1226820" y="577596"/>
                  </a:lnTo>
                  <a:lnTo>
                    <a:pt x="1251204" y="536448"/>
                  </a:lnTo>
                  <a:lnTo>
                    <a:pt x="1277111" y="504443"/>
                  </a:lnTo>
                  <a:lnTo>
                    <a:pt x="1292351" y="493775"/>
                  </a:lnTo>
                  <a:lnTo>
                    <a:pt x="1306068" y="483107"/>
                  </a:lnTo>
                  <a:lnTo>
                    <a:pt x="1319784" y="475487"/>
                  </a:lnTo>
                  <a:lnTo>
                    <a:pt x="1350264" y="460248"/>
                  </a:lnTo>
                  <a:lnTo>
                    <a:pt x="1363980" y="452627"/>
                  </a:lnTo>
                  <a:lnTo>
                    <a:pt x="1377696" y="443483"/>
                  </a:lnTo>
                  <a:lnTo>
                    <a:pt x="1392935" y="432815"/>
                  </a:lnTo>
                  <a:lnTo>
                    <a:pt x="1418843" y="406908"/>
                  </a:lnTo>
                  <a:lnTo>
                    <a:pt x="1434084" y="388619"/>
                  </a:lnTo>
                  <a:lnTo>
                    <a:pt x="1368551" y="370331"/>
                  </a:lnTo>
                  <a:lnTo>
                    <a:pt x="1303019" y="355091"/>
                  </a:lnTo>
                  <a:lnTo>
                    <a:pt x="1239012" y="342900"/>
                  </a:lnTo>
                  <a:lnTo>
                    <a:pt x="1175003" y="333756"/>
                  </a:lnTo>
                  <a:lnTo>
                    <a:pt x="1110995" y="332231"/>
                  </a:lnTo>
                  <a:lnTo>
                    <a:pt x="1046987" y="333756"/>
                  </a:lnTo>
                  <a:lnTo>
                    <a:pt x="984503" y="338327"/>
                  </a:lnTo>
                  <a:lnTo>
                    <a:pt x="920495" y="347471"/>
                  </a:lnTo>
                  <a:lnTo>
                    <a:pt x="858012" y="361187"/>
                  </a:lnTo>
                  <a:lnTo>
                    <a:pt x="797051" y="377952"/>
                  </a:lnTo>
                  <a:lnTo>
                    <a:pt x="736091" y="400811"/>
                  </a:lnTo>
                  <a:lnTo>
                    <a:pt x="675132" y="426719"/>
                  </a:lnTo>
                  <a:lnTo>
                    <a:pt x="615696" y="457200"/>
                  </a:lnTo>
                  <a:lnTo>
                    <a:pt x="556260" y="492251"/>
                  </a:lnTo>
                  <a:lnTo>
                    <a:pt x="496823" y="531875"/>
                  </a:lnTo>
                  <a:lnTo>
                    <a:pt x="440436" y="576072"/>
                  </a:lnTo>
                  <a:lnTo>
                    <a:pt x="384047" y="624839"/>
                  </a:lnTo>
                  <a:lnTo>
                    <a:pt x="329184" y="676655"/>
                  </a:lnTo>
                  <a:lnTo>
                    <a:pt x="274320" y="734567"/>
                  </a:lnTo>
                  <a:lnTo>
                    <a:pt x="222503" y="795527"/>
                  </a:lnTo>
                  <a:lnTo>
                    <a:pt x="170688" y="862583"/>
                  </a:lnTo>
                  <a:lnTo>
                    <a:pt x="120396" y="932687"/>
                  </a:lnTo>
                  <a:lnTo>
                    <a:pt x="71628" y="1008887"/>
                  </a:lnTo>
                  <a:lnTo>
                    <a:pt x="22860" y="1088135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1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9904" y="3258311"/>
              <a:ext cx="1740407" cy="2895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811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65EECF-62C9-18C0-2F43-6982205F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F7294A-0F8C-1D45-9476-63212C8CA9B7}"/>
              </a:ext>
            </a:extLst>
          </p:cNvPr>
          <p:cNvSpPr txBox="1"/>
          <p:nvPr/>
        </p:nvSpPr>
        <p:spPr>
          <a:xfrm>
            <a:off x="381000" y="888075"/>
            <a:ext cx="12352767" cy="76657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sv-SE" sz="4000" b="1" dirty="0" err="1">
                <a:latin typeface="Comic Sans MS"/>
                <a:cs typeface="Comic Sans MS"/>
              </a:rPr>
              <a:t>Machine</a:t>
            </a:r>
            <a:r>
              <a:rPr lang="sv-SE" sz="4000" b="1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Code</a:t>
            </a:r>
            <a:r>
              <a:rPr lang="sv-SE" sz="4000" b="1" spc="52" dirty="0">
                <a:latin typeface="Comic Sans MS"/>
                <a:cs typeface="Comic Sans MS"/>
              </a:rPr>
              <a:t> </a:t>
            </a:r>
            <a:r>
              <a:rPr lang="sv-SE" sz="4000" b="1" dirty="0">
                <a:latin typeface="Comic Sans MS"/>
                <a:cs typeface="Comic Sans MS"/>
              </a:rPr>
              <a:t>vs</a:t>
            </a:r>
            <a:r>
              <a:rPr lang="sv-SE" sz="4000" b="1" spc="58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Assembly</a:t>
            </a:r>
            <a:r>
              <a:rPr lang="sv-SE" sz="4000" b="1" spc="-6" dirty="0">
                <a:latin typeface="Comic Sans MS"/>
                <a:cs typeface="Comic Sans MS"/>
              </a:rPr>
              <a:t> </a:t>
            </a:r>
            <a:r>
              <a:rPr lang="sv-SE" sz="4000" b="1" spc="-13" dirty="0" err="1">
                <a:latin typeface="Comic Sans MS"/>
                <a:cs typeface="Comic Sans MS"/>
              </a:rPr>
              <a:t>Language</a:t>
            </a:r>
            <a:r>
              <a:rPr lang="sv-SE" sz="4000" b="1" spc="-13" dirty="0">
                <a:latin typeface="Comic Sans MS"/>
                <a:cs typeface="Comic Sans MS"/>
              </a:rPr>
              <a:t>:</a:t>
            </a:r>
          </a:p>
          <a:p>
            <a:endParaRPr lang="sv-SE" sz="4000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endParaRPr lang="sv-SE" sz="4000" b="1" spc="-13" dirty="0">
              <a:latin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High-Level Languages:</a:t>
            </a:r>
            <a:r>
              <a:rPr lang="en-GB" sz="2400" dirty="0">
                <a:latin typeface="Comic Sans MS" panose="030F0702030302020204" pitchFamily="66" charset="0"/>
              </a:rPr>
              <a:t> human-readable, portable syntax (e.g., PRINT "Hello, World!" in BASIC, or </a:t>
            </a:r>
            <a:r>
              <a:rPr lang="en-GB" sz="2400" dirty="0" err="1">
                <a:latin typeface="Comic Sans MS" panose="030F0702030302020204" pitchFamily="66" charset="0"/>
              </a:rPr>
              <a:t>Console.WriteLine</a:t>
            </a:r>
            <a:r>
              <a:rPr lang="en-GB" sz="2400" dirty="0">
                <a:latin typeface="Comic Sans MS" panose="030F0702030302020204" pitchFamily="66" charset="0"/>
              </a:rPr>
              <a:t>("Hello, World!");).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1385849" y="3332437"/>
            <a:ext cx="2756199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2523" spc="9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6174311" y="3354048"/>
            <a:ext cx="2941918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Assembly</a:t>
            </a:r>
            <a:r>
              <a:rPr sz="2523" spc="91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pic>
        <p:nvPicPr>
          <p:cNvPr id="7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6485" y="3952359"/>
            <a:ext cx="1798677" cy="3408023"/>
          </a:xfrm>
          <a:prstGeom prst="rect">
            <a:avLst/>
          </a:prstGeom>
        </p:spPr>
      </p:pic>
      <p:pic>
        <p:nvPicPr>
          <p:cNvPr id="8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898" y="4232416"/>
            <a:ext cx="3597356" cy="1199118"/>
          </a:xfrm>
          <a:prstGeom prst="rect">
            <a:avLst/>
          </a:prstGeom>
        </p:spPr>
      </p:pic>
      <p:grpSp>
        <p:nvGrpSpPr>
          <p:cNvPr id="9" name="object 7"/>
          <p:cNvGrpSpPr/>
          <p:nvPr/>
        </p:nvGrpSpPr>
        <p:grpSpPr>
          <a:xfrm>
            <a:off x="3745273" y="3421828"/>
            <a:ext cx="2228626" cy="3761217"/>
            <a:chOff x="2741675" y="2644139"/>
            <a:chExt cx="1722120" cy="2906395"/>
          </a:xfrm>
        </p:grpSpPr>
        <p:sp>
          <p:nvSpPr>
            <p:cNvPr id="10" name="object 8"/>
            <p:cNvSpPr/>
            <p:nvPr/>
          </p:nvSpPr>
          <p:spPr>
            <a:xfrm>
              <a:off x="4147565" y="2644139"/>
              <a:ext cx="0" cy="2085339"/>
            </a:xfrm>
            <a:custGeom>
              <a:avLst/>
              <a:gdLst/>
              <a:ahLst/>
              <a:cxnLst/>
              <a:rect l="l" t="t" r="r" b="b"/>
              <a:pathLst>
                <a:path h="2085339">
                  <a:moveTo>
                    <a:pt x="0" y="0"/>
                  </a:moveTo>
                  <a:lnTo>
                    <a:pt x="0" y="2084832"/>
                  </a:lnTo>
                </a:path>
              </a:pathLst>
            </a:custGeom>
            <a:ln w="16764">
              <a:solidFill>
                <a:srgbClr val="95959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2" name="object 9"/>
            <p:cNvSpPr/>
            <p:nvPr/>
          </p:nvSpPr>
          <p:spPr>
            <a:xfrm>
              <a:off x="2741675" y="4626863"/>
              <a:ext cx="1722120" cy="923925"/>
            </a:xfrm>
            <a:custGeom>
              <a:avLst/>
              <a:gdLst/>
              <a:ahLst/>
              <a:cxnLst/>
              <a:rect l="l" t="t" r="r" b="b"/>
              <a:pathLst>
                <a:path w="1722120" h="923925">
                  <a:moveTo>
                    <a:pt x="1417320" y="923543"/>
                  </a:moveTo>
                  <a:lnTo>
                    <a:pt x="1286256" y="923543"/>
                  </a:lnTo>
                  <a:lnTo>
                    <a:pt x="1210056" y="917447"/>
                  </a:lnTo>
                  <a:lnTo>
                    <a:pt x="1132332" y="908303"/>
                  </a:lnTo>
                  <a:lnTo>
                    <a:pt x="1059180" y="896111"/>
                  </a:lnTo>
                  <a:lnTo>
                    <a:pt x="989076" y="879347"/>
                  </a:lnTo>
                  <a:lnTo>
                    <a:pt x="922020" y="861059"/>
                  </a:lnTo>
                  <a:lnTo>
                    <a:pt x="854964" y="838199"/>
                  </a:lnTo>
                  <a:lnTo>
                    <a:pt x="794004" y="812291"/>
                  </a:lnTo>
                  <a:lnTo>
                    <a:pt x="733044" y="784859"/>
                  </a:lnTo>
                  <a:lnTo>
                    <a:pt x="675132" y="754379"/>
                  </a:lnTo>
                  <a:lnTo>
                    <a:pt x="618744" y="720851"/>
                  </a:lnTo>
                  <a:lnTo>
                    <a:pt x="566928" y="685799"/>
                  </a:lnTo>
                  <a:lnTo>
                    <a:pt x="515112" y="647699"/>
                  </a:lnTo>
                  <a:lnTo>
                    <a:pt x="467868" y="608075"/>
                  </a:lnTo>
                  <a:lnTo>
                    <a:pt x="422148" y="565403"/>
                  </a:lnTo>
                  <a:lnTo>
                    <a:pt x="377952" y="521207"/>
                  </a:lnTo>
                  <a:lnTo>
                    <a:pt x="336804" y="475487"/>
                  </a:lnTo>
                  <a:lnTo>
                    <a:pt x="295656" y="428243"/>
                  </a:lnTo>
                  <a:lnTo>
                    <a:pt x="257556" y="379475"/>
                  </a:lnTo>
                  <a:lnTo>
                    <a:pt x="220979" y="329183"/>
                  </a:lnTo>
                  <a:lnTo>
                    <a:pt x="187452" y="278891"/>
                  </a:lnTo>
                  <a:lnTo>
                    <a:pt x="155448" y="227075"/>
                  </a:lnTo>
                  <a:lnTo>
                    <a:pt x="144779" y="237743"/>
                  </a:lnTo>
                  <a:lnTo>
                    <a:pt x="135636" y="249935"/>
                  </a:lnTo>
                  <a:lnTo>
                    <a:pt x="128016" y="263651"/>
                  </a:lnTo>
                  <a:lnTo>
                    <a:pt x="123444" y="275843"/>
                  </a:lnTo>
                  <a:lnTo>
                    <a:pt x="109728" y="315467"/>
                  </a:lnTo>
                  <a:lnTo>
                    <a:pt x="103632" y="329183"/>
                  </a:lnTo>
                  <a:lnTo>
                    <a:pt x="77724" y="365759"/>
                  </a:lnTo>
                  <a:lnTo>
                    <a:pt x="25908" y="393191"/>
                  </a:lnTo>
                  <a:lnTo>
                    <a:pt x="0" y="400811"/>
                  </a:lnTo>
                  <a:lnTo>
                    <a:pt x="0" y="294131"/>
                  </a:lnTo>
                  <a:lnTo>
                    <a:pt x="1524" y="266699"/>
                  </a:lnTo>
                  <a:lnTo>
                    <a:pt x="1524" y="239267"/>
                  </a:lnTo>
                  <a:lnTo>
                    <a:pt x="9144" y="184403"/>
                  </a:lnTo>
                  <a:lnTo>
                    <a:pt x="22860" y="132587"/>
                  </a:lnTo>
                  <a:lnTo>
                    <a:pt x="44195" y="85343"/>
                  </a:lnTo>
                  <a:lnTo>
                    <a:pt x="74675" y="47243"/>
                  </a:lnTo>
                  <a:lnTo>
                    <a:pt x="117348" y="16764"/>
                  </a:lnTo>
                  <a:lnTo>
                    <a:pt x="161544" y="3047"/>
                  </a:lnTo>
                  <a:lnTo>
                    <a:pt x="184404" y="0"/>
                  </a:lnTo>
                  <a:lnTo>
                    <a:pt x="237744" y="0"/>
                  </a:lnTo>
                  <a:lnTo>
                    <a:pt x="266700" y="4571"/>
                  </a:lnTo>
                  <a:lnTo>
                    <a:pt x="297179" y="10667"/>
                  </a:lnTo>
                  <a:lnTo>
                    <a:pt x="329183" y="16764"/>
                  </a:lnTo>
                  <a:lnTo>
                    <a:pt x="361187" y="24383"/>
                  </a:lnTo>
                  <a:lnTo>
                    <a:pt x="391668" y="33527"/>
                  </a:lnTo>
                  <a:lnTo>
                    <a:pt x="422148" y="45719"/>
                  </a:lnTo>
                  <a:lnTo>
                    <a:pt x="452628" y="56387"/>
                  </a:lnTo>
                  <a:lnTo>
                    <a:pt x="507492" y="82295"/>
                  </a:lnTo>
                  <a:lnTo>
                    <a:pt x="553212" y="109727"/>
                  </a:lnTo>
                  <a:lnTo>
                    <a:pt x="585216" y="137160"/>
                  </a:lnTo>
                  <a:lnTo>
                    <a:pt x="598932" y="167639"/>
                  </a:lnTo>
                  <a:lnTo>
                    <a:pt x="598932" y="181356"/>
                  </a:lnTo>
                  <a:lnTo>
                    <a:pt x="569976" y="188975"/>
                  </a:lnTo>
                  <a:lnTo>
                    <a:pt x="544068" y="193547"/>
                  </a:lnTo>
                  <a:lnTo>
                    <a:pt x="521208" y="195071"/>
                  </a:lnTo>
                  <a:lnTo>
                    <a:pt x="498348" y="195071"/>
                  </a:lnTo>
                  <a:lnTo>
                    <a:pt x="480060" y="193547"/>
                  </a:lnTo>
                  <a:lnTo>
                    <a:pt x="461772" y="190499"/>
                  </a:lnTo>
                  <a:lnTo>
                    <a:pt x="416052" y="172212"/>
                  </a:lnTo>
                  <a:lnTo>
                    <a:pt x="400812" y="164591"/>
                  </a:lnTo>
                  <a:lnTo>
                    <a:pt x="385572" y="158495"/>
                  </a:lnTo>
                  <a:lnTo>
                    <a:pt x="370332" y="153923"/>
                  </a:lnTo>
                  <a:lnTo>
                    <a:pt x="352044" y="147827"/>
                  </a:lnTo>
                  <a:lnTo>
                    <a:pt x="333756" y="146303"/>
                  </a:lnTo>
                  <a:lnTo>
                    <a:pt x="315468" y="143256"/>
                  </a:lnTo>
                  <a:lnTo>
                    <a:pt x="292608" y="143256"/>
                  </a:lnTo>
                  <a:lnTo>
                    <a:pt x="318516" y="207263"/>
                  </a:lnTo>
                  <a:lnTo>
                    <a:pt x="345948" y="266699"/>
                  </a:lnTo>
                  <a:lnTo>
                    <a:pt x="376428" y="324611"/>
                  </a:lnTo>
                  <a:lnTo>
                    <a:pt x="409956" y="379475"/>
                  </a:lnTo>
                  <a:lnTo>
                    <a:pt x="448056" y="432815"/>
                  </a:lnTo>
                  <a:lnTo>
                    <a:pt x="489204" y="481583"/>
                  </a:lnTo>
                  <a:lnTo>
                    <a:pt x="531876" y="527303"/>
                  </a:lnTo>
                  <a:lnTo>
                    <a:pt x="579120" y="571499"/>
                  </a:lnTo>
                  <a:lnTo>
                    <a:pt x="627888" y="611123"/>
                  </a:lnTo>
                  <a:lnTo>
                    <a:pt x="678180" y="649223"/>
                  </a:lnTo>
                  <a:lnTo>
                    <a:pt x="734568" y="682751"/>
                  </a:lnTo>
                  <a:lnTo>
                    <a:pt x="792480" y="714755"/>
                  </a:lnTo>
                  <a:lnTo>
                    <a:pt x="853440" y="743711"/>
                  </a:lnTo>
                  <a:lnTo>
                    <a:pt x="918972" y="766571"/>
                  </a:lnTo>
                  <a:lnTo>
                    <a:pt x="986028" y="789431"/>
                  </a:lnTo>
                  <a:lnTo>
                    <a:pt x="1056132" y="806195"/>
                  </a:lnTo>
                  <a:lnTo>
                    <a:pt x="1129284" y="819911"/>
                  </a:lnTo>
                  <a:lnTo>
                    <a:pt x="1203960" y="830579"/>
                  </a:lnTo>
                  <a:lnTo>
                    <a:pt x="1283208" y="838199"/>
                  </a:lnTo>
                  <a:lnTo>
                    <a:pt x="1363980" y="841247"/>
                  </a:lnTo>
                  <a:lnTo>
                    <a:pt x="1447800" y="839723"/>
                  </a:lnTo>
                  <a:lnTo>
                    <a:pt x="1534668" y="835151"/>
                  </a:lnTo>
                  <a:lnTo>
                    <a:pt x="1624584" y="827531"/>
                  </a:lnTo>
                  <a:lnTo>
                    <a:pt x="1716024" y="815339"/>
                  </a:lnTo>
                  <a:lnTo>
                    <a:pt x="1722120" y="838199"/>
                  </a:lnTo>
                  <a:lnTo>
                    <a:pt x="1679448" y="873251"/>
                  </a:lnTo>
                  <a:lnTo>
                    <a:pt x="1624584" y="896111"/>
                  </a:lnTo>
                  <a:lnTo>
                    <a:pt x="1565148" y="911351"/>
                  </a:lnTo>
                  <a:lnTo>
                    <a:pt x="1473708" y="922019"/>
                  </a:lnTo>
                  <a:lnTo>
                    <a:pt x="1444752" y="922019"/>
                  </a:lnTo>
                  <a:lnTo>
                    <a:pt x="1417320" y="923543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64927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FD3A80-0D33-01C5-1EDA-BD5B575A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BA9B909-F3DB-7DAD-1835-8B97A818C37D}"/>
              </a:ext>
            </a:extLst>
          </p:cNvPr>
          <p:cNvSpPr txBox="1"/>
          <p:nvPr/>
        </p:nvSpPr>
        <p:spPr>
          <a:xfrm>
            <a:off x="381000" y="888075"/>
            <a:ext cx="12352767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sv-SE" sz="4000" b="1" dirty="0" err="1">
                <a:latin typeface="Comic Sans MS"/>
                <a:cs typeface="Comic Sans MS"/>
              </a:rPr>
              <a:t>High</a:t>
            </a:r>
            <a:r>
              <a:rPr lang="sv-SE" sz="4000" b="1" spc="19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level</a:t>
            </a:r>
            <a:r>
              <a:rPr lang="sv-SE" sz="4000" b="1" spc="-6" dirty="0">
                <a:latin typeface="Comic Sans MS"/>
                <a:cs typeface="Comic Sans MS"/>
              </a:rPr>
              <a:t> </a:t>
            </a:r>
            <a:r>
              <a:rPr lang="sv-SE" sz="4000" b="1" spc="-13" dirty="0" err="1">
                <a:latin typeface="Comic Sans MS"/>
                <a:cs typeface="Comic Sans MS"/>
              </a:rPr>
              <a:t>Languages</a:t>
            </a:r>
            <a:endParaRPr lang="sv-SE" sz="4000" b="1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pPr algn="l"/>
            <a:endParaRPr lang="sv-SE" sz="2400" spc="-13" dirty="0">
              <a:latin typeface="Comic Sans MS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following contrast all three for “Hello, World!” and show </a:t>
            </a:r>
            <a:r>
              <a:rPr lang="en-GB" sz="2400" b="1" dirty="0">
                <a:latin typeface="Comic Sans MS" panose="030F0702030302020204" pitchFamily="66" charset="0"/>
              </a:rPr>
              <a:t>Machine vs Assembly vs High level Languages</a:t>
            </a:r>
            <a:r>
              <a:rPr lang="en-GB" sz="2400" dirty="0">
                <a:latin typeface="Comic Sans MS" panose="030F0702030302020204" pitchFamily="66" charset="0"/>
              </a:rPr>
              <a:t>, highlighting the jump in readability.</a:t>
            </a:r>
          </a:p>
        </p:txBody>
      </p:sp>
      <p:sp>
        <p:nvSpPr>
          <p:cNvPr id="2" name="object 3"/>
          <p:cNvSpPr/>
          <p:nvPr/>
        </p:nvSpPr>
        <p:spPr>
          <a:xfrm>
            <a:off x="6967907" y="3534246"/>
            <a:ext cx="1544918" cy="1773368"/>
          </a:xfrm>
          <a:custGeom>
            <a:avLst/>
            <a:gdLst/>
            <a:ahLst/>
            <a:cxnLst/>
            <a:rect l="l" t="t" r="r" b="b"/>
            <a:pathLst>
              <a:path w="1193800" h="1370329">
                <a:moveTo>
                  <a:pt x="56387" y="1370075"/>
                </a:moveTo>
                <a:lnTo>
                  <a:pt x="33527" y="1370075"/>
                </a:lnTo>
                <a:lnTo>
                  <a:pt x="21335" y="1350263"/>
                </a:lnTo>
                <a:lnTo>
                  <a:pt x="10667" y="1325879"/>
                </a:lnTo>
                <a:lnTo>
                  <a:pt x="4571" y="1301495"/>
                </a:lnTo>
                <a:lnTo>
                  <a:pt x="1523" y="1275587"/>
                </a:lnTo>
                <a:lnTo>
                  <a:pt x="0" y="1249679"/>
                </a:lnTo>
                <a:lnTo>
                  <a:pt x="3047" y="1196339"/>
                </a:lnTo>
                <a:lnTo>
                  <a:pt x="10667" y="1142999"/>
                </a:lnTo>
                <a:lnTo>
                  <a:pt x="16763" y="1118615"/>
                </a:lnTo>
                <a:lnTo>
                  <a:pt x="22859" y="1095755"/>
                </a:lnTo>
                <a:lnTo>
                  <a:pt x="27431" y="1072895"/>
                </a:lnTo>
                <a:lnTo>
                  <a:pt x="33527" y="1053083"/>
                </a:lnTo>
                <a:lnTo>
                  <a:pt x="53339" y="984503"/>
                </a:lnTo>
                <a:lnTo>
                  <a:pt x="77723" y="920495"/>
                </a:lnTo>
                <a:lnTo>
                  <a:pt x="103631" y="856487"/>
                </a:lnTo>
                <a:lnTo>
                  <a:pt x="132587" y="797051"/>
                </a:lnTo>
                <a:lnTo>
                  <a:pt x="163067" y="740663"/>
                </a:lnTo>
                <a:lnTo>
                  <a:pt x="198119" y="687323"/>
                </a:lnTo>
                <a:lnTo>
                  <a:pt x="233171" y="635507"/>
                </a:lnTo>
                <a:lnTo>
                  <a:pt x="272795" y="588263"/>
                </a:lnTo>
                <a:lnTo>
                  <a:pt x="312419" y="542543"/>
                </a:lnTo>
                <a:lnTo>
                  <a:pt x="355092" y="499871"/>
                </a:lnTo>
                <a:lnTo>
                  <a:pt x="400811" y="460247"/>
                </a:lnTo>
                <a:lnTo>
                  <a:pt x="446531" y="422147"/>
                </a:lnTo>
                <a:lnTo>
                  <a:pt x="495300" y="387095"/>
                </a:lnTo>
                <a:lnTo>
                  <a:pt x="544068" y="355091"/>
                </a:lnTo>
                <a:lnTo>
                  <a:pt x="595883" y="324611"/>
                </a:lnTo>
                <a:lnTo>
                  <a:pt x="647700" y="295655"/>
                </a:lnTo>
                <a:lnTo>
                  <a:pt x="701040" y="269747"/>
                </a:lnTo>
                <a:lnTo>
                  <a:pt x="754379" y="245363"/>
                </a:lnTo>
                <a:lnTo>
                  <a:pt x="810767" y="222503"/>
                </a:lnTo>
                <a:lnTo>
                  <a:pt x="867156" y="202691"/>
                </a:lnTo>
                <a:lnTo>
                  <a:pt x="922019" y="184403"/>
                </a:lnTo>
                <a:lnTo>
                  <a:pt x="979931" y="167639"/>
                </a:lnTo>
                <a:lnTo>
                  <a:pt x="972312" y="156971"/>
                </a:lnTo>
                <a:lnTo>
                  <a:pt x="963167" y="146304"/>
                </a:lnTo>
                <a:lnTo>
                  <a:pt x="950975" y="137159"/>
                </a:lnTo>
                <a:lnTo>
                  <a:pt x="905256" y="111251"/>
                </a:lnTo>
                <a:lnTo>
                  <a:pt x="893063" y="102108"/>
                </a:lnTo>
                <a:lnTo>
                  <a:pt x="865631" y="73151"/>
                </a:lnTo>
                <a:lnTo>
                  <a:pt x="850392" y="22859"/>
                </a:lnTo>
                <a:lnTo>
                  <a:pt x="850392" y="0"/>
                </a:lnTo>
                <a:lnTo>
                  <a:pt x="873252" y="6095"/>
                </a:lnTo>
                <a:lnTo>
                  <a:pt x="925067" y="15239"/>
                </a:lnTo>
                <a:lnTo>
                  <a:pt x="950975" y="22859"/>
                </a:lnTo>
                <a:lnTo>
                  <a:pt x="1002792" y="35051"/>
                </a:lnTo>
                <a:lnTo>
                  <a:pt x="1030223" y="42671"/>
                </a:lnTo>
                <a:lnTo>
                  <a:pt x="1054608" y="53339"/>
                </a:lnTo>
                <a:lnTo>
                  <a:pt x="1077467" y="62483"/>
                </a:lnTo>
                <a:lnTo>
                  <a:pt x="1101852" y="74675"/>
                </a:lnTo>
                <a:lnTo>
                  <a:pt x="1139952" y="102108"/>
                </a:lnTo>
                <a:lnTo>
                  <a:pt x="1170431" y="135635"/>
                </a:lnTo>
                <a:lnTo>
                  <a:pt x="1188719" y="178307"/>
                </a:lnTo>
                <a:lnTo>
                  <a:pt x="1193292" y="202691"/>
                </a:lnTo>
                <a:lnTo>
                  <a:pt x="1193292" y="219455"/>
                </a:lnTo>
                <a:lnTo>
                  <a:pt x="1190244" y="237743"/>
                </a:lnTo>
                <a:lnTo>
                  <a:pt x="1178052" y="283463"/>
                </a:lnTo>
                <a:lnTo>
                  <a:pt x="1165860" y="307847"/>
                </a:lnTo>
                <a:lnTo>
                  <a:pt x="1155192" y="332231"/>
                </a:lnTo>
                <a:lnTo>
                  <a:pt x="1126236" y="382523"/>
                </a:lnTo>
                <a:lnTo>
                  <a:pt x="1092708" y="431291"/>
                </a:lnTo>
                <a:lnTo>
                  <a:pt x="1056131" y="475487"/>
                </a:lnTo>
                <a:lnTo>
                  <a:pt x="1018031" y="513587"/>
                </a:lnTo>
                <a:lnTo>
                  <a:pt x="982979" y="541019"/>
                </a:lnTo>
                <a:lnTo>
                  <a:pt x="949452" y="554735"/>
                </a:lnTo>
                <a:lnTo>
                  <a:pt x="934212" y="554735"/>
                </a:lnTo>
                <a:lnTo>
                  <a:pt x="920496" y="553211"/>
                </a:lnTo>
                <a:lnTo>
                  <a:pt x="920496" y="525779"/>
                </a:lnTo>
                <a:lnTo>
                  <a:pt x="925067" y="484631"/>
                </a:lnTo>
                <a:lnTo>
                  <a:pt x="954023" y="422147"/>
                </a:lnTo>
                <a:lnTo>
                  <a:pt x="963167" y="411479"/>
                </a:lnTo>
                <a:lnTo>
                  <a:pt x="972312" y="399287"/>
                </a:lnTo>
                <a:lnTo>
                  <a:pt x="1001267" y="364235"/>
                </a:lnTo>
                <a:lnTo>
                  <a:pt x="1022604" y="320039"/>
                </a:lnTo>
                <a:lnTo>
                  <a:pt x="1027175" y="301751"/>
                </a:lnTo>
                <a:lnTo>
                  <a:pt x="961644" y="309371"/>
                </a:lnTo>
                <a:lnTo>
                  <a:pt x="897635" y="321563"/>
                </a:lnTo>
                <a:lnTo>
                  <a:pt x="835152" y="335279"/>
                </a:lnTo>
                <a:lnTo>
                  <a:pt x="774192" y="352043"/>
                </a:lnTo>
                <a:lnTo>
                  <a:pt x="716279" y="373379"/>
                </a:lnTo>
                <a:lnTo>
                  <a:pt x="659892" y="397763"/>
                </a:lnTo>
                <a:lnTo>
                  <a:pt x="605027" y="425195"/>
                </a:lnTo>
                <a:lnTo>
                  <a:pt x="553211" y="455675"/>
                </a:lnTo>
                <a:lnTo>
                  <a:pt x="502920" y="489203"/>
                </a:lnTo>
                <a:lnTo>
                  <a:pt x="455675" y="524255"/>
                </a:lnTo>
                <a:lnTo>
                  <a:pt x="409955" y="565403"/>
                </a:lnTo>
                <a:lnTo>
                  <a:pt x="365759" y="608075"/>
                </a:lnTo>
                <a:lnTo>
                  <a:pt x="324612" y="653795"/>
                </a:lnTo>
                <a:lnTo>
                  <a:pt x="286512" y="704087"/>
                </a:lnTo>
                <a:lnTo>
                  <a:pt x="251459" y="755903"/>
                </a:lnTo>
                <a:lnTo>
                  <a:pt x="217931" y="812291"/>
                </a:lnTo>
                <a:lnTo>
                  <a:pt x="188975" y="871727"/>
                </a:lnTo>
                <a:lnTo>
                  <a:pt x="160019" y="932687"/>
                </a:lnTo>
                <a:lnTo>
                  <a:pt x="135635" y="998219"/>
                </a:lnTo>
                <a:lnTo>
                  <a:pt x="114299" y="1065275"/>
                </a:lnTo>
                <a:lnTo>
                  <a:pt x="96011" y="1136903"/>
                </a:lnTo>
                <a:lnTo>
                  <a:pt x="79247" y="1211579"/>
                </a:lnTo>
                <a:lnTo>
                  <a:pt x="67055" y="1289303"/>
                </a:lnTo>
                <a:lnTo>
                  <a:pt x="56387" y="1370075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" name="object 4"/>
          <p:cNvSpPr txBox="1"/>
          <p:nvPr/>
        </p:nvSpPr>
        <p:spPr>
          <a:xfrm>
            <a:off x="6314339" y="5424972"/>
            <a:ext cx="2970679" cy="983707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dirty="0">
                <a:solidFill>
                  <a:srgbClr val="FF0000"/>
                </a:solidFill>
                <a:latin typeface="Comic Sans MS"/>
                <a:cs typeface="Comic Sans MS"/>
              </a:rPr>
              <a:t>“Basic”</a:t>
            </a:r>
            <a:r>
              <a:rPr sz="2976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976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976">
              <a:latin typeface="Comic Sans MS"/>
              <a:cs typeface="Comic Sans MS"/>
            </a:endParaRPr>
          </a:p>
          <a:p>
            <a:pPr marL="274466" defTabSz="1183325">
              <a:spcBef>
                <a:spcPts val="1702"/>
              </a:spcBef>
            </a:pPr>
            <a:r>
              <a:rPr sz="1876" dirty="0">
                <a:latin typeface="Calibri"/>
                <a:cs typeface="Calibri"/>
              </a:rPr>
              <a:t>PRINT</a:t>
            </a:r>
            <a:r>
              <a:rPr sz="1876" spc="52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"Hello,</a:t>
            </a:r>
            <a:r>
              <a:rPr sz="1876" spc="78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World!"</a:t>
            </a:r>
            <a:endParaRPr sz="1876">
              <a:latin typeface="Calibri"/>
              <a:cs typeface="Calibri"/>
            </a:endParaRPr>
          </a:p>
        </p:txBody>
      </p:sp>
      <p:pic>
        <p:nvPicPr>
          <p:cNvPr id="11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169" y="1826290"/>
            <a:ext cx="3912915" cy="2729574"/>
          </a:xfrm>
          <a:prstGeom prst="rect">
            <a:avLst/>
          </a:prstGeom>
        </p:spPr>
      </p:pic>
      <p:sp>
        <p:nvSpPr>
          <p:cNvPr id="13" name="object 6"/>
          <p:cNvSpPr txBox="1"/>
          <p:nvPr/>
        </p:nvSpPr>
        <p:spPr>
          <a:xfrm>
            <a:off x="9053946" y="2147096"/>
            <a:ext cx="1692835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Hello,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World!</a:t>
            </a:r>
            <a:endParaRPr sz="2135">
              <a:latin typeface="Comic Sans MS"/>
              <a:cs typeface="Comic Sans MS"/>
            </a:endParaRPr>
          </a:p>
        </p:txBody>
      </p:sp>
      <p:pic>
        <p:nvPicPr>
          <p:cNvPr id="14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6008" y="2701962"/>
            <a:ext cx="4443446" cy="444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2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A09D26-65F2-698E-06F7-D6E61A81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3A2E56-054E-2448-66DE-98DEC19BCE9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Machine 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Assembly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Basic:</a:t>
            </a:r>
            <a:endParaRPr lang="sv-SE" sz="2400" b="1" spc="-13" dirty="0">
              <a:latin typeface="Comic Sans MS"/>
              <a:cs typeface="Comic Sans M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391728" y="4864823"/>
            <a:ext cx="2115221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2523" spc="8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26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4856911" y="4819536"/>
            <a:ext cx="2941918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Assembly</a:t>
            </a:r>
            <a:r>
              <a:rPr sz="2523" spc="91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9460104" y="4811592"/>
            <a:ext cx="2551579" cy="967796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“Basic”</a:t>
            </a:r>
            <a:r>
              <a:rPr sz="2523" spc="7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  <a:p>
            <a:pPr marL="116689" defTabSz="1183325">
              <a:spcBef>
                <a:spcPts val="2089"/>
              </a:spcBef>
            </a:pPr>
            <a:r>
              <a:rPr sz="1876" dirty="0">
                <a:latin typeface="Calibri"/>
                <a:cs typeface="Calibri"/>
              </a:rPr>
              <a:t>PRINT</a:t>
            </a:r>
            <a:r>
              <a:rPr sz="1876" spc="52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"Hello,</a:t>
            </a:r>
            <a:r>
              <a:rPr sz="1876" spc="78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World!"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2738840" y="3655789"/>
            <a:ext cx="3113666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0070BF"/>
                </a:solidFill>
                <a:latin typeface="Comic Sans MS"/>
                <a:cs typeface="Comic Sans MS"/>
              </a:rPr>
              <a:t>Low</a:t>
            </a:r>
            <a:r>
              <a:rPr sz="2523" spc="19" dirty="0">
                <a:solidFill>
                  <a:srgbClr val="0070BF"/>
                </a:solidFill>
                <a:latin typeface="Comic Sans MS"/>
                <a:cs typeface="Comic Sans MS"/>
              </a:rPr>
              <a:t> </a:t>
            </a:r>
            <a:r>
              <a:rPr sz="2523" dirty="0">
                <a:solidFill>
                  <a:srgbClr val="0070BF"/>
                </a:solidFill>
                <a:latin typeface="Comic Sans MS"/>
                <a:cs typeface="Comic Sans MS"/>
              </a:rPr>
              <a:t>Level</a:t>
            </a:r>
            <a:r>
              <a:rPr sz="2523" spc="78" dirty="0">
                <a:solidFill>
                  <a:srgbClr val="0070BF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0070BF"/>
                </a:solidFill>
                <a:latin typeface="Comic Sans MS"/>
                <a:cs typeface="Comic Sans MS"/>
              </a:rPr>
              <a:t>Languages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9235267" y="3644031"/>
            <a:ext cx="3088192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0070BF"/>
                </a:solidFill>
                <a:latin typeface="Comic Sans MS"/>
                <a:cs typeface="Comic Sans MS"/>
              </a:rPr>
              <a:t>High</a:t>
            </a:r>
            <a:r>
              <a:rPr sz="2523" spc="32" dirty="0">
                <a:solidFill>
                  <a:srgbClr val="0070BF"/>
                </a:solidFill>
                <a:latin typeface="Comic Sans MS"/>
                <a:cs typeface="Comic Sans MS"/>
              </a:rPr>
              <a:t> </a:t>
            </a:r>
            <a:r>
              <a:rPr sz="2523" dirty="0">
                <a:solidFill>
                  <a:srgbClr val="0070BF"/>
                </a:solidFill>
                <a:latin typeface="Comic Sans MS"/>
                <a:cs typeface="Comic Sans MS"/>
              </a:rPr>
              <a:t>Level</a:t>
            </a:r>
            <a:r>
              <a:rPr sz="2523" spc="71" dirty="0">
                <a:solidFill>
                  <a:srgbClr val="0070BF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0070BF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4611085" y="4802392"/>
            <a:ext cx="0" cy="2698674"/>
          </a:xfrm>
          <a:custGeom>
            <a:avLst/>
            <a:gdLst/>
            <a:ahLst/>
            <a:cxnLst/>
            <a:rect l="l" t="t" r="r" b="b"/>
            <a:pathLst>
              <a:path h="2085339">
                <a:moveTo>
                  <a:pt x="0" y="0"/>
                </a:moveTo>
                <a:lnTo>
                  <a:pt x="0" y="2084831"/>
                </a:lnTo>
              </a:path>
            </a:pathLst>
          </a:custGeom>
          <a:ln w="15240">
            <a:solidFill>
              <a:srgbClr val="959595"/>
            </a:solidFill>
            <a:prstDash val="sysDot"/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9"/>
          <p:cNvSpPr/>
          <p:nvPr/>
        </p:nvSpPr>
        <p:spPr>
          <a:xfrm>
            <a:off x="8839557" y="4845781"/>
            <a:ext cx="0" cy="2700319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355"/>
                </a:lnTo>
              </a:path>
            </a:pathLst>
          </a:custGeom>
          <a:ln w="15240">
            <a:solidFill>
              <a:srgbClr val="959595"/>
            </a:solidFill>
            <a:prstDash val="sysDot"/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5" name="object 10"/>
          <p:cNvSpPr/>
          <p:nvPr/>
        </p:nvSpPr>
        <p:spPr>
          <a:xfrm>
            <a:off x="3051047" y="4196917"/>
            <a:ext cx="298299" cy="443753"/>
          </a:xfrm>
          <a:custGeom>
            <a:avLst/>
            <a:gdLst/>
            <a:ahLst/>
            <a:cxnLst/>
            <a:rect l="l" t="t" r="r" b="b"/>
            <a:pathLst>
              <a:path w="230505" h="342900">
                <a:moveTo>
                  <a:pt x="129540" y="342900"/>
                </a:moveTo>
                <a:lnTo>
                  <a:pt x="118872" y="342900"/>
                </a:lnTo>
                <a:lnTo>
                  <a:pt x="109728" y="339852"/>
                </a:lnTo>
                <a:lnTo>
                  <a:pt x="100584" y="335280"/>
                </a:lnTo>
                <a:lnTo>
                  <a:pt x="92964" y="329184"/>
                </a:lnTo>
                <a:lnTo>
                  <a:pt x="85344" y="321563"/>
                </a:lnTo>
                <a:lnTo>
                  <a:pt x="77724" y="315467"/>
                </a:lnTo>
                <a:lnTo>
                  <a:pt x="70104" y="307848"/>
                </a:lnTo>
                <a:lnTo>
                  <a:pt x="62484" y="298704"/>
                </a:lnTo>
                <a:lnTo>
                  <a:pt x="54864" y="292607"/>
                </a:lnTo>
                <a:lnTo>
                  <a:pt x="42672" y="284988"/>
                </a:lnTo>
                <a:lnTo>
                  <a:pt x="28956" y="278892"/>
                </a:lnTo>
                <a:lnTo>
                  <a:pt x="7620" y="266700"/>
                </a:lnTo>
                <a:lnTo>
                  <a:pt x="3048" y="260604"/>
                </a:lnTo>
                <a:lnTo>
                  <a:pt x="0" y="252983"/>
                </a:lnTo>
                <a:lnTo>
                  <a:pt x="0" y="249936"/>
                </a:lnTo>
                <a:lnTo>
                  <a:pt x="1524" y="248411"/>
                </a:lnTo>
                <a:lnTo>
                  <a:pt x="4572" y="248411"/>
                </a:lnTo>
                <a:lnTo>
                  <a:pt x="16764" y="251459"/>
                </a:lnTo>
                <a:lnTo>
                  <a:pt x="19812" y="251459"/>
                </a:lnTo>
                <a:lnTo>
                  <a:pt x="21336" y="248411"/>
                </a:lnTo>
                <a:lnTo>
                  <a:pt x="22860" y="243840"/>
                </a:lnTo>
                <a:lnTo>
                  <a:pt x="19812" y="240792"/>
                </a:lnTo>
                <a:lnTo>
                  <a:pt x="12192" y="239268"/>
                </a:lnTo>
                <a:lnTo>
                  <a:pt x="7620" y="237743"/>
                </a:lnTo>
                <a:lnTo>
                  <a:pt x="7620" y="231648"/>
                </a:lnTo>
                <a:lnTo>
                  <a:pt x="19812" y="228600"/>
                </a:lnTo>
                <a:lnTo>
                  <a:pt x="36576" y="225551"/>
                </a:lnTo>
                <a:lnTo>
                  <a:pt x="54864" y="225551"/>
                </a:lnTo>
                <a:lnTo>
                  <a:pt x="62484" y="233172"/>
                </a:lnTo>
                <a:lnTo>
                  <a:pt x="67056" y="239268"/>
                </a:lnTo>
                <a:lnTo>
                  <a:pt x="80772" y="252983"/>
                </a:lnTo>
                <a:lnTo>
                  <a:pt x="89916" y="259080"/>
                </a:lnTo>
                <a:lnTo>
                  <a:pt x="94488" y="224028"/>
                </a:lnTo>
                <a:lnTo>
                  <a:pt x="96012" y="190500"/>
                </a:lnTo>
                <a:lnTo>
                  <a:pt x="96012" y="89916"/>
                </a:lnTo>
                <a:lnTo>
                  <a:pt x="97536" y="59436"/>
                </a:lnTo>
                <a:lnTo>
                  <a:pt x="103632" y="28956"/>
                </a:lnTo>
                <a:lnTo>
                  <a:pt x="112776" y="1524"/>
                </a:lnTo>
                <a:lnTo>
                  <a:pt x="124968" y="0"/>
                </a:lnTo>
                <a:lnTo>
                  <a:pt x="134112" y="1524"/>
                </a:lnTo>
                <a:lnTo>
                  <a:pt x="141732" y="3048"/>
                </a:lnTo>
                <a:lnTo>
                  <a:pt x="156972" y="9144"/>
                </a:lnTo>
                <a:lnTo>
                  <a:pt x="163068" y="12192"/>
                </a:lnTo>
                <a:lnTo>
                  <a:pt x="156972" y="71628"/>
                </a:lnTo>
                <a:lnTo>
                  <a:pt x="152400" y="105155"/>
                </a:lnTo>
                <a:lnTo>
                  <a:pt x="149352" y="137160"/>
                </a:lnTo>
                <a:lnTo>
                  <a:pt x="147828" y="167640"/>
                </a:lnTo>
                <a:lnTo>
                  <a:pt x="149352" y="199643"/>
                </a:lnTo>
                <a:lnTo>
                  <a:pt x="153924" y="228600"/>
                </a:lnTo>
                <a:lnTo>
                  <a:pt x="188976" y="195072"/>
                </a:lnTo>
                <a:lnTo>
                  <a:pt x="205740" y="198119"/>
                </a:lnTo>
                <a:lnTo>
                  <a:pt x="216408" y="202692"/>
                </a:lnTo>
                <a:lnTo>
                  <a:pt x="224028" y="207264"/>
                </a:lnTo>
                <a:lnTo>
                  <a:pt x="228600" y="213359"/>
                </a:lnTo>
                <a:lnTo>
                  <a:pt x="230124" y="220980"/>
                </a:lnTo>
                <a:lnTo>
                  <a:pt x="227076" y="228600"/>
                </a:lnTo>
                <a:lnTo>
                  <a:pt x="224028" y="237743"/>
                </a:lnTo>
                <a:lnTo>
                  <a:pt x="217932" y="246888"/>
                </a:lnTo>
                <a:lnTo>
                  <a:pt x="184404" y="286512"/>
                </a:lnTo>
                <a:lnTo>
                  <a:pt x="169164" y="307848"/>
                </a:lnTo>
                <a:lnTo>
                  <a:pt x="163068" y="316991"/>
                </a:lnTo>
                <a:lnTo>
                  <a:pt x="160020" y="327660"/>
                </a:lnTo>
                <a:lnTo>
                  <a:pt x="156972" y="336804"/>
                </a:lnTo>
                <a:lnTo>
                  <a:pt x="141732" y="341376"/>
                </a:lnTo>
                <a:lnTo>
                  <a:pt x="129540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6" name="object 11"/>
          <p:cNvSpPr/>
          <p:nvPr/>
        </p:nvSpPr>
        <p:spPr>
          <a:xfrm>
            <a:off x="10565263" y="4196917"/>
            <a:ext cx="298299" cy="443753"/>
          </a:xfrm>
          <a:custGeom>
            <a:avLst/>
            <a:gdLst/>
            <a:ahLst/>
            <a:cxnLst/>
            <a:rect l="l" t="t" r="r" b="b"/>
            <a:pathLst>
              <a:path w="230504" h="342900">
                <a:moveTo>
                  <a:pt x="131064" y="342900"/>
                </a:moveTo>
                <a:lnTo>
                  <a:pt x="118872" y="342900"/>
                </a:lnTo>
                <a:lnTo>
                  <a:pt x="109728" y="339852"/>
                </a:lnTo>
                <a:lnTo>
                  <a:pt x="100584" y="335280"/>
                </a:lnTo>
                <a:lnTo>
                  <a:pt x="92964" y="329184"/>
                </a:lnTo>
                <a:lnTo>
                  <a:pt x="85344" y="321563"/>
                </a:lnTo>
                <a:lnTo>
                  <a:pt x="77724" y="315467"/>
                </a:lnTo>
                <a:lnTo>
                  <a:pt x="70104" y="307848"/>
                </a:lnTo>
                <a:lnTo>
                  <a:pt x="64008" y="298704"/>
                </a:lnTo>
                <a:lnTo>
                  <a:pt x="54864" y="292607"/>
                </a:lnTo>
                <a:lnTo>
                  <a:pt x="42672" y="284988"/>
                </a:lnTo>
                <a:lnTo>
                  <a:pt x="28956" y="278892"/>
                </a:lnTo>
                <a:lnTo>
                  <a:pt x="19812" y="272795"/>
                </a:lnTo>
                <a:lnTo>
                  <a:pt x="9144" y="266700"/>
                </a:lnTo>
                <a:lnTo>
                  <a:pt x="3048" y="260604"/>
                </a:lnTo>
                <a:lnTo>
                  <a:pt x="0" y="252983"/>
                </a:lnTo>
                <a:lnTo>
                  <a:pt x="0" y="249936"/>
                </a:lnTo>
                <a:lnTo>
                  <a:pt x="3048" y="248411"/>
                </a:lnTo>
                <a:lnTo>
                  <a:pt x="4572" y="248411"/>
                </a:lnTo>
                <a:lnTo>
                  <a:pt x="16764" y="251459"/>
                </a:lnTo>
                <a:lnTo>
                  <a:pt x="19812" y="251459"/>
                </a:lnTo>
                <a:lnTo>
                  <a:pt x="22860" y="248411"/>
                </a:lnTo>
                <a:lnTo>
                  <a:pt x="22860" y="242316"/>
                </a:lnTo>
                <a:lnTo>
                  <a:pt x="19812" y="240792"/>
                </a:lnTo>
                <a:lnTo>
                  <a:pt x="12192" y="239268"/>
                </a:lnTo>
                <a:lnTo>
                  <a:pt x="9144" y="237743"/>
                </a:lnTo>
                <a:lnTo>
                  <a:pt x="7620" y="234695"/>
                </a:lnTo>
                <a:lnTo>
                  <a:pt x="9144" y="231648"/>
                </a:lnTo>
                <a:lnTo>
                  <a:pt x="21336" y="228600"/>
                </a:lnTo>
                <a:lnTo>
                  <a:pt x="36576" y="225551"/>
                </a:lnTo>
                <a:lnTo>
                  <a:pt x="54864" y="225551"/>
                </a:lnTo>
                <a:lnTo>
                  <a:pt x="68580" y="239268"/>
                </a:lnTo>
                <a:lnTo>
                  <a:pt x="74676" y="246888"/>
                </a:lnTo>
                <a:lnTo>
                  <a:pt x="89916" y="259080"/>
                </a:lnTo>
                <a:lnTo>
                  <a:pt x="94488" y="224028"/>
                </a:lnTo>
                <a:lnTo>
                  <a:pt x="96012" y="190500"/>
                </a:lnTo>
                <a:lnTo>
                  <a:pt x="96012" y="89916"/>
                </a:lnTo>
                <a:lnTo>
                  <a:pt x="99060" y="59436"/>
                </a:lnTo>
                <a:lnTo>
                  <a:pt x="103632" y="28956"/>
                </a:lnTo>
                <a:lnTo>
                  <a:pt x="112776" y="1524"/>
                </a:lnTo>
                <a:lnTo>
                  <a:pt x="124968" y="0"/>
                </a:lnTo>
                <a:lnTo>
                  <a:pt x="135636" y="1524"/>
                </a:lnTo>
                <a:lnTo>
                  <a:pt x="143256" y="3048"/>
                </a:lnTo>
                <a:lnTo>
                  <a:pt x="156972" y="9144"/>
                </a:lnTo>
                <a:lnTo>
                  <a:pt x="163068" y="12192"/>
                </a:lnTo>
                <a:lnTo>
                  <a:pt x="156972" y="71628"/>
                </a:lnTo>
                <a:lnTo>
                  <a:pt x="153924" y="105155"/>
                </a:lnTo>
                <a:lnTo>
                  <a:pt x="149352" y="137160"/>
                </a:lnTo>
                <a:lnTo>
                  <a:pt x="149352" y="199643"/>
                </a:lnTo>
                <a:lnTo>
                  <a:pt x="153924" y="228600"/>
                </a:lnTo>
                <a:lnTo>
                  <a:pt x="190500" y="195072"/>
                </a:lnTo>
                <a:lnTo>
                  <a:pt x="205740" y="198119"/>
                </a:lnTo>
                <a:lnTo>
                  <a:pt x="216408" y="202692"/>
                </a:lnTo>
                <a:lnTo>
                  <a:pt x="225552" y="207264"/>
                </a:lnTo>
                <a:lnTo>
                  <a:pt x="228600" y="213359"/>
                </a:lnTo>
                <a:lnTo>
                  <a:pt x="230124" y="220980"/>
                </a:lnTo>
                <a:lnTo>
                  <a:pt x="228600" y="228600"/>
                </a:lnTo>
                <a:lnTo>
                  <a:pt x="224028" y="237743"/>
                </a:lnTo>
                <a:lnTo>
                  <a:pt x="217932" y="246888"/>
                </a:lnTo>
                <a:lnTo>
                  <a:pt x="202692" y="266700"/>
                </a:lnTo>
                <a:lnTo>
                  <a:pt x="193548" y="275843"/>
                </a:lnTo>
                <a:lnTo>
                  <a:pt x="185928" y="286512"/>
                </a:lnTo>
                <a:lnTo>
                  <a:pt x="176784" y="297180"/>
                </a:lnTo>
                <a:lnTo>
                  <a:pt x="170688" y="307848"/>
                </a:lnTo>
                <a:lnTo>
                  <a:pt x="164592" y="316991"/>
                </a:lnTo>
                <a:lnTo>
                  <a:pt x="160020" y="327660"/>
                </a:lnTo>
                <a:lnTo>
                  <a:pt x="158496" y="336804"/>
                </a:lnTo>
                <a:lnTo>
                  <a:pt x="143256" y="341376"/>
                </a:lnTo>
                <a:lnTo>
                  <a:pt x="131064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7" name="object 12"/>
          <p:cNvSpPr/>
          <p:nvPr/>
        </p:nvSpPr>
        <p:spPr>
          <a:xfrm>
            <a:off x="5173172" y="4232416"/>
            <a:ext cx="298299" cy="443753"/>
          </a:xfrm>
          <a:custGeom>
            <a:avLst/>
            <a:gdLst/>
            <a:ahLst/>
            <a:cxnLst/>
            <a:rect l="l" t="t" r="r" b="b"/>
            <a:pathLst>
              <a:path w="230504" h="342900">
                <a:moveTo>
                  <a:pt x="143255" y="342900"/>
                </a:moveTo>
                <a:lnTo>
                  <a:pt x="118871" y="342900"/>
                </a:lnTo>
                <a:lnTo>
                  <a:pt x="109727" y="339852"/>
                </a:lnTo>
                <a:lnTo>
                  <a:pt x="100583" y="335280"/>
                </a:lnTo>
                <a:lnTo>
                  <a:pt x="85343" y="323087"/>
                </a:lnTo>
                <a:lnTo>
                  <a:pt x="70103" y="307848"/>
                </a:lnTo>
                <a:lnTo>
                  <a:pt x="64007" y="298704"/>
                </a:lnTo>
                <a:lnTo>
                  <a:pt x="54863" y="292607"/>
                </a:lnTo>
                <a:lnTo>
                  <a:pt x="42671" y="284988"/>
                </a:lnTo>
                <a:lnTo>
                  <a:pt x="28955" y="278892"/>
                </a:lnTo>
                <a:lnTo>
                  <a:pt x="19811" y="272795"/>
                </a:lnTo>
                <a:lnTo>
                  <a:pt x="9143" y="266700"/>
                </a:lnTo>
                <a:lnTo>
                  <a:pt x="3047" y="260604"/>
                </a:lnTo>
                <a:lnTo>
                  <a:pt x="0" y="254507"/>
                </a:lnTo>
                <a:lnTo>
                  <a:pt x="0" y="249936"/>
                </a:lnTo>
                <a:lnTo>
                  <a:pt x="3047" y="248411"/>
                </a:lnTo>
                <a:lnTo>
                  <a:pt x="4571" y="248411"/>
                </a:lnTo>
                <a:lnTo>
                  <a:pt x="16763" y="251459"/>
                </a:lnTo>
                <a:lnTo>
                  <a:pt x="19811" y="251459"/>
                </a:lnTo>
                <a:lnTo>
                  <a:pt x="22859" y="248411"/>
                </a:lnTo>
                <a:lnTo>
                  <a:pt x="22859" y="242316"/>
                </a:lnTo>
                <a:lnTo>
                  <a:pt x="19811" y="240792"/>
                </a:lnTo>
                <a:lnTo>
                  <a:pt x="12191" y="239268"/>
                </a:lnTo>
                <a:lnTo>
                  <a:pt x="9143" y="237743"/>
                </a:lnTo>
                <a:lnTo>
                  <a:pt x="7619" y="236219"/>
                </a:lnTo>
                <a:lnTo>
                  <a:pt x="9143" y="231648"/>
                </a:lnTo>
                <a:lnTo>
                  <a:pt x="21335" y="228600"/>
                </a:lnTo>
                <a:lnTo>
                  <a:pt x="36575" y="225551"/>
                </a:lnTo>
                <a:lnTo>
                  <a:pt x="54863" y="225551"/>
                </a:lnTo>
                <a:lnTo>
                  <a:pt x="68579" y="239268"/>
                </a:lnTo>
                <a:lnTo>
                  <a:pt x="74675" y="246888"/>
                </a:lnTo>
                <a:lnTo>
                  <a:pt x="82295" y="254507"/>
                </a:lnTo>
                <a:lnTo>
                  <a:pt x="89915" y="259080"/>
                </a:lnTo>
                <a:lnTo>
                  <a:pt x="94487" y="225551"/>
                </a:lnTo>
                <a:lnTo>
                  <a:pt x="96011" y="190500"/>
                </a:lnTo>
                <a:lnTo>
                  <a:pt x="96011" y="91439"/>
                </a:lnTo>
                <a:lnTo>
                  <a:pt x="99059" y="59436"/>
                </a:lnTo>
                <a:lnTo>
                  <a:pt x="103631" y="28956"/>
                </a:lnTo>
                <a:lnTo>
                  <a:pt x="112775" y="1524"/>
                </a:lnTo>
                <a:lnTo>
                  <a:pt x="124967" y="0"/>
                </a:lnTo>
                <a:lnTo>
                  <a:pt x="135635" y="1524"/>
                </a:lnTo>
                <a:lnTo>
                  <a:pt x="143255" y="3048"/>
                </a:lnTo>
                <a:lnTo>
                  <a:pt x="156971" y="9144"/>
                </a:lnTo>
                <a:lnTo>
                  <a:pt x="163067" y="12192"/>
                </a:lnTo>
                <a:lnTo>
                  <a:pt x="156971" y="73152"/>
                </a:lnTo>
                <a:lnTo>
                  <a:pt x="153923" y="105155"/>
                </a:lnTo>
                <a:lnTo>
                  <a:pt x="149351" y="137160"/>
                </a:lnTo>
                <a:lnTo>
                  <a:pt x="149351" y="199643"/>
                </a:lnTo>
                <a:lnTo>
                  <a:pt x="153923" y="228600"/>
                </a:lnTo>
                <a:lnTo>
                  <a:pt x="190499" y="195072"/>
                </a:lnTo>
                <a:lnTo>
                  <a:pt x="205739" y="198119"/>
                </a:lnTo>
                <a:lnTo>
                  <a:pt x="216407" y="202692"/>
                </a:lnTo>
                <a:lnTo>
                  <a:pt x="225551" y="207264"/>
                </a:lnTo>
                <a:lnTo>
                  <a:pt x="228599" y="213359"/>
                </a:lnTo>
                <a:lnTo>
                  <a:pt x="230123" y="220980"/>
                </a:lnTo>
                <a:lnTo>
                  <a:pt x="228599" y="228600"/>
                </a:lnTo>
                <a:lnTo>
                  <a:pt x="224027" y="237743"/>
                </a:lnTo>
                <a:lnTo>
                  <a:pt x="217931" y="246888"/>
                </a:lnTo>
                <a:lnTo>
                  <a:pt x="202691" y="266700"/>
                </a:lnTo>
                <a:lnTo>
                  <a:pt x="193547" y="275843"/>
                </a:lnTo>
                <a:lnTo>
                  <a:pt x="185927" y="286512"/>
                </a:lnTo>
                <a:lnTo>
                  <a:pt x="176783" y="297180"/>
                </a:lnTo>
                <a:lnTo>
                  <a:pt x="170687" y="307848"/>
                </a:lnTo>
                <a:lnTo>
                  <a:pt x="163067" y="316991"/>
                </a:lnTo>
                <a:lnTo>
                  <a:pt x="160019" y="327660"/>
                </a:lnTo>
                <a:lnTo>
                  <a:pt x="156971" y="336804"/>
                </a:lnTo>
                <a:lnTo>
                  <a:pt x="143255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18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366" y="5376314"/>
            <a:ext cx="1356897" cy="2587571"/>
          </a:xfrm>
          <a:prstGeom prst="rect">
            <a:avLst/>
          </a:prstGeom>
        </p:spPr>
      </p:pic>
      <p:pic>
        <p:nvPicPr>
          <p:cNvPr id="19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9565" y="5498592"/>
            <a:ext cx="2997796" cy="97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0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A25B72-B872-D342-B192-4679032E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A9C9ADA-373C-C74A-8186-CF2F0ECACC10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Machine 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Assembly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Basic:</a:t>
            </a:r>
          </a:p>
          <a:p>
            <a:pPr algn="l"/>
            <a:endParaRPr lang="sv-SE" sz="2400" spc="-39" dirty="0"/>
          </a:p>
          <a:p>
            <a:pPr algn="l"/>
            <a:r>
              <a:rPr lang="sv-SE" sz="2400" spc="-39" dirty="0" err="1">
                <a:latin typeface="Comic Sans MS" panose="030F0702030302020204" pitchFamily="66" charset="0"/>
              </a:rPr>
              <a:t>You</a:t>
            </a:r>
            <a:r>
              <a:rPr lang="sv-SE" sz="2400" spc="-39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need</a:t>
            </a:r>
            <a:r>
              <a:rPr lang="sv-SE" sz="2400" spc="-39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a</a:t>
            </a:r>
            <a:r>
              <a:rPr lang="sv-SE" sz="2400" spc="-13" dirty="0">
                <a:latin typeface="Comic Sans MS" panose="030F0702030302020204" pitchFamily="66" charset="0"/>
              </a:rPr>
              <a:t> Translator!</a:t>
            </a:r>
            <a:endParaRPr lang="sv-SE" sz="2400" b="1" spc="-13" dirty="0">
              <a:latin typeface="Comic Sans MS" panose="030F0702030302020204" pitchFamily="66" charset="0"/>
              <a:cs typeface="Comic Sans MS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924257" y="4089731"/>
            <a:ext cx="2756199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2523" spc="9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2020" y="4097676"/>
            <a:ext cx="3036421" cy="89085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High-level</a:t>
            </a:r>
            <a:r>
              <a:rPr sz="2523" spc="8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  <a:p>
            <a:pPr marL="364859" defTabSz="1183325">
              <a:spcBef>
                <a:spcPts val="1527"/>
              </a:spcBef>
            </a:pPr>
            <a:r>
              <a:rPr sz="1876" dirty="0">
                <a:latin typeface="Calibri"/>
                <a:cs typeface="Calibri"/>
              </a:rPr>
              <a:t>PRINT</a:t>
            </a:r>
            <a:r>
              <a:rPr sz="1876" spc="52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"Hello,</a:t>
            </a:r>
            <a:r>
              <a:rPr sz="1876" spc="78" dirty="0">
                <a:latin typeface="Calibri"/>
                <a:cs typeface="Calibri"/>
              </a:rPr>
              <a:t> </a:t>
            </a:r>
            <a:r>
              <a:rPr sz="1876" spc="-13" dirty="0">
                <a:latin typeface="Calibri"/>
                <a:cs typeface="Calibri"/>
              </a:rPr>
              <a:t>World!"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11" name="object 5"/>
          <p:cNvSpPr/>
          <p:nvPr/>
        </p:nvSpPr>
        <p:spPr>
          <a:xfrm>
            <a:off x="8103915" y="4382307"/>
            <a:ext cx="1453702" cy="571947"/>
          </a:xfrm>
          <a:custGeom>
            <a:avLst/>
            <a:gdLst/>
            <a:ahLst/>
            <a:cxnLst/>
            <a:rect l="l" t="t" r="r" b="b"/>
            <a:pathLst>
              <a:path w="1123315" h="441960">
                <a:moveTo>
                  <a:pt x="1100327" y="441960"/>
                </a:moveTo>
                <a:lnTo>
                  <a:pt x="1072895" y="403860"/>
                </a:lnTo>
                <a:lnTo>
                  <a:pt x="1045463" y="367284"/>
                </a:lnTo>
                <a:lnTo>
                  <a:pt x="1016507" y="335280"/>
                </a:lnTo>
                <a:lnTo>
                  <a:pt x="986027" y="304800"/>
                </a:lnTo>
                <a:lnTo>
                  <a:pt x="954023" y="277368"/>
                </a:lnTo>
                <a:lnTo>
                  <a:pt x="922019" y="251460"/>
                </a:lnTo>
                <a:lnTo>
                  <a:pt x="886967" y="228600"/>
                </a:lnTo>
                <a:lnTo>
                  <a:pt x="850391" y="208788"/>
                </a:lnTo>
                <a:lnTo>
                  <a:pt x="813815" y="190500"/>
                </a:lnTo>
                <a:lnTo>
                  <a:pt x="775715" y="175260"/>
                </a:lnTo>
                <a:lnTo>
                  <a:pt x="736091" y="163068"/>
                </a:lnTo>
                <a:lnTo>
                  <a:pt x="696467" y="152400"/>
                </a:lnTo>
                <a:lnTo>
                  <a:pt x="653795" y="144780"/>
                </a:lnTo>
                <a:lnTo>
                  <a:pt x="611123" y="138684"/>
                </a:lnTo>
                <a:lnTo>
                  <a:pt x="524255" y="135636"/>
                </a:lnTo>
                <a:lnTo>
                  <a:pt x="480059" y="137160"/>
                </a:lnTo>
                <a:lnTo>
                  <a:pt x="434339" y="141732"/>
                </a:lnTo>
                <a:lnTo>
                  <a:pt x="388619" y="147828"/>
                </a:lnTo>
                <a:lnTo>
                  <a:pt x="339852" y="156972"/>
                </a:lnTo>
                <a:lnTo>
                  <a:pt x="292607" y="167640"/>
                </a:lnTo>
                <a:lnTo>
                  <a:pt x="245363" y="181356"/>
                </a:lnTo>
                <a:lnTo>
                  <a:pt x="195071" y="196596"/>
                </a:lnTo>
                <a:lnTo>
                  <a:pt x="146303" y="214884"/>
                </a:lnTo>
                <a:lnTo>
                  <a:pt x="153923" y="222504"/>
                </a:lnTo>
                <a:lnTo>
                  <a:pt x="163067" y="228600"/>
                </a:lnTo>
                <a:lnTo>
                  <a:pt x="170687" y="234696"/>
                </a:lnTo>
                <a:lnTo>
                  <a:pt x="181355" y="237744"/>
                </a:lnTo>
                <a:lnTo>
                  <a:pt x="208787" y="246888"/>
                </a:lnTo>
                <a:lnTo>
                  <a:pt x="219455" y="249936"/>
                </a:lnTo>
                <a:lnTo>
                  <a:pt x="254507" y="266700"/>
                </a:lnTo>
                <a:lnTo>
                  <a:pt x="283463" y="309372"/>
                </a:lnTo>
                <a:lnTo>
                  <a:pt x="274319" y="313944"/>
                </a:lnTo>
                <a:lnTo>
                  <a:pt x="263652" y="318516"/>
                </a:lnTo>
                <a:lnTo>
                  <a:pt x="249935" y="323088"/>
                </a:lnTo>
                <a:lnTo>
                  <a:pt x="219455" y="323088"/>
                </a:lnTo>
                <a:lnTo>
                  <a:pt x="202691" y="321564"/>
                </a:lnTo>
                <a:lnTo>
                  <a:pt x="185927" y="316992"/>
                </a:lnTo>
                <a:lnTo>
                  <a:pt x="167639" y="313944"/>
                </a:lnTo>
                <a:lnTo>
                  <a:pt x="149352" y="309372"/>
                </a:lnTo>
                <a:lnTo>
                  <a:pt x="131063" y="303276"/>
                </a:lnTo>
                <a:lnTo>
                  <a:pt x="111252" y="297180"/>
                </a:lnTo>
                <a:lnTo>
                  <a:pt x="47243" y="263652"/>
                </a:lnTo>
                <a:lnTo>
                  <a:pt x="13715" y="236220"/>
                </a:lnTo>
                <a:lnTo>
                  <a:pt x="0" y="205740"/>
                </a:lnTo>
                <a:lnTo>
                  <a:pt x="1523" y="190500"/>
                </a:lnTo>
                <a:lnTo>
                  <a:pt x="27431" y="135636"/>
                </a:lnTo>
                <a:lnTo>
                  <a:pt x="68579" y="96012"/>
                </a:lnTo>
                <a:lnTo>
                  <a:pt x="83819" y="82296"/>
                </a:lnTo>
                <a:lnTo>
                  <a:pt x="100583" y="68580"/>
                </a:lnTo>
                <a:lnTo>
                  <a:pt x="117348" y="57912"/>
                </a:lnTo>
                <a:lnTo>
                  <a:pt x="134111" y="45720"/>
                </a:lnTo>
                <a:lnTo>
                  <a:pt x="152400" y="33528"/>
                </a:lnTo>
                <a:lnTo>
                  <a:pt x="169163" y="22860"/>
                </a:lnTo>
                <a:lnTo>
                  <a:pt x="185927" y="10668"/>
                </a:lnTo>
                <a:lnTo>
                  <a:pt x="202691" y="0"/>
                </a:lnTo>
                <a:lnTo>
                  <a:pt x="207263" y="12192"/>
                </a:lnTo>
                <a:lnTo>
                  <a:pt x="210311" y="22860"/>
                </a:lnTo>
                <a:lnTo>
                  <a:pt x="210311" y="33528"/>
                </a:lnTo>
                <a:lnTo>
                  <a:pt x="208787" y="42672"/>
                </a:lnTo>
                <a:lnTo>
                  <a:pt x="205739" y="51816"/>
                </a:lnTo>
                <a:lnTo>
                  <a:pt x="201167" y="60960"/>
                </a:lnTo>
                <a:lnTo>
                  <a:pt x="195071" y="67056"/>
                </a:lnTo>
                <a:lnTo>
                  <a:pt x="188975" y="76200"/>
                </a:lnTo>
                <a:lnTo>
                  <a:pt x="167639" y="97536"/>
                </a:lnTo>
                <a:lnTo>
                  <a:pt x="155448" y="112776"/>
                </a:lnTo>
                <a:lnTo>
                  <a:pt x="152400" y="121920"/>
                </a:lnTo>
                <a:lnTo>
                  <a:pt x="149352" y="129540"/>
                </a:lnTo>
                <a:lnTo>
                  <a:pt x="193548" y="118872"/>
                </a:lnTo>
                <a:lnTo>
                  <a:pt x="239267" y="109728"/>
                </a:lnTo>
                <a:lnTo>
                  <a:pt x="283463" y="102108"/>
                </a:lnTo>
                <a:lnTo>
                  <a:pt x="329183" y="94488"/>
                </a:lnTo>
                <a:lnTo>
                  <a:pt x="419100" y="85344"/>
                </a:lnTo>
                <a:lnTo>
                  <a:pt x="463296" y="82296"/>
                </a:lnTo>
                <a:lnTo>
                  <a:pt x="507491" y="80772"/>
                </a:lnTo>
                <a:lnTo>
                  <a:pt x="550163" y="80772"/>
                </a:lnTo>
                <a:lnTo>
                  <a:pt x="635507" y="86868"/>
                </a:lnTo>
                <a:lnTo>
                  <a:pt x="678179" y="92964"/>
                </a:lnTo>
                <a:lnTo>
                  <a:pt x="719327" y="100584"/>
                </a:lnTo>
                <a:lnTo>
                  <a:pt x="758951" y="111252"/>
                </a:lnTo>
                <a:lnTo>
                  <a:pt x="798575" y="123444"/>
                </a:lnTo>
                <a:lnTo>
                  <a:pt x="836675" y="137160"/>
                </a:lnTo>
                <a:lnTo>
                  <a:pt x="873251" y="153924"/>
                </a:lnTo>
                <a:lnTo>
                  <a:pt x="909827" y="172212"/>
                </a:lnTo>
                <a:lnTo>
                  <a:pt x="944879" y="192024"/>
                </a:lnTo>
                <a:lnTo>
                  <a:pt x="978407" y="216408"/>
                </a:lnTo>
                <a:lnTo>
                  <a:pt x="1010411" y="242316"/>
                </a:lnTo>
                <a:lnTo>
                  <a:pt x="1040891" y="271272"/>
                </a:lnTo>
                <a:lnTo>
                  <a:pt x="1050035" y="278892"/>
                </a:lnTo>
                <a:lnTo>
                  <a:pt x="1059179" y="289560"/>
                </a:lnTo>
                <a:lnTo>
                  <a:pt x="1078991" y="309372"/>
                </a:lnTo>
                <a:lnTo>
                  <a:pt x="1097279" y="333756"/>
                </a:lnTo>
                <a:lnTo>
                  <a:pt x="1112519" y="361188"/>
                </a:lnTo>
                <a:lnTo>
                  <a:pt x="1117091" y="374904"/>
                </a:lnTo>
                <a:lnTo>
                  <a:pt x="1121663" y="390144"/>
                </a:lnTo>
                <a:lnTo>
                  <a:pt x="1123187" y="403860"/>
                </a:lnTo>
                <a:lnTo>
                  <a:pt x="1121663" y="419100"/>
                </a:lnTo>
                <a:lnTo>
                  <a:pt x="1117091" y="434340"/>
                </a:lnTo>
                <a:lnTo>
                  <a:pt x="1100327" y="441960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13" name="object 6"/>
          <p:cNvGrpSpPr/>
          <p:nvPr/>
        </p:nvGrpSpPr>
        <p:grpSpPr>
          <a:xfrm>
            <a:off x="5834858" y="3543121"/>
            <a:ext cx="2021541" cy="1442197"/>
            <a:chOff x="4356354" y="2737866"/>
            <a:chExt cx="1562100" cy="1114425"/>
          </a:xfrm>
        </p:grpSpPr>
        <p:sp>
          <p:nvSpPr>
            <p:cNvPr id="14" name="object 7"/>
            <p:cNvSpPr/>
            <p:nvPr/>
          </p:nvSpPr>
          <p:spPr>
            <a:xfrm>
              <a:off x="4361688" y="2743200"/>
              <a:ext cx="1551940" cy="1103630"/>
            </a:xfrm>
            <a:custGeom>
              <a:avLst/>
              <a:gdLst/>
              <a:ahLst/>
              <a:cxnLst/>
              <a:rect l="l" t="t" r="r" b="b"/>
              <a:pathLst>
                <a:path w="1551939" h="1103629">
                  <a:moveTo>
                    <a:pt x="775716" y="1103375"/>
                  </a:moveTo>
                  <a:lnTo>
                    <a:pt x="720338" y="1101991"/>
                  </a:lnTo>
                  <a:lnTo>
                    <a:pt x="666007" y="1097899"/>
                  </a:lnTo>
                  <a:lnTo>
                    <a:pt x="612856" y="1091194"/>
                  </a:lnTo>
                  <a:lnTo>
                    <a:pt x="561016" y="1081968"/>
                  </a:lnTo>
                  <a:lnTo>
                    <a:pt x="510618" y="1070314"/>
                  </a:lnTo>
                  <a:lnTo>
                    <a:pt x="461793" y="1056326"/>
                  </a:lnTo>
                  <a:lnTo>
                    <a:pt x="414674" y="1040097"/>
                  </a:lnTo>
                  <a:lnTo>
                    <a:pt x="369391" y="1021720"/>
                  </a:lnTo>
                  <a:lnTo>
                    <a:pt x="326077" y="1001288"/>
                  </a:lnTo>
                  <a:lnTo>
                    <a:pt x="284863" y="978895"/>
                  </a:lnTo>
                  <a:lnTo>
                    <a:pt x="245880" y="954634"/>
                  </a:lnTo>
                  <a:lnTo>
                    <a:pt x="209259" y="928597"/>
                  </a:lnTo>
                  <a:lnTo>
                    <a:pt x="175134" y="900878"/>
                  </a:lnTo>
                  <a:lnTo>
                    <a:pt x="143634" y="871571"/>
                  </a:lnTo>
                  <a:lnTo>
                    <a:pt x="114891" y="840768"/>
                  </a:lnTo>
                  <a:lnTo>
                    <a:pt x="89037" y="808563"/>
                  </a:lnTo>
                  <a:lnTo>
                    <a:pt x="66204" y="775048"/>
                  </a:lnTo>
                  <a:lnTo>
                    <a:pt x="46523" y="740318"/>
                  </a:lnTo>
                  <a:lnTo>
                    <a:pt x="30125" y="704465"/>
                  </a:lnTo>
                  <a:lnTo>
                    <a:pt x="17143" y="667582"/>
                  </a:lnTo>
                  <a:lnTo>
                    <a:pt x="7706" y="629763"/>
                  </a:lnTo>
                  <a:lnTo>
                    <a:pt x="1948" y="591100"/>
                  </a:lnTo>
                  <a:lnTo>
                    <a:pt x="0" y="551687"/>
                  </a:lnTo>
                  <a:lnTo>
                    <a:pt x="1948" y="512275"/>
                  </a:lnTo>
                  <a:lnTo>
                    <a:pt x="7706" y="473612"/>
                  </a:lnTo>
                  <a:lnTo>
                    <a:pt x="17143" y="435793"/>
                  </a:lnTo>
                  <a:lnTo>
                    <a:pt x="30125" y="398910"/>
                  </a:lnTo>
                  <a:lnTo>
                    <a:pt x="46523" y="363057"/>
                  </a:lnTo>
                  <a:lnTo>
                    <a:pt x="66204" y="328326"/>
                  </a:lnTo>
                  <a:lnTo>
                    <a:pt x="89037" y="294812"/>
                  </a:lnTo>
                  <a:lnTo>
                    <a:pt x="114891" y="262607"/>
                  </a:lnTo>
                  <a:lnTo>
                    <a:pt x="143634" y="231804"/>
                  </a:lnTo>
                  <a:lnTo>
                    <a:pt x="175134" y="202496"/>
                  </a:lnTo>
                  <a:lnTo>
                    <a:pt x="209259" y="174778"/>
                  </a:lnTo>
                  <a:lnTo>
                    <a:pt x="245880" y="148741"/>
                  </a:lnTo>
                  <a:lnTo>
                    <a:pt x="284863" y="124480"/>
                  </a:lnTo>
                  <a:lnTo>
                    <a:pt x="326077" y="102087"/>
                  </a:lnTo>
                  <a:lnTo>
                    <a:pt x="369391" y="81655"/>
                  </a:lnTo>
                  <a:lnTo>
                    <a:pt x="414674" y="63278"/>
                  </a:lnTo>
                  <a:lnTo>
                    <a:pt x="461793" y="47049"/>
                  </a:lnTo>
                  <a:lnTo>
                    <a:pt x="510618" y="33061"/>
                  </a:lnTo>
                  <a:lnTo>
                    <a:pt x="561016" y="21407"/>
                  </a:lnTo>
                  <a:lnTo>
                    <a:pt x="612856" y="12181"/>
                  </a:lnTo>
                  <a:lnTo>
                    <a:pt x="666007" y="5476"/>
                  </a:lnTo>
                  <a:lnTo>
                    <a:pt x="720338" y="1384"/>
                  </a:lnTo>
                  <a:lnTo>
                    <a:pt x="775716" y="0"/>
                  </a:lnTo>
                  <a:lnTo>
                    <a:pt x="831093" y="1384"/>
                  </a:lnTo>
                  <a:lnTo>
                    <a:pt x="885424" y="5476"/>
                  </a:lnTo>
                  <a:lnTo>
                    <a:pt x="938575" y="12181"/>
                  </a:lnTo>
                  <a:lnTo>
                    <a:pt x="990415" y="21407"/>
                  </a:lnTo>
                  <a:lnTo>
                    <a:pt x="1040813" y="33061"/>
                  </a:lnTo>
                  <a:lnTo>
                    <a:pt x="1089638" y="47049"/>
                  </a:lnTo>
                  <a:lnTo>
                    <a:pt x="1136757" y="63278"/>
                  </a:lnTo>
                  <a:lnTo>
                    <a:pt x="1182040" y="81655"/>
                  </a:lnTo>
                  <a:lnTo>
                    <a:pt x="1225354" y="102087"/>
                  </a:lnTo>
                  <a:lnTo>
                    <a:pt x="1266568" y="124480"/>
                  </a:lnTo>
                  <a:lnTo>
                    <a:pt x="1305551" y="148741"/>
                  </a:lnTo>
                  <a:lnTo>
                    <a:pt x="1342172" y="174778"/>
                  </a:lnTo>
                  <a:lnTo>
                    <a:pt x="1376297" y="202496"/>
                  </a:lnTo>
                  <a:lnTo>
                    <a:pt x="1407797" y="231804"/>
                  </a:lnTo>
                  <a:lnTo>
                    <a:pt x="1436540" y="262607"/>
                  </a:lnTo>
                  <a:lnTo>
                    <a:pt x="1462394" y="294812"/>
                  </a:lnTo>
                  <a:lnTo>
                    <a:pt x="1485227" y="328326"/>
                  </a:lnTo>
                  <a:lnTo>
                    <a:pt x="1504908" y="363057"/>
                  </a:lnTo>
                  <a:lnTo>
                    <a:pt x="1521306" y="398910"/>
                  </a:lnTo>
                  <a:lnTo>
                    <a:pt x="1534289" y="435793"/>
                  </a:lnTo>
                  <a:lnTo>
                    <a:pt x="1543725" y="473612"/>
                  </a:lnTo>
                  <a:lnTo>
                    <a:pt x="1549483" y="512275"/>
                  </a:lnTo>
                  <a:lnTo>
                    <a:pt x="1551432" y="551687"/>
                  </a:lnTo>
                  <a:lnTo>
                    <a:pt x="1549483" y="591100"/>
                  </a:lnTo>
                  <a:lnTo>
                    <a:pt x="1543725" y="629763"/>
                  </a:lnTo>
                  <a:lnTo>
                    <a:pt x="1534289" y="667582"/>
                  </a:lnTo>
                  <a:lnTo>
                    <a:pt x="1521306" y="704465"/>
                  </a:lnTo>
                  <a:lnTo>
                    <a:pt x="1504908" y="740318"/>
                  </a:lnTo>
                  <a:lnTo>
                    <a:pt x="1485227" y="775048"/>
                  </a:lnTo>
                  <a:lnTo>
                    <a:pt x="1462394" y="808563"/>
                  </a:lnTo>
                  <a:lnTo>
                    <a:pt x="1436540" y="840768"/>
                  </a:lnTo>
                  <a:lnTo>
                    <a:pt x="1407797" y="871571"/>
                  </a:lnTo>
                  <a:lnTo>
                    <a:pt x="1376297" y="900878"/>
                  </a:lnTo>
                  <a:lnTo>
                    <a:pt x="1342172" y="928597"/>
                  </a:lnTo>
                  <a:lnTo>
                    <a:pt x="1305551" y="954634"/>
                  </a:lnTo>
                  <a:lnTo>
                    <a:pt x="1266568" y="978895"/>
                  </a:lnTo>
                  <a:lnTo>
                    <a:pt x="1225354" y="1001288"/>
                  </a:lnTo>
                  <a:lnTo>
                    <a:pt x="1182040" y="1021720"/>
                  </a:lnTo>
                  <a:lnTo>
                    <a:pt x="1136757" y="1040097"/>
                  </a:lnTo>
                  <a:lnTo>
                    <a:pt x="1089638" y="1056326"/>
                  </a:lnTo>
                  <a:lnTo>
                    <a:pt x="1040813" y="1070314"/>
                  </a:lnTo>
                  <a:lnTo>
                    <a:pt x="990415" y="1081968"/>
                  </a:lnTo>
                  <a:lnTo>
                    <a:pt x="938575" y="1091194"/>
                  </a:lnTo>
                  <a:lnTo>
                    <a:pt x="885424" y="1097899"/>
                  </a:lnTo>
                  <a:lnTo>
                    <a:pt x="831093" y="1101991"/>
                  </a:lnTo>
                  <a:lnTo>
                    <a:pt x="775716" y="1103375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0" name="object 8"/>
            <p:cNvSpPr/>
            <p:nvPr/>
          </p:nvSpPr>
          <p:spPr>
            <a:xfrm>
              <a:off x="4361688" y="2743200"/>
              <a:ext cx="1551940" cy="1103630"/>
            </a:xfrm>
            <a:custGeom>
              <a:avLst/>
              <a:gdLst/>
              <a:ahLst/>
              <a:cxnLst/>
              <a:rect l="l" t="t" r="r" b="b"/>
              <a:pathLst>
                <a:path w="1551939" h="1103629">
                  <a:moveTo>
                    <a:pt x="0" y="551687"/>
                  </a:moveTo>
                  <a:lnTo>
                    <a:pt x="1948" y="512275"/>
                  </a:lnTo>
                  <a:lnTo>
                    <a:pt x="7706" y="473612"/>
                  </a:lnTo>
                  <a:lnTo>
                    <a:pt x="17143" y="435793"/>
                  </a:lnTo>
                  <a:lnTo>
                    <a:pt x="30125" y="398910"/>
                  </a:lnTo>
                  <a:lnTo>
                    <a:pt x="46523" y="363057"/>
                  </a:lnTo>
                  <a:lnTo>
                    <a:pt x="66204" y="328326"/>
                  </a:lnTo>
                  <a:lnTo>
                    <a:pt x="89037" y="294812"/>
                  </a:lnTo>
                  <a:lnTo>
                    <a:pt x="114891" y="262607"/>
                  </a:lnTo>
                  <a:lnTo>
                    <a:pt x="143634" y="231804"/>
                  </a:lnTo>
                  <a:lnTo>
                    <a:pt x="175134" y="202496"/>
                  </a:lnTo>
                  <a:lnTo>
                    <a:pt x="209259" y="174778"/>
                  </a:lnTo>
                  <a:lnTo>
                    <a:pt x="245880" y="148741"/>
                  </a:lnTo>
                  <a:lnTo>
                    <a:pt x="284863" y="124480"/>
                  </a:lnTo>
                  <a:lnTo>
                    <a:pt x="326077" y="102087"/>
                  </a:lnTo>
                  <a:lnTo>
                    <a:pt x="369391" y="81655"/>
                  </a:lnTo>
                  <a:lnTo>
                    <a:pt x="414674" y="63278"/>
                  </a:lnTo>
                  <a:lnTo>
                    <a:pt x="461793" y="47049"/>
                  </a:lnTo>
                  <a:lnTo>
                    <a:pt x="510618" y="33061"/>
                  </a:lnTo>
                  <a:lnTo>
                    <a:pt x="561016" y="21407"/>
                  </a:lnTo>
                  <a:lnTo>
                    <a:pt x="612856" y="12181"/>
                  </a:lnTo>
                  <a:lnTo>
                    <a:pt x="666007" y="5476"/>
                  </a:lnTo>
                  <a:lnTo>
                    <a:pt x="720338" y="1384"/>
                  </a:lnTo>
                  <a:lnTo>
                    <a:pt x="775716" y="0"/>
                  </a:lnTo>
                  <a:lnTo>
                    <a:pt x="831093" y="1384"/>
                  </a:lnTo>
                  <a:lnTo>
                    <a:pt x="885424" y="5476"/>
                  </a:lnTo>
                  <a:lnTo>
                    <a:pt x="938575" y="12181"/>
                  </a:lnTo>
                  <a:lnTo>
                    <a:pt x="990415" y="21407"/>
                  </a:lnTo>
                  <a:lnTo>
                    <a:pt x="1040813" y="33061"/>
                  </a:lnTo>
                  <a:lnTo>
                    <a:pt x="1089638" y="47049"/>
                  </a:lnTo>
                  <a:lnTo>
                    <a:pt x="1136757" y="63278"/>
                  </a:lnTo>
                  <a:lnTo>
                    <a:pt x="1182040" y="81655"/>
                  </a:lnTo>
                  <a:lnTo>
                    <a:pt x="1225354" y="102087"/>
                  </a:lnTo>
                  <a:lnTo>
                    <a:pt x="1266568" y="124480"/>
                  </a:lnTo>
                  <a:lnTo>
                    <a:pt x="1305551" y="148741"/>
                  </a:lnTo>
                  <a:lnTo>
                    <a:pt x="1342172" y="174778"/>
                  </a:lnTo>
                  <a:lnTo>
                    <a:pt x="1376297" y="202496"/>
                  </a:lnTo>
                  <a:lnTo>
                    <a:pt x="1407797" y="231804"/>
                  </a:lnTo>
                  <a:lnTo>
                    <a:pt x="1436540" y="262607"/>
                  </a:lnTo>
                  <a:lnTo>
                    <a:pt x="1462394" y="294812"/>
                  </a:lnTo>
                  <a:lnTo>
                    <a:pt x="1485227" y="328326"/>
                  </a:lnTo>
                  <a:lnTo>
                    <a:pt x="1504908" y="363057"/>
                  </a:lnTo>
                  <a:lnTo>
                    <a:pt x="1521306" y="398910"/>
                  </a:lnTo>
                  <a:lnTo>
                    <a:pt x="1534289" y="435793"/>
                  </a:lnTo>
                  <a:lnTo>
                    <a:pt x="1543725" y="473612"/>
                  </a:lnTo>
                  <a:lnTo>
                    <a:pt x="1549483" y="512275"/>
                  </a:lnTo>
                  <a:lnTo>
                    <a:pt x="1551432" y="551687"/>
                  </a:lnTo>
                  <a:lnTo>
                    <a:pt x="1549483" y="591100"/>
                  </a:lnTo>
                  <a:lnTo>
                    <a:pt x="1543725" y="629763"/>
                  </a:lnTo>
                  <a:lnTo>
                    <a:pt x="1534289" y="667582"/>
                  </a:lnTo>
                  <a:lnTo>
                    <a:pt x="1521306" y="704465"/>
                  </a:lnTo>
                  <a:lnTo>
                    <a:pt x="1504908" y="740318"/>
                  </a:lnTo>
                  <a:lnTo>
                    <a:pt x="1485227" y="775048"/>
                  </a:lnTo>
                  <a:lnTo>
                    <a:pt x="1462394" y="808563"/>
                  </a:lnTo>
                  <a:lnTo>
                    <a:pt x="1436540" y="840768"/>
                  </a:lnTo>
                  <a:lnTo>
                    <a:pt x="1407797" y="871571"/>
                  </a:lnTo>
                  <a:lnTo>
                    <a:pt x="1376297" y="900878"/>
                  </a:lnTo>
                  <a:lnTo>
                    <a:pt x="1342172" y="928597"/>
                  </a:lnTo>
                  <a:lnTo>
                    <a:pt x="1305551" y="954634"/>
                  </a:lnTo>
                  <a:lnTo>
                    <a:pt x="1266568" y="978895"/>
                  </a:lnTo>
                  <a:lnTo>
                    <a:pt x="1225354" y="1001288"/>
                  </a:lnTo>
                  <a:lnTo>
                    <a:pt x="1182040" y="1021720"/>
                  </a:lnTo>
                  <a:lnTo>
                    <a:pt x="1136757" y="1040097"/>
                  </a:lnTo>
                  <a:lnTo>
                    <a:pt x="1089638" y="1056326"/>
                  </a:lnTo>
                  <a:lnTo>
                    <a:pt x="1040813" y="1070314"/>
                  </a:lnTo>
                  <a:lnTo>
                    <a:pt x="990415" y="1081968"/>
                  </a:lnTo>
                  <a:lnTo>
                    <a:pt x="938575" y="1091194"/>
                  </a:lnTo>
                  <a:lnTo>
                    <a:pt x="885424" y="1097899"/>
                  </a:lnTo>
                  <a:lnTo>
                    <a:pt x="831093" y="1101991"/>
                  </a:lnTo>
                  <a:lnTo>
                    <a:pt x="775716" y="1103375"/>
                  </a:lnTo>
                  <a:lnTo>
                    <a:pt x="720338" y="1101991"/>
                  </a:lnTo>
                  <a:lnTo>
                    <a:pt x="666007" y="1097899"/>
                  </a:lnTo>
                  <a:lnTo>
                    <a:pt x="612856" y="1091194"/>
                  </a:lnTo>
                  <a:lnTo>
                    <a:pt x="561016" y="1081968"/>
                  </a:lnTo>
                  <a:lnTo>
                    <a:pt x="510618" y="1070314"/>
                  </a:lnTo>
                  <a:lnTo>
                    <a:pt x="461793" y="1056326"/>
                  </a:lnTo>
                  <a:lnTo>
                    <a:pt x="414674" y="1040097"/>
                  </a:lnTo>
                  <a:lnTo>
                    <a:pt x="369391" y="1021720"/>
                  </a:lnTo>
                  <a:lnTo>
                    <a:pt x="326077" y="1001288"/>
                  </a:lnTo>
                  <a:lnTo>
                    <a:pt x="284863" y="978895"/>
                  </a:lnTo>
                  <a:lnTo>
                    <a:pt x="245880" y="954634"/>
                  </a:lnTo>
                  <a:lnTo>
                    <a:pt x="209259" y="928597"/>
                  </a:lnTo>
                  <a:lnTo>
                    <a:pt x="175134" y="900878"/>
                  </a:lnTo>
                  <a:lnTo>
                    <a:pt x="143634" y="871571"/>
                  </a:lnTo>
                  <a:lnTo>
                    <a:pt x="114891" y="840768"/>
                  </a:lnTo>
                  <a:lnTo>
                    <a:pt x="89037" y="808563"/>
                  </a:lnTo>
                  <a:lnTo>
                    <a:pt x="66204" y="775048"/>
                  </a:lnTo>
                  <a:lnTo>
                    <a:pt x="46523" y="740318"/>
                  </a:lnTo>
                  <a:lnTo>
                    <a:pt x="30125" y="704465"/>
                  </a:lnTo>
                  <a:lnTo>
                    <a:pt x="17143" y="667582"/>
                  </a:lnTo>
                  <a:lnTo>
                    <a:pt x="7706" y="629763"/>
                  </a:lnTo>
                  <a:lnTo>
                    <a:pt x="1948" y="591100"/>
                  </a:lnTo>
                  <a:lnTo>
                    <a:pt x="0" y="551687"/>
                  </a:lnTo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1" name="object 9"/>
          <p:cNvSpPr txBox="1"/>
          <p:nvPr/>
        </p:nvSpPr>
        <p:spPr>
          <a:xfrm>
            <a:off x="6223678" y="3941864"/>
            <a:ext cx="1239221" cy="595673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78888" marR="6574" indent="-63275" defTabSz="1183325">
              <a:lnSpc>
                <a:spcPct val="102800"/>
              </a:lnSpc>
              <a:spcBef>
                <a:spcPts val="116"/>
              </a:spcBef>
            </a:pPr>
            <a:r>
              <a:rPr sz="1876" spc="-13" dirty="0">
                <a:solidFill>
                  <a:srgbClr val="FFFFFF"/>
                </a:solidFill>
                <a:latin typeface="Comic Sans MS"/>
                <a:cs typeface="Comic Sans MS"/>
              </a:rPr>
              <a:t>Translator Software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22" name="object 10"/>
          <p:cNvSpPr/>
          <p:nvPr/>
        </p:nvSpPr>
        <p:spPr>
          <a:xfrm>
            <a:off x="4380335" y="4315250"/>
            <a:ext cx="1323863" cy="834913"/>
          </a:xfrm>
          <a:custGeom>
            <a:avLst/>
            <a:gdLst/>
            <a:ahLst/>
            <a:cxnLst/>
            <a:rect l="l" t="t" r="r" b="b"/>
            <a:pathLst>
              <a:path w="1022985" h="645160">
                <a:moveTo>
                  <a:pt x="83820" y="644651"/>
                </a:moveTo>
                <a:lnTo>
                  <a:pt x="68580" y="644651"/>
                </a:lnTo>
                <a:lnTo>
                  <a:pt x="56387" y="643127"/>
                </a:lnTo>
                <a:lnTo>
                  <a:pt x="9143" y="605027"/>
                </a:lnTo>
                <a:lnTo>
                  <a:pt x="3048" y="576072"/>
                </a:lnTo>
                <a:lnTo>
                  <a:pt x="0" y="557783"/>
                </a:lnTo>
                <a:lnTo>
                  <a:pt x="0" y="541020"/>
                </a:lnTo>
                <a:lnTo>
                  <a:pt x="3048" y="521207"/>
                </a:lnTo>
                <a:lnTo>
                  <a:pt x="4572" y="501396"/>
                </a:lnTo>
                <a:lnTo>
                  <a:pt x="7620" y="481583"/>
                </a:lnTo>
                <a:lnTo>
                  <a:pt x="12191" y="460248"/>
                </a:lnTo>
                <a:lnTo>
                  <a:pt x="18287" y="440435"/>
                </a:lnTo>
                <a:lnTo>
                  <a:pt x="22860" y="420624"/>
                </a:lnTo>
                <a:lnTo>
                  <a:pt x="28956" y="399287"/>
                </a:lnTo>
                <a:lnTo>
                  <a:pt x="35052" y="379475"/>
                </a:lnTo>
                <a:lnTo>
                  <a:pt x="39624" y="359663"/>
                </a:lnTo>
                <a:lnTo>
                  <a:pt x="45720" y="342899"/>
                </a:lnTo>
                <a:lnTo>
                  <a:pt x="56387" y="347471"/>
                </a:lnTo>
                <a:lnTo>
                  <a:pt x="65532" y="355091"/>
                </a:lnTo>
                <a:lnTo>
                  <a:pt x="73152" y="361187"/>
                </a:lnTo>
                <a:lnTo>
                  <a:pt x="77724" y="370332"/>
                </a:lnTo>
                <a:lnTo>
                  <a:pt x="83820" y="388620"/>
                </a:lnTo>
                <a:lnTo>
                  <a:pt x="83820" y="408431"/>
                </a:lnTo>
                <a:lnTo>
                  <a:pt x="82296" y="438911"/>
                </a:lnTo>
                <a:lnTo>
                  <a:pt x="82296" y="448055"/>
                </a:lnTo>
                <a:lnTo>
                  <a:pt x="85343" y="466344"/>
                </a:lnTo>
                <a:lnTo>
                  <a:pt x="88391" y="475487"/>
                </a:lnTo>
                <a:lnTo>
                  <a:pt x="115824" y="437387"/>
                </a:lnTo>
                <a:lnTo>
                  <a:pt x="144780" y="402335"/>
                </a:lnTo>
                <a:lnTo>
                  <a:pt x="173735" y="365759"/>
                </a:lnTo>
                <a:lnTo>
                  <a:pt x="202691" y="330707"/>
                </a:lnTo>
                <a:lnTo>
                  <a:pt x="265176" y="265175"/>
                </a:lnTo>
                <a:lnTo>
                  <a:pt x="329184" y="204215"/>
                </a:lnTo>
                <a:lnTo>
                  <a:pt x="362712" y="176783"/>
                </a:lnTo>
                <a:lnTo>
                  <a:pt x="396239" y="150875"/>
                </a:lnTo>
                <a:lnTo>
                  <a:pt x="431292" y="126491"/>
                </a:lnTo>
                <a:lnTo>
                  <a:pt x="466344" y="103631"/>
                </a:lnTo>
                <a:lnTo>
                  <a:pt x="502920" y="82295"/>
                </a:lnTo>
                <a:lnTo>
                  <a:pt x="539496" y="64007"/>
                </a:lnTo>
                <a:lnTo>
                  <a:pt x="577596" y="47243"/>
                </a:lnTo>
                <a:lnTo>
                  <a:pt x="615696" y="33527"/>
                </a:lnTo>
                <a:lnTo>
                  <a:pt x="653796" y="21335"/>
                </a:lnTo>
                <a:lnTo>
                  <a:pt x="693420" y="12191"/>
                </a:lnTo>
                <a:lnTo>
                  <a:pt x="733044" y="4571"/>
                </a:lnTo>
                <a:lnTo>
                  <a:pt x="775716" y="1523"/>
                </a:lnTo>
                <a:lnTo>
                  <a:pt x="815340" y="0"/>
                </a:lnTo>
                <a:lnTo>
                  <a:pt x="858012" y="1523"/>
                </a:lnTo>
                <a:lnTo>
                  <a:pt x="870204" y="1523"/>
                </a:lnTo>
                <a:lnTo>
                  <a:pt x="911352" y="6095"/>
                </a:lnTo>
                <a:lnTo>
                  <a:pt x="941832" y="12191"/>
                </a:lnTo>
                <a:lnTo>
                  <a:pt x="957072" y="18287"/>
                </a:lnTo>
                <a:lnTo>
                  <a:pt x="970788" y="22859"/>
                </a:lnTo>
                <a:lnTo>
                  <a:pt x="982980" y="30479"/>
                </a:lnTo>
                <a:lnTo>
                  <a:pt x="996696" y="39623"/>
                </a:lnTo>
                <a:lnTo>
                  <a:pt x="1007364" y="48767"/>
                </a:lnTo>
                <a:lnTo>
                  <a:pt x="1022604" y="76199"/>
                </a:lnTo>
                <a:lnTo>
                  <a:pt x="1013460" y="92963"/>
                </a:lnTo>
                <a:lnTo>
                  <a:pt x="969264" y="80771"/>
                </a:lnTo>
                <a:lnTo>
                  <a:pt x="925068" y="71627"/>
                </a:lnTo>
                <a:lnTo>
                  <a:pt x="880872" y="65531"/>
                </a:lnTo>
                <a:lnTo>
                  <a:pt x="838200" y="62483"/>
                </a:lnTo>
                <a:lnTo>
                  <a:pt x="795528" y="62483"/>
                </a:lnTo>
                <a:lnTo>
                  <a:pt x="754380" y="64007"/>
                </a:lnTo>
                <a:lnTo>
                  <a:pt x="713232" y="70103"/>
                </a:lnTo>
                <a:lnTo>
                  <a:pt x="673608" y="77723"/>
                </a:lnTo>
                <a:lnTo>
                  <a:pt x="633984" y="88391"/>
                </a:lnTo>
                <a:lnTo>
                  <a:pt x="594360" y="102107"/>
                </a:lnTo>
                <a:lnTo>
                  <a:pt x="556260" y="117347"/>
                </a:lnTo>
                <a:lnTo>
                  <a:pt x="518160" y="135635"/>
                </a:lnTo>
                <a:lnTo>
                  <a:pt x="483108" y="156971"/>
                </a:lnTo>
                <a:lnTo>
                  <a:pt x="446532" y="181355"/>
                </a:lnTo>
                <a:lnTo>
                  <a:pt x="411480" y="207263"/>
                </a:lnTo>
                <a:lnTo>
                  <a:pt x="377952" y="234695"/>
                </a:lnTo>
                <a:lnTo>
                  <a:pt x="345948" y="265175"/>
                </a:lnTo>
                <a:lnTo>
                  <a:pt x="313944" y="298703"/>
                </a:lnTo>
                <a:lnTo>
                  <a:pt x="281939" y="333756"/>
                </a:lnTo>
                <a:lnTo>
                  <a:pt x="251460" y="370332"/>
                </a:lnTo>
                <a:lnTo>
                  <a:pt x="222504" y="411479"/>
                </a:lnTo>
                <a:lnTo>
                  <a:pt x="195072" y="452627"/>
                </a:lnTo>
                <a:lnTo>
                  <a:pt x="167639" y="495300"/>
                </a:lnTo>
                <a:lnTo>
                  <a:pt x="141732" y="541020"/>
                </a:lnTo>
                <a:lnTo>
                  <a:pt x="153924" y="542544"/>
                </a:lnTo>
                <a:lnTo>
                  <a:pt x="163068" y="541020"/>
                </a:lnTo>
                <a:lnTo>
                  <a:pt x="173735" y="539496"/>
                </a:lnTo>
                <a:lnTo>
                  <a:pt x="184404" y="536448"/>
                </a:lnTo>
                <a:lnTo>
                  <a:pt x="192024" y="533400"/>
                </a:lnTo>
                <a:lnTo>
                  <a:pt x="219456" y="519683"/>
                </a:lnTo>
                <a:lnTo>
                  <a:pt x="228600" y="516635"/>
                </a:lnTo>
                <a:lnTo>
                  <a:pt x="239268" y="513587"/>
                </a:lnTo>
                <a:lnTo>
                  <a:pt x="248412" y="510539"/>
                </a:lnTo>
                <a:lnTo>
                  <a:pt x="269748" y="510539"/>
                </a:lnTo>
                <a:lnTo>
                  <a:pt x="280416" y="512063"/>
                </a:lnTo>
                <a:lnTo>
                  <a:pt x="292608" y="516635"/>
                </a:lnTo>
                <a:lnTo>
                  <a:pt x="306324" y="524255"/>
                </a:lnTo>
                <a:lnTo>
                  <a:pt x="303276" y="533400"/>
                </a:lnTo>
                <a:lnTo>
                  <a:pt x="268224" y="576072"/>
                </a:lnTo>
                <a:lnTo>
                  <a:pt x="222504" y="603503"/>
                </a:lnTo>
                <a:lnTo>
                  <a:pt x="169164" y="626363"/>
                </a:lnTo>
                <a:lnTo>
                  <a:pt x="150876" y="630935"/>
                </a:lnTo>
                <a:lnTo>
                  <a:pt x="132587" y="637031"/>
                </a:lnTo>
                <a:lnTo>
                  <a:pt x="99060" y="643127"/>
                </a:lnTo>
                <a:lnTo>
                  <a:pt x="83820" y="644651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3" name="object 11"/>
          <p:cNvSpPr txBox="1"/>
          <p:nvPr/>
        </p:nvSpPr>
        <p:spPr>
          <a:xfrm>
            <a:off x="9253052" y="6010757"/>
            <a:ext cx="1872802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Source</a:t>
            </a:r>
            <a:r>
              <a:rPr sz="1488" spc="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26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24" name="object 12"/>
          <p:cNvSpPr/>
          <p:nvPr/>
        </p:nvSpPr>
        <p:spPr>
          <a:xfrm>
            <a:off x="9263589" y="5190922"/>
            <a:ext cx="522642" cy="718222"/>
          </a:xfrm>
          <a:custGeom>
            <a:avLst/>
            <a:gdLst/>
            <a:ahLst/>
            <a:cxnLst/>
            <a:rect l="l" t="t" r="r" b="b"/>
            <a:pathLst>
              <a:path w="403859" h="554989">
                <a:moveTo>
                  <a:pt x="32004" y="554735"/>
                </a:moveTo>
                <a:lnTo>
                  <a:pt x="24384" y="548639"/>
                </a:lnTo>
                <a:lnTo>
                  <a:pt x="18288" y="544067"/>
                </a:lnTo>
                <a:lnTo>
                  <a:pt x="9144" y="528827"/>
                </a:lnTo>
                <a:lnTo>
                  <a:pt x="6096" y="521207"/>
                </a:lnTo>
                <a:lnTo>
                  <a:pt x="3048" y="512063"/>
                </a:lnTo>
                <a:lnTo>
                  <a:pt x="1524" y="502919"/>
                </a:lnTo>
                <a:lnTo>
                  <a:pt x="0" y="484631"/>
                </a:lnTo>
                <a:lnTo>
                  <a:pt x="0" y="454151"/>
                </a:lnTo>
                <a:lnTo>
                  <a:pt x="4572" y="406907"/>
                </a:lnTo>
                <a:lnTo>
                  <a:pt x="15240" y="359663"/>
                </a:lnTo>
                <a:lnTo>
                  <a:pt x="41148" y="295655"/>
                </a:lnTo>
                <a:lnTo>
                  <a:pt x="53340" y="275843"/>
                </a:lnTo>
                <a:lnTo>
                  <a:pt x="65532" y="254507"/>
                </a:lnTo>
                <a:lnTo>
                  <a:pt x="94488" y="216407"/>
                </a:lnTo>
                <a:lnTo>
                  <a:pt x="126492" y="181355"/>
                </a:lnTo>
                <a:lnTo>
                  <a:pt x="161544" y="147827"/>
                </a:lnTo>
                <a:lnTo>
                  <a:pt x="181356" y="132587"/>
                </a:lnTo>
                <a:lnTo>
                  <a:pt x="201167" y="115823"/>
                </a:lnTo>
                <a:lnTo>
                  <a:pt x="220979" y="100583"/>
                </a:lnTo>
                <a:lnTo>
                  <a:pt x="284988" y="59435"/>
                </a:lnTo>
                <a:lnTo>
                  <a:pt x="307848" y="45719"/>
                </a:lnTo>
                <a:lnTo>
                  <a:pt x="303276" y="44195"/>
                </a:lnTo>
                <a:lnTo>
                  <a:pt x="298703" y="41147"/>
                </a:lnTo>
                <a:lnTo>
                  <a:pt x="292608" y="41147"/>
                </a:lnTo>
                <a:lnTo>
                  <a:pt x="288036" y="39623"/>
                </a:lnTo>
                <a:lnTo>
                  <a:pt x="271272" y="38099"/>
                </a:lnTo>
                <a:lnTo>
                  <a:pt x="265176" y="38099"/>
                </a:lnTo>
                <a:lnTo>
                  <a:pt x="260603" y="36575"/>
                </a:lnTo>
                <a:lnTo>
                  <a:pt x="236220" y="10667"/>
                </a:lnTo>
                <a:lnTo>
                  <a:pt x="257555" y="7619"/>
                </a:lnTo>
                <a:lnTo>
                  <a:pt x="269748" y="6095"/>
                </a:lnTo>
                <a:lnTo>
                  <a:pt x="280415" y="4571"/>
                </a:lnTo>
                <a:lnTo>
                  <a:pt x="304800" y="1523"/>
                </a:lnTo>
                <a:lnTo>
                  <a:pt x="315467" y="0"/>
                </a:lnTo>
                <a:lnTo>
                  <a:pt x="348996" y="0"/>
                </a:lnTo>
                <a:lnTo>
                  <a:pt x="359663" y="1523"/>
                </a:lnTo>
                <a:lnTo>
                  <a:pt x="368808" y="4571"/>
                </a:lnTo>
                <a:lnTo>
                  <a:pt x="376428" y="6095"/>
                </a:lnTo>
                <a:lnTo>
                  <a:pt x="403859" y="39623"/>
                </a:lnTo>
                <a:lnTo>
                  <a:pt x="403859" y="47243"/>
                </a:lnTo>
                <a:lnTo>
                  <a:pt x="400811" y="65531"/>
                </a:lnTo>
                <a:lnTo>
                  <a:pt x="394715" y="83819"/>
                </a:lnTo>
                <a:lnTo>
                  <a:pt x="391667" y="94487"/>
                </a:lnTo>
                <a:lnTo>
                  <a:pt x="387096" y="103631"/>
                </a:lnTo>
                <a:lnTo>
                  <a:pt x="382524" y="114299"/>
                </a:lnTo>
                <a:lnTo>
                  <a:pt x="376428" y="123443"/>
                </a:lnTo>
                <a:lnTo>
                  <a:pt x="353567" y="156971"/>
                </a:lnTo>
                <a:lnTo>
                  <a:pt x="333755" y="172211"/>
                </a:lnTo>
                <a:lnTo>
                  <a:pt x="327660" y="175259"/>
                </a:lnTo>
                <a:lnTo>
                  <a:pt x="321564" y="175259"/>
                </a:lnTo>
                <a:lnTo>
                  <a:pt x="320040" y="167639"/>
                </a:lnTo>
                <a:lnTo>
                  <a:pt x="316991" y="160019"/>
                </a:lnTo>
                <a:lnTo>
                  <a:pt x="316991" y="146303"/>
                </a:lnTo>
                <a:lnTo>
                  <a:pt x="318515" y="140207"/>
                </a:lnTo>
                <a:lnTo>
                  <a:pt x="320040" y="135635"/>
                </a:lnTo>
                <a:lnTo>
                  <a:pt x="323088" y="129539"/>
                </a:lnTo>
                <a:lnTo>
                  <a:pt x="324612" y="124967"/>
                </a:lnTo>
                <a:lnTo>
                  <a:pt x="330708" y="115823"/>
                </a:lnTo>
                <a:lnTo>
                  <a:pt x="333755" y="109727"/>
                </a:lnTo>
                <a:lnTo>
                  <a:pt x="336803" y="105155"/>
                </a:lnTo>
                <a:lnTo>
                  <a:pt x="338328" y="100583"/>
                </a:lnTo>
                <a:lnTo>
                  <a:pt x="341376" y="88391"/>
                </a:lnTo>
                <a:lnTo>
                  <a:pt x="341376" y="82295"/>
                </a:lnTo>
                <a:lnTo>
                  <a:pt x="313944" y="92963"/>
                </a:lnTo>
                <a:lnTo>
                  <a:pt x="288036" y="106679"/>
                </a:lnTo>
                <a:lnTo>
                  <a:pt x="263652" y="118871"/>
                </a:lnTo>
                <a:lnTo>
                  <a:pt x="217932" y="147827"/>
                </a:lnTo>
                <a:lnTo>
                  <a:pt x="176784" y="178307"/>
                </a:lnTo>
                <a:lnTo>
                  <a:pt x="140208" y="211835"/>
                </a:lnTo>
                <a:lnTo>
                  <a:pt x="108204" y="249935"/>
                </a:lnTo>
                <a:lnTo>
                  <a:pt x="82296" y="288035"/>
                </a:lnTo>
                <a:lnTo>
                  <a:pt x="60960" y="330707"/>
                </a:lnTo>
                <a:lnTo>
                  <a:pt x="41148" y="399287"/>
                </a:lnTo>
                <a:lnTo>
                  <a:pt x="35052" y="446531"/>
                </a:lnTo>
                <a:lnTo>
                  <a:pt x="35052" y="498347"/>
                </a:lnTo>
                <a:lnTo>
                  <a:pt x="38100" y="524255"/>
                </a:lnTo>
                <a:lnTo>
                  <a:pt x="42672" y="550163"/>
                </a:lnTo>
                <a:lnTo>
                  <a:pt x="32004" y="554735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5" name="object 13"/>
          <p:cNvSpPr txBox="1"/>
          <p:nvPr/>
        </p:nvSpPr>
        <p:spPr>
          <a:xfrm>
            <a:off x="3563202" y="7541128"/>
            <a:ext cx="1146362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Object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26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26" name="object 14"/>
          <p:cNvSpPr/>
          <p:nvPr/>
        </p:nvSpPr>
        <p:spPr>
          <a:xfrm>
            <a:off x="3512552" y="6926491"/>
            <a:ext cx="682886" cy="585918"/>
          </a:xfrm>
          <a:custGeom>
            <a:avLst/>
            <a:gdLst/>
            <a:ahLst/>
            <a:cxnLst/>
            <a:rect l="l" t="t" r="r" b="b"/>
            <a:pathLst>
              <a:path w="527685" h="452754">
                <a:moveTo>
                  <a:pt x="513587" y="452627"/>
                </a:moveTo>
                <a:lnTo>
                  <a:pt x="502919" y="452627"/>
                </a:lnTo>
                <a:lnTo>
                  <a:pt x="498347" y="426719"/>
                </a:lnTo>
                <a:lnTo>
                  <a:pt x="492251" y="400811"/>
                </a:lnTo>
                <a:lnTo>
                  <a:pt x="477011" y="352043"/>
                </a:lnTo>
                <a:lnTo>
                  <a:pt x="457199" y="307847"/>
                </a:lnTo>
                <a:lnTo>
                  <a:pt x="431291" y="268223"/>
                </a:lnTo>
                <a:lnTo>
                  <a:pt x="384047" y="216408"/>
                </a:lnTo>
                <a:lnTo>
                  <a:pt x="347471" y="187451"/>
                </a:lnTo>
                <a:lnTo>
                  <a:pt x="304799" y="161544"/>
                </a:lnTo>
                <a:lnTo>
                  <a:pt x="260603" y="140208"/>
                </a:lnTo>
                <a:lnTo>
                  <a:pt x="211835" y="123443"/>
                </a:lnTo>
                <a:lnTo>
                  <a:pt x="158495" y="111251"/>
                </a:lnTo>
                <a:lnTo>
                  <a:pt x="131063" y="105155"/>
                </a:lnTo>
                <a:lnTo>
                  <a:pt x="73151" y="99060"/>
                </a:lnTo>
                <a:lnTo>
                  <a:pt x="79247" y="111251"/>
                </a:lnTo>
                <a:lnTo>
                  <a:pt x="80771" y="115823"/>
                </a:lnTo>
                <a:lnTo>
                  <a:pt x="85343" y="120395"/>
                </a:lnTo>
                <a:lnTo>
                  <a:pt x="89915" y="123443"/>
                </a:lnTo>
                <a:lnTo>
                  <a:pt x="92963" y="128015"/>
                </a:lnTo>
                <a:lnTo>
                  <a:pt x="97535" y="131064"/>
                </a:lnTo>
                <a:lnTo>
                  <a:pt x="102107" y="135636"/>
                </a:lnTo>
                <a:lnTo>
                  <a:pt x="106680" y="138684"/>
                </a:lnTo>
                <a:lnTo>
                  <a:pt x="109728" y="143255"/>
                </a:lnTo>
                <a:lnTo>
                  <a:pt x="114299" y="147827"/>
                </a:lnTo>
                <a:lnTo>
                  <a:pt x="115823" y="153923"/>
                </a:lnTo>
                <a:lnTo>
                  <a:pt x="118871" y="160020"/>
                </a:lnTo>
                <a:lnTo>
                  <a:pt x="120395" y="166115"/>
                </a:lnTo>
                <a:lnTo>
                  <a:pt x="120395" y="182879"/>
                </a:lnTo>
                <a:lnTo>
                  <a:pt x="108203" y="182879"/>
                </a:lnTo>
                <a:lnTo>
                  <a:pt x="100583" y="181355"/>
                </a:lnTo>
                <a:lnTo>
                  <a:pt x="92963" y="178308"/>
                </a:lnTo>
                <a:lnTo>
                  <a:pt x="77723" y="169163"/>
                </a:lnTo>
                <a:lnTo>
                  <a:pt x="70103" y="163067"/>
                </a:lnTo>
                <a:lnTo>
                  <a:pt x="60959" y="156971"/>
                </a:lnTo>
                <a:lnTo>
                  <a:pt x="45719" y="141732"/>
                </a:lnTo>
                <a:lnTo>
                  <a:pt x="36575" y="134112"/>
                </a:lnTo>
                <a:lnTo>
                  <a:pt x="30480" y="126491"/>
                </a:lnTo>
                <a:lnTo>
                  <a:pt x="22859" y="117347"/>
                </a:lnTo>
                <a:lnTo>
                  <a:pt x="16763" y="109727"/>
                </a:lnTo>
                <a:lnTo>
                  <a:pt x="12191" y="100584"/>
                </a:lnTo>
                <a:lnTo>
                  <a:pt x="7619" y="92964"/>
                </a:lnTo>
                <a:lnTo>
                  <a:pt x="1523" y="77723"/>
                </a:lnTo>
                <a:lnTo>
                  <a:pt x="0" y="71627"/>
                </a:lnTo>
                <a:lnTo>
                  <a:pt x="0" y="67055"/>
                </a:lnTo>
                <a:lnTo>
                  <a:pt x="1523" y="57912"/>
                </a:lnTo>
                <a:lnTo>
                  <a:pt x="6095" y="51815"/>
                </a:lnTo>
                <a:lnTo>
                  <a:pt x="10667" y="44195"/>
                </a:lnTo>
                <a:lnTo>
                  <a:pt x="51815" y="19812"/>
                </a:lnTo>
                <a:lnTo>
                  <a:pt x="96011" y="9143"/>
                </a:lnTo>
                <a:lnTo>
                  <a:pt x="106680" y="6095"/>
                </a:lnTo>
                <a:lnTo>
                  <a:pt x="131063" y="3047"/>
                </a:lnTo>
                <a:lnTo>
                  <a:pt x="152399" y="0"/>
                </a:lnTo>
                <a:lnTo>
                  <a:pt x="150875" y="7619"/>
                </a:lnTo>
                <a:lnTo>
                  <a:pt x="150875" y="13715"/>
                </a:lnTo>
                <a:lnTo>
                  <a:pt x="147828" y="18288"/>
                </a:lnTo>
                <a:lnTo>
                  <a:pt x="144780" y="24384"/>
                </a:lnTo>
                <a:lnTo>
                  <a:pt x="141732" y="27432"/>
                </a:lnTo>
                <a:lnTo>
                  <a:pt x="128015" y="36575"/>
                </a:lnTo>
                <a:lnTo>
                  <a:pt x="111251" y="42671"/>
                </a:lnTo>
                <a:lnTo>
                  <a:pt x="106680" y="44195"/>
                </a:lnTo>
                <a:lnTo>
                  <a:pt x="102107" y="47243"/>
                </a:lnTo>
                <a:lnTo>
                  <a:pt x="99059" y="51815"/>
                </a:lnTo>
                <a:lnTo>
                  <a:pt x="94487" y="54864"/>
                </a:lnTo>
                <a:lnTo>
                  <a:pt x="120395" y="60960"/>
                </a:lnTo>
                <a:lnTo>
                  <a:pt x="169163" y="73151"/>
                </a:lnTo>
                <a:lnTo>
                  <a:pt x="217931" y="88391"/>
                </a:lnTo>
                <a:lnTo>
                  <a:pt x="265175" y="106679"/>
                </a:lnTo>
                <a:lnTo>
                  <a:pt x="330707" y="138684"/>
                </a:lnTo>
                <a:lnTo>
                  <a:pt x="370331" y="164591"/>
                </a:lnTo>
                <a:lnTo>
                  <a:pt x="406907" y="195071"/>
                </a:lnTo>
                <a:lnTo>
                  <a:pt x="425195" y="210311"/>
                </a:lnTo>
                <a:lnTo>
                  <a:pt x="455675" y="245363"/>
                </a:lnTo>
                <a:lnTo>
                  <a:pt x="481583" y="283463"/>
                </a:lnTo>
                <a:lnTo>
                  <a:pt x="504443" y="324611"/>
                </a:lnTo>
                <a:lnTo>
                  <a:pt x="515111" y="355091"/>
                </a:lnTo>
                <a:lnTo>
                  <a:pt x="518159" y="362711"/>
                </a:lnTo>
                <a:lnTo>
                  <a:pt x="519683" y="370331"/>
                </a:lnTo>
                <a:lnTo>
                  <a:pt x="522731" y="377951"/>
                </a:lnTo>
                <a:lnTo>
                  <a:pt x="527303" y="396239"/>
                </a:lnTo>
                <a:lnTo>
                  <a:pt x="527303" y="422147"/>
                </a:lnTo>
                <a:lnTo>
                  <a:pt x="525779" y="431291"/>
                </a:lnTo>
                <a:lnTo>
                  <a:pt x="522731" y="438911"/>
                </a:lnTo>
                <a:lnTo>
                  <a:pt x="518159" y="446531"/>
                </a:lnTo>
                <a:lnTo>
                  <a:pt x="513587" y="452627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27" name="object 15"/>
          <p:cNvGrpSpPr/>
          <p:nvPr/>
        </p:nvGrpSpPr>
        <p:grpSpPr>
          <a:xfrm>
            <a:off x="5937414" y="5931496"/>
            <a:ext cx="1797199" cy="787251"/>
            <a:chOff x="4435601" y="4583429"/>
            <a:chExt cx="1388745" cy="608330"/>
          </a:xfrm>
        </p:grpSpPr>
        <p:sp>
          <p:nvSpPr>
            <p:cNvPr id="28" name="object 16"/>
            <p:cNvSpPr/>
            <p:nvPr/>
          </p:nvSpPr>
          <p:spPr>
            <a:xfrm>
              <a:off x="4440935" y="4588763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1277112" y="597407"/>
                  </a:moveTo>
                  <a:lnTo>
                    <a:pt x="99060" y="597407"/>
                  </a:lnTo>
                  <a:lnTo>
                    <a:pt x="60436" y="589645"/>
                  </a:lnTo>
                  <a:lnTo>
                    <a:pt x="28955" y="568451"/>
                  </a:lnTo>
                  <a:lnTo>
                    <a:pt x="7762" y="536971"/>
                  </a:lnTo>
                  <a:lnTo>
                    <a:pt x="0" y="498347"/>
                  </a:lnTo>
                  <a:lnTo>
                    <a:pt x="0" y="100583"/>
                  </a:lnTo>
                  <a:lnTo>
                    <a:pt x="7762" y="61721"/>
                  </a:lnTo>
                  <a:lnTo>
                    <a:pt x="28955" y="29717"/>
                  </a:lnTo>
                  <a:lnTo>
                    <a:pt x="60436" y="8000"/>
                  </a:lnTo>
                  <a:lnTo>
                    <a:pt x="99060" y="0"/>
                  </a:lnTo>
                  <a:lnTo>
                    <a:pt x="1277112" y="0"/>
                  </a:lnTo>
                  <a:lnTo>
                    <a:pt x="1316616" y="8000"/>
                  </a:lnTo>
                  <a:lnTo>
                    <a:pt x="1348549" y="29717"/>
                  </a:lnTo>
                  <a:lnTo>
                    <a:pt x="1369909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09" y="536971"/>
                  </a:lnTo>
                  <a:lnTo>
                    <a:pt x="1348549" y="568451"/>
                  </a:lnTo>
                  <a:lnTo>
                    <a:pt x="1316616" y="589645"/>
                  </a:lnTo>
                  <a:lnTo>
                    <a:pt x="1277112" y="597407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9" name="object 17"/>
            <p:cNvSpPr/>
            <p:nvPr/>
          </p:nvSpPr>
          <p:spPr>
            <a:xfrm>
              <a:off x="4440935" y="4588763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0" y="100583"/>
                  </a:moveTo>
                  <a:lnTo>
                    <a:pt x="7762" y="61721"/>
                  </a:lnTo>
                  <a:lnTo>
                    <a:pt x="28955" y="29717"/>
                  </a:lnTo>
                  <a:lnTo>
                    <a:pt x="60436" y="8000"/>
                  </a:lnTo>
                  <a:lnTo>
                    <a:pt x="99060" y="0"/>
                  </a:lnTo>
                  <a:lnTo>
                    <a:pt x="1277112" y="0"/>
                  </a:lnTo>
                  <a:lnTo>
                    <a:pt x="1316616" y="8000"/>
                  </a:lnTo>
                  <a:lnTo>
                    <a:pt x="1348549" y="29717"/>
                  </a:lnTo>
                  <a:lnTo>
                    <a:pt x="1369909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09" y="536971"/>
                  </a:lnTo>
                  <a:lnTo>
                    <a:pt x="1348549" y="568451"/>
                  </a:lnTo>
                  <a:lnTo>
                    <a:pt x="1316616" y="589645"/>
                  </a:lnTo>
                  <a:lnTo>
                    <a:pt x="1277112" y="597407"/>
                  </a:lnTo>
                  <a:lnTo>
                    <a:pt x="99060" y="597407"/>
                  </a:lnTo>
                  <a:lnTo>
                    <a:pt x="60436" y="589645"/>
                  </a:lnTo>
                  <a:lnTo>
                    <a:pt x="28955" y="568451"/>
                  </a:lnTo>
                  <a:lnTo>
                    <a:pt x="7762" y="536971"/>
                  </a:lnTo>
                  <a:lnTo>
                    <a:pt x="0" y="498347"/>
                  </a:lnTo>
                  <a:lnTo>
                    <a:pt x="0" y="10058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0" name="object 18"/>
          <p:cNvSpPr txBox="1"/>
          <p:nvPr/>
        </p:nvSpPr>
        <p:spPr>
          <a:xfrm>
            <a:off x="6271086" y="6146823"/>
            <a:ext cx="112581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solidFill>
                  <a:srgbClr val="FFFFFF"/>
                </a:solidFill>
                <a:latin typeface="Calibri"/>
                <a:cs typeface="Calibri"/>
              </a:rPr>
              <a:t>Interpreter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31" name="object 19"/>
          <p:cNvGrpSpPr/>
          <p:nvPr/>
        </p:nvGrpSpPr>
        <p:grpSpPr>
          <a:xfrm>
            <a:off x="5949249" y="7091172"/>
            <a:ext cx="1797199" cy="787251"/>
            <a:chOff x="4444746" y="5479542"/>
            <a:chExt cx="1388745" cy="608330"/>
          </a:xfrm>
        </p:grpSpPr>
        <p:sp>
          <p:nvSpPr>
            <p:cNvPr id="32" name="object 20"/>
            <p:cNvSpPr/>
            <p:nvPr/>
          </p:nvSpPr>
          <p:spPr>
            <a:xfrm>
              <a:off x="4450080" y="5484876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1278636" y="597407"/>
                  </a:moveTo>
                  <a:lnTo>
                    <a:pt x="100584" y="597407"/>
                  </a:lnTo>
                  <a:lnTo>
                    <a:pt x="61721" y="589645"/>
                  </a:lnTo>
                  <a:lnTo>
                    <a:pt x="29717" y="568451"/>
                  </a:lnTo>
                  <a:lnTo>
                    <a:pt x="8000" y="536971"/>
                  </a:lnTo>
                  <a:lnTo>
                    <a:pt x="0" y="498347"/>
                  </a:lnTo>
                  <a:lnTo>
                    <a:pt x="0" y="100583"/>
                  </a:lnTo>
                  <a:lnTo>
                    <a:pt x="8000" y="61721"/>
                  </a:lnTo>
                  <a:lnTo>
                    <a:pt x="29718" y="29717"/>
                  </a:lnTo>
                  <a:lnTo>
                    <a:pt x="61721" y="8000"/>
                  </a:lnTo>
                  <a:lnTo>
                    <a:pt x="100584" y="0"/>
                  </a:lnTo>
                  <a:lnTo>
                    <a:pt x="1278636" y="0"/>
                  </a:lnTo>
                  <a:lnTo>
                    <a:pt x="1317259" y="8000"/>
                  </a:lnTo>
                  <a:lnTo>
                    <a:pt x="1348740" y="29717"/>
                  </a:lnTo>
                  <a:lnTo>
                    <a:pt x="1369933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33" y="536971"/>
                  </a:lnTo>
                  <a:lnTo>
                    <a:pt x="1348740" y="568451"/>
                  </a:lnTo>
                  <a:lnTo>
                    <a:pt x="1317259" y="589645"/>
                  </a:lnTo>
                  <a:lnTo>
                    <a:pt x="1278636" y="59740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3" name="object 21"/>
            <p:cNvSpPr/>
            <p:nvPr/>
          </p:nvSpPr>
          <p:spPr>
            <a:xfrm>
              <a:off x="4450080" y="5484876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0" y="100583"/>
                  </a:moveTo>
                  <a:lnTo>
                    <a:pt x="8000" y="61721"/>
                  </a:lnTo>
                  <a:lnTo>
                    <a:pt x="29718" y="29717"/>
                  </a:lnTo>
                  <a:lnTo>
                    <a:pt x="61721" y="8000"/>
                  </a:lnTo>
                  <a:lnTo>
                    <a:pt x="100584" y="0"/>
                  </a:lnTo>
                  <a:lnTo>
                    <a:pt x="1278636" y="0"/>
                  </a:lnTo>
                  <a:lnTo>
                    <a:pt x="1317259" y="8000"/>
                  </a:lnTo>
                  <a:lnTo>
                    <a:pt x="1348740" y="29717"/>
                  </a:lnTo>
                  <a:lnTo>
                    <a:pt x="1369933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33" y="536971"/>
                  </a:lnTo>
                  <a:lnTo>
                    <a:pt x="1348740" y="568451"/>
                  </a:lnTo>
                  <a:lnTo>
                    <a:pt x="1317259" y="589645"/>
                  </a:lnTo>
                  <a:lnTo>
                    <a:pt x="1278636" y="597407"/>
                  </a:lnTo>
                  <a:lnTo>
                    <a:pt x="100584" y="597407"/>
                  </a:lnTo>
                  <a:lnTo>
                    <a:pt x="61721" y="589645"/>
                  </a:lnTo>
                  <a:lnTo>
                    <a:pt x="29717" y="568451"/>
                  </a:lnTo>
                  <a:lnTo>
                    <a:pt x="8000" y="536971"/>
                  </a:lnTo>
                  <a:lnTo>
                    <a:pt x="0" y="498347"/>
                  </a:lnTo>
                  <a:lnTo>
                    <a:pt x="0" y="10058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4" name="object 22"/>
          <p:cNvSpPr txBox="1"/>
          <p:nvPr/>
        </p:nvSpPr>
        <p:spPr>
          <a:xfrm>
            <a:off x="6381543" y="7306428"/>
            <a:ext cx="93270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solidFill>
                  <a:srgbClr val="FFFFFF"/>
                </a:solidFill>
                <a:latin typeface="Calibri"/>
                <a:cs typeface="Calibri"/>
              </a:rPr>
              <a:t>Compiler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35" name="object 23"/>
          <p:cNvSpPr txBox="1"/>
          <p:nvPr/>
        </p:nvSpPr>
        <p:spPr>
          <a:xfrm>
            <a:off x="6645829" y="6764098"/>
            <a:ext cx="276113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36" name="object 24"/>
          <p:cNvSpPr/>
          <p:nvPr/>
        </p:nvSpPr>
        <p:spPr>
          <a:xfrm>
            <a:off x="5612981" y="5668204"/>
            <a:ext cx="2402839" cy="2580341"/>
          </a:xfrm>
          <a:custGeom>
            <a:avLst/>
            <a:gdLst/>
            <a:ahLst/>
            <a:cxnLst/>
            <a:rect l="l" t="t" r="r" b="b"/>
            <a:pathLst>
              <a:path w="1856739" h="1993900">
                <a:moveTo>
                  <a:pt x="6096" y="1987295"/>
                </a:moveTo>
                <a:lnTo>
                  <a:pt x="0" y="1987295"/>
                </a:lnTo>
                <a:lnTo>
                  <a:pt x="0" y="1956816"/>
                </a:lnTo>
                <a:lnTo>
                  <a:pt x="10668" y="1956816"/>
                </a:lnTo>
                <a:lnTo>
                  <a:pt x="10668" y="1982724"/>
                </a:lnTo>
                <a:lnTo>
                  <a:pt x="6096" y="1982724"/>
                </a:lnTo>
                <a:lnTo>
                  <a:pt x="6096" y="1987295"/>
                </a:lnTo>
                <a:close/>
              </a:path>
              <a:path w="1856739" h="1993900">
                <a:moveTo>
                  <a:pt x="36576" y="1993392"/>
                </a:moveTo>
                <a:lnTo>
                  <a:pt x="6096" y="1993392"/>
                </a:lnTo>
                <a:lnTo>
                  <a:pt x="6096" y="1982724"/>
                </a:lnTo>
                <a:lnTo>
                  <a:pt x="10668" y="1982724"/>
                </a:lnTo>
                <a:lnTo>
                  <a:pt x="10668" y="1987295"/>
                </a:lnTo>
                <a:lnTo>
                  <a:pt x="36576" y="1987295"/>
                </a:lnTo>
                <a:lnTo>
                  <a:pt x="36576" y="1993392"/>
                </a:lnTo>
                <a:close/>
              </a:path>
              <a:path w="1856739" h="1993900">
                <a:moveTo>
                  <a:pt x="36576" y="1987295"/>
                </a:moveTo>
                <a:lnTo>
                  <a:pt x="10668" y="1987295"/>
                </a:lnTo>
                <a:lnTo>
                  <a:pt x="10668" y="1982724"/>
                </a:lnTo>
                <a:lnTo>
                  <a:pt x="36576" y="1982724"/>
                </a:lnTo>
                <a:lnTo>
                  <a:pt x="36576" y="1987295"/>
                </a:lnTo>
                <a:close/>
              </a:path>
              <a:path w="1856739" h="1993900">
                <a:moveTo>
                  <a:pt x="10668" y="1946147"/>
                </a:moveTo>
                <a:lnTo>
                  <a:pt x="0" y="1946147"/>
                </a:lnTo>
                <a:lnTo>
                  <a:pt x="0" y="1914143"/>
                </a:lnTo>
                <a:lnTo>
                  <a:pt x="10668" y="1914143"/>
                </a:lnTo>
                <a:lnTo>
                  <a:pt x="10668" y="1946147"/>
                </a:lnTo>
                <a:close/>
              </a:path>
              <a:path w="1856739" h="1993900">
                <a:moveTo>
                  <a:pt x="10668" y="1903476"/>
                </a:moveTo>
                <a:lnTo>
                  <a:pt x="0" y="1903476"/>
                </a:lnTo>
                <a:lnTo>
                  <a:pt x="0" y="1872995"/>
                </a:lnTo>
                <a:lnTo>
                  <a:pt x="10668" y="1872995"/>
                </a:lnTo>
                <a:lnTo>
                  <a:pt x="10668" y="1903476"/>
                </a:lnTo>
                <a:close/>
              </a:path>
              <a:path w="1856739" h="1993900">
                <a:moveTo>
                  <a:pt x="10668" y="1862327"/>
                </a:moveTo>
                <a:lnTo>
                  <a:pt x="0" y="1862327"/>
                </a:lnTo>
                <a:lnTo>
                  <a:pt x="0" y="1830324"/>
                </a:lnTo>
                <a:lnTo>
                  <a:pt x="10668" y="1830324"/>
                </a:lnTo>
                <a:lnTo>
                  <a:pt x="10668" y="1862327"/>
                </a:lnTo>
                <a:close/>
              </a:path>
              <a:path w="1856739" h="1993900">
                <a:moveTo>
                  <a:pt x="10668" y="1819656"/>
                </a:moveTo>
                <a:lnTo>
                  <a:pt x="0" y="1819656"/>
                </a:lnTo>
                <a:lnTo>
                  <a:pt x="0" y="1789176"/>
                </a:lnTo>
                <a:lnTo>
                  <a:pt x="10668" y="1789176"/>
                </a:lnTo>
                <a:lnTo>
                  <a:pt x="10668" y="1819656"/>
                </a:lnTo>
                <a:close/>
              </a:path>
              <a:path w="1856739" h="1993900">
                <a:moveTo>
                  <a:pt x="10668" y="1778508"/>
                </a:moveTo>
                <a:lnTo>
                  <a:pt x="0" y="1778508"/>
                </a:lnTo>
                <a:lnTo>
                  <a:pt x="0" y="1746504"/>
                </a:lnTo>
                <a:lnTo>
                  <a:pt x="10668" y="1746504"/>
                </a:lnTo>
                <a:lnTo>
                  <a:pt x="10668" y="1778508"/>
                </a:lnTo>
                <a:close/>
              </a:path>
              <a:path w="1856739" h="1993900">
                <a:moveTo>
                  <a:pt x="10668" y="1735836"/>
                </a:moveTo>
                <a:lnTo>
                  <a:pt x="0" y="1735836"/>
                </a:lnTo>
                <a:lnTo>
                  <a:pt x="0" y="1705356"/>
                </a:lnTo>
                <a:lnTo>
                  <a:pt x="10668" y="1705356"/>
                </a:lnTo>
                <a:lnTo>
                  <a:pt x="10668" y="1735836"/>
                </a:lnTo>
                <a:close/>
              </a:path>
              <a:path w="1856739" h="1993900">
                <a:moveTo>
                  <a:pt x="10668" y="1694688"/>
                </a:moveTo>
                <a:lnTo>
                  <a:pt x="0" y="1694688"/>
                </a:lnTo>
                <a:lnTo>
                  <a:pt x="0" y="1662684"/>
                </a:lnTo>
                <a:lnTo>
                  <a:pt x="10668" y="1662684"/>
                </a:lnTo>
                <a:lnTo>
                  <a:pt x="10668" y="1694688"/>
                </a:lnTo>
                <a:close/>
              </a:path>
              <a:path w="1856739" h="1993900">
                <a:moveTo>
                  <a:pt x="10668" y="1652016"/>
                </a:moveTo>
                <a:lnTo>
                  <a:pt x="0" y="1652016"/>
                </a:lnTo>
                <a:lnTo>
                  <a:pt x="0" y="1621536"/>
                </a:lnTo>
                <a:lnTo>
                  <a:pt x="10668" y="1621536"/>
                </a:lnTo>
                <a:lnTo>
                  <a:pt x="10668" y="1652016"/>
                </a:lnTo>
                <a:close/>
              </a:path>
              <a:path w="1856739" h="1993900">
                <a:moveTo>
                  <a:pt x="10668" y="1610868"/>
                </a:moveTo>
                <a:lnTo>
                  <a:pt x="0" y="1610868"/>
                </a:lnTo>
                <a:lnTo>
                  <a:pt x="0" y="1578863"/>
                </a:lnTo>
                <a:lnTo>
                  <a:pt x="10668" y="1578863"/>
                </a:lnTo>
                <a:lnTo>
                  <a:pt x="10668" y="1610868"/>
                </a:lnTo>
                <a:close/>
              </a:path>
              <a:path w="1856739" h="1993900">
                <a:moveTo>
                  <a:pt x="10668" y="1568195"/>
                </a:moveTo>
                <a:lnTo>
                  <a:pt x="0" y="1568195"/>
                </a:lnTo>
                <a:lnTo>
                  <a:pt x="0" y="1537716"/>
                </a:lnTo>
                <a:lnTo>
                  <a:pt x="10668" y="1537716"/>
                </a:lnTo>
                <a:lnTo>
                  <a:pt x="10668" y="1568195"/>
                </a:lnTo>
                <a:close/>
              </a:path>
              <a:path w="1856739" h="1993900">
                <a:moveTo>
                  <a:pt x="10668" y="1527047"/>
                </a:moveTo>
                <a:lnTo>
                  <a:pt x="0" y="1527047"/>
                </a:lnTo>
                <a:lnTo>
                  <a:pt x="0" y="1495043"/>
                </a:lnTo>
                <a:lnTo>
                  <a:pt x="10668" y="1495043"/>
                </a:lnTo>
                <a:lnTo>
                  <a:pt x="10668" y="1527047"/>
                </a:lnTo>
                <a:close/>
              </a:path>
              <a:path w="1856739" h="1993900">
                <a:moveTo>
                  <a:pt x="10668" y="1484376"/>
                </a:moveTo>
                <a:lnTo>
                  <a:pt x="0" y="1484376"/>
                </a:lnTo>
                <a:lnTo>
                  <a:pt x="0" y="1453895"/>
                </a:lnTo>
                <a:lnTo>
                  <a:pt x="10668" y="1453895"/>
                </a:lnTo>
                <a:lnTo>
                  <a:pt x="10668" y="1484376"/>
                </a:lnTo>
                <a:close/>
              </a:path>
              <a:path w="1856739" h="1993900">
                <a:moveTo>
                  <a:pt x="10668" y="1443227"/>
                </a:moveTo>
                <a:lnTo>
                  <a:pt x="0" y="1443227"/>
                </a:lnTo>
                <a:lnTo>
                  <a:pt x="0" y="1411224"/>
                </a:lnTo>
                <a:lnTo>
                  <a:pt x="10668" y="1411224"/>
                </a:lnTo>
                <a:lnTo>
                  <a:pt x="10668" y="1443227"/>
                </a:lnTo>
                <a:close/>
              </a:path>
              <a:path w="1856739" h="1993900">
                <a:moveTo>
                  <a:pt x="10668" y="1400556"/>
                </a:moveTo>
                <a:lnTo>
                  <a:pt x="0" y="1400556"/>
                </a:lnTo>
                <a:lnTo>
                  <a:pt x="0" y="1370076"/>
                </a:lnTo>
                <a:lnTo>
                  <a:pt x="10668" y="1370076"/>
                </a:lnTo>
                <a:lnTo>
                  <a:pt x="10668" y="1400556"/>
                </a:lnTo>
                <a:close/>
              </a:path>
              <a:path w="1856739" h="1993900">
                <a:moveTo>
                  <a:pt x="10668" y="1359408"/>
                </a:moveTo>
                <a:lnTo>
                  <a:pt x="0" y="1359408"/>
                </a:lnTo>
                <a:lnTo>
                  <a:pt x="0" y="1327404"/>
                </a:lnTo>
                <a:lnTo>
                  <a:pt x="10668" y="1327404"/>
                </a:lnTo>
                <a:lnTo>
                  <a:pt x="10668" y="1359408"/>
                </a:lnTo>
                <a:close/>
              </a:path>
              <a:path w="1856739" h="1993900">
                <a:moveTo>
                  <a:pt x="10668" y="1316736"/>
                </a:moveTo>
                <a:lnTo>
                  <a:pt x="0" y="1316736"/>
                </a:lnTo>
                <a:lnTo>
                  <a:pt x="0" y="1286256"/>
                </a:lnTo>
                <a:lnTo>
                  <a:pt x="10668" y="1286256"/>
                </a:lnTo>
                <a:lnTo>
                  <a:pt x="10668" y="1316736"/>
                </a:lnTo>
                <a:close/>
              </a:path>
              <a:path w="1856739" h="1993900">
                <a:moveTo>
                  <a:pt x="10668" y="1275588"/>
                </a:moveTo>
                <a:lnTo>
                  <a:pt x="0" y="1275588"/>
                </a:lnTo>
                <a:lnTo>
                  <a:pt x="0" y="1243584"/>
                </a:lnTo>
                <a:lnTo>
                  <a:pt x="10668" y="1243584"/>
                </a:lnTo>
                <a:lnTo>
                  <a:pt x="10668" y="1275588"/>
                </a:lnTo>
                <a:close/>
              </a:path>
              <a:path w="1856739" h="1993900">
                <a:moveTo>
                  <a:pt x="10668" y="1232916"/>
                </a:moveTo>
                <a:lnTo>
                  <a:pt x="0" y="1232916"/>
                </a:lnTo>
                <a:lnTo>
                  <a:pt x="0" y="1202436"/>
                </a:lnTo>
                <a:lnTo>
                  <a:pt x="10668" y="1202436"/>
                </a:lnTo>
                <a:lnTo>
                  <a:pt x="10668" y="1232916"/>
                </a:lnTo>
                <a:close/>
              </a:path>
              <a:path w="1856739" h="1993900">
                <a:moveTo>
                  <a:pt x="10668" y="1191768"/>
                </a:moveTo>
                <a:lnTo>
                  <a:pt x="0" y="1191768"/>
                </a:lnTo>
                <a:lnTo>
                  <a:pt x="0" y="1159763"/>
                </a:lnTo>
                <a:lnTo>
                  <a:pt x="10668" y="1159763"/>
                </a:lnTo>
                <a:lnTo>
                  <a:pt x="10668" y="1191768"/>
                </a:lnTo>
                <a:close/>
              </a:path>
              <a:path w="1856739" h="1993900">
                <a:moveTo>
                  <a:pt x="10668" y="1149095"/>
                </a:moveTo>
                <a:lnTo>
                  <a:pt x="0" y="1149095"/>
                </a:lnTo>
                <a:lnTo>
                  <a:pt x="0" y="1118616"/>
                </a:lnTo>
                <a:lnTo>
                  <a:pt x="10668" y="1118616"/>
                </a:lnTo>
                <a:lnTo>
                  <a:pt x="10668" y="1149095"/>
                </a:lnTo>
                <a:close/>
              </a:path>
              <a:path w="1856739" h="1993900">
                <a:moveTo>
                  <a:pt x="10668" y="1107947"/>
                </a:moveTo>
                <a:lnTo>
                  <a:pt x="0" y="1107947"/>
                </a:lnTo>
                <a:lnTo>
                  <a:pt x="0" y="1075943"/>
                </a:lnTo>
                <a:lnTo>
                  <a:pt x="10668" y="1075943"/>
                </a:lnTo>
                <a:lnTo>
                  <a:pt x="10668" y="1107947"/>
                </a:lnTo>
                <a:close/>
              </a:path>
              <a:path w="1856739" h="1993900">
                <a:moveTo>
                  <a:pt x="10668" y="1065276"/>
                </a:moveTo>
                <a:lnTo>
                  <a:pt x="0" y="1065276"/>
                </a:lnTo>
                <a:lnTo>
                  <a:pt x="0" y="1034795"/>
                </a:lnTo>
                <a:lnTo>
                  <a:pt x="10668" y="1034795"/>
                </a:lnTo>
                <a:lnTo>
                  <a:pt x="10668" y="1065276"/>
                </a:lnTo>
                <a:close/>
              </a:path>
              <a:path w="1856739" h="1993900">
                <a:moveTo>
                  <a:pt x="10668" y="1024127"/>
                </a:moveTo>
                <a:lnTo>
                  <a:pt x="0" y="1024127"/>
                </a:lnTo>
                <a:lnTo>
                  <a:pt x="0" y="992124"/>
                </a:lnTo>
                <a:lnTo>
                  <a:pt x="10668" y="992124"/>
                </a:lnTo>
                <a:lnTo>
                  <a:pt x="10668" y="1024127"/>
                </a:lnTo>
                <a:close/>
              </a:path>
              <a:path w="1856739" h="1993900">
                <a:moveTo>
                  <a:pt x="10668" y="981456"/>
                </a:moveTo>
                <a:lnTo>
                  <a:pt x="0" y="981456"/>
                </a:lnTo>
                <a:lnTo>
                  <a:pt x="0" y="950975"/>
                </a:lnTo>
                <a:lnTo>
                  <a:pt x="10668" y="950975"/>
                </a:lnTo>
                <a:lnTo>
                  <a:pt x="10668" y="981456"/>
                </a:lnTo>
                <a:close/>
              </a:path>
              <a:path w="1856739" h="1993900">
                <a:moveTo>
                  <a:pt x="10668" y="940308"/>
                </a:moveTo>
                <a:lnTo>
                  <a:pt x="0" y="940308"/>
                </a:lnTo>
                <a:lnTo>
                  <a:pt x="0" y="908304"/>
                </a:lnTo>
                <a:lnTo>
                  <a:pt x="10668" y="908304"/>
                </a:lnTo>
                <a:lnTo>
                  <a:pt x="10668" y="940308"/>
                </a:lnTo>
                <a:close/>
              </a:path>
              <a:path w="1856739" h="1993900">
                <a:moveTo>
                  <a:pt x="10668" y="897636"/>
                </a:moveTo>
                <a:lnTo>
                  <a:pt x="0" y="897636"/>
                </a:lnTo>
                <a:lnTo>
                  <a:pt x="0" y="867156"/>
                </a:lnTo>
                <a:lnTo>
                  <a:pt x="10668" y="867156"/>
                </a:lnTo>
                <a:lnTo>
                  <a:pt x="10668" y="897636"/>
                </a:lnTo>
                <a:close/>
              </a:path>
              <a:path w="1856739" h="1993900">
                <a:moveTo>
                  <a:pt x="10668" y="856488"/>
                </a:moveTo>
                <a:lnTo>
                  <a:pt x="0" y="856488"/>
                </a:lnTo>
                <a:lnTo>
                  <a:pt x="0" y="824484"/>
                </a:lnTo>
                <a:lnTo>
                  <a:pt x="10668" y="824484"/>
                </a:lnTo>
                <a:lnTo>
                  <a:pt x="10668" y="856488"/>
                </a:lnTo>
                <a:close/>
              </a:path>
              <a:path w="1856739" h="1993900">
                <a:moveTo>
                  <a:pt x="10668" y="813816"/>
                </a:moveTo>
                <a:lnTo>
                  <a:pt x="0" y="813816"/>
                </a:lnTo>
                <a:lnTo>
                  <a:pt x="0" y="783336"/>
                </a:lnTo>
                <a:lnTo>
                  <a:pt x="10668" y="783336"/>
                </a:lnTo>
                <a:lnTo>
                  <a:pt x="10668" y="813816"/>
                </a:lnTo>
                <a:close/>
              </a:path>
              <a:path w="1856739" h="1993900">
                <a:moveTo>
                  <a:pt x="10668" y="772668"/>
                </a:moveTo>
                <a:lnTo>
                  <a:pt x="0" y="772668"/>
                </a:lnTo>
                <a:lnTo>
                  <a:pt x="0" y="740663"/>
                </a:lnTo>
                <a:lnTo>
                  <a:pt x="10668" y="740663"/>
                </a:lnTo>
                <a:lnTo>
                  <a:pt x="10668" y="772668"/>
                </a:lnTo>
                <a:close/>
              </a:path>
              <a:path w="1856739" h="1993900">
                <a:moveTo>
                  <a:pt x="10668" y="729995"/>
                </a:moveTo>
                <a:lnTo>
                  <a:pt x="0" y="729995"/>
                </a:lnTo>
                <a:lnTo>
                  <a:pt x="0" y="699516"/>
                </a:lnTo>
                <a:lnTo>
                  <a:pt x="10668" y="699516"/>
                </a:lnTo>
                <a:lnTo>
                  <a:pt x="10668" y="729995"/>
                </a:lnTo>
                <a:close/>
              </a:path>
              <a:path w="1856739" h="1993900">
                <a:moveTo>
                  <a:pt x="10668" y="688847"/>
                </a:moveTo>
                <a:lnTo>
                  <a:pt x="0" y="688847"/>
                </a:lnTo>
                <a:lnTo>
                  <a:pt x="0" y="656843"/>
                </a:lnTo>
                <a:lnTo>
                  <a:pt x="10668" y="656843"/>
                </a:lnTo>
                <a:lnTo>
                  <a:pt x="10668" y="688847"/>
                </a:lnTo>
                <a:close/>
              </a:path>
              <a:path w="1856739" h="1993900">
                <a:moveTo>
                  <a:pt x="10668" y="646175"/>
                </a:moveTo>
                <a:lnTo>
                  <a:pt x="0" y="646175"/>
                </a:lnTo>
                <a:lnTo>
                  <a:pt x="0" y="615695"/>
                </a:lnTo>
                <a:lnTo>
                  <a:pt x="10668" y="615695"/>
                </a:lnTo>
                <a:lnTo>
                  <a:pt x="10668" y="646175"/>
                </a:lnTo>
                <a:close/>
              </a:path>
              <a:path w="1856739" h="1993900">
                <a:moveTo>
                  <a:pt x="10668" y="605027"/>
                </a:moveTo>
                <a:lnTo>
                  <a:pt x="0" y="605027"/>
                </a:lnTo>
                <a:lnTo>
                  <a:pt x="0" y="573024"/>
                </a:lnTo>
                <a:lnTo>
                  <a:pt x="10668" y="573024"/>
                </a:lnTo>
                <a:lnTo>
                  <a:pt x="10668" y="605027"/>
                </a:lnTo>
                <a:close/>
              </a:path>
              <a:path w="1856739" h="1993900">
                <a:moveTo>
                  <a:pt x="10668" y="562356"/>
                </a:moveTo>
                <a:lnTo>
                  <a:pt x="0" y="562356"/>
                </a:lnTo>
                <a:lnTo>
                  <a:pt x="0" y="531875"/>
                </a:lnTo>
                <a:lnTo>
                  <a:pt x="10668" y="531875"/>
                </a:lnTo>
                <a:lnTo>
                  <a:pt x="10668" y="562356"/>
                </a:lnTo>
                <a:close/>
              </a:path>
              <a:path w="1856739" h="1993900">
                <a:moveTo>
                  <a:pt x="10668" y="521208"/>
                </a:moveTo>
                <a:lnTo>
                  <a:pt x="0" y="521208"/>
                </a:lnTo>
                <a:lnTo>
                  <a:pt x="0" y="489204"/>
                </a:lnTo>
                <a:lnTo>
                  <a:pt x="10668" y="489204"/>
                </a:lnTo>
                <a:lnTo>
                  <a:pt x="10668" y="521208"/>
                </a:lnTo>
                <a:close/>
              </a:path>
              <a:path w="1856739" h="1993900">
                <a:moveTo>
                  <a:pt x="10668" y="478535"/>
                </a:moveTo>
                <a:lnTo>
                  <a:pt x="0" y="478535"/>
                </a:lnTo>
                <a:lnTo>
                  <a:pt x="0" y="448056"/>
                </a:lnTo>
                <a:lnTo>
                  <a:pt x="10668" y="448056"/>
                </a:lnTo>
                <a:lnTo>
                  <a:pt x="10668" y="478535"/>
                </a:lnTo>
                <a:close/>
              </a:path>
              <a:path w="1856739" h="1993900">
                <a:moveTo>
                  <a:pt x="10668" y="437388"/>
                </a:moveTo>
                <a:lnTo>
                  <a:pt x="0" y="437388"/>
                </a:lnTo>
                <a:lnTo>
                  <a:pt x="0" y="405383"/>
                </a:lnTo>
                <a:lnTo>
                  <a:pt x="10668" y="405383"/>
                </a:lnTo>
                <a:lnTo>
                  <a:pt x="10668" y="437388"/>
                </a:lnTo>
                <a:close/>
              </a:path>
              <a:path w="1856739" h="1993900">
                <a:moveTo>
                  <a:pt x="10668" y="394716"/>
                </a:moveTo>
                <a:lnTo>
                  <a:pt x="0" y="394716"/>
                </a:lnTo>
                <a:lnTo>
                  <a:pt x="0" y="364235"/>
                </a:lnTo>
                <a:lnTo>
                  <a:pt x="10668" y="364235"/>
                </a:lnTo>
                <a:lnTo>
                  <a:pt x="10668" y="394716"/>
                </a:lnTo>
                <a:close/>
              </a:path>
              <a:path w="1856739" h="1993900">
                <a:moveTo>
                  <a:pt x="10668" y="353567"/>
                </a:moveTo>
                <a:lnTo>
                  <a:pt x="0" y="353567"/>
                </a:lnTo>
                <a:lnTo>
                  <a:pt x="0" y="321564"/>
                </a:lnTo>
                <a:lnTo>
                  <a:pt x="10668" y="321564"/>
                </a:lnTo>
                <a:lnTo>
                  <a:pt x="10668" y="353567"/>
                </a:lnTo>
                <a:close/>
              </a:path>
              <a:path w="1856739" h="1993900">
                <a:moveTo>
                  <a:pt x="10668" y="310896"/>
                </a:moveTo>
                <a:lnTo>
                  <a:pt x="0" y="310896"/>
                </a:lnTo>
                <a:lnTo>
                  <a:pt x="0" y="280416"/>
                </a:lnTo>
                <a:lnTo>
                  <a:pt x="10668" y="280416"/>
                </a:lnTo>
                <a:lnTo>
                  <a:pt x="10668" y="310896"/>
                </a:lnTo>
                <a:close/>
              </a:path>
              <a:path w="1856739" h="1993900">
                <a:moveTo>
                  <a:pt x="10668" y="269748"/>
                </a:moveTo>
                <a:lnTo>
                  <a:pt x="0" y="269748"/>
                </a:lnTo>
                <a:lnTo>
                  <a:pt x="0" y="237743"/>
                </a:lnTo>
                <a:lnTo>
                  <a:pt x="10668" y="237743"/>
                </a:lnTo>
                <a:lnTo>
                  <a:pt x="10668" y="269748"/>
                </a:lnTo>
                <a:close/>
              </a:path>
              <a:path w="1856739" h="1993900">
                <a:moveTo>
                  <a:pt x="10668" y="227075"/>
                </a:moveTo>
                <a:lnTo>
                  <a:pt x="0" y="227075"/>
                </a:lnTo>
                <a:lnTo>
                  <a:pt x="0" y="196596"/>
                </a:lnTo>
                <a:lnTo>
                  <a:pt x="10668" y="196596"/>
                </a:lnTo>
                <a:lnTo>
                  <a:pt x="10668" y="227075"/>
                </a:lnTo>
                <a:close/>
              </a:path>
              <a:path w="1856739" h="1993900">
                <a:moveTo>
                  <a:pt x="10668" y="185927"/>
                </a:moveTo>
                <a:lnTo>
                  <a:pt x="0" y="185927"/>
                </a:lnTo>
                <a:lnTo>
                  <a:pt x="0" y="153924"/>
                </a:lnTo>
                <a:lnTo>
                  <a:pt x="10668" y="153924"/>
                </a:lnTo>
                <a:lnTo>
                  <a:pt x="10668" y="185927"/>
                </a:lnTo>
                <a:close/>
              </a:path>
              <a:path w="1856739" h="1993900">
                <a:moveTo>
                  <a:pt x="10668" y="143256"/>
                </a:moveTo>
                <a:lnTo>
                  <a:pt x="0" y="143256"/>
                </a:lnTo>
                <a:lnTo>
                  <a:pt x="0" y="112775"/>
                </a:lnTo>
                <a:lnTo>
                  <a:pt x="10668" y="112775"/>
                </a:lnTo>
                <a:lnTo>
                  <a:pt x="10668" y="143256"/>
                </a:lnTo>
                <a:close/>
              </a:path>
              <a:path w="1856739" h="1993900">
                <a:moveTo>
                  <a:pt x="10668" y="102108"/>
                </a:moveTo>
                <a:lnTo>
                  <a:pt x="0" y="102108"/>
                </a:lnTo>
                <a:lnTo>
                  <a:pt x="0" y="70104"/>
                </a:lnTo>
                <a:lnTo>
                  <a:pt x="10668" y="70104"/>
                </a:lnTo>
                <a:lnTo>
                  <a:pt x="10668" y="102108"/>
                </a:lnTo>
                <a:close/>
              </a:path>
              <a:path w="1856739" h="1993900">
                <a:moveTo>
                  <a:pt x="10668" y="59435"/>
                </a:moveTo>
                <a:lnTo>
                  <a:pt x="0" y="59435"/>
                </a:lnTo>
                <a:lnTo>
                  <a:pt x="0" y="28956"/>
                </a:lnTo>
                <a:lnTo>
                  <a:pt x="10668" y="28956"/>
                </a:lnTo>
                <a:lnTo>
                  <a:pt x="10668" y="59435"/>
                </a:lnTo>
                <a:close/>
              </a:path>
              <a:path w="1856739" h="1993900">
                <a:moveTo>
                  <a:pt x="10668" y="18288"/>
                </a:moveTo>
                <a:lnTo>
                  <a:pt x="0" y="18288"/>
                </a:lnTo>
                <a:lnTo>
                  <a:pt x="0" y="0"/>
                </a:lnTo>
                <a:lnTo>
                  <a:pt x="24384" y="0"/>
                </a:lnTo>
                <a:lnTo>
                  <a:pt x="24384" y="4572"/>
                </a:lnTo>
                <a:lnTo>
                  <a:pt x="10668" y="4572"/>
                </a:lnTo>
                <a:lnTo>
                  <a:pt x="6096" y="9143"/>
                </a:lnTo>
                <a:lnTo>
                  <a:pt x="10668" y="9143"/>
                </a:lnTo>
                <a:lnTo>
                  <a:pt x="10668" y="18288"/>
                </a:lnTo>
                <a:close/>
              </a:path>
              <a:path w="1856739" h="1993900">
                <a:moveTo>
                  <a:pt x="10668" y="9143"/>
                </a:moveTo>
                <a:lnTo>
                  <a:pt x="6096" y="9143"/>
                </a:lnTo>
                <a:lnTo>
                  <a:pt x="10668" y="4572"/>
                </a:lnTo>
                <a:lnTo>
                  <a:pt x="10668" y="9143"/>
                </a:lnTo>
                <a:close/>
              </a:path>
              <a:path w="1856739" h="1993900">
                <a:moveTo>
                  <a:pt x="24384" y="9143"/>
                </a:moveTo>
                <a:lnTo>
                  <a:pt x="10668" y="9143"/>
                </a:lnTo>
                <a:lnTo>
                  <a:pt x="10668" y="4572"/>
                </a:lnTo>
                <a:lnTo>
                  <a:pt x="24384" y="4572"/>
                </a:lnTo>
                <a:lnTo>
                  <a:pt x="24384" y="9143"/>
                </a:lnTo>
                <a:close/>
              </a:path>
              <a:path w="1856739" h="1993900">
                <a:moveTo>
                  <a:pt x="65532" y="9143"/>
                </a:moveTo>
                <a:lnTo>
                  <a:pt x="33528" y="9143"/>
                </a:lnTo>
                <a:lnTo>
                  <a:pt x="33528" y="0"/>
                </a:lnTo>
                <a:lnTo>
                  <a:pt x="65532" y="0"/>
                </a:lnTo>
                <a:lnTo>
                  <a:pt x="65532" y="9143"/>
                </a:lnTo>
                <a:close/>
              </a:path>
              <a:path w="1856739" h="1993900">
                <a:moveTo>
                  <a:pt x="108204" y="9143"/>
                </a:moveTo>
                <a:lnTo>
                  <a:pt x="76200" y="9143"/>
                </a:lnTo>
                <a:lnTo>
                  <a:pt x="76200" y="0"/>
                </a:lnTo>
                <a:lnTo>
                  <a:pt x="108204" y="0"/>
                </a:lnTo>
                <a:lnTo>
                  <a:pt x="108204" y="9143"/>
                </a:lnTo>
                <a:close/>
              </a:path>
              <a:path w="1856739" h="1993900">
                <a:moveTo>
                  <a:pt x="149352" y="9143"/>
                </a:moveTo>
                <a:lnTo>
                  <a:pt x="117348" y="9143"/>
                </a:lnTo>
                <a:lnTo>
                  <a:pt x="117348" y="0"/>
                </a:lnTo>
                <a:lnTo>
                  <a:pt x="149352" y="0"/>
                </a:lnTo>
                <a:lnTo>
                  <a:pt x="149352" y="9143"/>
                </a:lnTo>
                <a:close/>
              </a:path>
              <a:path w="1856739" h="1993900">
                <a:moveTo>
                  <a:pt x="192024" y="9143"/>
                </a:moveTo>
                <a:lnTo>
                  <a:pt x="160020" y="9143"/>
                </a:lnTo>
                <a:lnTo>
                  <a:pt x="160020" y="0"/>
                </a:lnTo>
                <a:lnTo>
                  <a:pt x="192024" y="0"/>
                </a:lnTo>
                <a:lnTo>
                  <a:pt x="192024" y="9143"/>
                </a:lnTo>
                <a:close/>
              </a:path>
              <a:path w="1856739" h="1993900">
                <a:moveTo>
                  <a:pt x="233172" y="9143"/>
                </a:moveTo>
                <a:lnTo>
                  <a:pt x="201168" y="9143"/>
                </a:lnTo>
                <a:lnTo>
                  <a:pt x="201168" y="0"/>
                </a:lnTo>
                <a:lnTo>
                  <a:pt x="233172" y="0"/>
                </a:lnTo>
                <a:lnTo>
                  <a:pt x="233172" y="9143"/>
                </a:lnTo>
                <a:close/>
              </a:path>
              <a:path w="1856739" h="1993900">
                <a:moveTo>
                  <a:pt x="275844" y="9143"/>
                </a:moveTo>
                <a:lnTo>
                  <a:pt x="243840" y="9143"/>
                </a:lnTo>
                <a:lnTo>
                  <a:pt x="243840" y="0"/>
                </a:lnTo>
                <a:lnTo>
                  <a:pt x="275844" y="0"/>
                </a:lnTo>
                <a:lnTo>
                  <a:pt x="275844" y="9143"/>
                </a:lnTo>
                <a:close/>
              </a:path>
              <a:path w="1856739" h="1993900">
                <a:moveTo>
                  <a:pt x="316992" y="9143"/>
                </a:moveTo>
                <a:lnTo>
                  <a:pt x="284988" y="9143"/>
                </a:lnTo>
                <a:lnTo>
                  <a:pt x="284988" y="0"/>
                </a:lnTo>
                <a:lnTo>
                  <a:pt x="316992" y="0"/>
                </a:lnTo>
                <a:lnTo>
                  <a:pt x="316992" y="9143"/>
                </a:lnTo>
                <a:close/>
              </a:path>
              <a:path w="1856739" h="1993900">
                <a:moveTo>
                  <a:pt x="359664" y="9143"/>
                </a:moveTo>
                <a:lnTo>
                  <a:pt x="327660" y="9143"/>
                </a:lnTo>
                <a:lnTo>
                  <a:pt x="327660" y="0"/>
                </a:lnTo>
                <a:lnTo>
                  <a:pt x="359664" y="0"/>
                </a:lnTo>
                <a:lnTo>
                  <a:pt x="359664" y="9143"/>
                </a:lnTo>
                <a:close/>
              </a:path>
              <a:path w="1856739" h="1993900">
                <a:moveTo>
                  <a:pt x="400812" y="9143"/>
                </a:moveTo>
                <a:lnTo>
                  <a:pt x="368808" y="9143"/>
                </a:lnTo>
                <a:lnTo>
                  <a:pt x="368808" y="0"/>
                </a:lnTo>
                <a:lnTo>
                  <a:pt x="400812" y="0"/>
                </a:lnTo>
                <a:lnTo>
                  <a:pt x="400812" y="9143"/>
                </a:lnTo>
                <a:close/>
              </a:path>
              <a:path w="1856739" h="1993900">
                <a:moveTo>
                  <a:pt x="443484" y="9143"/>
                </a:moveTo>
                <a:lnTo>
                  <a:pt x="411480" y="9143"/>
                </a:lnTo>
                <a:lnTo>
                  <a:pt x="411480" y="0"/>
                </a:lnTo>
                <a:lnTo>
                  <a:pt x="443484" y="0"/>
                </a:lnTo>
                <a:lnTo>
                  <a:pt x="443484" y="9143"/>
                </a:lnTo>
                <a:close/>
              </a:path>
              <a:path w="1856739" h="1993900">
                <a:moveTo>
                  <a:pt x="484632" y="9143"/>
                </a:moveTo>
                <a:lnTo>
                  <a:pt x="452628" y="9143"/>
                </a:lnTo>
                <a:lnTo>
                  <a:pt x="452628" y="0"/>
                </a:lnTo>
                <a:lnTo>
                  <a:pt x="484632" y="0"/>
                </a:lnTo>
                <a:lnTo>
                  <a:pt x="484632" y="9143"/>
                </a:lnTo>
                <a:close/>
              </a:path>
              <a:path w="1856739" h="1993900">
                <a:moveTo>
                  <a:pt x="527304" y="9143"/>
                </a:moveTo>
                <a:lnTo>
                  <a:pt x="495300" y="9143"/>
                </a:lnTo>
                <a:lnTo>
                  <a:pt x="495300" y="0"/>
                </a:lnTo>
                <a:lnTo>
                  <a:pt x="527304" y="0"/>
                </a:lnTo>
                <a:lnTo>
                  <a:pt x="527304" y="9143"/>
                </a:lnTo>
                <a:close/>
              </a:path>
              <a:path w="1856739" h="1993900">
                <a:moveTo>
                  <a:pt x="568452" y="9143"/>
                </a:moveTo>
                <a:lnTo>
                  <a:pt x="536448" y="9143"/>
                </a:lnTo>
                <a:lnTo>
                  <a:pt x="536448" y="0"/>
                </a:lnTo>
                <a:lnTo>
                  <a:pt x="568452" y="0"/>
                </a:lnTo>
                <a:lnTo>
                  <a:pt x="568452" y="9143"/>
                </a:lnTo>
                <a:close/>
              </a:path>
              <a:path w="1856739" h="1993900">
                <a:moveTo>
                  <a:pt x="611124" y="9143"/>
                </a:moveTo>
                <a:lnTo>
                  <a:pt x="579120" y="9143"/>
                </a:lnTo>
                <a:lnTo>
                  <a:pt x="579120" y="0"/>
                </a:lnTo>
                <a:lnTo>
                  <a:pt x="611124" y="0"/>
                </a:lnTo>
                <a:lnTo>
                  <a:pt x="611124" y="9143"/>
                </a:lnTo>
                <a:close/>
              </a:path>
              <a:path w="1856739" h="1993900">
                <a:moveTo>
                  <a:pt x="652272" y="9143"/>
                </a:moveTo>
                <a:lnTo>
                  <a:pt x="620268" y="9143"/>
                </a:lnTo>
                <a:lnTo>
                  <a:pt x="620268" y="0"/>
                </a:lnTo>
                <a:lnTo>
                  <a:pt x="652272" y="0"/>
                </a:lnTo>
                <a:lnTo>
                  <a:pt x="652272" y="9143"/>
                </a:lnTo>
                <a:close/>
              </a:path>
              <a:path w="1856739" h="1993900">
                <a:moveTo>
                  <a:pt x="694944" y="9143"/>
                </a:moveTo>
                <a:lnTo>
                  <a:pt x="662940" y="9143"/>
                </a:lnTo>
                <a:lnTo>
                  <a:pt x="662940" y="0"/>
                </a:lnTo>
                <a:lnTo>
                  <a:pt x="694944" y="0"/>
                </a:lnTo>
                <a:lnTo>
                  <a:pt x="694944" y="9143"/>
                </a:lnTo>
                <a:close/>
              </a:path>
              <a:path w="1856739" h="1993900">
                <a:moveTo>
                  <a:pt x="736092" y="9143"/>
                </a:moveTo>
                <a:lnTo>
                  <a:pt x="704088" y="9143"/>
                </a:lnTo>
                <a:lnTo>
                  <a:pt x="704088" y="0"/>
                </a:lnTo>
                <a:lnTo>
                  <a:pt x="736092" y="0"/>
                </a:lnTo>
                <a:lnTo>
                  <a:pt x="736092" y="9143"/>
                </a:lnTo>
                <a:close/>
              </a:path>
              <a:path w="1856739" h="1993900">
                <a:moveTo>
                  <a:pt x="778764" y="9143"/>
                </a:moveTo>
                <a:lnTo>
                  <a:pt x="746760" y="9143"/>
                </a:lnTo>
                <a:lnTo>
                  <a:pt x="746760" y="0"/>
                </a:lnTo>
                <a:lnTo>
                  <a:pt x="778764" y="0"/>
                </a:lnTo>
                <a:lnTo>
                  <a:pt x="778764" y="9143"/>
                </a:lnTo>
                <a:close/>
              </a:path>
              <a:path w="1856739" h="1993900">
                <a:moveTo>
                  <a:pt x="819912" y="9143"/>
                </a:moveTo>
                <a:lnTo>
                  <a:pt x="787908" y="9143"/>
                </a:lnTo>
                <a:lnTo>
                  <a:pt x="787908" y="0"/>
                </a:lnTo>
                <a:lnTo>
                  <a:pt x="819912" y="0"/>
                </a:lnTo>
                <a:lnTo>
                  <a:pt x="819912" y="9143"/>
                </a:lnTo>
                <a:close/>
              </a:path>
              <a:path w="1856739" h="1993900">
                <a:moveTo>
                  <a:pt x="862584" y="9143"/>
                </a:moveTo>
                <a:lnTo>
                  <a:pt x="830580" y="9143"/>
                </a:lnTo>
                <a:lnTo>
                  <a:pt x="830580" y="0"/>
                </a:lnTo>
                <a:lnTo>
                  <a:pt x="862584" y="0"/>
                </a:lnTo>
                <a:lnTo>
                  <a:pt x="862584" y="9143"/>
                </a:lnTo>
                <a:close/>
              </a:path>
              <a:path w="1856739" h="1993900">
                <a:moveTo>
                  <a:pt x="903732" y="9143"/>
                </a:moveTo>
                <a:lnTo>
                  <a:pt x="871728" y="9143"/>
                </a:lnTo>
                <a:lnTo>
                  <a:pt x="871728" y="0"/>
                </a:lnTo>
                <a:lnTo>
                  <a:pt x="903732" y="0"/>
                </a:lnTo>
                <a:lnTo>
                  <a:pt x="903732" y="9143"/>
                </a:lnTo>
                <a:close/>
              </a:path>
              <a:path w="1856739" h="1993900">
                <a:moveTo>
                  <a:pt x="946403" y="9143"/>
                </a:moveTo>
                <a:lnTo>
                  <a:pt x="914400" y="9143"/>
                </a:lnTo>
                <a:lnTo>
                  <a:pt x="914400" y="0"/>
                </a:lnTo>
                <a:lnTo>
                  <a:pt x="946403" y="0"/>
                </a:lnTo>
                <a:lnTo>
                  <a:pt x="946403" y="9143"/>
                </a:lnTo>
                <a:close/>
              </a:path>
              <a:path w="1856739" h="1993900">
                <a:moveTo>
                  <a:pt x="987551" y="9143"/>
                </a:moveTo>
                <a:lnTo>
                  <a:pt x="955548" y="9143"/>
                </a:lnTo>
                <a:lnTo>
                  <a:pt x="955548" y="0"/>
                </a:lnTo>
                <a:lnTo>
                  <a:pt x="987551" y="0"/>
                </a:lnTo>
                <a:lnTo>
                  <a:pt x="987551" y="9143"/>
                </a:lnTo>
                <a:close/>
              </a:path>
              <a:path w="1856739" h="1993900">
                <a:moveTo>
                  <a:pt x="1030224" y="9143"/>
                </a:moveTo>
                <a:lnTo>
                  <a:pt x="998219" y="9143"/>
                </a:lnTo>
                <a:lnTo>
                  <a:pt x="998219" y="0"/>
                </a:lnTo>
                <a:lnTo>
                  <a:pt x="1030224" y="0"/>
                </a:lnTo>
                <a:lnTo>
                  <a:pt x="1030224" y="9143"/>
                </a:lnTo>
                <a:close/>
              </a:path>
              <a:path w="1856739" h="1993900">
                <a:moveTo>
                  <a:pt x="1071372" y="9143"/>
                </a:moveTo>
                <a:lnTo>
                  <a:pt x="1039367" y="9143"/>
                </a:lnTo>
                <a:lnTo>
                  <a:pt x="1039367" y="0"/>
                </a:lnTo>
                <a:lnTo>
                  <a:pt x="1071372" y="0"/>
                </a:lnTo>
                <a:lnTo>
                  <a:pt x="1071372" y="9143"/>
                </a:lnTo>
                <a:close/>
              </a:path>
              <a:path w="1856739" h="1993900">
                <a:moveTo>
                  <a:pt x="1114044" y="9143"/>
                </a:moveTo>
                <a:lnTo>
                  <a:pt x="1082040" y="9143"/>
                </a:lnTo>
                <a:lnTo>
                  <a:pt x="1082040" y="0"/>
                </a:lnTo>
                <a:lnTo>
                  <a:pt x="1114044" y="0"/>
                </a:lnTo>
                <a:lnTo>
                  <a:pt x="1114044" y="9143"/>
                </a:lnTo>
                <a:close/>
              </a:path>
              <a:path w="1856739" h="1993900">
                <a:moveTo>
                  <a:pt x="1155192" y="9143"/>
                </a:moveTo>
                <a:lnTo>
                  <a:pt x="1123188" y="9143"/>
                </a:lnTo>
                <a:lnTo>
                  <a:pt x="1123188" y="0"/>
                </a:lnTo>
                <a:lnTo>
                  <a:pt x="1155192" y="0"/>
                </a:lnTo>
                <a:lnTo>
                  <a:pt x="1155192" y="9143"/>
                </a:lnTo>
                <a:close/>
              </a:path>
              <a:path w="1856739" h="1993900">
                <a:moveTo>
                  <a:pt x="1197864" y="9143"/>
                </a:moveTo>
                <a:lnTo>
                  <a:pt x="1165860" y="9143"/>
                </a:lnTo>
                <a:lnTo>
                  <a:pt x="1165860" y="0"/>
                </a:lnTo>
                <a:lnTo>
                  <a:pt x="1197864" y="0"/>
                </a:lnTo>
                <a:lnTo>
                  <a:pt x="1197864" y="9143"/>
                </a:lnTo>
                <a:close/>
              </a:path>
              <a:path w="1856739" h="1993900">
                <a:moveTo>
                  <a:pt x="1239012" y="9143"/>
                </a:moveTo>
                <a:lnTo>
                  <a:pt x="1207008" y="9143"/>
                </a:lnTo>
                <a:lnTo>
                  <a:pt x="1207008" y="0"/>
                </a:lnTo>
                <a:lnTo>
                  <a:pt x="1239012" y="0"/>
                </a:lnTo>
                <a:lnTo>
                  <a:pt x="1239012" y="9143"/>
                </a:lnTo>
                <a:close/>
              </a:path>
              <a:path w="1856739" h="1993900">
                <a:moveTo>
                  <a:pt x="1281684" y="9143"/>
                </a:moveTo>
                <a:lnTo>
                  <a:pt x="1249680" y="9143"/>
                </a:lnTo>
                <a:lnTo>
                  <a:pt x="1249680" y="0"/>
                </a:lnTo>
                <a:lnTo>
                  <a:pt x="1281684" y="0"/>
                </a:lnTo>
                <a:lnTo>
                  <a:pt x="1281684" y="9143"/>
                </a:lnTo>
                <a:close/>
              </a:path>
              <a:path w="1856739" h="1993900">
                <a:moveTo>
                  <a:pt x="1322832" y="9143"/>
                </a:moveTo>
                <a:lnTo>
                  <a:pt x="1290828" y="9143"/>
                </a:lnTo>
                <a:lnTo>
                  <a:pt x="1290828" y="0"/>
                </a:lnTo>
                <a:lnTo>
                  <a:pt x="1322832" y="0"/>
                </a:lnTo>
                <a:lnTo>
                  <a:pt x="1322832" y="9143"/>
                </a:lnTo>
                <a:close/>
              </a:path>
              <a:path w="1856739" h="1993900">
                <a:moveTo>
                  <a:pt x="1365503" y="9143"/>
                </a:moveTo>
                <a:lnTo>
                  <a:pt x="1333500" y="9143"/>
                </a:lnTo>
                <a:lnTo>
                  <a:pt x="1333500" y="0"/>
                </a:lnTo>
                <a:lnTo>
                  <a:pt x="1365503" y="0"/>
                </a:lnTo>
                <a:lnTo>
                  <a:pt x="1365503" y="9143"/>
                </a:lnTo>
                <a:close/>
              </a:path>
              <a:path w="1856739" h="1993900">
                <a:moveTo>
                  <a:pt x="1406651" y="9143"/>
                </a:moveTo>
                <a:lnTo>
                  <a:pt x="1374648" y="9143"/>
                </a:lnTo>
                <a:lnTo>
                  <a:pt x="1374648" y="0"/>
                </a:lnTo>
                <a:lnTo>
                  <a:pt x="1406651" y="0"/>
                </a:lnTo>
                <a:lnTo>
                  <a:pt x="1406651" y="9143"/>
                </a:lnTo>
                <a:close/>
              </a:path>
              <a:path w="1856739" h="1993900">
                <a:moveTo>
                  <a:pt x="1449324" y="9143"/>
                </a:moveTo>
                <a:lnTo>
                  <a:pt x="1417319" y="9143"/>
                </a:lnTo>
                <a:lnTo>
                  <a:pt x="1417319" y="0"/>
                </a:lnTo>
                <a:lnTo>
                  <a:pt x="1449324" y="0"/>
                </a:lnTo>
                <a:lnTo>
                  <a:pt x="1449324" y="9143"/>
                </a:lnTo>
                <a:close/>
              </a:path>
              <a:path w="1856739" h="1993900">
                <a:moveTo>
                  <a:pt x="1490472" y="9143"/>
                </a:moveTo>
                <a:lnTo>
                  <a:pt x="1458467" y="9143"/>
                </a:lnTo>
                <a:lnTo>
                  <a:pt x="1458467" y="0"/>
                </a:lnTo>
                <a:lnTo>
                  <a:pt x="1490472" y="0"/>
                </a:lnTo>
                <a:lnTo>
                  <a:pt x="1490472" y="9143"/>
                </a:lnTo>
                <a:close/>
              </a:path>
              <a:path w="1856739" h="1993900">
                <a:moveTo>
                  <a:pt x="1533144" y="9143"/>
                </a:moveTo>
                <a:lnTo>
                  <a:pt x="1501140" y="9143"/>
                </a:lnTo>
                <a:lnTo>
                  <a:pt x="1501140" y="0"/>
                </a:lnTo>
                <a:lnTo>
                  <a:pt x="1533144" y="0"/>
                </a:lnTo>
                <a:lnTo>
                  <a:pt x="1533144" y="9143"/>
                </a:lnTo>
                <a:close/>
              </a:path>
              <a:path w="1856739" h="1993900">
                <a:moveTo>
                  <a:pt x="1574292" y="9143"/>
                </a:moveTo>
                <a:lnTo>
                  <a:pt x="1542288" y="9143"/>
                </a:lnTo>
                <a:lnTo>
                  <a:pt x="1542288" y="0"/>
                </a:lnTo>
                <a:lnTo>
                  <a:pt x="1574292" y="0"/>
                </a:lnTo>
                <a:lnTo>
                  <a:pt x="1574292" y="9143"/>
                </a:lnTo>
                <a:close/>
              </a:path>
              <a:path w="1856739" h="1993900">
                <a:moveTo>
                  <a:pt x="1616964" y="9143"/>
                </a:moveTo>
                <a:lnTo>
                  <a:pt x="1584960" y="9143"/>
                </a:lnTo>
                <a:lnTo>
                  <a:pt x="1584960" y="0"/>
                </a:lnTo>
                <a:lnTo>
                  <a:pt x="1616964" y="0"/>
                </a:lnTo>
                <a:lnTo>
                  <a:pt x="1616964" y="9143"/>
                </a:lnTo>
                <a:close/>
              </a:path>
              <a:path w="1856739" h="1993900">
                <a:moveTo>
                  <a:pt x="1658112" y="9143"/>
                </a:moveTo>
                <a:lnTo>
                  <a:pt x="1626108" y="9143"/>
                </a:lnTo>
                <a:lnTo>
                  <a:pt x="1626108" y="0"/>
                </a:lnTo>
                <a:lnTo>
                  <a:pt x="1658112" y="0"/>
                </a:lnTo>
                <a:lnTo>
                  <a:pt x="1658112" y="9143"/>
                </a:lnTo>
                <a:close/>
              </a:path>
              <a:path w="1856739" h="1993900">
                <a:moveTo>
                  <a:pt x="1700784" y="9143"/>
                </a:moveTo>
                <a:lnTo>
                  <a:pt x="1668780" y="9143"/>
                </a:lnTo>
                <a:lnTo>
                  <a:pt x="1668780" y="0"/>
                </a:lnTo>
                <a:lnTo>
                  <a:pt x="1700784" y="0"/>
                </a:lnTo>
                <a:lnTo>
                  <a:pt x="1700784" y="9143"/>
                </a:lnTo>
                <a:close/>
              </a:path>
              <a:path w="1856739" h="1993900">
                <a:moveTo>
                  <a:pt x="1741932" y="9143"/>
                </a:moveTo>
                <a:lnTo>
                  <a:pt x="1709928" y="9143"/>
                </a:lnTo>
                <a:lnTo>
                  <a:pt x="1709928" y="0"/>
                </a:lnTo>
                <a:lnTo>
                  <a:pt x="1741932" y="0"/>
                </a:lnTo>
                <a:lnTo>
                  <a:pt x="1741932" y="9143"/>
                </a:lnTo>
                <a:close/>
              </a:path>
              <a:path w="1856739" h="1993900">
                <a:moveTo>
                  <a:pt x="1784603" y="9143"/>
                </a:moveTo>
                <a:lnTo>
                  <a:pt x="1752600" y="9143"/>
                </a:lnTo>
                <a:lnTo>
                  <a:pt x="1752600" y="0"/>
                </a:lnTo>
                <a:lnTo>
                  <a:pt x="1784603" y="0"/>
                </a:lnTo>
                <a:lnTo>
                  <a:pt x="1784603" y="9143"/>
                </a:lnTo>
                <a:close/>
              </a:path>
              <a:path w="1856739" h="1993900">
                <a:moveTo>
                  <a:pt x="1825751" y="9143"/>
                </a:moveTo>
                <a:lnTo>
                  <a:pt x="1793748" y="9143"/>
                </a:lnTo>
                <a:lnTo>
                  <a:pt x="1793748" y="0"/>
                </a:lnTo>
                <a:lnTo>
                  <a:pt x="1825751" y="0"/>
                </a:lnTo>
                <a:lnTo>
                  <a:pt x="1825751" y="9143"/>
                </a:lnTo>
                <a:close/>
              </a:path>
              <a:path w="1856739" h="1993900">
                <a:moveTo>
                  <a:pt x="1845564" y="9143"/>
                </a:moveTo>
                <a:lnTo>
                  <a:pt x="1836419" y="9143"/>
                </a:lnTo>
                <a:lnTo>
                  <a:pt x="1836419" y="0"/>
                </a:lnTo>
                <a:lnTo>
                  <a:pt x="1856232" y="0"/>
                </a:lnTo>
                <a:lnTo>
                  <a:pt x="1856232" y="4572"/>
                </a:lnTo>
                <a:lnTo>
                  <a:pt x="1845564" y="4572"/>
                </a:lnTo>
                <a:lnTo>
                  <a:pt x="1845564" y="9143"/>
                </a:lnTo>
                <a:close/>
              </a:path>
              <a:path w="1856739" h="1993900">
                <a:moveTo>
                  <a:pt x="1856232" y="21335"/>
                </a:moveTo>
                <a:lnTo>
                  <a:pt x="1845564" y="21335"/>
                </a:lnTo>
                <a:lnTo>
                  <a:pt x="1845564" y="4572"/>
                </a:lnTo>
                <a:lnTo>
                  <a:pt x="1851660" y="9143"/>
                </a:lnTo>
                <a:lnTo>
                  <a:pt x="1856232" y="9143"/>
                </a:lnTo>
                <a:lnTo>
                  <a:pt x="1856232" y="21335"/>
                </a:lnTo>
                <a:close/>
              </a:path>
              <a:path w="1856739" h="1993900">
                <a:moveTo>
                  <a:pt x="1856232" y="9143"/>
                </a:moveTo>
                <a:lnTo>
                  <a:pt x="1851660" y="9143"/>
                </a:lnTo>
                <a:lnTo>
                  <a:pt x="1845564" y="4572"/>
                </a:lnTo>
                <a:lnTo>
                  <a:pt x="1856232" y="4572"/>
                </a:lnTo>
                <a:lnTo>
                  <a:pt x="1856232" y="9143"/>
                </a:lnTo>
                <a:close/>
              </a:path>
              <a:path w="1856739" h="1993900">
                <a:moveTo>
                  <a:pt x="1856232" y="62483"/>
                </a:moveTo>
                <a:lnTo>
                  <a:pt x="1845564" y="62483"/>
                </a:lnTo>
                <a:lnTo>
                  <a:pt x="1845564" y="32004"/>
                </a:lnTo>
                <a:lnTo>
                  <a:pt x="1856232" y="32004"/>
                </a:lnTo>
                <a:lnTo>
                  <a:pt x="1856232" y="62483"/>
                </a:lnTo>
                <a:close/>
              </a:path>
              <a:path w="1856739" h="1993900">
                <a:moveTo>
                  <a:pt x="1856232" y="105156"/>
                </a:moveTo>
                <a:lnTo>
                  <a:pt x="1845564" y="105156"/>
                </a:lnTo>
                <a:lnTo>
                  <a:pt x="1845564" y="73151"/>
                </a:lnTo>
                <a:lnTo>
                  <a:pt x="1856232" y="73151"/>
                </a:lnTo>
                <a:lnTo>
                  <a:pt x="1856232" y="105156"/>
                </a:lnTo>
                <a:close/>
              </a:path>
              <a:path w="1856739" h="1993900">
                <a:moveTo>
                  <a:pt x="1856232" y="146304"/>
                </a:moveTo>
                <a:lnTo>
                  <a:pt x="1845564" y="146304"/>
                </a:lnTo>
                <a:lnTo>
                  <a:pt x="1845564" y="115824"/>
                </a:lnTo>
                <a:lnTo>
                  <a:pt x="1856232" y="115824"/>
                </a:lnTo>
                <a:lnTo>
                  <a:pt x="1856232" y="146304"/>
                </a:lnTo>
                <a:close/>
              </a:path>
              <a:path w="1856739" h="1993900">
                <a:moveTo>
                  <a:pt x="1856232" y="188975"/>
                </a:moveTo>
                <a:lnTo>
                  <a:pt x="1845564" y="188975"/>
                </a:lnTo>
                <a:lnTo>
                  <a:pt x="1845564" y="156972"/>
                </a:lnTo>
                <a:lnTo>
                  <a:pt x="1856232" y="156972"/>
                </a:lnTo>
                <a:lnTo>
                  <a:pt x="1856232" y="188975"/>
                </a:lnTo>
                <a:close/>
              </a:path>
              <a:path w="1856739" h="1993900">
                <a:moveTo>
                  <a:pt x="1856232" y="230124"/>
                </a:moveTo>
                <a:lnTo>
                  <a:pt x="1845564" y="230124"/>
                </a:lnTo>
                <a:lnTo>
                  <a:pt x="1845564" y="199643"/>
                </a:lnTo>
                <a:lnTo>
                  <a:pt x="1856232" y="199643"/>
                </a:lnTo>
                <a:lnTo>
                  <a:pt x="1856232" y="230124"/>
                </a:lnTo>
                <a:close/>
              </a:path>
              <a:path w="1856739" h="1993900">
                <a:moveTo>
                  <a:pt x="1856232" y="272796"/>
                </a:moveTo>
                <a:lnTo>
                  <a:pt x="1845564" y="272796"/>
                </a:lnTo>
                <a:lnTo>
                  <a:pt x="1845564" y="240791"/>
                </a:lnTo>
                <a:lnTo>
                  <a:pt x="1856232" y="240791"/>
                </a:lnTo>
                <a:lnTo>
                  <a:pt x="1856232" y="272796"/>
                </a:lnTo>
                <a:close/>
              </a:path>
              <a:path w="1856739" h="1993900">
                <a:moveTo>
                  <a:pt x="1856232" y="313943"/>
                </a:moveTo>
                <a:lnTo>
                  <a:pt x="1845564" y="313943"/>
                </a:lnTo>
                <a:lnTo>
                  <a:pt x="1845564" y="283464"/>
                </a:lnTo>
                <a:lnTo>
                  <a:pt x="1856232" y="283464"/>
                </a:lnTo>
                <a:lnTo>
                  <a:pt x="1856232" y="313943"/>
                </a:lnTo>
                <a:close/>
              </a:path>
              <a:path w="1856739" h="1993900">
                <a:moveTo>
                  <a:pt x="1856232" y="356616"/>
                </a:moveTo>
                <a:lnTo>
                  <a:pt x="1845564" y="356616"/>
                </a:lnTo>
                <a:lnTo>
                  <a:pt x="1845564" y="324612"/>
                </a:lnTo>
                <a:lnTo>
                  <a:pt x="1856232" y="324612"/>
                </a:lnTo>
                <a:lnTo>
                  <a:pt x="1856232" y="356616"/>
                </a:lnTo>
                <a:close/>
              </a:path>
              <a:path w="1856739" h="1993900">
                <a:moveTo>
                  <a:pt x="1856232" y="397764"/>
                </a:moveTo>
                <a:lnTo>
                  <a:pt x="1845564" y="397764"/>
                </a:lnTo>
                <a:lnTo>
                  <a:pt x="1845564" y="367283"/>
                </a:lnTo>
                <a:lnTo>
                  <a:pt x="1856232" y="367283"/>
                </a:lnTo>
                <a:lnTo>
                  <a:pt x="1856232" y="397764"/>
                </a:lnTo>
                <a:close/>
              </a:path>
              <a:path w="1856739" h="1993900">
                <a:moveTo>
                  <a:pt x="1856232" y="440435"/>
                </a:moveTo>
                <a:lnTo>
                  <a:pt x="1845564" y="440435"/>
                </a:lnTo>
                <a:lnTo>
                  <a:pt x="1845564" y="408432"/>
                </a:lnTo>
                <a:lnTo>
                  <a:pt x="1856232" y="408432"/>
                </a:lnTo>
                <a:lnTo>
                  <a:pt x="1856232" y="440435"/>
                </a:lnTo>
                <a:close/>
              </a:path>
              <a:path w="1856739" h="1993900">
                <a:moveTo>
                  <a:pt x="1856232" y="481583"/>
                </a:moveTo>
                <a:lnTo>
                  <a:pt x="1845564" y="481583"/>
                </a:lnTo>
                <a:lnTo>
                  <a:pt x="1845564" y="451104"/>
                </a:lnTo>
                <a:lnTo>
                  <a:pt x="1856232" y="451104"/>
                </a:lnTo>
                <a:lnTo>
                  <a:pt x="1856232" y="481583"/>
                </a:lnTo>
                <a:close/>
              </a:path>
              <a:path w="1856739" h="1993900">
                <a:moveTo>
                  <a:pt x="1856232" y="524256"/>
                </a:moveTo>
                <a:lnTo>
                  <a:pt x="1845564" y="524256"/>
                </a:lnTo>
                <a:lnTo>
                  <a:pt x="1845564" y="492251"/>
                </a:lnTo>
                <a:lnTo>
                  <a:pt x="1856232" y="492251"/>
                </a:lnTo>
                <a:lnTo>
                  <a:pt x="1856232" y="524256"/>
                </a:lnTo>
                <a:close/>
              </a:path>
              <a:path w="1856739" h="1993900">
                <a:moveTo>
                  <a:pt x="1856232" y="565404"/>
                </a:moveTo>
                <a:lnTo>
                  <a:pt x="1845564" y="565404"/>
                </a:lnTo>
                <a:lnTo>
                  <a:pt x="1845564" y="534924"/>
                </a:lnTo>
                <a:lnTo>
                  <a:pt x="1856232" y="534924"/>
                </a:lnTo>
                <a:lnTo>
                  <a:pt x="1856232" y="565404"/>
                </a:lnTo>
                <a:close/>
              </a:path>
              <a:path w="1856739" h="1993900">
                <a:moveTo>
                  <a:pt x="1856232" y="608075"/>
                </a:moveTo>
                <a:lnTo>
                  <a:pt x="1845564" y="608075"/>
                </a:lnTo>
                <a:lnTo>
                  <a:pt x="1845564" y="576072"/>
                </a:lnTo>
                <a:lnTo>
                  <a:pt x="1856232" y="576072"/>
                </a:lnTo>
                <a:lnTo>
                  <a:pt x="1856232" y="608075"/>
                </a:lnTo>
                <a:close/>
              </a:path>
              <a:path w="1856739" h="1993900">
                <a:moveTo>
                  <a:pt x="1856232" y="649224"/>
                </a:moveTo>
                <a:lnTo>
                  <a:pt x="1845564" y="649224"/>
                </a:lnTo>
                <a:lnTo>
                  <a:pt x="1845564" y="618743"/>
                </a:lnTo>
                <a:lnTo>
                  <a:pt x="1856232" y="618743"/>
                </a:lnTo>
                <a:lnTo>
                  <a:pt x="1856232" y="649224"/>
                </a:lnTo>
                <a:close/>
              </a:path>
              <a:path w="1856739" h="1993900">
                <a:moveTo>
                  <a:pt x="1856232" y="691895"/>
                </a:moveTo>
                <a:lnTo>
                  <a:pt x="1845564" y="691895"/>
                </a:lnTo>
                <a:lnTo>
                  <a:pt x="1845564" y="659892"/>
                </a:lnTo>
                <a:lnTo>
                  <a:pt x="1856232" y="659892"/>
                </a:lnTo>
                <a:lnTo>
                  <a:pt x="1856232" y="691895"/>
                </a:lnTo>
                <a:close/>
              </a:path>
              <a:path w="1856739" h="1993900">
                <a:moveTo>
                  <a:pt x="1856232" y="733043"/>
                </a:moveTo>
                <a:lnTo>
                  <a:pt x="1845564" y="733043"/>
                </a:lnTo>
                <a:lnTo>
                  <a:pt x="1845564" y="702563"/>
                </a:lnTo>
                <a:lnTo>
                  <a:pt x="1856232" y="702563"/>
                </a:lnTo>
                <a:lnTo>
                  <a:pt x="1856232" y="733043"/>
                </a:lnTo>
                <a:close/>
              </a:path>
              <a:path w="1856739" h="1993900">
                <a:moveTo>
                  <a:pt x="1856232" y="775716"/>
                </a:moveTo>
                <a:lnTo>
                  <a:pt x="1845564" y="775716"/>
                </a:lnTo>
                <a:lnTo>
                  <a:pt x="1845564" y="743711"/>
                </a:lnTo>
                <a:lnTo>
                  <a:pt x="1856232" y="743711"/>
                </a:lnTo>
                <a:lnTo>
                  <a:pt x="1856232" y="775716"/>
                </a:lnTo>
                <a:close/>
              </a:path>
              <a:path w="1856739" h="1993900">
                <a:moveTo>
                  <a:pt x="1856232" y="816863"/>
                </a:moveTo>
                <a:lnTo>
                  <a:pt x="1845564" y="816863"/>
                </a:lnTo>
                <a:lnTo>
                  <a:pt x="1845564" y="786384"/>
                </a:lnTo>
                <a:lnTo>
                  <a:pt x="1856232" y="786384"/>
                </a:lnTo>
                <a:lnTo>
                  <a:pt x="1856232" y="816863"/>
                </a:lnTo>
                <a:close/>
              </a:path>
              <a:path w="1856739" h="1993900">
                <a:moveTo>
                  <a:pt x="1856232" y="859536"/>
                </a:moveTo>
                <a:lnTo>
                  <a:pt x="1845564" y="859536"/>
                </a:lnTo>
                <a:lnTo>
                  <a:pt x="1845564" y="827531"/>
                </a:lnTo>
                <a:lnTo>
                  <a:pt x="1856232" y="827531"/>
                </a:lnTo>
                <a:lnTo>
                  <a:pt x="1856232" y="859536"/>
                </a:lnTo>
                <a:close/>
              </a:path>
              <a:path w="1856739" h="1993900">
                <a:moveTo>
                  <a:pt x="1856232" y="900684"/>
                </a:moveTo>
                <a:lnTo>
                  <a:pt x="1845564" y="900684"/>
                </a:lnTo>
                <a:lnTo>
                  <a:pt x="1845564" y="870204"/>
                </a:lnTo>
                <a:lnTo>
                  <a:pt x="1856232" y="870204"/>
                </a:lnTo>
                <a:lnTo>
                  <a:pt x="1856232" y="900684"/>
                </a:lnTo>
                <a:close/>
              </a:path>
              <a:path w="1856739" h="1993900">
                <a:moveTo>
                  <a:pt x="1856232" y="943356"/>
                </a:moveTo>
                <a:lnTo>
                  <a:pt x="1845564" y="943356"/>
                </a:lnTo>
                <a:lnTo>
                  <a:pt x="1845564" y="911352"/>
                </a:lnTo>
                <a:lnTo>
                  <a:pt x="1856232" y="911352"/>
                </a:lnTo>
                <a:lnTo>
                  <a:pt x="1856232" y="943356"/>
                </a:lnTo>
                <a:close/>
              </a:path>
              <a:path w="1856739" h="1993900">
                <a:moveTo>
                  <a:pt x="1856232" y="984504"/>
                </a:moveTo>
                <a:lnTo>
                  <a:pt x="1845564" y="984504"/>
                </a:lnTo>
                <a:lnTo>
                  <a:pt x="1845564" y="954024"/>
                </a:lnTo>
                <a:lnTo>
                  <a:pt x="1856232" y="954024"/>
                </a:lnTo>
                <a:lnTo>
                  <a:pt x="1856232" y="984504"/>
                </a:lnTo>
                <a:close/>
              </a:path>
              <a:path w="1856739" h="1993900">
                <a:moveTo>
                  <a:pt x="1856232" y="1027176"/>
                </a:moveTo>
                <a:lnTo>
                  <a:pt x="1845564" y="1027176"/>
                </a:lnTo>
                <a:lnTo>
                  <a:pt x="1845564" y="995172"/>
                </a:lnTo>
                <a:lnTo>
                  <a:pt x="1856232" y="995172"/>
                </a:lnTo>
                <a:lnTo>
                  <a:pt x="1856232" y="1027176"/>
                </a:lnTo>
                <a:close/>
              </a:path>
              <a:path w="1856739" h="1993900">
                <a:moveTo>
                  <a:pt x="1856232" y="1068324"/>
                </a:moveTo>
                <a:lnTo>
                  <a:pt x="1845564" y="1068324"/>
                </a:lnTo>
                <a:lnTo>
                  <a:pt x="1845564" y="1037843"/>
                </a:lnTo>
                <a:lnTo>
                  <a:pt x="1856232" y="1037843"/>
                </a:lnTo>
                <a:lnTo>
                  <a:pt x="1856232" y="1068324"/>
                </a:lnTo>
                <a:close/>
              </a:path>
              <a:path w="1856739" h="1993900">
                <a:moveTo>
                  <a:pt x="1856232" y="1110995"/>
                </a:moveTo>
                <a:lnTo>
                  <a:pt x="1845564" y="1110995"/>
                </a:lnTo>
                <a:lnTo>
                  <a:pt x="1845564" y="1078992"/>
                </a:lnTo>
                <a:lnTo>
                  <a:pt x="1856232" y="1078992"/>
                </a:lnTo>
                <a:lnTo>
                  <a:pt x="1856232" y="1110995"/>
                </a:lnTo>
                <a:close/>
              </a:path>
              <a:path w="1856739" h="1993900">
                <a:moveTo>
                  <a:pt x="1856232" y="1152143"/>
                </a:moveTo>
                <a:lnTo>
                  <a:pt x="1845564" y="1152143"/>
                </a:lnTo>
                <a:lnTo>
                  <a:pt x="1845564" y="1121663"/>
                </a:lnTo>
                <a:lnTo>
                  <a:pt x="1856232" y="1121663"/>
                </a:lnTo>
                <a:lnTo>
                  <a:pt x="1856232" y="1152143"/>
                </a:lnTo>
                <a:close/>
              </a:path>
              <a:path w="1856739" h="1993900">
                <a:moveTo>
                  <a:pt x="1856232" y="1194816"/>
                </a:moveTo>
                <a:lnTo>
                  <a:pt x="1845564" y="1194816"/>
                </a:lnTo>
                <a:lnTo>
                  <a:pt x="1845564" y="1162811"/>
                </a:lnTo>
                <a:lnTo>
                  <a:pt x="1856232" y="1162811"/>
                </a:lnTo>
                <a:lnTo>
                  <a:pt x="1856232" y="1194816"/>
                </a:lnTo>
                <a:close/>
              </a:path>
              <a:path w="1856739" h="1993900">
                <a:moveTo>
                  <a:pt x="1856232" y="1235963"/>
                </a:moveTo>
                <a:lnTo>
                  <a:pt x="1845564" y="1235963"/>
                </a:lnTo>
                <a:lnTo>
                  <a:pt x="1845564" y="1205484"/>
                </a:lnTo>
                <a:lnTo>
                  <a:pt x="1856232" y="1205484"/>
                </a:lnTo>
                <a:lnTo>
                  <a:pt x="1856232" y="1235963"/>
                </a:lnTo>
                <a:close/>
              </a:path>
              <a:path w="1856739" h="1993900">
                <a:moveTo>
                  <a:pt x="1856232" y="1278636"/>
                </a:moveTo>
                <a:lnTo>
                  <a:pt x="1845564" y="1278636"/>
                </a:lnTo>
                <a:lnTo>
                  <a:pt x="1845564" y="1246631"/>
                </a:lnTo>
                <a:lnTo>
                  <a:pt x="1856232" y="1246631"/>
                </a:lnTo>
                <a:lnTo>
                  <a:pt x="1856232" y="1278636"/>
                </a:lnTo>
                <a:close/>
              </a:path>
              <a:path w="1856739" h="1993900">
                <a:moveTo>
                  <a:pt x="1856232" y="1319784"/>
                </a:moveTo>
                <a:lnTo>
                  <a:pt x="1845564" y="1319784"/>
                </a:lnTo>
                <a:lnTo>
                  <a:pt x="1845564" y="1289304"/>
                </a:lnTo>
                <a:lnTo>
                  <a:pt x="1856232" y="1289304"/>
                </a:lnTo>
                <a:lnTo>
                  <a:pt x="1856232" y="1319784"/>
                </a:lnTo>
                <a:close/>
              </a:path>
              <a:path w="1856739" h="1993900">
                <a:moveTo>
                  <a:pt x="1856232" y="1362456"/>
                </a:moveTo>
                <a:lnTo>
                  <a:pt x="1845564" y="1362456"/>
                </a:lnTo>
                <a:lnTo>
                  <a:pt x="1845564" y="1330452"/>
                </a:lnTo>
                <a:lnTo>
                  <a:pt x="1856232" y="1330452"/>
                </a:lnTo>
                <a:lnTo>
                  <a:pt x="1856232" y="1362456"/>
                </a:lnTo>
                <a:close/>
              </a:path>
              <a:path w="1856739" h="1993900">
                <a:moveTo>
                  <a:pt x="1856232" y="1403604"/>
                </a:moveTo>
                <a:lnTo>
                  <a:pt x="1845564" y="1403604"/>
                </a:lnTo>
                <a:lnTo>
                  <a:pt x="1845564" y="1373124"/>
                </a:lnTo>
                <a:lnTo>
                  <a:pt x="1856232" y="1373124"/>
                </a:lnTo>
                <a:lnTo>
                  <a:pt x="1856232" y="1403604"/>
                </a:lnTo>
                <a:close/>
              </a:path>
              <a:path w="1856739" h="1993900">
                <a:moveTo>
                  <a:pt x="1856232" y="1446276"/>
                </a:moveTo>
                <a:lnTo>
                  <a:pt x="1845564" y="1446276"/>
                </a:lnTo>
                <a:lnTo>
                  <a:pt x="1845564" y="1414272"/>
                </a:lnTo>
                <a:lnTo>
                  <a:pt x="1856232" y="1414272"/>
                </a:lnTo>
                <a:lnTo>
                  <a:pt x="1856232" y="1446276"/>
                </a:lnTo>
                <a:close/>
              </a:path>
              <a:path w="1856739" h="1993900">
                <a:moveTo>
                  <a:pt x="1856232" y="1487424"/>
                </a:moveTo>
                <a:lnTo>
                  <a:pt x="1845564" y="1487424"/>
                </a:lnTo>
                <a:lnTo>
                  <a:pt x="1845564" y="1456943"/>
                </a:lnTo>
                <a:lnTo>
                  <a:pt x="1856232" y="1456943"/>
                </a:lnTo>
                <a:lnTo>
                  <a:pt x="1856232" y="1487424"/>
                </a:lnTo>
                <a:close/>
              </a:path>
              <a:path w="1856739" h="1993900">
                <a:moveTo>
                  <a:pt x="1856232" y="1530095"/>
                </a:moveTo>
                <a:lnTo>
                  <a:pt x="1845564" y="1530095"/>
                </a:lnTo>
                <a:lnTo>
                  <a:pt x="1845564" y="1498092"/>
                </a:lnTo>
                <a:lnTo>
                  <a:pt x="1856232" y="1498092"/>
                </a:lnTo>
                <a:lnTo>
                  <a:pt x="1856232" y="1530095"/>
                </a:lnTo>
                <a:close/>
              </a:path>
              <a:path w="1856739" h="1993900">
                <a:moveTo>
                  <a:pt x="1856232" y="1571243"/>
                </a:moveTo>
                <a:lnTo>
                  <a:pt x="1845564" y="1571243"/>
                </a:lnTo>
                <a:lnTo>
                  <a:pt x="1845564" y="1540763"/>
                </a:lnTo>
                <a:lnTo>
                  <a:pt x="1856232" y="1540763"/>
                </a:lnTo>
                <a:lnTo>
                  <a:pt x="1856232" y="1571243"/>
                </a:lnTo>
                <a:close/>
              </a:path>
              <a:path w="1856739" h="1993900">
                <a:moveTo>
                  <a:pt x="1856232" y="1613916"/>
                </a:moveTo>
                <a:lnTo>
                  <a:pt x="1845564" y="1613916"/>
                </a:lnTo>
                <a:lnTo>
                  <a:pt x="1845564" y="1581911"/>
                </a:lnTo>
                <a:lnTo>
                  <a:pt x="1856232" y="1581911"/>
                </a:lnTo>
                <a:lnTo>
                  <a:pt x="1856232" y="1613916"/>
                </a:lnTo>
                <a:close/>
              </a:path>
              <a:path w="1856739" h="1993900">
                <a:moveTo>
                  <a:pt x="1856232" y="1655063"/>
                </a:moveTo>
                <a:lnTo>
                  <a:pt x="1845564" y="1655063"/>
                </a:lnTo>
                <a:lnTo>
                  <a:pt x="1845564" y="1624584"/>
                </a:lnTo>
                <a:lnTo>
                  <a:pt x="1856232" y="1624584"/>
                </a:lnTo>
                <a:lnTo>
                  <a:pt x="1856232" y="1655063"/>
                </a:lnTo>
                <a:close/>
              </a:path>
              <a:path w="1856739" h="1993900">
                <a:moveTo>
                  <a:pt x="1856232" y="1697736"/>
                </a:moveTo>
                <a:lnTo>
                  <a:pt x="1845564" y="1697736"/>
                </a:lnTo>
                <a:lnTo>
                  <a:pt x="1845564" y="1665731"/>
                </a:lnTo>
                <a:lnTo>
                  <a:pt x="1856232" y="1665731"/>
                </a:lnTo>
                <a:lnTo>
                  <a:pt x="1856232" y="1697736"/>
                </a:lnTo>
                <a:close/>
              </a:path>
              <a:path w="1856739" h="1993900">
                <a:moveTo>
                  <a:pt x="1856232" y="1738884"/>
                </a:moveTo>
                <a:lnTo>
                  <a:pt x="1845564" y="1738884"/>
                </a:lnTo>
                <a:lnTo>
                  <a:pt x="1845564" y="1708404"/>
                </a:lnTo>
                <a:lnTo>
                  <a:pt x="1856232" y="1708404"/>
                </a:lnTo>
                <a:lnTo>
                  <a:pt x="1856232" y="1738884"/>
                </a:lnTo>
                <a:close/>
              </a:path>
              <a:path w="1856739" h="1993900">
                <a:moveTo>
                  <a:pt x="1856232" y="1781556"/>
                </a:moveTo>
                <a:lnTo>
                  <a:pt x="1845564" y="1781556"/>
                </a:lnTo>
                <a:lnTo>
                  <a:pt x="1845564" y="1749552"/>
                </a:lnTo>
                <a:lnTo>
                  <a:pt x="1856232" y="1749552"/>
                </a:lnTo>
                <a:lnTo>
                  <a:pt x="1856232" y="1781556"/>
                </a:lnTo>
                <a:close/>
              </a:path>
              <a:path w="1856739" h="1993900">
                <a:moveTo>
                  <a:pt x="1856232" y="1822704"/>
                </a:moveTo>
                <a:lnTo>
                  <a:pt x="1845564" y="1822704"/>
                </a:lnTo>
                <a:lnTo>
                  <a:pt x="1845564" y="1792224"/>
                </a:lnTo>
                <a:lnTo>
                  <a:pt x="1856232" y="1792224"/>
                </a:lnTo>
                <a:lnTo>
                  <a:pt x="1856232" y="1822704"/>
                </a:lnTo>
                <a:close/>
              </a:path>
              <a:path w="1856739" h="1993900">
                <a:moveTo>
                  <a:pt x="1856232" y="1865376"/>
                </a:moveTo>
                <a:lnTo>
                  <a:pt x="1845564" y="1865376"/>
                </a:lnTo>
                <a:lnTo>
                  <a:pt x="1845564" y="1833372"/>
                </a:lnTo>
                <a:lnTo>
                  <a:pt x="1856232" y="1833372"/>
                </a:lnTo>
                <a:lnTo>
                  <a:pt x="1856232" y="1865376"/>
                </a:lnTo>
                <a:close/>
              </a:path>
              <a:path w="1856739" h="1993900">
                <a:moveTo>
                  <a:pt x="1856232" y="1906524"/>
                </a:moveTo>
                <a:lnTo>
                  <a:pt x="1845564" y="1906524"/>
                </a:lnTo>
                <a:lnTo>
                  <a:pt x="1845564" y="1876043"/>
                </a:lnTo>
                <a:lnTo>
                  <a:pt x="1856232" y="1876043"/>
                </a:lnTo>
                <a:lnTo>
                  <a:pt x="1856232" y="1906524"/>
                </a:lnTo>
                <a:close/>
              </a:path>
              <a:path w="1856739" h="1993900">
                <a:moveTo>
                  <a:pt x="1856232" y="1949195"/>
                </a:moveTo>
                <a:lnTo>
                  <a:pt x="1845564" y="1949195"/>
                </a:lnTo>
                <a:lnTo>
                  <a:pt x="1845564" y="1917192"/>
                </a:lnTo>
                <a:lnTo>
                  <a:pt x="1856232" y="1917192"/>
                </a:lnTo>
                <a:lnTo>
                  <a:pt x="1856232" y="1949195"/>
                </a:lnTo>
                <a:close/>
              </a:path>
              <a:path w="1856739" h="1993900">
                <a:moveTo>
                  <a:pt x="1845564" y="1987295"/>
                </a:moveTo>
                <a:lnTo>
                  <a:pt x="1845564" y="1959863"/>
                </a:lnTo>
                <a:lnTo>
                  <a:pt x="1856232" y="1959863"/>
                </a:lnTo>
                <a:lnTo>
                  <a:pt x="1856232" y="1982724"/>
                </a:lnTo>
                <a:lnTo>
                  <a:pt x="1848612" y="1982724"/>
                </a:lnTo>
                <a:lnTo>
                  <a:pt x="1848612" y="1985010"/>
                </a:lnTo>
                <a:lnTo>
                  <a:pt x="1845564" y="1987295"/>
                </a:lnTo>
                <a:close/>
              </a:path>
              <a:path w="1856739" h="1993900">
                <a:moveTo>
                  <a:pt x="1848612" y="1985010"/>
                </a:moveTo>
                <a:lnTo>
                  <a:pt x="1848612" y="1982724"/>
                </a:lnTo>
                <a:lnTo>
                  <a:pt x="1851660" y="1982724"/>
                </a:lnTo>
                <a:lnTo>
                  <a:pt x="1848612" y="1985010"/>
                </a:lnTo>
                <a:close/>
              </a:path>
              <a:path w="1856739" h="1993900">
                <a:moveTo>
                  <a:pt x="1856232" y="1993392"/>
                </a:moveTo>
                <a:lnTo>
                  <a:pt x="1848612" y="1993392"/>
                </a:lnTo>
                <a:lnTo>
                  <a:pt x="1848612" y="1985010"/>
                </a:lnTo>
                <a:lnTo>
                  <a:pt x="1851660" y="1982724"/>
                </a:lnTo>
                <a:lnTo>
                  <a:pt x="1856232" y="1982724"/>
                </a:lnTo>
                <a:lnTo>
                  <a:pt x="1856232" y="1993392"/>
                </a:lnTo>
                <a:close/>
              </a:path>
              <a:path w="1856739" h="1993900">
                <a:moveTo>
                  <a:pt x="1837944" y="1993392"/>
                </a:moveTo>
                <a:lnTo>
                  <a:pt x="1805940" y="1993392"/>
                </a:lnTo>
                <a:lnTo>
                  <a:pt x="1805940" y="1982724"/>
                </a:lnTo>
                <a:lnTo>
                  <a:pt x="1837944" y="1982724"/>
                </a:lnTo>
                <a:lnTo>
                  <a:pt x="1837944" y="1993392"/>
                </a:lnTo>
                <a:close/>
              </a:path>
              <a:path w="1856739" h="1993900">
                <a:moveTo>
                  <a:pt x="1796796" y="1993392"/>
                </a:moveTo>
                <a:lnTo>
                  <a:pt x="1764792" y="1993392"/>
                </a:lnTo>
                <a:lnTo>
                  <a:pt x="1764792" y="1982724"/>
                </a:lnTo>
                <a:lnTo>
                  <a:pt x="1796796" y="1982724"/>
                </a:lnTo>
                <a:lnTo>
                  <a:pt x="1796796" y="1993392"/>
                </a:lnTo>
                <a:close/>
              </a:path>
              <a:path w="1856739" h="1993900">
                <a:moveTo>
                  <a:pt x="1754124" y="1993392"/>
                </a:moveTo>
                <a:lnTo>
                  <a:pt x="1722119" y="1993392"/>
                </a:lnTo>
                <a:lnTo>
                  <a:pt x="1722119" y="1982724"/>
                </a:lnTo>
                <a:lnTo>
                  <a:pt x="1754124" y="1982724"/>
                </a:lnTo>
                <a:lnTo>
                  <a:pt x="1754124" y="1993392"/>
                </a:lnTo>
                <a:close/>
              </a:path>
              <a:path w="1856739" h="1993900">
                <a:moveTo>
                  <a:pt x="1712976" y="1993392"/>
                </a:moveTo>
                <a:lnTo>
                  <a:pt x="1680972" y="1993392"/>
                </a:lnTo>
                <a:lnTo>
                  <a:pt x="1680972" y="1982724"/>
                </a:lnTo>
                <a:lnTo>
                  <a:pt x="1712976" y="1982724"/>
                </a:lnTo>
                <a:lnTo>
                  <a:pt x="1712976" y="1993392"/>
                </a:lnTo>
                <a:close/>
              </a:path>
              <a:path w="1856739" h="1993900">
                <a:moveTo>
                  <a:pt x="1670303" y="1993392"/>
                </a:moveTo>
                <a:lnTo>
                  <a:pt x="1638300" y="1993392"/>
                </a:lnTo>
                <a:lnTo>
                  <a:pt x="1638300" y="1982724"/>
                </a:lnTo>
                <a:lnTo>
                  <a:pt x="1670303" y="1982724"/>
                </a:lnTo>
                <a:lnTo>
                  <a:pt x="1670303" y="1993392"/>
                </a:lnTo>
                <a:close/>
              </a:path>
              <a:path w="1856739" h="1993900">
                <a:moveTo>
                  <a:pt x="1629156" y="1993392"/>
                </a:moveTo>
                <a:lnTo>
                  <a:pt x="1597151" y="1993392"/>
                </a:lnTo>
                <a:lnTo>
                  <a:pt x="1597151" y="1982724"/>
                </a:lnTo>
                <a:lnTo>
                  <a:pt x="1629156" y="1982724"/>
                </a:lnTo>
                <a:lnTo>
                  <a:pt x="1629156" y="1993392"/>
                </a:lnTo>
                <a:close/>
              </a:path>
              <a:path w="1856739" h="1993900">
                <a:moveTo>
                  <a:pt x="1586484" y="1993392"/>
                </a:moveTo>
                <a:lnTo>
                  <a:pt x="1554480" y="1993392"/>
                </a:lnTo>
                <a:lnTo>
                  <a:pt x="1554480" y="1982724"/>
                </a:lnTo>
                <a:lnTo>
                  <a:pt x="1586484" y="1982724"/>
                </a:lnTo>
                <a:lnTo>
                  <a:pt x="1586484" y="1993392"/>
                </a:lnTo>
                <a:close/>
              </a:path>
              <a:path w="1856739" h="1993900">
                <a:moveTo>
                  <a:pt x="1545335" y="1993392"/>
                </a:moveTo>
                <a:lnTo>
                  <a:pt x="1513332" y="1993392"/>
                </a:lnTo>
                <a:lnTo>
                  <a:pt x="1513332" y="1982724"/>
                </a:lnTo>
                <a:lnTo>
                  <a:pt x="1545335" y="1982724"/>
                </a:lnTo>
                <a:lnTo>
                  <a:pt x="1545335" y="1993392"/>
                </a:lnTo>
                <a:close/>
              </a:path>
              <a:path w="1856739" h="1993900">
                <a:moveTo>
                  <a:pt x="1502664" y="1993392"/>
                </a:moveTo>
                <a:lnTo>
                  <a:pt x="1470660" y="1993392"/>
                </a:lnTo>
                <a:lnTo>
                  <a:pt x="1470660" y="1982724"/>
                </a:lnTo>
                <a:lnTo>
                  <a:pt x="1502664" y="1982724"/>
                </a:lnTo>
                <a:lnTo>
                  <a:pt x="1502664" y="1993392"/>
                </a:lnTo>
                <a:close/>
              </a:path>
              <a:path w="1856739" h="1993900">
                <a:moveTo>
                  <a:pt x="1461516" y="1993392"/>
                </a:moveTo>
                <a:lnTo>
                  <a:pt x="1429512" y="1993392"/>
                </a:lnTo>
                <a:lnTo>
                  <a:pt x="1429512" y="1982724"/>
                </a:lnTo>
                <a:lnTo>
                  <a:pt x="1461516" y="1982724"/>
                </a:lnTo>
                <a:lnTo>
                  <a:pt x="1461516" y="1993392"/>
                </a:lnTo>
                <a:close/>
              </a:path>
              <a:path w="1856739" h="1993900">
                <a:moveTo>
                  <a:pt x="1418844" y="1993392"/>
                </a:moveTo>
                <a:lnTo>
                  <a:pt x="1386840" y="1993392"/>
                </a:lnTo>
                <a:lnTo>
                  <a:pt x="1386840" y="1982724"/>
                </a:lnTo>
                <a:lnTo>
                  <a:pt x="1418844" y="1982724"/>
                </a:lnTo>
                <a:lnTo>
                  <a:pt x="1418844" y="1993392"/>
                </a:lnTo>
                <a:close/>
              </a:path>
              <a:path w="1856739" h="1993900">
                <a:moveTo>
                  <a:pt x="1377696" y="1993392"/>
                </a:moveTo>
                <a:lnTo>
                  <a:pt x="1345692" y="1993392"/>
                </a:lnTo>
                <a:lnTo>
                  <a:pt x="1345692" y="1982724"/>
                </a:lnTo>
                <a:lnTo>
                  <a:pt x="1377696" y="1982724"/>
                </a:lnTo>
                <a:lnTo>
                  <a:pt x="1377696" y="1993392"/>
                </a:lnTo>
                <a:close/>
              </a:path>
              <a:path w="1856739" h="1993900">
                <a:moveTo>
                  <a:pt x="1335024" y="1993392"/>
                </a:moveTo>
                <a:lnTo>
                  <a:pt x="1303019" y="1993392"/>
                </a:lnTo>
                <a:lnTo>
                  <a:pt x="1303019" y="1982724"/>
                </a:lnTo>
                <a:lnTo>
                  <a:pt x="1335024" y="1982724"/>
                </a:lnTo>
                <a:lnTo>
                  <a:pt x="1335024" y="1993392"/>
                </a:lnTo>
                <a:close/>
              </a:path>
              <a:path w="1856739" h="1993900">
                <a:moveTo>
                  <a:pt x="1293876" y="1993392"/>
                </a:moveTo>
                <a:lnTo>
                  <a:pt x="1261872" y="1993392"/>
                </a:lnTo>
                <a:lnTo>
                  <a:pt x="1261872" y="1982724"/>
                </a:lnTo>
                <a:lnTo>
                  <a:pt x="1293876" y="1982724"/>
                </a:lnTo>
                <a:lnTo>
                  <a:pt x="1293876" y="1993392"/>
                </a:lnTo>
                <a:close/>
              </a:path>
              <a:path w="1856739" h="1993900">
                <a:moveTo>
                  <a:pt x="1251203" y="1993392"/>
                </a:moveTo>
                <a:lnTo>
                  <a:pt x="1219200" y="1993392"/>
                </a:lnTo>
                <a:lnTo>
                  <a:pt x="1219200" y="1982724"/>
                </a:lnTo>
                <a:lnTo>
                  <a:pt x="1251203" y="1982724"/>
                </a:lnTo>
                <a:lnTo>
                  <a:pt x="1251203" y="1993392"/>
                </a:lnTo>
                <a:close/>
              </a:path>
              <a:path w="1856739" h="1993900">
                <a:moveTo>
                  <a:pt x="1210056" y="1993392"/>
                </a:moveTo>
                <a:lnTo>
                  <a:pt x="1178051" y="1993392"/>
                </a:lnTo>
                <a:lnTo>
                  <a:pt x="1178051" y="1982724"/>
                </a:lnTo>
                <a:lnTo>
                  <a:pt x="1210056" y="1982724"/>
                </a:lnTo>
                <a:lnTo>
                  <a:pt x="1210056" y="1993392"/>
                </a:lnTo>
                <a:close/>
              </a:path>
              <a:path w="1856739" h="1993900">
                <a:moveTo>
                  <a:pt x="1167384" y="1993392"/>
                </a:moveTo>
                <a:lnTo>
                  <a:pt x="1135380" y="1993392"/>
                </a:lnTo>
                <a:lnTo>
                  <a:pt x="1135380" y="1982724"/>
                </a:lnTo>
                <a:lnTo>
                  <a:pt x="1167384" y="1982724"/>
                </a:lnTo>
                <a:lnTo>
                  <a:pt x="1167384" y="1993392"/>
                </a:lnTo>
                <a:close/>
              </a:path>
              <a:path w="1856739" h="1993900">
                <a:moveTo>
                  <a:pt x="1126235" y="1993392"/>
                </a:moveTo>
                <a:lnTo>
                  <a:pt x="1094232" y="1993392"/>
                </a:lnTo>
                <a:lnTo>
                  <a:pt x="1094232" y="1982724"/>
                </a:lnTo>
                <a:lnTo>
                  <a:pt x="1126235" y="1982724"/>
                </a:lnTo>
                <a:lnTo>
                  <a:pt x="1126235" y="1993392"/>
                </a:lnTo>
                <a:close/>
              </a:path>
              <a:path w="1856739" h="1993900">
                <a:moveTo>
                  <a:pt x="1083564" y="1993392"/>
                </a:moveTo>
                <a:lnTo>
                  <a:pt x="1051560" y="1993392"/>
                </a:lnTo>
                <a:lnTo>
                  <a:pt x="1051560" y="1982724"/>
                </a:lnTo>
                <a:lnTo>
                  <a:pt x="1083564" y="1982724"/>
                </a:lnTo>
                <a:lnTo>
                  <a:pt x="1083564" y="1993392"/>
                </a:lnTo>
                <a:close/>
              </a:path>
              <a:path w="1856739" h="1993900">
                <a:moveTo>
                  <a:pt x="1042416" y="1993392"/>
                </a:moveTo>
                <a:lnTo>
                  <a:pt x="1010412" y="1993392"/>
                </a:lnTo>
                <a:lnTo>
                  <a:pt x="1010412" y="1982724"/>
                </a:lnTo>
                <a:lnTo>
                  <a:pt x="1042416" y="1982724"/>
                </a:lnTo>
                <a:lnTo>
                  <a:pt x="1042416" y="1993392"/>
                </a:lnTo>
                <a:close/>
              </a:path>
              <a:path w="1856739" h="1993900">
                <a:moveTo>
                  <a:pt x="999744" y="1993392"/>
                </a:moveTo>
                <a:lnTo>
                  <a:pt x="967740" y="1993392"/>
                </a:lnTo>
                <a:lnTo>
                  <a:pt x="967740" y="1982724"/>
                </a:lnTo>
                <a:lnTo>
                  <a:pt x="999744" y="1982724"/>
                </a:lnTo>
                <a:lnTo>
                  <a:pt x="999744" y="1993392"/>
                </a:lnTo>
                <a:close/>
              </a:path>
              <a:path w="1856739" h="1993900">
                <a:moveTo>
                  <a:pt x="958596" y="1993392"/>
                </a:moveTo>
                <a:lnTo>
                  <a:pt x="926592" y="1993392"/>
                </a:lnTo>
                <a:lnTo>
                  <a:pt x="926592" y="1982724"/>
                </a:lnTo>
                <a:lnTo>
                  <a:pt x="958596" y="1982724"/>
                </a:lnTo>
                <a:lnTo>
                  <a:pt x="958596" y="1993392"/>
                </a:lnTo>
                <a:close/>
              </a:path>
              <a:path w="1856739" h="1993900">
                <a:moveTo>
                  <a:pt x="915924" y="1993392"/>
                </a:moveTo>
                <a:lnTo>
                  <a:pt x="883919" y="1993392"/>
                </a:lnTo>
                <a:lnTo>
                  <a:pt x="883919" y="1982724"/>
                </a:lnTo>
                <a:lnTo>
                  <a:pt x="915924" y="1982724"/>
                </a:lnTo>
                <a:lnTo>
                  <a:pt x="915924" y="1993392"/>
                </a:lnTo>
                <a:close/>
              </a:path>
              <a:path w="1856739" h="1993900">
                <a:moveTo>
                  <a:pt x="874776" y="1993392"/>
                </a:moveTo>
                <a:lnTo>
                  <a:pt x="842772" y="1993392"/>
                </a:lnTo>
                <a:lnTo>
                  <a:pt x="842772" y="1982724"/>
                </a:lnTo>
                <a:lnTo>
                  <a:pt x="874776" y="1982724"/>
                </a:lnTo>
                <a:lnTo>
                  <a:pt x="874776" y="1993392"/>
                </a:lnTo>
                <a:close/>
              </a:path>
              <a:path w="1856739" h="1993900">
                <a:moveTo>
                  <a:pt x="832103" y="1993392"/>
                </a:moveTo>
                <a:lnTo>
                  <a:pt x="800100" y="1993392"/>
                </a:lnTo>
                <a:lnTo>
                  <a:pt x="800100" y="1982724"/>
                </a:lnTo>
                <a:lnTo>
                  <a:pt x="832103" y="1982724"/>
                </a:lnTo>
                <a:lnTo>
                  <a:pt x="832103" y="1993392"/>
                </a:lnTo>
                <a:close/>
              </a:path>
              <a:path w="1856739" h="1993900">
                <a:moveTo>
                  <a:pt x="790956" y="1993392"/>
                </a:moveTo>
                <a:lnTo>
                  <a:pt x="758951" y="1993392"/>
                </a:lnTo>
                <a:lnTo>
                  <a:pt x="758951" y="1982724"/>
                </a:lnTo>
                <a:lnTo>
                  <a:pt x="790956" y="1982724"/>
                </a:lnTo>
                <a:lnTo>
                  <a:pt x="790956" y="1993392"/>
                </a:lnTo>
                <a:close/>
              </a:path>
              <a:path w="1856739" h="1993900">
                <a:moveTo>
                  <a:pt x="748284" y="1993392"/>
                </a:moveTo>
                <a:lnTo>
                  <a:pt x="716280" y="1993392"/>
                </a:lnTo>
                <a:lnTo>
                  <a:pt x="716280" y="1982724"/>
                </a:lnTo>
                <a:lnTo>
                  <a:pt x="748284" y="1982724"/>
                </a:lnTo>
                <a:lnTo>
                  <a:pt x="748284" y="1993392"/>
                </a:lnTo>
                <a:close/>
              </a:path>
              <a:path w="1856739" h="1993900">
                <a:moveTo>
                  <a:pt x="707135" y="1993392"/>
                </a:moveTo>
                <a:lnTo>
                  <a:pt x="675132" y="1993392"/>
                </a:lnTo>
                <a:lnTo>
                  <a:pt x="675132" y="1982724"/>
                </a:lnTo>
                <a:lnTo>
                  <a:pt x="707135" y="1982724"/>
                </a:lnTo>
                <a:lnTo>
                  <a:pt x="707135" y="1993392"/>
                </a:lnTo>
                <a:close/>
              </a:path>
              <a:path w="1856739" h="1993900">
                <a:moveTo>
                  <a:pt x="664464" y="1993392"/>
                </a:moveTo>
                <a:lnTo>
                  <a:pt x="632460" y="1993392"/>
                </a:lnTo>
                <a:lnTo>
                  <a:pt x="632460" y="1982724"/>
                </a:lnTo>
                <a:lnTo>
                  <a:pt x="664464" y="1982724"/>
                </a:lnTo>
                <a:lnTo>
                  <a:pt x="664464" y="1993392"/>
                </a:lnTo>
                <a:close/>
              </a:path>
              <a:path w="1856739" h="1993900">
                <a:moveTo>
                  <a:pt x="623316" y="1993392"/>
                </a:moveTo>
                <a:lnTo>
                  <a:pt x="591312" y="1993392"/>
                </a:lnTo>
                <a:lnTo>
                  <a:pt x="591312" y="1982724"/>
                </a:lnTo>
                <a:lnTo>
                  <a:pt x="623316" y="1982724"/>
                </a:lnTo>
                <a:lnTo>
                  <a:pt x="623316" y="1993392"/>
                </a:lnTo>
                <a:close/>
              </a:path>
              <a:path w="1856739" h="1993900">
                <a:moveTo>
                  <a:pt x="580644" y="1993392"/>
                </a:moveTo>
                <a:lnTo>
                  <a:pt x="548640" y="1993392"/>
                </a:lnTo>
                <a:lnTo>
                  <a:pt x="548640" y="1982724"/>
                </a:lnTo>
                <a:lnTo>
                  <a:pt x="580644" y="1982724"/>
                </a:lnTo>
                <a:lnTo>
                  <a:pt x="580644" y="1993392"/>
                </a:lnTo>
                <a:close/>
              </a:path>
              <a:path w="1856739" h="1993900">
                <a:moveTo>
                  <a:pt x="539496" y="1993392"/>
                </a:moveTo>
                <a:lnTo>
                  <a:pt x="507492" y="1993392"/>
                </a:lnTo>
                <a:lnTo>
                  <a:pt x="507492" y="1982724"/>
                </a:lnTo>
                <a:lnTo>
                  <a:pt x="539496" y="1982724"/>
                </a:lnTo>
                <a:lnTo>
                  <a:pt x="539496" y="1993392"/>
                </a:lnTo>
                <a:close/>
              </a:path>
              <a:path w="1856739" h="1993900">
                <a:moveTo>
                  <a:pt x="496824" y="1993392"/>
                </a:moveTo>
                <a:lnTo>
                  <a:pt x="464820" y="1993392"/>
                </a:lnTo>
                <a:lnTo>
                  <a:pt x="464820" y="1982724"/>
                </a:lnTo>
                <a:lnTo>
                  <a:pt x="496824" y="1982724"/>
                </a:lnTo>
                <a:lnTo>
                  <a:pt x="496824" y="1993392"/>
                </a:lnTo>
                <a:close/>
              </a:path>
              <a:path w="1856739" h="1993900">
                <a:moveTo>
                  <a:pt x="455676" y="1993392"/>
                </a:moveTo>
                <a:lnTo>
                  <a:pt x="423672" y="1993392"/>
                </a:lnTo>
                <a:lnTo>
                  <a:pt x="423672" y="1982724"/>
                </a:lnTo>
                <a:lnTo>
                  <a:pt x="455676" y="1982724"/>
                </a:lnTo>
                <a:lnTo>
                  <a:pt x="455676" y="1993392"/>
                </a:lnTo>
                <a:close/>
              </a:path>
              <a:path w="1856739" h="1993900">
                <a:moveTo>
                  <a:pt x="413004" y="1993392"/>
                </a:moveTo>
                <a:lnTo>
                  <a:pt x="381000" y="1993392"/>
                </a:lnTo>
                <a:lnTo>
                  <a:pt x="381000" y="1982724"/>
                </a:lnTo>
                <a:lnTo>
                  <a:pt x="413004" y="1982724"/>
                </a:lnTo>
                <a:lnTo>
                  <a:pt x="413004" y="1993392"/>
                </a:lnTo>
                <a:close/>
              </a:path>
              <a:path w="1856739" h="1993900">
                <a:moveTo>
                  <a:pt x="371856" y="1993392"/>
                </a:moveTo>
                <a:lnTo>
                  <a:pt x="339852" y="1993392"/>
                </a:lnTo>
                <a:lnTo>
                  <a:pt x="339852" y="1982724"/>
                </a:lnTo>
                <a:lnTo>
                  <a:pt x="371856" y="1982724"/>
                </a:lnTo>
                <a:lnTo>
                  <a:pt x="371856" y="1993392"/>
                </a:lnTo>
                <a:close/>
              </a:path>
              <a:path w="1856739" h="1993900">
                <a:moveTo>
                  <a:pt x="329184" y="1993392"/>
                </a:moveTo>
                <a:lnTo>
                  <a:pt x="297180" y="1993392"/>
                </a:lnTo>
                <a:lnTo>
                  <a:pt x="297180" y="1982724"/>
                </a:lnTo>
                <a:lnTo>
                  <a:pt x="329184" y="1982724"/>
                </a:lnTo>
                <a:lnTo>
                  <a:pt x="329184" y="1993392"/>
                </a:lnTo>
                <a:close/>
              </a:path>
              <a:path w="1856739" h="1993900">
                <a:moveTo>
                  <a:pt x="288036" y="1993392"/>
                </a:moveTo>
                <a:lnTo>
                  <a:pt x="256032" y="1993392"/>
                </a:lnTo>
                <a:lnTo>
                  <a:pt x="256032" y="1982724"/>
                </a:lnTo>
                <a:lnTo>
                  <a:pt x="288036" y="1982724"/>
                </a:lnTo>
                <a:lnTo>
                  <a:pt x="288036" y="1993392"/>
                </a:lnTo>
                <a:close/>
              </a:path>
              <a:path w="1856739" h="1993900">
                <a:moveTo>
                  <a:pt x="245364" y="1993392"/>
                </a:moveTo>
                <a:lnTo>
                  <a:pt x="213360" y="1993392"/>
                </a:lnTo>
                <a:lnTo>
                  <a:pt x="213360" y="1982724"/>
                </a:lnTo>
                <a:lnTo>
                  <a:pt x="245364" y="1982724"/>
                </a:lnTo>
                <a:lnTo>
                  <a:pt x="245364" y="1993392"/>
                </a:lnTo>
                <a:close/>
              </a:path>
              <a:path w="1856739" h="1993900">
                <a:moveTo>
                  <a:pt x="204216" y="1993392"/>
                </a:moveTo>
                <a:lnTo>
                  <a:pt x="172212" y="1993392"/>
                </a:lnTo>
                <a:lnTo>
                  <a:pt x="172212" y="1982724"/>
                </a:lnTo>
                <a:lnTo>
                  <a:pt x="204216" y="1982724"/>
                </a:lnTo>
                <a:lnTo>
                  <a:pt x="204216" y="1993392"/>
                </a:lnTo>
                <a:close/>
              </a:path>
              <a:path w="1856739" h="1993900">
                <a:moveTo>
                  <a:pt x="161544" y="1993392"/>
                </a:moveTo>
                <a:lnTo>
                  <a:pt x="129540" y="1993392"/>
                </a:lnTo>
                <a:lnTo>
                  <a:pt x="129540" y="1982724"/>
                </a:lnTo>
                <a:lnTo>
                  <a:pt x="161544" y="1982724"/>
                </a:lnTo>
                <a:lnTo>
                  <a:pt x="161544" y="1993392"/>
                </a:lnTo>
                <a:close/>
              </a:path>
              <a:path w="1856739" h="1993900">
                <a:moveTo>
                  <a:pt x="120396" y="1993392"/>
                </a:moveTo>
                <a:lnTo>
                  <a:pt x="88392" y="1993392"/>
                </a:lnTo>
                <a:lnTo>
                  <a:pt x="88392" y="1982724"/>
                </a:lnTo>
                <a:lnTo>
                  <a:pt x="120396" y="1982724"/>
                </a:lnTo>
                <a:lnTo>
                  <a:pt x="120396" y="1993392"/>
                </a:lnTo>
                <a:close/>
              </a:path>
              <a:path w="1856739" h="1993900">
                <a:moveTo>
                  <a:pt x="77724" y="1993392"/>
                </a:moveTo>
                <a:lnTo>
                  <a:pt x="45720" y="1993392"/>
                </a:lnTo>
                <a:lnTo>
                  <a:pt x="45720" y="1982724"/>
                </a:lnTo>
                <a:lnTo>
                  <a:pt x="77724" y="1982724"/>
                </a:lnTo>
                <a:lnTo>
                  <a:pt x="77724" y="1993392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37" name="object 25"/>
          <p:cNvGrpSpPr/>
          <p:nvPr/>
        </p:nvGrpSpPr>
        <p:grpSpPr>
          <a:xfrm>
            <a:off x="629143" y="4589392"/>
            <a:ext cx="3609191" cy="2207260"/>
            <a:chOff x="333756" y="3546348"/>
            <a:chExt cx="2788920" cy="1705610"/>
          </a:xfrm>
        </p:grpSpPr>
        <p:sp>
          <p:nvSpPr>
            <p:cNvPr id="38" name="object 26"/>
            <p:cNvSpPr/>
            <p:nvPr/>
          </p:nvSpPr>
          <p:spPr>
            <a:xfrm>
              <a:off x="333756" y="3546348"/>
              <a:ext cx="2788920" cy="1705610"/>
            </a:xfrm>
            <a:custGeom>
              <a:avLst/>
              <a:gdLst/>
              <a:ahLst/>
              <a:cxnLst/>
              <a:rect l="l" t="t" r="r" b="b"/>
              <a:pathLst>
                <a:path w="2788920" h="1705610">
                  <a:moveTo>
                    <a:pt x="4571" y="1700784"/>
                  </a:moveTo>
                  <a:lnTo>
                    <a:pt x="0" y="1700784"/>
                  </a:lnTo>
                  <a:lnTo>
                    <a:pt x="0" y="1668780"/>
                  </a:lnTo>
                  <a:lnTo>
                    <a:pt x="10667" y="1668780"/>
                  </a:lnTo>
                  <a:lnTo>
                    <a:pt x="10667" y="1694687"/>
                  </a:lnTo>
                  <a:lnTo>
                    <a:pt x="4571" y="1694687"/>
                  </a:lnTo>
                  <a:lnTo>
                    <a:pt x="4571" y="1700784"/>
                  </a:lnTo>
                  <a:close/>
                </a:path>
                <a:path w="2788920" h="1705610">
                  <a:moveTo>
                    <a:pt x="24383" y="1705355"/>
                  </a:moveTo>
                  <a:lnTo>
                    <a:pt x="4571" y="1705355"/>
                  </a:lnTo>
                  <a:lnTo>
                    <a:pt x="4571" y="1694687"/>
                  </a:lnTo>
                  <a:lnTo>
                    <a:pt x="10667" y="1694687"/>
                  </a:lnTo>
                  <a:lnTo>
                    <a:pt x="10667" y="1700784"/>
                  </a:lnTo>
                  <a:lnTo>
                    <a:pt x="24383" y="1700784"/>
                  </a:lnTo>
                  <a:lnTo>
                    <a:pt x="24383" y="1705355"/>
                  </a:lnTo>
                  <a:close/>
                </a:path>
                <a:path w="2788920" h="1705610">
                  <a:moveTo>
                    <a:pt x="24383" y="1700784"/>
                  </a:moveTo>
                  <a:lnTo>
                    <a:pt x="10667" y="1700784"/>
                  </a:lnTo>
                  <a:lnTo>
                    <a:pt x="10667" y="1694687"/>
                  </a:lnTo>
                  <a:lnTo>
                    <a:pt x="24383" y="1694687"/>
                  </a:lnTo>
                  <a:lnTo>
                    <a:pt x="24383" y="1700784"/>
                  </a:lnTo>
                  <a:close/>
                </a:path>
                <a:path w="2788920" h="1705610">
                  <a:moveTo>
                    <a:pt x="10667" y="1658112"/>
                  </a:moveTo>
                  <a:lnTo>
                    <a:pt x="0" y="1658112"/>
                  </a:lnTo>
                  <a:lnTo>
                    <a:pt x="0" y="1627632"/>
                  </a:lnTo>
                  <a:lnTo>
                    <a:pt x="10667" y="1627632"/>
                  </a:lnTo>
                  <a:lnTo>
                    <a:pt x="10667" y="1658112"/>
                  </a:lnTo>
                  <a:close/>
                </a:path>
                <a:path w="2788920" h="1705610">
                  <a:moveTo>
                    <a:pt x="10667" y="1616964"/>
                  </a:moveTo>
                  <a:lnTo>
                    <a:pt x="0" y="1616964"/>
                  </a:lnTo>
                  <a:lnTo>
                    <a:pt x="0" y="1584959"/>
                  </a:lnTo>
                  <a:lnTo>
                    <a:pt x="10667" y="1584959"/>
                  </a:lnTo>
                  <a:lnTo>
                    <a:pt x="10667" y="1616964"/>
                  </a:lnTo>
                  <a:close/>
                </a:path>
                <a:path w="2788920" h="1705610">
                  <a:moveTo>
                    <a:pt x="10667" y="1574291"/>
                  </a:moveTo>
                  <a:lnTo>
                    <a:pt x="0" y="1574291"/>
                  </a:lnTo>
                  <a:lnTo>
                    <a:pt x="0" y="1543812"/>
                  </a:lnTo>
                  <a:lnTo>
                    <a:pt x="10667" y="1543812"/>
                  </a:lnTo>
                  <a:lnTo>
                    <a:pt x="10667" y="1574291"/>
                  </a:lnTo>
                  <a:close/>
                </a:path>
                <a:path w="2788920" h="1705610">
                  <a:moveTo>
                    <a:pt x="10667" y="1533144"/>
                  </a:moveTo>
                  <a:lnTo>
                    <a:pt x="0" y="1533144"/>
                  </a:lnTo>
                  <a:lnTo>
                    <a:pt x="0" y="1501139"/>
                  </a:lnTo>
                  <a:lnTo>
                    <a:pt x="10667" y="1501139"/>
                  </a:lnTo>
                  <a:lnTo>
                    <a:pt x="10667" y="1533144"/>
                  </a:lnTo>
                  <a:close/>
                </a:path>
                <a:path w="2788920" h="1705610">
                  <a:moveTo>
                    <a:pt x="10667" y="1490471"/>
                  </a:moveTo>
                  <a:lnTo>
                    <a:pt x="0" y="1490471"/>
                  </a:lnTo>
                  <a:lnTo>
                    <a:pt x="0" y="1459991"/>
                  </a:lnTo>
                  <a:lnTo>
                    <a:pt x="10667" y="1459991"/>
                  </a:lnTo>
                  <a:lnTo>
                    <a:pt x="10667" y="1490471"/>
                  </a:lnTo>
                  <a:close/>
                </a:path>
                <a:path w="2788920" h="1705610">
                  <a:moveTo>
                    <a:pt x="10667" y="1449323"/>
                  </a:moveTo>
                  <a:lnTo>
                    <a:pt x="0" y="1449323"/>
                  </a:lnTo>
                  <a:lnTo>
                    <a:pt x="0" y="1417319"/>
                  </a:lnTo>
                  <a:lnTo>
                    <a:pt x="10667" y="1417319"/>
                  </a:lnTo>
                  <a:lnTo>
                    <a:pt x="10667" y="1449323"/>
                  </a:lnTo>
                  <a:close/>
                </a:path>
                <a:path w="2788920" h="1705610">
                  <a:moveTo>
                    <a:pt x="10667" y="1406651"/>
                  </a:moveTo>
                  <a:lnTo>
                    <a:pt x="0" y="1406651"/>
                  </a:lnTo>
                  <a:lnTo>
                    <a:pt x="0" y="1376171"/>
                  </a:lnTo>
                  <a:lnTo>
                    <a:pt x="10667" y="1376171"/>
                  </a:lnTo>
                  <a:lnTo>
                    <a:pt x="10667" y="1406651"/>
                  </a:lnTo>
                  <a:close/>
                </a:path>
                <a:path w="2788920" h="1705610">
                  <a:moveTo>
                    <a:pt x="10667" y="1365503"/>
                  </a:moveTo>
                  <a:lnTo>
                    <a:pt x="0" y="1365503"/>
                  </a:lnTo>
                  <a:lnTo>
                    <a:pt x="0" y="1333500"/>
                  </a:lnTo>
                  <a:lnTo>
                    <a:pt x="10667" y="1333500"/>
                  </a:lnTo>
                  <a:lnTo>
                    <a:pt x="10667" y="1365503"/>
                  </a:lnTo>
                  <a:close/>
                </a:path>
                <a:path w="2788920" h="1705610">
                  <a:moveTo>
                    <a:pt x="10667" y="1322832"/>
                  </a:moveTo>
                  <a:lnTo>
                    <a:pt x="0" y="1322832"/>
                  </a:lnTo>
                  <a:lnTo>
                    <a:pt x="0" y="1292351"/>
                  </a:lnTo>
                  <a:lnTo>
                    <a:pt x="10667" y="1292351"/>
                  </a:lnTo>
                  <a:lnTo>
                    <a:pt x="10667" y="1322832"/>
                  </a:lnTo>
                  <a:close/>
                </a:path>
                <a:path w="2788920" h="1705610">
                  <a:moveTo>
                    <a:pt x="10667" y="1281684"/>
                  </a:moveTo>
                  <a:lnTo>
                    <a:pt x="0" y="1281684"/>
                  </a:lnTo>
                  <a:lnTo>
                    <a:pt x="0" y="1249679"/>
                  </a:lnTo>
                  <a:lnTo>
                    <a:pt x="10667" y="1249679"/>
                  </a:lnTo>
                  <a:lnTo>
                    <a:pt x="10667" y="1281684"/>
                  </a:lnTo>
                  <a:close/>
                </a:path>
                <a:path w="2788920" h="1705610">
                  <a:moveTo>
                    <a:pt x="10667" y="1239011"/>
                  </a:moveTo>
                  <a:lnTo>
                    <a:pt x="0" y="1239011"/>
                  </a:lnTo>
                  <a:lnTo>
                    <a:pt x="0" y="1208532"/>
                  </a:lnTo>
                  <a:lnTo>
                    <a:pt x="10667" y="1208532"/>
                  </a:lnTo>
                  <a:lnTo>
                    <a:pt x="10667" y="1239011"/>
                  </a:lnTo>
                  <a:close/>
                </a:path>
                <a:path w="2788920" h="1705610">
                  <a:moveTo>
                    <a:pt x="10667" y="1197863"/>
                  </a:moveTo>
                  <a:lnTo>
                    <a:pt x="0" y="1197863"/>
                  </a:lnTo>
                  <a:lnTo>
                    <a:pt x="0" y="1165859"/>
                  </a:lnTo>
                  <a:lnTo>
                    <a:pt x="10667" y="1165859"/>
                  </a:lnTo>
                  <a:lnTo>
                    <a:pt x="10667" y="1197863"/>
                  </a:lnTo>
                  <a:close/>
                </a:path>
                <a:path w="2788920" h="1705610">
                  <a:moveTo>
                    <a:pt x="10667" y="1155192"/>
                  </a:moveTo>
                  <a:lnTo>
                    <a:pt x="0" y="1155192"/>
                  </a:lnTo>
                  <a:lnTo>
                    <a:pt x="0" y="1124711"/>
                  </a:lnTo>
                  <a:lnTo>
                    <a:pt x="10667" y="1124711"/>
                  </a:lnTo>
                  <a:lnTo>
                    <a:pt x="10667" y="1155192"/>
                  </a:lnTo>
                  <a:close/>
                </a:path>
                <a:path w="2788920" h="1705610">
                  <a:moveTo>
                    <a:pt x="10667" y="1114043"/>
                  </a:moveTo>
                  <a:lnTo>
                    <a:pt x="0" y="1114043"/>
                  </a:lnTo>
                  <a:lnTo>
                    <a:pt x="0" y="1082040"/>
                  </a:lnTo>
                  <a:lnTo>
                    <a:pt x="10667" y="1082040"/>
                  </a:lnTo>
                  <a:lnTo>
                    <a:pt x="10667" y="1114043"/>
                  </a:lnTo>
                  <a:close/>
                </a:path>
                <a:path w="2788920" h="1705610">
                  <a:moveTo>
                    <a:pt x="10667" y="1071371"/>
                  </a:moveTo>
                  <a:lnTo>
                    <a:pt x="0" y="1071371"/>
                  </a:lnTo>
                  <a:lnTo>
                    <a:pt x="0" y="1040892"/>
                  </a:lnTo>
                  <a:lnTo>
                    <a:pt x="10667" y="1040892"/>
                  </a:lnTo>
                  <a:lnTo>
                    <a:pt x="10667" y="1071371"/>
                  </a:lnTo>
                  <a:close/>
                </a:path>
                <a:path w="2788920" h="1705610">
                  <a:moveTo>
                    <a:pt x="10667" y="1030224"/>
                  </a:moveTo>
                  <a:lnTo>
                    <a:pt x="0" y="1030224"/>
                  </a:lnTo>
                  <a:lnTo>
                    <a:pt x="0" y="998219"/>
                  </a:lnTo>
                  <a:lnTo>
                    <a:pt x="10667" y="998219"/>
                  </a:lnTo>
                  <a:lnTo>
                    <a:pt x="10667" y="1030224"/>
                  </a:lnTo>
                  <a:close/>
                </a:path>
                <a:path w="2788920" h="1705610">
                  <a:moveTo>
                    <a:pt x="10667" y="987551"/>
                  </a:moveTo>
                  <a:lnTo>
                    <a:pt x="0" y="987551"/>
                  </a:lnTo>
                  <a:lnTo>
                    <a:pt x="0" y="957071"/>
                  </a:lnTo>
                  <a:lnTo>
                    <a:pt x="10667" y="957071"/>
                  </a:lnTo>
                  <a:lnTo>
                    <a:pt x="10667" y="987551"/>
                  </a:lnTo>
                  <a:close/>
                </a:path>
                <a:path w="2788920" h="1705610">
                  <a:moveTo>
                    <a:pt x="10667" y="946403"/>
                  </a:moveTo>
                  <a:lnTo>
                    <a:pt x="0" y="946403"/>
                  </a:lnTo>
                  <a:lnTo>
                    <a:pt x="0" y="914400"/>
                  </a:lnTo>
                  <a:lnTo>
                    <a:pt x="10667" y="914400"/>
                  </a:lnTo>
                  <a:lnTo>
                    <a:pt x="10667" y="946403"/>
                  </a:lnTo>
                  <a:close/>
                </a:path>
                <a:path w="2788920" h="1705610">
                  <a:moveTo>
                    <a:pt x="10667" y="903732"/>
                  </a:moveTo>
                  <a:lnTo>
                    <a:pt x="0" y="903732"/>
                  </a:lnTo>
                  <a:lnTo>
                    <a:pt x="0" y="873251"/>
                  </a:lnTo>
                  <a:lnTo>
                    <a:pt x="10667" y="873251"/>
                  </a:lnTo>
                  <a:lnTo>
                    <a:pt x="10667" y="903732"/>
                  </a:lnTo>
                  <a:close/>
                </a:path>
                <a:path w="2788920" h="1705610">
                  <a:moveTo>
                    <a:pt x="10667" y="862584"/>
                  </a:moveTo>
                  <a:lnTo>
                    <a:pt x="0" y="862584"/>
                  </a:lnTo>
                  <a:lnTo>
                    <a:pt x="0" y="830579"/>
                  </a:lnTo>
                  <a:lnTo>
                    <a:pt x="10667" y="830579"/>
                  </a:lnTo>
                  <a:lnTo>
                    <a:pt x="10667" y="862584"/>
                  </a:lnTo>
                  <a:close/>
                </a:path>
                <a:path w="2788920" h="1705610">
                  <a:moveTo>
                    <a:pt x="10667" y="819911"/>
                  </a:moveTo>
                  <a:lnTo>
                    <a:pt x="0" y="819911"/>
                  </a:lnTo>
                  <a:lnTo>
                    <a:pt x="0" y="789432"/>
                  </a:lnTo>
                  <a:lnTo>
                    <a:pt x="10667" y="789432"/>
                  </a:lnTo>
                  <a:lnTo>
                    <a:pt x="10667" y="819911"/>
                  </a:lnTo>
                  <a:close/>
                </a:path>
                <a:path w="2788920" h="1705610">
                  <a:moveTo>
                    <a:pt x="10667" y="778763"/>
                  </a:moveTo>
                  <a:lnTo>
                    <a:pt x="0" y="778763"/>
                  </a:lnTo>
                  <a:lnTo>
                    <a:pt x="0" y="746759"/>
                  </a:lnTo>
                  <a:lnTo>
                    <a:pt x="10667" y="746759"/>
                  </a:lnTo>
                  <a:lnTo>
                    <a:pt x="10667" y="778763"/>
                  </a:lnTo>
                  <a:close/>
                </a:path>
                <a:path w="2788920" h="1705610">
                  <a:moveTo>
                    <a:pt x="10667" y="736092"/>
                  </a:moveTo>
                  <a:lnTo>
                    <a:pt x="0" y="736092"/>
                  </a:lnTo>
                  <a:lnTo>
                    <a:pt x="0" y="705611"/>
                  </a:lnTo>
                  <a:lnTo>
                    <a:pt x="10667" y="705611"/>
                  </a:lnTo>
                  <a:lnTo>
                    <a:pt x="10667" y="736092"/>
                  </a:lnTo>
                  <a:close/>
                </a:path>
                <a:path w="2788920" h="1705610">
                  <a:moveTo>
                    <a:pt x="10667" y="694943"/>
                  </a:moveTo>
                  <a:lnTo>
                    <a:pt x="0" y="694943"/>
                  </a:lnTo>
                  <a:lnTo>
                    <a:pt x="0" y="662940"/>
                  </a:lnTo>
                  <a:lnTo>
                    <a:pt x="10667" y="662940"/>
                  </a:lnTo>
                  <a:lnTo>
                    <a:pt x="10667" y="694943"/>
                  </a:lnTo>
                  <a:close/>
                </a:path>
                <a:path w="2788920" h="1705610">
                  <a:moveTo>
                    <a:pt x="10667" y="652271"/>
                  </a:moveTo>
                  <a:lnTo>
                    <a:pt x="0" y="652271"/>
                  </a:lnTo>
                  <a:lnTo>
                    <a:pt x="0" y="621792"/>
                  </a:lnTo>
                  <a:lnTo>
                    <a:pt x="10667" y="621792"/>
                  </a:lnTo>
                  <a:lnTo>
                    <a:pt x="10667" y="652271"/>
                  </a:lnTo>
                  <a:close/>
                </a:path>
                <a:path w="2788920" h="1705610">
                  <a:moveTo>
                    <a:pt x="10667" y="611124"/>
                  </a:moveTo>
                  <a:lnTo>
                    <a:pt x="0" y="611124"/>
                  </a:lnTo>
                  <a:lnTo>
                    <a:pt x="0" y="579119"/>
                  </a:lnTo>
                  <a:lnTo>
                    <a:pt x="10667" y="579119"/>
                  </a:lnTo>
                  <a:lnTo>
                    <a:pt x="10667" y="611124"/>
                  </a:lnTo>
                  <a:close/>
                </a:path>
                <a:path w="2788920" h="1705610">
                  <a:moveTo>
                    <a:pt x="10667" y="568451"/>
                  </a:moveTo>
                  <a:lnTo>
                    <a:pt x="0" y="568451"/>
                  </a:lnTo>
                  <a:lnTo>
                    <a:pt x="0" y="537971"/>
                  </a:lnTo>
                  <a:lnTo>
                    <a:pt x="10667" y="537971"/>
                  </a:lnTo>
                  <a:lnTo>
                    <a:pt x="10667" y="568451"/>
                  </a:lnTo>
                  <a:close/>
                </a:path>
                <a:path w="2788920" h="1705610">
                  <a:moveTo>
                    <a:pt x="10667" y="527303"/>
                  </a:moveTo>
                  <a:lnTo>
                    <a:pt x="0" y="527303"/>
                  </a:lnTo>
                  <a:lnTo>
                    <a:pt x="0" y="495300"/>
                  </a:lnTo>
                  <a:lnTo>
                    <a:pt x="10667" y="495300"/>
                  </a:lnTo>
                  <a:lnTo>
                    <a:pt x="10667" y="527303"/>
                  </a:lnTo>
                  <a:close/>
                </a:path>
                <a:path w="2788920" h="1705610">
                  <a:moveTo>
                    <a:pt x="10667" y="484632"/>
                  </a:moveTo>
                  <a:lnTo>
                    <a:pt x="0" y="484632"/>
                  </a:lnTo>
                  <a:lnTo>
                    <a:pt x="0" y="454151"/>
                  </a:lnTo>
                  <a:lnTo>
                    <a:pt x="10667" y="454151"/>
                  </a:lnTo>
                  <a:lnTo>
                    <a:pt x="10667" y="484632"/>
                  </a:lnTo>
                  <a:close/>
                </a:path>
                <a:path w="2788920" h="1705610">
                  <a:moveTo>
                    <a:pt x="10667" y="443483"/>
                  </a:moveTo>
                  <a:lnTo>
                    <a:pt x="0" y="443483"/>
                  </a:lnTo>
                  <a:lnTo>
                    <a:pt x="0" y="411479"/>
                  </a:lnTo>
                  <a:lnTo>
                    <a:pt x="10667" y="411479"/>
                  </a:lnTo>
                  <a:lnTo>
                    <a:pt x="10667" y="443483"/>
                  </a:lnTo>
                  <a:close/>
                </a:path>
                <a:path w="2788920" h="1705610">
                  <a:moveTo>
                    <a:pt x="10667" y="400811"/>
                  </a:moveTo>
                  <a:lnTo>
                    <a:pt x="0" y="400811"/>
                  </a:lnTo>
                  <a:lnTo>
                    <a:pt x="0" y="370332"/>
                  </a:lnTo>
                  <a:lnTo>
                    <a:pt x="10667" y="370332"/>
                  </a:lnTo>
                  <a:lnTo>
                    <a:pt x="10667" y="400811"/>
                  </a:lnTo>
                  <a:close/>
                </a:path>
                <a:path w="2788920" h="1705610">
                  <a:moveTo>
                    <a:pt x="10667" y="359663"/>
                  </a:moveTo>
                  <a:lnTo>
                    <a:pt x="0" y="359663"/>
                  </a:lnTo>
                  <a:lnTo>
                    <a:pt x="0" y="327659"/>
                  </a:lnTo>
                  <a:lnTo>
                    <a:pt x="10667" y="327659"/>
                  </a:lnTo>
                  <a:lnTo>
                    <a:pt x="10667" y="359663"/>
                  </a:lnTo>
                  <a:close/>
                </a:path>
                <a:path w="2788920" h="1705610">
                  <a:moveTo>
                    <a:pt x="10667" y="316991"/>
                  </a:moveTo>
                  <a:lnTo>
                    <a:pt x="0" y="316991"/>
                  </a:lnTo>
                  <a:lnTo>
                    <a:pt x="0" y="286511"/>
                  </a:lnTo>
                  <a:lnTo>
                    <a:pt x="10667" y="286511"/>
                  </a:lnTo>
                  <a:lnTo>
                    <a:pt x="10667" y="316991"/>
                  </a:lnTo>
                  <a:close/>
                </a:path>
                <a:path w="2788920" h="1705610">
                  <a:moveTo>
                    <a:pt x="10667" y="275843"/>
                  </a:moveTo>
                  <a:lnTo>
                    <a:pt x="0" y="275843"/>
                  </a:lnTo>
                  <a:lnTo>
                    <a:pt x="0" y="243840"/>
                  </a:lnTo>
                  <a:lnTo>
                    <a:pt x="10667" y="243840"/>
                  </a:lnTo>
                  <a:lnTo>
                    <a:pt x="10667" y="275843"/>
                  </a:lnTo>
                  <a:close/>
                </a:path>
                <a:path w="2788920" h="1705610">
                  <a:moveTo>
                    <a:pt x="10667" y="233171"/>
                  </a:moveTo>
                  <a:lnTo>
                    <a:pt x="0" y="233171"/>
                  </a:lnTo>
                  <a:lnTo>
                    <a:pt x="0" y="202691"/>
                  </a:lnTo>
                  <a:lnTo>
                    <a:pt x="10667" y="202691"/>
                  </a:lnTo>
                  <a:lnTo>
                    <a:pt x="10667" y="233171"/>
                  </a:lnTo>
                  <a:close/>
                </a:path>
                <a:path w="2788920" h="1705610">
                  <a:moveTo>
                    <a:pt x="10667" y="192024"/>
                  </a:moveTo>
                  <a:lnTo>
                    <a:pt x="0" y="192024"/>
                  </a:lnTo>
                  <a:lnTo>
                    <a:pt x="0" y="160019"/>
                  </a:lnTo>
                  <a:lnTo>
                    <a:pt x="10667" y="160019"/>
                  </a:lnTo>
                  <a:lnTo>
                    <a:pt x="10667" y="192024"/>
                  </a:lnTo>
                  <a:close/>
                </a:path>
                <a:path w="2788920" h="1705610">
                  <a:moveTo>
                    <a:pt x="10667" y="149351"/>
                  </a:moveTo>
                  <a:lnTo>
                    <a:pt x="0" y="149351"/>
                  </a:lnTo>
                  <a:lnTo>
                    <a:pt x="0" y="118871"/>
                  </a:lnTo>
                  <a:lnTo>
                    <a:pt x="10667" y="118871"/>
                  </a:lnTo>
                  <a:lnTo>
                    <a:pt x="10667" y="149351"/>
                  </a:lnTo>
                  <a:close/>
                </a:path>
                <a:path w="2788920" h="1705610">
                  <a:moveTo>
                    <a:pt x="10667" y="108203"/>
                  </a:moveTo>
                  <a:lnTo>
                    <a:pt x="0" y="108203"/>
                  </a:lnTo>
                  <a:lnTo>
                    <a:pt x="0" y="76200"/>
                  </a:lnTo>
                  <a:lnTo>
                    <a:pt x="10667" y="76200"/>
                  </a:lnTo>
                  <a:lnTo>
                    <a:pt x="10667" y="108203"/>
                  </a:lnTo>
                  <a:close/>
                </a:path>
                <a:path w="2788920" h="1705610">
                  <a:moveTo>
                    <a:pt x="10667" y="65532"/>
                  </a:moveTo>
                  <a:lnTo>
                    <a:pt x="0" y="65532"/>
                  </a:lnTo>
                  <a:lnTo>
                    <a:pt x="0" y="35051"/>
                  </a:lnTo>
                  <a:lnTo>
                    <a:pt x="10667" y="35051"/>
                  </a:lnTo>
                  <a:lnTo>
                    <a:pt x="10667" y="65532"/>
                  </a:lnTo>
                  <a:close/>
                </a:path>
                <a:path w="2788920" h="1705610">
                  <a:moveTo>
                    <a:pt x="10667" y="24383"/>
                  </a:moveTo>
                  <a:lnTo>
                    <a:pt x="0" y="24383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18287" y="6095"/>
                  </a:lnTo>
                  <a:lnTo>
                    <a:pt x="10667" y="6095"/>
                  </a:lnTo>
                  <a:lnTo>
                    <a:pt x="4571" y="10667"/>
                  </a:lnTo>
                  <a:lnTo>
                    <a:pt x="10667" y="10667"/>
                  </a:lnTo>
                  <a:lnTo>
                    <a:pt x="10667" y="24383"/>
                  </a:lnTo>
                  <a:close/>
                </a:path>
                <a:path w="2788920" h="1705610">
                  <a:moveTo>
                    <a:pt x="10667" y="10667"/>
                  </a:moveTo>
                  <a:lnTo>
                    <a:pt x="4571" y="10667"/>
                  </a:lnTo>
                  <a:lnTo>
                    <a:pt x="10667" y="6095"/>
                  </a:lnTo>
                  <a:lnTo>
                    <a:pt x="10667" y="10667"/>
                  </a:lnTo>
                  <a:close/>
                </a:path>
                <a:path w="2788920" h="1705610">
                  <a:moveTo>
                    <a:pt x="18287" y="10667"/>
                  </a:moveTo>
                  <a:lnTo>
                    <a:pt x="10667" y="10667"/>
                  </a:lnTo>
                  <a:lnTo>
                    <a:pt x="10667" y="6095"/>
                  </a:lnTo>
                  <a:lnTo>
                    <a:pt x="18287" y="6095"/>
                  </a:lnTo>
                  <a:lnTo>
                    <a:pt x="18287" y="10667"/>
                  </a:lnTo>
                  <a:close/>
                </a:path>
                <a:path w="2788920" h="1705610">
                  <a:moveTo>
                    <a:pt x="59435" y="10667"/>
                  </a:moveTo>
                  <a:lnTo>
                    <a:pt x="28956" y="10667"/>
                  </a:lnTo>
                  <a:lnTo>
                    <a:pt x="28956" y="0"/>
                  </a:lnTo>
                  <a:lnTo>
                    <a:pt x="59435" y="0"/>
                  </a:lnTo>
                  <a:lnTo>
                    <a:pt x="59435" y="10667"/>
                  </a:lnTo>
                  <a:close/>
                </a:path>
                <a:path w="2788920" h="1705610">
                  <a:moveTo>
                    <a:pt x="102107" y="10667"/>
                  </a:moveTo>
                  <a:lnTo>
                    <a:pt x="70104" y="10667"/>
                  </a:lnTo>
                  <a:lnTo>
                    <a:pt x="70104" y="0"/>
                  </a:lnTo>
                  <a:lnTo>
                    <a:pt x="102107" y="0"/>
                  </a:lnTo>
                  <a:lnTo>
                    <a:pt x="102107" y="10667"/>
                  </a:lnTo>
                  <a:close/>
                </a:path>
                <a:path w="2788920" h="1705610">
                  <a:moveTo>
                    <a:pt x="143256" y="10667"/>
                  </a:moveTo>
                  <a:lnTo>
                    <a:pt x="112776" y="10667"/>
                  </a:lnTo>
                  <a:lnTo>
                    <a:pt x="112776" y="0"/>
                  </a:lnTo>
                  <a:lnTo>
                    <a:pt x="143256" y="0"/>
                  </a:lnTo>
                  <a:lnTo>
                    <a:pt x="143256" y="10667"/>
                  </a:lnTo>
                  <a:close/>
                </a:path>
                <a:path w="2788920" h="1705610">
                  <a:moveTo>
                    <a:pt x="185928" y="10667"/>
                  </a:moveTo>
                  <a:lnTo>
                    <a:pt x="153924" y="10667"/>
                  </a:lnTo>
                  <a:lnTo>
                    <a:pt x="153924" y="0"/>
                  </a:lnTo>
                  <a:lnTo>
                    <a:pt x="185928" y="0"/>
                  </a:lnTo>
                  <a:lnTo>
                    <a:pt x="185928" y="10667"/>
                  </a:lnTo>
                  <a:close/>
                </a:path>
                <a:path w="2788920" h="1705610">
                  <a:moveTo>
                    <a:pt x="227076" y="10667"/>
                  </a:moveTo>
                  <a:lnTo>
                    <a:pt x="196595" y="10667"/>
                  </a:lnTo>
                  <a:lnTo>
                    <a:pt x="196595" y="0"/>
                  </a:lnTo>
                  <a:lnTo>
                    <a:pt x="227076" y="0"/>
                  </a:lnTo>
                  <a:lnTo>
                    <a:pt x="227076" y="10667"/>
                  </a:lnTo>
                  <a:close/>
                </a:path>
                <a:path w="2788920" h="1705610">
                  <a:moveTo>
                    <a:pt x="269748" y="10667"/>
                  </a:moveTo>
                  <a:lnTo>
                    <a:pt x="237743" y="10667"/>
                  </a:lnTo>
                  <a:lnTo>
                    <a:pt x="237743" y="0"/>
                  </a:lnTo>
                  <a:lnTo>
                    <a:pt x="269748" y="0"/>
                  </a:lnTo>
                  <a:lnTo>
                    <a:pt x="269748" y="10667"/>
                  </a:lnTo>
                  <a:close/>
                </a:path>
                <a:path w="2788920" h="1705610">
                  <a:moveTo>
                    <a:pt x="310895" y="10667"/>
                  </a:moveTo>
                  <a:lnTo>
                    <a:pt x="280416" y="10667"/>
                  </a:lnTo>
                  <a:lnTo>
                    <a:pt x="280416" y="0"/>
                  </a:lnTo>
                  <a:lnTo>
                    <a:pt x="310895" y="0"/>
                  </a:lnTo>
                  <a:lnTo>
                    <a:pt x="310895" y="10667"/>
                  </a:lnTo>
                  <a:close/>
                </a:path>
                <a:path w="2788920" h="1705610">
                  <a:moveTo>
                    <a:pt x="353568" y="10667"/>
                  </a:moveTo>
                  <a:lnTo>
                    <a:pt x="321564" y="10667"/>
                  </a:lnTo>
                  <a:lnTo>
                    <a:pt x="321564" y="0"/>
                  </a:lnTo>
                  <a:lnTo>
                    <a:pt x="353568" y="0"/>
                  </a:lnTo>
                  <a:lnTo>
                    <a:pt x="353568" y="10667"/>
                  </a:lnTo>
                  <a:close/>
                </a:path>
                <a:path w="2788920" h="1705610">
                  <a:moveTo>
                    <a:pt x="394716" y="10667"/>
                  </a:moveTo>
                  <a:lnTo>
                    <a:pt x="364235" y="10667"/>
                  </a:lnTo>
                  <a:lnTo>
                    <a:pt x="364235" y="0"/>
                  </a:lnTo>
                  <a:lnTo>
                    <a:pt x="394716" y="0"/>
                  </a:lnTo>
                  <a:lnTo>
                    <a:pt x="394716" y="10667"/>
                  </a:lnTo>
                  <a:close/>
                </a:path>
                <a:path w="2788920" h="1705610">
                  <a:moveTo>
                    <a:pt x="437387" y="10667"/>
                  </a:moveTo>
                  <a:lnTo>
                    <a:pt x="405383" y="10667"/>
                  </a:lnTo>
                  <a:lnTo>
                    <a:pt x="405383" y="0"/>
                  </a:lnTo>
                  <a:lnTo>
                    <a:pt x="437387" y="0"/>
                  </a:lnTo>
                  <a:lnTo>
                    <a:pt x="437387" y="10667"/>
                  </a:lnTo>
                  <a:close/>
                </a:path>
                <a:path w="2788920" h="1705610">
                  <a:moveTo>
                    <a:pt x="478535" y="10667"/>
                  </a:moveTo>
                  <a:lnTo>
                    <a:pt x="448056" y="10667"/>
                  </a:lnTo>
                  <a:lnTo>
                    <a:pt x="448056" y="0"/>
                  </a:lnTo>
                  <a:lnTo>
                    <a:pt x="478535" y="0"/>
                  </a:lnTo>
                  <a:lnTo>
                    <a:pt x="478535" y="10667"/>
                  </a:lnTo>
                  <a:close/>
                </a:path>
                <a:path w="2788920" h="1705610">
                  <a:moveTo>
                    <a:pt x="521208" y="10667"/>
                  </a:moveTo>
                  <a:lnTo>
                    <a:pt x="489204" y="10667"/>
                  </a:lnTo>
                  <a:lnTo>
                    <a:pt x="489204" y="0"/>
                  </a:lnTo>
                  <a:lnTo>
                    <a:pt x="521208" y="0"/>
                  </a:lnTo>
                  <a:lnTo>
                    <a:pt x="521208" y="10667"/>
                  </a:lnTo>
                  <a:close/>
                </a:path>
                <a:path w="2788920" h="1705610">
                  <a:moveTo>
                    <a:pt x="562356" y="10667"/>
                  </a:moveTo>
                  <a:lnTo>
                    <a:pt x="531875" y="10667"/>
                  </a:lnTo>
                  <a:lnTo>
                    <a:pt x="531875" y="0"/>
                  </a:lnTo>
                  <a:lnTo>
                    <a:pt x="562356" y="0"/>
                  </a:lnTo>
                  <a:lnTo>
                    <a:pt x="562356" y="10667"/>
                  </a:lnTo>
                  <a:close/>
                </a:path>
                <a:path w="2788920" h="1705610">
                  <a:moveTo>
                    <a:pt x="605027" y="10667"/>
                  </a:moveTo>
                  <a:lnTo>
                    <a:pt x="573023" y="10667"/>
                  </a:lnTo>
                  <a:lnTo>
                    <a:pt x="573023" y="0"/>
                  </a:lnTo>
                  <a:lnTo>
                    <a:pt x="605027" y="0"/>
                  </a:lnTo>
                  <a:lnTo>
                    <a:pt x="605027" y="10667"/>
                  </a:lnTo>
                  <a:close/>
                </a:path>
                <a:path w="2788920" h="1705610">
                  <a:moveTo>
                    <a:pt x="646175" y="10667"/>
                  </a:moveTo>
                  <a:lnTo>
                    <a:pt x="615696" y="10667"/>
                  </a:lnTo>
                  <a:lnTo>
                    <a:pt x="615696" y="0"/>
                  </a:lnTo>
                  <a:lnTo>
                    <a:pt x="646175" y="0"/>
                  </a:lnTo>
                  <a:lnTo>
                    <a:pt x="646175" y="10667"/>
                  </a:lnTo>
                  <a:close/>
                </a:path>
                <a:path w="2788920" h="1705610">
                  <a:moveTo>
                    <a:pt x="688848" y="10667"/>
                  </a:moveTo>
                  <a:lnTo>
                    <a:pt x="656844" y="10667"/>
                  </a:lnTo>
                  <a:lnTo>
                    <a:pt x="656844" y="0"/>
                  </a:lnTo>
                  <a:lnTo>
                    <a:pt x="688848" y="0"/>
                  </a:lnTo>
                  <a:lnTo>
                    <a:pt x="688848" y="10667"/>
                  </a:lnTo>
                  <a:close/>
                </a:path>
                <a:path w="2788920" h="1705610">
                  <a:moveTo>
                    <a:pt x="729996" y="10667"/>
                  </a:moveTo>
                  <a:lnTo>
                    <a:pt x="699516" y="10667"/>
                  </a:lnTo>
                  <a:lnTo>
                    <a:pt x="699516" y="0"/>
                  </a:lnTo>
                  <a:lnTo>
                    <a:pt x="729996" y="0"/>
                  </a:lnTo>
                  <a:lnTo>
                    <a:pt x="729996" y="10667"/>
                  </a:lnTo>
                  <a:close/>
                </a:path>
                <a:path w="2788920" h="1705610">
                  <a:moveTo>
                    <a:pt x="772668" y="10667"/>
                  </a:moveTo>
                  <a:lnTo>
                    <a:pt x="740664" y="10667"/>
                  </a:lnTo>
                  <a:lnTo>
                    <a:pt x="740664" y="0"/>
                  </a:lnTo>
                  <a:lnTo>
                    <a:pt x="772668" y="0"/>
                  </a:lnTo>
                  <a:lnTo>
                    <a:pt x="772668" y="10667"/>
                  </a:lnTo>
                  <a:close/>
                </a:path>
                <a:path w="2788920" h="1705610">
                  <a:moveTo>
                    <a:pt x="813816" y="10667"/>
                  </a:moveTo>
                  <a:lnTo>
                    <a:pt x="783336" y="10667"/>
                  </a:lnTo>
                  <a:lnTo>
                    <a:pt x="783336" y="0"/>
                  </a:lnTo>
                  <a:lnTo>
                    <a:pt x="813816" y="0"/>
                  </a:lnTo>
                  <a:lnTo>
                    <a:pt x="813816" y="10667"/>
                  </a:lnTo>
                  <a:close/>
                </a:path>
                <a:path w="2788920" h="1705610">
                  <a:moveTo>
                    <a:pt x="856488" y="10667"/>
                  </a:moveTo>
                  <a:lnTo>
                    <a:pt x="824483" y="10667"/>
                  </a:lnTo>
                  <a:lnTo>
                    <a:pt x="824483" y="0"/>
                  </a:lnTo>
                  <a:lnTo>
                    <a:pt x="856488" y="0"/>
                  </a:lnTo>
                  <a:lnTo>
                    <a:pt x="856488" y="10667"/>
                  </a:lnTo>
                  <a:close/>
                </a:path>
                <a:path w="2788920" h="1705610">
                  <a:moveTo>
                    <a:pt x="897636" y="10667"/>
                  </a:moveTo>
                  <a:lnTo>
                    <a:pt x="867156" y="10667"/>
                  </a:lnTo>
                  <a:lnTo>
                    <a:pt x="867156" y="0"/>
                  </a:lnTo>
                  <a:lnTo>
                    <a:pt x="897636" y="0"/>
                  </a:lnTo>
                  <a:lnTo>
                    <a:pt x="897636" y="10667"/>
                  </a:lnTo>
                  <a:close/>
                </a:path>
                <a:path w="2788920" h="1705610">
                  <a:moveTo>
                    <a:pt x="940307" y="10667"/>
                  </a:moveTo>
                  <a:lnTo>
                    <a:pt x="908303" y="10667"/>
                  </a:lnTo>
                  <a:lnTo>
                    <a:pt x="908303" y="0"/>
                  </a:lnTo>
                  <a:lnTo>
                    <a:pt x="940307" y="0"/>
                  </a:lnTo>
                  <a:lnTo>
                    <a:pt x="940307" y="10667"/>
                  </a:lnTo>
                  <a:close/>
                </a:path>
                <a:path w="2788920" h="1705610">
                  <a:moveTo>
                    <a:pt x="981456" y="10667"/>
                  </a:moveTo>
                  <a:lnTo>
                    <a:pt x="950976" y="10667"/>
                  </a:lnTo>
                  <a:lnTo>
                    <a:pt x="950976" y="0"/>
                  </a:lnTo>
                  <a:lnTo>
                    <a:pt x="981456" y="0"/>
                  </a:lnTo>
                  <a:lnTo>
                    <a:pt x="981456" y="10667"/>
                  </a:lnTo>
                  <a:close/>
                </a:path>
                <a:path w="2788920" h="1705610">
                  <a:moveTo>
                    <a:pt x="1024128" y="10667"/>
                  </a:moveTo>
                  <a:lnTo>
                    <a:pt x="992123" y="10667"/>
                  </a:lnTo>
                  <a:lnTo>
                    <a:pt x="992123" y="0"/>
                  </a:lnTo>
                  <a:lnTo>
                    <a:pt x="1024128" y="0"/>
                  </a:lnTo>
                  <a:lnTo>
                    <a:pt x="1024128" y="10667"/>
                  </a:lnTo>
                  <a:close/>
                </a:path>
                <a:path w="2788920" h="1705610">
                  <a:moveTo>
                    <a:pt x="1065276" y="10667"/>
                  </a:moveTo>
                  <a:lnTo>
                    <a:pt x="1034795" y="10667"/>
                  </a:lnTo>
                  <a:lnTo>
                    <a:pt x="1034795" y="0"/>
                  </a:lnTo>
                  <a:lnTo>
                    <a:pt x="1065276" y="0"/>
                  </a:lnTo>
                  <a:lnTo>
                    <a:pt x="1065276" y="10667"/>
                  </a:lnTo>
                  <a:close/>
                </a:path>
                <a:path w="2788920" h="1705610">
                  <a:moveTo>
                    <a:pt x="1107948" y="10667"/>
                  </a:moveTo>
                  <a:lnTo>
                    <a:pt x="1075944" y="10667"/>
                  </a:lnTo>
                  <a:lnTo>
                    <a:pt x="1075944" y="0"/>
                  </a:lnTo>
                  <a:lnTo>
                    <a:pt x="1107948" y="0"/>
                  </a:lnTo>
                  <a:lnTo>
                    <a:pt x="1107948" y="10667"/>
                  </a:lnTo>
                  <a:close/>
                </a:path>
                <a:path w="2788920" h="1705610">
                  <a:moveTo>
                    <a:pt x="1149095" y="10667"/>
                  </a:moveTo>
                  <a:lnTo>
                    <a:pt x="1118615" y="10667"/>
                  </a:lnTo>
                  <a:lnTo>
                    <a:pt x="1118615" y="0"/>
                  </a:lnTo>
                  <a:lnTo>
                    <a:pt x="1149095" y="0"/>
                  </a:lnTo>
                  <a:lnTo>
                    <a:pt x="1149095" y="10667"/>
                  </a:lnTo>
                  <a:close/>
                </a:path>
                <a:path w="2788920" h="1705610">
                  <a:moveTo>
                    <a:pt x="1191768" y="10667"/>
                  </a:moveTo>
                  <a:lnTo>
                    <a:pt x="1159764" y="10667"/>
                  </a:lnTo>
                  <a:lnTo>
                    <a:pt x="1159764" y="0"/>
                  </a:lnTo>
                  <a:lnTo>
                    <a:pt x="1191768" y="0"/>
                  </a:lnTo>
                  <a:lnTo>
                    <a:pt x="1191768" y="10667"/>
                  </a:lnTo>
                  <a:close/>
                </a:path>
                <a:path w="2788920" h="1705610">
                  <a:moveTo>
                    <a:pt x="1232915" y="10667"/>
                  </a:moveTo>
                  <a:lnTo>
                    <a:pt x="1202436" y="10667"/>
                  </a:lnTo>
                  <a:lnTo>
                    <a:pt x="1202436" y="0"/>
                  </a:lnTo>
                  <a:lnTo>
                    <a:pt x="1232915" y="0"/>
                  </a:lnTo>
                  <a:lnTo>
                    <a:pt x="1232915" y="10667"/>
                  </a:lnTo>
                  <a:close/>
                </a:path>
                <a:path w="2788920" h="1705610">
                  <a:moveTo>
                    <a:pt x="1275588" y="10667"/>
                  </a:moveTo>
                  <a:lnTo>
                    <a:pt x="1243584" y="10667"/>
                  </a:lnTo>
                  <a:lnTo>
                    <a:pt x="1243584" y="0"/>
                  </a:lnTo>
                  <a:lnTo>
                    <a:pt x="1275588" y="0"/>
                  </a:lnTo>
                  <a:lnTo>
                    <a:pt x="1275588" y="10667"/>
                  </a:lnTo>
                  <a:close/>
                </a:path>
                <a:path w="2788920" h="1705610">
                  <a:moveTo>
                    <a:pt x="1316736" y="10667"/>
                  </a:moveTo>
                  <a:lnTo>
                    <a:pt x="1286256" y="10667"/>
                  </a:lnTo>
                  <a:lnTo>
                    <a:pt x="1286256" y="0"/>
                  </a:lnTo>
                  <a:lnTo>
                    <a:pt x="1316736" y="0"/>
                  </a:lnTo>
                  <a:lnTo>
                    <a:pt x="1316736" y="10667"/>
                  </a:lnTo>
                  <a:close/>
                </a:path>
                <a:path w="2788920" h="1705610">
                  <a:moveTo>
                    <a:pt x="1359407" y="10667"/>
                  </a:moveTo>
                  <a:lnTo>
                    <a:pt x="1327403" y="10667"/>
                  </a:lnTo>
                  <a:lnTo>
                    <a:pt x="1327403" y="0"/>
                  </a:lnTo>
                  <a:lnTo>
                    <a:pt x="1359407" y="0"/>
                  </a:lnTo>
                  <a:lnTo>
                    <a:pt x="1359407" y="10667"/>
                  </a:lnTo>
                  <a:close/>
                </a:path>
                <a:path w="2788920" h="1705610">
                  <a:moveTo>
                    <a:pt x="1400556" y="10667"/>
                  </a:moveTo>
                  <a:lnTo>
                    <a:pt x="1370076" y="10667"/>
                  </a:lnTo>
                  <a:lnTo>
                    <a:pt x="1370076" y="0"/>
                  </a:lnTo>
                  <a:lnTo>
                    <a:pt x="1400556" y="0"/>
                  </a:lnTo>
                  <a:lnTo>
                    <a:pt x="1400556" y="10667"/>
                  </a:lnTo>
                  <a:close/>
                </a:path>
                <a:path w="2788920" h="1705610">
                  <a:moveTo>
                    <a:pt x="1443228" y="10667"/>
                  </a:moveTo>
                  <a:lnTo>
                    <a:pt x="1411224" y="10667"/>
                  </a:lnTo>
                  <a:lnTo>
                    <a:pt x="1411224" y="0"/>
                  </a:lnTo>
                  <a:lnTo>
                    <a:pt x="1443228" y="0"/>
                  </a:lnTo>
                  <a:lnTo>
                    <a:pt x="1443228" y="10667"/>
                  </a:lnTo>
                  <a:close/>
                </a:path>
                <a:path w="2788920" h="1705610">
                  <a:moveTo>
                    <a:pt x="1484376" y="10667"/>
                  </a:moveTo>
                  <a:lnTo>
                    <a:pt x="1453895" y="10667"/>
                  </a:lnTo>
                  <a:lnTo>
                    <a:pt x="1453895" y="0"/>
                  </a:lnTo>
                  <a:lnTo>
                    <a:pt x="1484376" y="0"/>
                  </a:lnTo>
                  <a:lnTo>
                    <a:pt x="1484376" y="10667"/>
                  </a:lnTo>
                  <a:close/>
                </a:path>
                <a:path w="2788920" h="1705610">
                  <a:moveTo>
                    <a:pt x="1527048" y="10667"/>
                  </a:moveTo>
                  <a:lnTo>
                    <a:pt x="1495044" y="10667"/>
                  </a:lnTo>
                  <a:lnTo>
                    <a:pt x="1495044" y="0"/>
                  </a:lnTo>
                  <a:lnTo>
                    <a:pt x="1527048" y="0"/>
                  </a:lnTo>
                  <a:lnTo>
                    <a:pt x="1527048" y="10667"/>
                  </a:lnTo>
                  <a:close/>
                </a:path>
                <a:path w="2788920" h="1705610">
                  <a:moveTo>
                    <a:pt x="1568195" y="10667"/>
                  </a:moveTo>
                  <a:lnTo>
                    <a:pt x="1537715" y="10667"/>
                  </a:lnTo>
                  <a:lnTo>
                    <a:pt x="1537715" y="0"/>
                  </a:lnTo>
                  <a:lnTo>
                    <a:pt x="1568195" y="0"/>
                  </a:lnTo>
                  <a:lnTo>
                    <a:pt x="1568195" y="10667"/>
                  </a:lnTo>
                  <a:close/>
                </a:path>
                <a:path w="2788920" h="1705610">
                  <a:moveTo>
                    <a:pt x="1610868" y="10667"/>
                  </a:moveTo>
                  <a:lnTo>
                    <a:pt x="1578864" y="10667"/>
                  </a:lnTo>
                  <a:lnTo>
                    <a:pt x="1578864" y="0"/>
                  </a:lnTo>
                  <a:lnTo>
                    <a:pt x="1610868" y="0"/>
                  </a:lnTo>
                  <a:lnTo>
                    <a:pt x="1610868" y="10667"/>
                  </a:lnTo>
                  <a:close/>
                </a:path>
                <a:path w="2788920" h="1705610">
                  <a:moveTo>
                    <a:pt x="1652016" y="10667"/>
                  </a:moveTo>
                  <a:lnTo>
                    <a:pt x="1621536" y="10667"/>
                  </a:lnTo>
                  <a:lnTo>
                    <a:pt x="1621536" y="0"/>
                  </a:lnTo>
                  <a:lnTo>
                    <a:pt x="1652016" y="0"/>
                  </a:lnTo>
                  <a:lnTo>
                    <a:pt x="1652016" y="10667"/>
                  </a:lnTo>
                  <a:close/>
                </a:path>
                <a:path w="2788920" h="1705610">
                  <a:moveTo>
                    <a:pt x="1694688" y="10667"/>
                  </a:moveTo>
                  <a:lnTo>
                    <a:pt x="1662684" y="10667"/>
                  </a:lnTo>
                  <a:lnTo>
                    <a:pt x="1662684" y="0"/>
                  </a:lnTo>
                  <a:lnTo>
                    <a:pt x="1694688" y="0"/>
                  </a:lnTo>
                  <a:lnTo>
                    <a:pt x="1694688" y="10667"/>
                  </a:lnTo>
                  <a:close/>
                </a:path>
                <a:path w="2788920" h="1705610">
                  <a:moveTo>
                    <a:pt x="1735836" y="10667"/>
                  </a:moveTo>
                  <a:lnTo>
                    <a:pt x="1705356" y="10667"/>
                  </a:lnTo>
                  <a:lnTo>
                    <a:pt x="1705356" y="0"/>
                  </a:lnTo>
                  <a:lnTo>
                    <a:pt x="1735836" y="0"/>
                  </a:lnTo>
                  <a:lnTo>
                    <a:pt x="1735836" y="10667"/>
                  </a:lnTo>
                  <a:close/>
                </a:path>
                <a:path w="2788920" h="1705610">
                  <a:moveTo>
                    <a:pt x="1778507" y="10667"/>
                  </a:moveTo>
                  <a:lnTo>
                    <a:pt x="1746503" y="10667"/>
                  </a:lnTo>
                  <a:lnTo>
                    <a:pt x="1746503" y="0"/>
                  </a:lnTo>
                  <a:lnTo>
                    <a:pt x="1778507" y="0"/>
                  </a:lnTo>
                  <a:lnTo>
                    <a:pt x="1778507" y="10667"/>
                  </a:lnTo>
                  <a:close/>
                </a:path>
                <a:path w="2788920" h="1705610">
                  <a:moveTo>
                    <a:pt x="1819656" y="10667"/>
                  </a:moveTo>
                  <a:lnTo>
                    <a:pt x="1789176" y="10667"/>
                  </a:lnTo>
                  <a:lnTo>
                    <a:pt x="1789176" y="0"/>
                  </a:lnTo>
                  <a:lnTo>
                    <a:pt x="1819656" y="0"/>
                  </a:lnTo>
                  <a:lnTo>
                    <a:pt x="1819656" y="10667"/>
                  </a:lnTo>
                  <a:close/>
                </a:path>
                <a:path w="2788920" h="1705610">
                  <a:moveTo>
                    <a:pt x="1862328" y="10667"/>
                  </a:moveTo>
                  <a:lnTo>
                    <a:pt x="1830324" y="10667"/>
                  </a:lnTo>
                  <a:lnTo>
                    <a:pt x="1830324" y="0"/>
                  </a:lnTo>
                  <a:lnTo>
                    <a:pt x="1862328" y="0"/>
                  </a:lnTo>
                  <a:lnTo>
                    <a:pt x="1862328" y="10667"/>
                  </a:lnTo>
                  <a:close/>
                </a:path>
                <a:path w="2788920" h="1705610">
                  <a:moveTo>
                    <a:pt x="1903476" y="10667"/>
                  </a:moveTo>
                  <a:lnTo>
                    <a:pt x="1872995" y="10667"/>
                  </a:lnTo>
                  <a:lnTo>
                    <a:pt x="1872995" y="0"/>
                  </a:lnTo>
                  <a:lnTo>
                    <a:pt x="1903476" y="0"/>
                  </a:lnTo>
                  <a:lnTo>
                    <a:pt x="1903476" y="10667"/>
                  </a:lnTo>
                  <a:close/>
                </a:path>
                <a:path w="2788920" h="1705610">
                  <a:moveTo>
                    <a:pt x="1946148" y="10667"/>
                  </a:moveTo>
                  <a:lnTo>
                    <a:pt x="1914144" y="10667"/>
                  </a:lnTo>
                  <a:lnTo>
                    <a:pt x="1914144" y="0"/>
                  </a:lnTo>
                  <a:lnTo>
                    <a:pt x="1946148" y="0"/>
                  </a:lnTo>
                  <a:lnTo>
                    <a:pt x="1946148" y="10667"/>
                  </a:lnTo>
                  <a:close/>
                </a:path>
                <a:path w="2788920" h="1705610">
                  <a:moveTo>
                    <a:pt x="1987295" y="10667"/>
                  </a:moveTo>
                  <a:lnTo>
                    <a:pt x="1956816" y="10667"/>
                  </a:lnTo>
                  <a:lnTo>
                    <a:pt x="1956816" y="0"/>
                  </a:lnTo>
                  <a:lnTo>
                    <a:pt x="1987295" y="0"/>
                  </a:lnTo>
                  <a:lnTo>
                    <a:pt x="1987295" y="10667"/>
                  </a:lnTo>
                  <a:close/>
                </a:path>
                <a:path w="2788920" h="1705610">
                  <a:moveTo>
                    <a:pt x="2029968" y="10667"/>
                  </a:moveTo>
                  <a:lnTo>
                    <a:pt x="1997964" y="10667"/>
                  </a:lnTo>
                  <a:lnTo>
                    <a:pt x="1997964" y="0"/>
                  </a:lnTo>
                  <a:lnTo>
                    <a:pt x="2029968" y="0"/>
                  </a:lnTo>
                  <a:lnTo>
                    <a:pt x="2029968" y="10667"/>
                  </a:lnTo>
                  <a:close/>
                </a:path>
                <a:path w="2788920" h="1705610">
                  <a:moveTo>
                    <a:pt x="2071116" y="10667"/>
                  </a:moveTo>
                  <a:lnTo>
                    <a:pt x="2040636" y="10667"/>
                  </a:lnTo>
                  <a:lnTo>
                    <a:pt x="2040636" y="0"/>
                  </a:lnTo>
                  <a:lnTo>
                    <a:pt x="2071116" y="0"/>
                  </a:lnTo>
                  <a:lnTo>
                    <a:pt x="2071116" y="10667"/>
                  </a:lnTo>
                  <a:close/>
                </a:path>
                <a:path w="2788920" h="1705610">
                  <a:moveTo>
                    <a:pt x="2113787" y="10667"/>
                  </a:moveTo>
                  <a:lnTo>
                    <a:pt x="2081784" y="10667"/>
                  </a:lnTo>
                  <a:lnTo>
                    <a:pt x="2081784" y="0"/>
                  </a:lnTo>
                  <a:lnTo>
                    <a:pt x="2113787" y="0"/>
                  </a:lnTo>
                  <a:lnTo>
                    <a:pt x="2113787" y="10667"/>
                  </a:lnTo>
                  <a:close/>
                </a:path>
                <a:path w="2788920" h="1705610">
                  <a:moveTo>
                    <a:pt x="2154936" y="10667"/>
                  </a:moveTo>
                  <a:lnTo>
                    <a:pt x="2124455" y="10667"/>
                  </a:lnTo>
                  <a:lnTo>
                    <a:pt x="2124455" y="0"/>
                  </a:lnTo>
                  <a:lnTo>
                    <a:pt x="2154936" y="0"/>
                  </a:lnTo>
                  <a:lnTo>
                    <a:pt x="2154936" y="10667"/>
                  </a:lnTo>
                  <a:close/>
                </a:path>
                <a:path w="2788920" h="1705610">
                  <a:moveTo>
                    <a:pt x="2197608" y="10667"/>
                  </a:moveTo>
                  <a:lnTo>
                    <a:pt x="2165603" y="10667"/>
                  </a:lnTo>
                  <a:lnTo>
                    <a:pt x="2165603" y="0"/>
                  </a:lnTo>
                  <a:lnTo>
                    <a:pt x="2197608" y="0"/>
                  </a:lnTo>
                  <a:lnTo>
                    <a:pt x="2197608" y="10667"/>
                  </a:lnTo>
                  <a:close/>
                </a:path>
                <a:path w="2788920" h="1705610">
                  <a:moveTo>
                    <a:pt x="2238755" y="10667"/>
                  </a:moveTo>
                  <a:lnTo>
                    <a:pt x="2208276" y="10667"/>
                  </a:lnTo>
                  <a:lnTo>
                    <a:pt x="2208276" y="0"/>
                  </a:lnTo>
                  <a:lnTo>
                    <a:pt x="2238755" y="0"/>
                  </a:lnTo>
                  <a:lnTo>
                    <a:pt x="2238755" y="10667"/>
                  </a:lnTo>
                  <a:close/>
                </a:path>
                <a:path w="2788920" h="1705610">
                  <a:moveTo>
                    <a:pt x="2281428" y="10667"/>
                  </a:moveTo>
                  <a:lnTo>
                    <a:pt x="2249424" y="10667"/>
                  </a:lnTo>
                  <a:lnTo>
                    <a:pt x="2249424" y="0"/>
                  </a:lnTo>
                  <a:lnTo>
                    <a:pt x="2281428" y="0"/>
                  </a:lnTo>
                  <a:lnTo>
                    <a:pt x="2281428" y="10667"/>
                  </a:lnTo>
                  <a:close/>
                </a:path>
                <a:path w="2788920" h="1705610">
                  <a:moveTo>
                    <a:pt x="2322576" y="10667"/>
                  </a:moveTo>
                  <a:lnTo>
                    <a:pt x="2292095" y="10667"/>
                  </a:lnTo>
                  <a:lnTo>
                    <a:pt x="2292095" y="0"/>
                  </a:lnTo>
                  <a:lnTo>
                    <a:pt x="2322576" y="0"/>
                  </a:lnTo>
                  <a:lnTo>
                    <a:pt x="2322576" y="10667"/>
                  </a:lnTo>
                  <a:close/>
                </a:path>
                <a:path w="2788920" h="1705610">
                  <a:moveTo>
                    <a:pt x="2365247" y="10667"/>
                  </a:moveTo>
                  <a:lnTo>
                    <a:pt x="2333244" y="10667"/>
                  </a:lnTo>
                  <a:lnTo>
                    <a:pt x="2333244" y="0"/>
                  </a:lnTo>
                  <a:lnTo>
                    <a:pt x="2365247" y="0"/>
                  </a:lnTo>
                  <a:lnTo>
                    <a:pt x="2365247" y="10667"/>
                  </a:lnTo>
                  <a:close/>
                </a:path>
                <a:path w="2788920" h="1705610">
                  <a:moveTo>
                    <a:pt x="2406395" y="10667"/>
                  </a:moveTo>
                  <a:lnTo>
                    <a:pt x="2375916" y="10667"/>
                  </a:lnTo>
                  <a:lnTo>
                    <a:pt x="2375916" y="0"/>
                  </a:lnTo>
                  <a:lnTo>
                    <a:pt x="2406395" y="0"/>
                  </a:lnTo>
                  <a:lnTo>
                    <a:pt x="2406395" y="10667"/>
                  </a:lnTo>
                  <a:close/>
                </a:path>
                <a:path w="2788920" h="1705610">
                  <a:moveTo>
                    <a:pt x="2449068" y="10667"/>
                  </a:moveTo>
                  <a:lnTo>
                    <a:pt x="2417063" y="10667"/>
                  </a:lnTo>
                  <a:lnTo>
                    <a:pt x="2417063" y="0"/>
                  </a:lnTo>
                  <a:lnTo>
                    <a:pt x="2449068" y="0"/>
                  </a:lnTo>
                  <a:lnTo>
                    <a:pt x="2449068" y="10667"/>
                  </a:lnTo>
                  <a:close/>
                </a:path>
                <a:path w="2788920" h="1705610">
                  <a:moveTo>
                    <a:pt x="2490216" y="10667"/>
                  </a:moveTo>
                  <a:lnTo>
                    <a:pt x="2459736" y="10667"/>
                  </a:lnTo>
                  <a:lnTo>
                    <a:pt x="2459736" y="0"/>
                  </a:lnTo>
                  <a:lnTo>
                    <a:pt x="2490216" y="0"/>
                  </a:lnTo>
                  <a:lnTo>
                    <a:pt x="2490216" y="10667"/>
                  </a:lnTo>
                  <a:close/>
                </a:path>
                <a:path w="2788920" h="1705610">
                  <a:moveTo>
                    <a:pt x="2532887" y="10667"/>
                  </a:moveTo>
                  <a:lnTo>
                    <a:pt x="2500884" y="10667"/>
                  </a:lnTo>
                  <a:lnTo>
                    <a:pt x="2500884" y="0"/>
                  </a:lnTo>
                  <a:lnTo>
                    <a:pt x="2532887" y="0"/>
                  </a:lnTo>
                  <a:lnTo>
                    <a:pt x="2532887" y="10667"/>
                  </a:lnTo>
                  <a:close/>
                </a:path>
                <a:path w="2788920" h="1705610">
                  <a:moveTo>
                    <a:pt x="2574036" y="10667"/>
                  </a:moveTo>
                  <a:lnTo>
                    <a:pt x="2543555" y="10667"/>
                  </a:lnTo>
                  <a:lnTo>
                    <a:pt x="2543555" y="0"/>
                  </a:lnTo>
                  <a:lnTo>
                    <a:pt x="2574036" y="0"/>
                  </a:lnTo>
                  <a:lnTo>
                    <a:pt x="2574036" y="10667"/>
                  </a:lnTo>
                  <a:close/>
                </a:path>
                <a:path w="2788920" h="1705610">
                  <a:moveTo>
                    <a:pt x="2616708" y="10667"/>
                  </a:moveTo>
                  <a:lnTo>
                    <a:pt x="2584704" y="10667"/>
                  </a:lnTo>
                  <a:lnTo>
                    <a:pt x="2584704" y="0"/>
                  </a:lnTo>
                  <a:lnTo>
                    <a:pt x="2616708" y="0"/>
                  </a:lnTo>
                  <a:lnTo>
                    <a:pt x="2616708" y="10667"/>
                  </a:lnTo>
                  <a:close/>
                </a:path>
                <a:path w="2788920" h="1705610">
                  <a:moveTo>
                    <a:pt x="2657855" y="10667"/>
                  </a:moveTo>
                  <a:lnTo>
                    <a:pt x="2627376" y="10667"/>
                  </a:lnTo>
                  <a:lnTo>
                    <a:pt x="2627376" y="0"/>
                  </a:lnTo>
                  <a:lnTo>
                    <a:pt x="2657855" y="0"/>
                  </a:lnTo>
                  <a:lnTo>
                    <a:pt x="2657855" y="10667"/>
                  </a:lnTo>
                  <a:close/>
                </a:path>
                <a:path w="2788920" h="1705610">
                  <a:moveTo>
                    <a:pt x="2700528" y="10667"/>
                  </a:moveTo>
                  <a:lnTo>
                    <a:pt x="2668524" y="10667"/>
                  </a:lnTo>
                  <a:lnTo>
                    <a:pt x="2668524" y="0"/>
                  </a:lnTo>
                  <a:lnTo>
                    <a:pt x="2700528" y="0"/>
                  </a:lnTo>
                  <a:lnTo>
                    <a:pt x="2700528" y="10667"/>
                  </a:lnTo>
                  <a:close/>
                </a:path>
                <a:path w="2788920" h="1705610">
                  <a:moveTo>
                    <a:pt x="2741676" y="10667"/>
                  </a:moveTo>
                  <a:lnTo>
                    <a:pt x="2711196" y="10667"/>
                  </a:lnTo>
                  <a:lnTo>
                    <a:pt x="2711196" y="0"/>
                  </a:lnTo>
                  <a:lnTo>
                    <a:pt x="2741676" y="0"/>
                  </a:lnTo>
                  <a:lnTo>
                    <a:pt x="2741676" y="10667"/>
                  </a:lnTo>
                  <a:close/>
                </a:path>
                <a:path w="2788920" h="1705610">
                  <a:moveTo>
                    <a:pt x="2782824" y="10667"/>
                  </a:moveTo>
                  <a:lnTo>
                    <a:pt x="2752344" y="10667"/>
                  </a:lnTo>
                  <a:lnTo>
                    <a:pt x="2752344" y="0"/>
                  </a:lnTo>
                  <a:lnTo>
                    <a:pt x="2788920" y="0"/>
                  </a:lnTo>
                  <a:lnTo>
                    <a:pt x="2788920" y="6095"/>
                  </a:lnTo>
                  <a:lnTo>
                    <a:pt x="2778252" y="6095"/>
                  </a:lnTo>
                  <a:lnTo>
                    <a:pt x="2782824" y="10667"/>
                  </a:lnTo>
                  <a:close/>
                </a:path>
                <a:path w="2788920" h="1705610">
                  <a:moveTo>
                    <a:pt x="2788920" y="48767"/>
                  </a:moveTo>
                  <a:lnTo>
                    <a:pt x="2778252" y="48767"/>
                  </a:lnTo>
                  <a:lnTo>
                    <a:pt x="2778252" y="16763"/>
                  </a:lnTo>
                  <a:lnTo>
                    <a:pt x="2788920" y="16763"/>
                  </a:lnTo>
                  <a:lnTo>
                    <a:pt x="2788920" y="48767"/>
                  </a:lnTo>
                  <a:close/>
                </a:path>
                <a:path w="2788920" h="1705610">
                  <a:moveTo>
                    <a:pt x="2788920" y="89916"/>
                  </a:moveTo>
                  <a:lnTo>
                    <a:pt x="2778252" y="89916"/>
                  </a:lnTo>
                  <a:lnTo>
                    <a:pt x="2778252" y="57911"/>
                  </a:lnTo>
                  <a:lnTo>
                    <a:pt x="2788920" y="57911"/>
                  </a:lnTo>
                  <a:lnTo>
                    <a:pt x="2788920" y="89916"/>
                  </a:lnTo>
                  <a:close/>
                </a:path>
                <a:path w="2788920" h="1705610">
                  <a:moveTo>
                    <a:pt x="2788920" y="132587"/>
                  </a:moveTo>
                  <a:lnTo>
                    <a:pt x="2778252" y="132587"/>
                  </a:lnTo>
                  <a:lnTo>
                    <a:pt x="2778252" y="100583"/>
                  </a:lnTo>
                  <a:lnTo>
                    <a:pt x="2788920" y="100583"/>
                  </a:lnTo>
                  <a:lnTo>
                    <a:pt x="2788920" y="132587"/>
                  </a:lnTo>
                  <a:close/>
                </a:path>
                <a:path w="2788920" h="1705610">
                  <a:moveTo>
                    <a:pt x="2788920" y="173735"/>
                  </a:moveTo>
                  <a:lnTo>
                    <a:pt x="2778252" y="173735"/>
                  </a:lnTo>
                  <a:lnTo>
                    <a:pt x="2778252" y="141732"/>
                  </a:lnTo>
                  <a:lnTo>
                    <a:pt x="2788920" y="141732"/>
                  </a:lnTo>
                  <a:lnTo>
                    <a:pt x="2788920" y="173735"/>
                  </a:lnTo>
                  <a:close/>
                </a:path>
                <a:path w="2788920" h="1705610">
                  <a:moveTo>
                    <a:pt x="2788920" y="216408"/>
                  </a:moveTo>
                  <a:lnTo>
                    <a:pt x="2778252" y="216408"/>
                  </a:lnTo>
                  <a:lnTo>
                    <a:pt x="2778252" y="184403"/>
                  </a:lnTo>
                  <a:lnTo>
                    <a:pt x="2788920" y="184403"/>
                  </a:lnTo>
                  <a:lnTo>
                    <a:pt x="2788920" y="216408"/>
                  </a:lnTo>
                  <a:close/>
                </a:path>
                <a:path w="2788920" h="1705610">
                  <a:moveTo>
                    <a:pt x="2788920" y="257555"/>
                  </a:moveTo>
                  <a:lnTo>
                    <a:pt x="2778252" y="257555"/>
                  </a:lnTo>
                  <a:lnTo>
                    <a:pt x="2778252" y="225551"/>
                  </a:lnTo>
                  <a:lnTo>
                    <a:pt x="2788920" y="225551"/>
                  </a:lnTo>
                  <a:lnTo>
                    <a:pt x="2788920" y="257555"/>
                  </a:lnTo>
                  <a:close/>
                </a:path>
                <a:path w="2788920" h="1705610">
                  <a:moveTo>
                    <a:pt x="2788920" y="300227"/>
                  </a:moveTo>
                  <a:lnTo>
                    <a:pt x="2778252" y="300227"/>
                  </a:lnTo>
                  <a:lnTo>
                    <a:pt x="2778252" y="268224"/>
                  </a:lnTo>
                  <a:lnTo>
                    <a:pt x="2788920" y="268224"/>
                  </a:lnTo>
                  <a:lnTo>
                    <a:pt x="2788920" y="300227"/>
                  </a:lnTo>
                  <a:close/>
                </a:path>
                <a:path w="2788920" h="1705610">
                  <a:moveTo>
                    <a:pt x="2788920" y="341375"/>
                  </a:moveTo>
                  <a:lnTo>
                    <a:pt x="2778252" y="341375"/>
                  </a:lnTo>
                  <a:lnTo>
                    <a:pt x="2778252" y="309371"/>
                  </a:lnTo>
                  <a:lnTo>
                    <a:pt x="2788920" y="309371"/>
                  </a:lnTo>
                  <a:lnTo>
                    <a:pt x="2788920" y="341375"/>
                  </a:lnTo>
                  <a:close/>
                </a:path>
                <a:path w="2788920" h="1705610">
                  <a:moveTo>
                    <a:pt x="2788920" y="384048"/>
                  </a:moveTo>
                  <a:lnTo>
                    <a:pt x="2778252" y="384048"/>
                  </a:lnTo>
                  <a:lnTo>
                    <a:pt x="2778252" y="352043"/>
                  </a:lnTo>
                  <a:lnTo>
                    <a:pt x="2788920" y="352043"/>
                  </a:lnTo>
                  <a:lnTo>
                    <a:pt x="2788920" y="384048"/>
                  </a:lnTo>
                  <a:close/>
                </a:path>
                <a:path w="2788920" h="1705610">
                  <a:moveTo>
                    <a:pt x="2788920" y="425195"/>
                  </a:moveTo>
                  <a:lnTo>
                    <a:pt x="2778252" y="425195"/>
                  </a:lnTo>
                  <a:lnTo>
                    <a:pt x="2778252" y="393192"/>
                  </a:lnTo>
                  <a:lnTo>
                    <a:pt x="2788920" y="393192"/>
                  </a:lnTo>
                  <a:lnTo>
                    <a:pt x="2788920" y="425195"/>
                  </a:lnTo>
                  <a:close/>
                </a:path>
                <a:path w="2788920" h="1705610">
                  <a:moveTo>
                    <a:pt x="2788920" y="467867"/>
                  </a:moveTo>
                  <a:lnTo>
                    <a:pt x="2778252" y="467867"/>
                  </a:lnTo>
                  <a:lnTo>
                    <a:pt x="2778252" y="435863"/>
                  </a:lnTo>
                  <a:lnTo>
                    <a:pt x="2788920" y="435863"/>
                  </a:lnTo>
                  <a:lnTo>
                    <a:pt x="2788920" y="467867"/>
                  </a:lnTo>
                  <a:close/>
                </a:path>
                <a:path w="2788920" h="1705610">
                  <a:moveTo>
                    <a:pt x="2788920" y="509016"/>
                  </a:moveTo>
                  <a:lnTo>
                    <a:pt x="2778252" y="509016"/>
                  </a:lnTo>
                  <a:lnTo>
                    <a:pt x="2778252" y="477011"/>
                  </a:lnTo>
                  <a:lnTo>
                    <a:pt x="2788920" y="477011"/>
                  </a:lnTo>
                  <a:lnTo>
                    <a:pt x="2788920" y="509016"/>
                  </a:lnTo>
                  <a:close/>
                </a:path>
                <a:path w="2788920" h="1705610">
                  <a:moveTo>
                    <a:pt x="2788920" y="551687"/>
                  </a:moveTo>
                  <a:lnTo>
                    <a:pt x="2778252" y="551687"/>
                  </a:lnTo>
                  <a:lnTo>
                    <a:pt x="2778252" y="519683"/>
                  </a:lnTo>
                  <a:lnTo>
                    <a:pt x="2788920" y="519683"/>
                  </a:lnTo>
                  <a:lnTo>
                    <a:pt x="2788920" y="551687"/>
                  </a:lnTo>
                  <a:close/>
                </a:path>
                <a:path w="2788920" h="1705610">
                  <a:moveTo>
                    <a:pt x="2788920" y="592835"/>
                  </a:moveTo>
                  <a:lnTo>
                    <a:pt x="2778252" y="592835"/>
                  </a:lnTo>
                  <a:lnTo>
                    <a:pt x="2778252" y="560832"/>
                  </a:lnTo>
                  <a:lnTo>
                    <a:pt x="2788920" y="560832"/>
                  </a:lnTo>
                  <a:lnTo>
                    <a:pt x="2788920" y="592835"/>
                  </a:lnTo>
                  <a:close/>
                </a:path>
                <a:path w="2788920" h="1705610">
                  <a:moveTo>
                    <a:pt x="2788920" y="635508"/>
                  </a:moveTo>
                  <a:lnTo>
                    <a:pt x="2778252" y="635508"/>
                  </a:lnTo>
                  <a:lnTo>
                    <a:pt x="2778252" y="603503"/>
                  </a:lnTo>
                  <a:lnTo>
                    <a:pt x="2788920" y="603503"/>
                  </a:lnTo>
                  <a:lnTo>
                    <a:pt x="2788920" y="635508"/>
                  </a:lnTo>
                  <a:close/>
                </a:path>
                <a:path w="2788920" h="1705610">
                  <a:moveTo>
                    <a:pt x="2788920" y="676655"/>
                  </a:moveTo>
                  <a:lnTo>
                    <a:pt x="2778252" y="676655"/>
                  </a:lnTo>
                  <a:lnTo>
                    <a:pt x="2778252" y="644651"/>
                  </a:lnTo>
                  <a:lnTo>
                    <a:pt x="2788920" y="644651"/>
                  </a:lnTo>
                  <a:lnTo>
                    <a:pt x="2788920" y="676655"/>
                  </a:lnTo>
                  <a:close/>
                </a:path>
                <a:path w="2788920" h="1705610">
                  <a:moveTo>
                    <a:pt x="2788920" y="719327"/>
                  </a:moveTo>
                  <a:lnTo>
                    <a:pt x="2778252" y="719327"/>
                  </a:lnTo>
                  <a:lnTo>
                    <a:pt x="2778252" y="687324"/>
                  </a:lnTo>
                  <a:lnTo>
                    <a:pt x="2788920" y="687324"/>
                  </a:lnTo>
                  <a:lnTo>
                    <a:pt x="2788920" y="719327"/>
                  </a:lnTo>
                  <a:close/>
                </a:path>
                <a:path w="2788920" h="1705610">
                  <a:moveTo>
                    <a:pt x="2788920" y="760475"/>
                  </a:moveTo>
                  <a:lnTo>
                    <a:pt x="2778252" y="760475"/>
                  </a:lnTo>
                  <a:lnTo>
                    <a:pt x="2778252" y="728471"/>
                  </a:lnTo>
                  <a:lnTo>
                    <a:pt x="2788920" y="728471"/>
                  </a:lnTo>
                  <a:lnTo>
                    <a:pt x="2788920" y="760475"/>
                  </a:lnTo>
                  <a:close/>
                </a:path>
                <a:path w="2788920" h="1705610">
                  <a:moveTo>
                    <a:pt x="2788920" y="803148"/>
                  </a:moveTo>
                  <a:lnTo>
                    <a:pt x="2778252" y="803148"/>
                  </a:lnTo>
                  <a:lnTo>
                    <a:pt x="2778252" y="771143"/>
                  </a:lnTo>
                  <a:lnTo>
                    <a:pt x="2788920" y="771143"/>
                  </a:lnTo>
                  <a:lnTo>
                    <a:pt x="2788920" y="803148"/>
                  </a:lnTo>
                  <a:close/>
                </a:path>
                <a:path w="2788920" h="1705610">
                  <a:moveTo>
                    <a:pt x="2788920" y="844295"/>
                  </a:moveTo>
                  <a:lnTo>
                    <a:pt x="2778252" y="844295"/>
                  </a:lnTo>
                  <a:lnTo>
                    <a:pt x="2778252" y="812292"/>
                  </a:lnTo>
                  <a:lnTo>
                    <a:pt x="2788920" y="812292"/>
                  </a:lnTo>
                  <a:lnTo>
                    <a:pt x="2788920" y="844295"/>
                  </a:lnTo>
                  <a:close/>
                </a:path>
                <a:path w="2788920" h="1705610">
                  <a:moveTo>
                    <a:pt x="2788920" y="886967"/>
                  </a:moveTo>
                  <a:lnTo>
                    <a:pt x="2778252" y="886967"/>
                  </a:lnTo>
                  <a:lnTo>
                    <a:pt x="2778252" y="854963"/>
                  </a:lnTo>
                  <a:lnTo>
                    <a:pt x="2788920" y="854963"/>
                  </a:lnTo>
                  <a:lnTo>
                    <a:pt x="2788920" y="886967"/>
                  </a:lnTo>
                  <a:close/>
                </a:path>
                <a:path w="2788920" h="1705610">
                  <a:moveTo>
                    <a:pt x="2788920" y="928116"/>
                  </a:moveTo>
                  <a:lnTo>
                    <a:pt x="2778252" y="928116"/>
                  </a:lnTo>
                  <a:lnTo>
                    <a:pt x="2778252" y="896111"/>
                  </a:lnTo>
                  <a:lnTo>
                    <a:pt x="2788920" y="896111"/>
                  </a:lnTo>
                  <a:lnTo>
                    <a:pt x="2788920" y="928116"/>
                  </a:lnTo>
                  <a:close/>
                </a:path>
                <a:path w="2788920" h="1705610">
                  <a:moveTo>
                    <a:pt x="2788920" y="970787"/>
                  </a:moveTo>
                  <a:lnTo>
                    <a:pt x="2778252" y="970787"/>
                  </a:lnTo>
                  <a:lnTo>
                    <a:pt x="2778252" y="938784"/>
                  </a:lnTo>
                  <a:lnTo>
                    <a:pt x="2788920" y="938784"/>
                  </a:lnTo>
                  <a:lnTo>
                    <a:pt x="2788920" y="970787"/>
                  </a:lnTo>
                  <a:close/>
                </a:path>
                <a:path w="2788920" h="1705610">
                  <a:moveTo>
                    <a:pt x="2788920" y="1011935"/>
                  </a:moveTo>
                  <a:lnTo>
                    <a:pt x="2778252" y="1011935"/>
                  </a:lnTo>
                  <a:lnTo>
                    <a:pt x="2778252" y="979932"/>
                  </a:lnTo>
                  <a:lnTo>
                    <a:pt x="2788920" y="979932"/>
                  </a:lnTo>
                  <a:lnTo>
                    <a:pt x="2788920" y="1011935"/>
                  </a:lnTo>
                  <a:close/>
                </a:path>
                <a:path w="2788920" h="1705610">
                  <a:moveTo>
                    <a:pt x="2788920" y="1054608"/>
                  </a:moveTo>
                  <a:lnTo>
                    <a:pt x="2778252" y="1054608"/>
                  </a:lnTo>
                  <a:lnTo>
                    <a:pt x="2778252" y="1022603"/>
                  </a:lnTo>
                  <a:lnTo>
                    <a:pt x="2788920" y="1022603"/>
                  </a:lnTo>
                  <a:lnTo>
                    <a:pt x="2788920" y="1054608"/>
                  </a:lnTo>
                  <a:close/>
                </a:path>
                <a:path w="2788920" h="1705610">
                  <a:moveTo>
                    <a:pt x="2788920" y="1095755"/>
                  </a:moveTo>
                  <a:lnTo>
                    <a:pt x="2778252" y="1095755"/>
                  </a:lnTo>
                  <a:lnTo>
                    <a:pt x="2778252" y="1063751"/>
                  </a:lnTo>
                  <a:lnTo>
                    <a:pt x="2788920" y="1063751"/>
                  </a:lnTo>
                  <a:lnTo>
                    <a:pt x="2788920" y="1095755"/>
                  </a:lnTo>
                  <a:close/>
                </a:path>
                <a:path w="2788920" h="1705610">
                  <a:moveTo>
                    <a:pt x="2788920" y="1138427"/>
                  </a:moveTo>
                  <a:lnTo>
                    <a:pt x="2778252" y="1138427"/>
                  </a:lnTo>
                  <a:lnTo>
                    <a:pt x="2778252" y="1106424"/>
                  </a:lnTo>
                  <a:lnTo>
                    <a:pt x="2788920" y="1106424"/>
                  </a:lnTo>
                  <a:lnTo>
                    <a:pt x="2788920" y="1138427"/>
                  </a:lnTo>
                  <a:close/>
                </a:path>
                <a:path w="2788920" h="1705610">
                  <a:moveTo>
                    <a:pt x="2788920" y="1179576"/>
                  </a:moveTo>
                  <a:lnTo>
                    <a:pt x="2778252" y="1179576"/>
                  </a:lnTo>
                  <a:lnTo>
                    <a:pt x="2778252" y="1147571"/>
                  </a:lnTo>
                  <a:lnTo>
                    <a:pt x="2788920" y="1147571"/>
                  </a:lnTo>
                  <a:lnTo>
                    <a:pt x="2788920" y="1179576"/>
                  </a:lnTo>
                  <a:close/>
                </a:path>
                <a:path w="2788920" h="1705610">
                  <a:moveTo>
                    <a:pt x="2788920" y="1222248"/>
                  </a:moveTo>
                  <a:lnTo>
                    <a:pt x="2778252" y="1222248"/>
                  </a:lnTo>
                  <a:lnTo>
                    <a:pt x="2778252" y="1190243"/>
                  </a:lnTo>
                  <a:lnTo>
                    <a:pt x="2788920" y="1190243"/>
                  </a:lnTo>
                  <a:lnTo>
                    <a:pt x="2788920" y="1222248"/>
                  </a:lnTo>
                  <a:close/>
                </a:path>
                <a:path w="2788920" h="1705610">
                  <a:moveTo>
                    <a:pt x="2788920" y="1263395"/>
                  </a:moveTo>
                  <a:lnTo>
                    <a:pt x="2778252" y="1263395"/>
                  </a:lnTo>
                  <a:lnTo>
                    <a:pt x="2778252" y="1231392"/>
                  </a:lnTo>
                  <a:lnTo>
                    <a:pt x="2788920" y="1231392"/>
                  </a:lnTo>
                  <a:lnTo>
                    <a:pt x="2788920" y="1263395"/>
                  </a:lnTo>
                  <a:close/>
                </a:path>
                <a:path w="2788920" h="1705610">
                  <a:moveTo>
                    <a:pt x="2788920" y="1306067"/>
                  </a:moveTo>
                  <a:lnTo>
                    <a:pt x="2778252" y="1306067"/>
                  </a:lnTo>
                  <a:lnTo>
                    <a:pt x="2778252" y="1274063"/>
                  </a:lnTo>
                  <a:lnTo>
                    <a:pt x="2788920" y="1274063"/>
                  </a:lnTo>
                  <a:lnTo>
                    <a:pt x="2788920" y="1306067"/>
                  </a:lnTo>
                  <a:close/>
                </a:path>
                <a:path w="2788920" h="1705610">
                  <a:moveTo>
                    <a:pt x="2788920" y="1347216"/>
                  </a:moveTo>
                  <a:lnTo>
                    <a:pt x="2778252" y="1347216"/>
                  </a:lnTo>
                  <a:lnTo>
                    <a:pt x="2778252" y="1315211"/>
                  </a:lnTo>
                  <a:lnTo>
                    <a:pt x="2788920" y="1315211"/>
                  </a:lnTo>
                  <a:lnTo>
                    <a:pt x="2788920" y="1347216"/>
                  </a:lnTo>
                  <a:close/>
                </a:path>
                <a:path w="2788920" h="1705610">
                  <a:moveTo>
                    <a:pt x="2788920" y="1389887"/>
                  </a:moveTo>
                  <a:lnTo>
                    <a:pt x="2778252" y="1389887"/>
                  </a:lnTo>
                  <a:lnTo>
                    <a:pt x="2778252" y="1357884"/>
                  </a:lnTo>
                  <a:lnTo>
                    <a:pt x="2788920" y="1357884"/>
                  </a:lnTo>
                  <a:lnTo>
                    <a:pt x="2788920" y="1389887"/>
                  </a:lnTo>
                  <a:close/>
                </a:path>
                <a:path w="2788920" h="1705610">
                  <a:moveTo>
                    <a:pt x="2788920" y="1431035"/>
                  </a:moveTo>
                  <a:lnTo>
                    <a:pt x="2778252" y="1431035"/>
                  </a:lnTo>
                  <a:lnTo>
                    <a:pt x="2778252" y="1399032"/>
                  </a:lnTo>
                  <a:lnTo>
                    <a:pt x="2788920" y="1399032"/>
                  </a:lnTo>
                  <a:lnTo>
                    <a:pt x="2788920" y="1431035"/>
                  </a:lnTo>
                  <a:close/>
                </a:path>
                <a:path w="2788920" h="1705610">
                  <a:moveTo>
                    <a:pt x="2788920" y="1473707"/>
                  </a:moveTo>
                  <a:lnTo>
                    <a:pt x="2778252" y="1473707"/>
                  </a:lnTo>
                  <a:lnTo>
                    <a:pt x="2778252" y="1441703"/>
                  </a:lnTo>
                  <a:lnTo>
                    <a:pt x="2788920" y="1441703"/>
                  </a:lnTo>
                  <a:lnTo>
                    <a:pt x="2788920" y="1473707"/>
                  </a:lnTo>
                  <a:close/>
                </a:path>
                <a:path w="2788920" h="1705610">
                  <a:moveTo>
                    <a:pt x="2788920" y="1514855"/>
                  </a:moveTo>
                  <a:lnTo>
                    <a:pt x="2778252" y="1514855"/>
                  </a:lnTo>
                  <a:lnTo>
                    <a:pt x="2778252" y="1482851"/>
                  </a:lnTo>
                  <a:lnTo>
                    <a:pt x="2788920" y="1482851"/>
                  </a:lnTo>
                  <a:lnTo>
                    <a:pt x="2788920" y="1514855"/>
                  </a:lnTo>
                  <a:close/>
                </a:path>
                <a:path w="2788920" h="1705610">
                  <a:moveTo>
                    <a:pt x="2788920" y="1557528"/>
                  </a:moveTo>
                  <a:lnTo>
                    <a:pt x="2778252" y="1557528"/>
                  </a:lnTo>
                  <a:lnTo>
                    <a:pt x="2778252" y="1525523"/>
                  </a:lnTo>
                  <a:lnTo>
                    <a:pt x="2788920" y="1525523"/>
                  </a:lnTo>
                  <a:lnTo>
                    <a:pt x="2788920" y="1557528"/>
                  </a:lnTo>
                  <a:close/>
                </a:path>
                <a:path w="2788920" h="1705610">
                  <a:moveTo>
                    <a:pt x="2788920" y="1598675"/>
                  </a:moveTo>
                  <a:lnTo>
                    <a:pt x="2778252" y="1598675"/>
                  </a:lnTo>
                  <a:lnTo>
                    <a:pt x="2778252" y="1566671"/>
                  </a:lnTo>
                  <a:lnTo>
                    <a:pt x="2788920" y="1566671"/>
                  </a:lnTo>
                  <a:lnTo>
                    <a:pt x="2788920" y="1598675"/>
                  </a:lnTo>
                  <a:close/>
                </a:path>
                <a:path w="2788920" h="1705610">
                  <a:moveTo>
                    <a:pt x="2788920" y="1641348"/>
                  </a:moveTo>
                  <a:lnTo>
                    <a:pt x="2778252" y="1641348"/>
                  </a:lnTo>
                  <a:lnTo>
                    <a:pt x="2778252" y="1609344"/>
                  </a:lnTo>
                  <a:lnTo>
                    <a:pt x="2788920" y="1609344"/>
                  </a:lnTo>
                  <a:lnTo>
                    <a:pt x="2788920" y="1641348"/>
                  </a:lnTo>
                  <a:close/>
                </a:path>
                <a:path w="2788920" h="1705610">
                  <a:moveTo>
                    <a:pt x="2788920" y="1682496"/>
                  </a:moveTo>
                  <a:lnTo>
                    <a:pt x="2778252" y="1682496"/>
                  </a:lnTo>
                  <a:lnTo>
                    <a:pt x="2778252" y="1650491"/>
                  </a:lnTo>
                  <a:lnTo>
                    <a:pt x="2788920" y="1650491"/>
                  </a:lnTo>
                  <a:lnTo>
                    <a:pt x="2788920" y="1682496"/>
                  </a:lnTo>
                  <a:close/>
                </a:path>
                <a:path w="2788920" h="1705610">
                  <a:moveTo>
                    <a:pt x="2778252" y="1700784"/>
                  </a:moveTo>
                  <a:lnTo>
                    <a:pt x="2778252" y="1693164"/>
                  </a:lnTo>
                  <a:lnTo>
                    <a:pt x="2788920" y="1693164"/>
                  </a:lnTo>
                  <a:lnTo>
                    <a:pt x="2788920" y="1694687"/>
                  </a:lnTo>
                  <a:lnTo>
                    <a:pt x="2782824" y="1694687"/>
                  </a:lnTo>
                  <a:lnTo>
                    <a:pt x="2778252" y="1700784"/>
                  </a:lnTo>
                  <a:close/>
                </a:path>
                <a:path w="2788920" h="1705610">
                  <a:moveTo>
                    <a:pt x="2788920" y="1705355"/>
                  </a:moveTo>
                  <a:lnTo>
                    <a:pt x="2759963" y="1705355"/>
                  </a:lnTo>
                  <a:lnTo>
                    <a:pt x="2759963" y="1694687"/>
                  </a:lnTo>
                  <a:lnTo>
                    <a:pt x="2778252" y="1694687"/>
                  </a:lnTo>
                  <a:lnTo>
                    <a:pt x="2778252" y="1700784"/>
                  </a:lnTo>
                  <a:lnTo>
                    <a:pt x="2788920" y="1700784"/>
                  </a:lnTo>
                  <a:lnTo>
                    <a:pt x="2788920" y="1705355"/>
                  </a:lnTo>
                  <a:close/>
                </a:path>
                <a:path w="2788920" h="1705610">
                  <a:moveTo>
                    <a:pt x="2788920" y="1700784"/>
                  </a:moveTo>
                  <a:lnTo>
                    <a:pt x="2778252" y="1700784"/>
                  </a:lnTo>
                  <a:lnTo>
                    <a:pt x="2782824" y="1694687"/>
                  </a:lnTo>
                  <a:lnTo>
                    <a:pt x="2788920" y="1694687"/>
                  </a:lnTo>
                  <a:lnTo>
                    <a:pt x="2788920" y="1700784"/>
                  </a:lnTo>
                  <a:close/>
                </a:path>
                <a:path w="2788920" h="1705610">
                  <a:moveTo>
                    <a:pt x="2749296" y="1705355"/>
                  </a:moveTo>
                  <a:lnTo>
                    <a:pt x="2717292" y="1705355"/>
                  </a:lnTo>
                  <a:lnTo>
                    <a:pt x="2717292" y="1694687"/>
                  </a:lnTo>
                  <a:lnTo>
                    <a:pt x="2749296" y="1694687"/>
                  </a:lnTo>
                  <a:lnTo>
                    <a:pt x="2749296" y="1705355"/>
                  </a:lnTo>
                  <a:close/>
                </a:path>
                <a:path w="2788920" h="1705610">
                  <a:moveTo>
                    <a:pt x="2706624" y="1705355"/>
                  </a:moveTo>
                  <a:lnTo>
                    <a:pt x="2676144" y="1705355"/>
                  </a:lnTo>
                  <a:lnTo>
                    <a:pt x="2676144" y="1694687"/>
                  </a:lnTo>
                  <a:lnTo>
                    <a:pt x="2706624" y="1694687"/>
                  </a:lnTo>
                  <a:lnTo>
                    <a:pt x="2706624" y="1705355"/>
                  </a:lnTo>
                  <a:close/>
                </a:path>
                <a:path w="2788920" h="1705610">
                  <a:moveTo>
                    <a:pt x="2665476" y="1705355"/>
                  </a:moveTo>
                  <a:lnTo>
                    <a:pt x="2633471" y="1705355"/>
                  </a:lnTo>
                  <a:lnTo>
                    <a:pt x="2633471" y="1694687"/>
                  </a:lnTo>
                  <a:lnTo>
                    <a:pt x="2665476" y="1694687"/>
                  </a:lnTo>
                  <a:lnTo>
                    <a:pt x="2665476" y="1705355"/>
                  </a:lnTo>
                  <a:close/>
                </a:path>
                <a:path w="2788920" h="1705610">
                  <a:moveTo>
                    <a:pt x="2622804" y="1705355"/>
                  </a:moveTo>
                  <a:lnTo>
                    <a:pt x="2592324" y="1705355"/>
                  </a:lnTo>
                  <a:lnTo>
                    <a:pt x="2592324" y="1694687"/>
                  </a:lnTo>
                  <a:lnTo>
                    <a:pt x="2622804" y="1694687"/>
                  </a:lnTo>
                  <a:lnTo>
                    <a:pt x="2622804" y="1705355"/>
                  </a:lnTo>
                  <a:close/>
                </a:path>
                <a:path w="2788920" h="1705610">
                  <a:moveTo>
                    <a:pt x="2581655" y="1705355"/>
                  </a:moveTo>
                  <a:lnTo>
                    <a:pt x="2549652" y="1705355"/>
                  </a:lnTo>
                  <a:lnTo>
                    <a:pt x="2549652" y="1694687"/>
                  </a:lnTo>
                  <a:lnTo>
                    <a:pt x="2581655" y="1694687"/>
                  </a:lnTo>
                  <a:lnTo>
                    <a:pt x="2581655" y="1705355"/>
                  </a:lnTo>
                  <a:close/>
                </a:path>
                <a:path w="2788920" h="1705610">
                  <a:moveTo>
                    <a:pt x="2538984" y="1705355"/>
                  </a:moveTo>
                  <a:lnTo>
                    <a:pt x="2508504" y="1705355"/>
                  </a:lnTo>
                  <a:lnTo>
                    <a:pt x="2508504" y="1694687"/>
                  </a:lnTo>
                  <a:lnTo>
                    <a:pt x="2538984" y="1694687"/>
                  </a:lnTo>
                  <a:lnTo>
                    <a:pt x="2538984" y="1705355"/>
                  </a:lnTo>
                  <a:close/>
                </a:path>
                <a:path w="2788920" h="1705610">
                  <a:moveTo>
                    <a:pt x="2497836" y="1705355"/>
                  </a:moveTo>
                  <a:lnTo>
                    <a:pt x="2465832" y="1705355"/>
                  </a:lnTo>
                  <a:lnTo>
                    <a:pt x="2465832" y="1694687"/>
                  </a:lnTo>
                  <a:lnTo>
                    <a:pt x="2497836" y="1694687"/>
                  </a:lnTo>
                  <a:lnTo>
                    <a:pt x="2497836" y="1705355"/>
                  </a:lnTo>
                  <a:close/>
                </a:path>
                <a:path w="2788920" h="1705610">
                  <a:moveTo>
                    <a:pt x="2455163" y="1705355"/>
                  </a:moveTo>
                  <a:lnTo>
                    <a:pt x="2424684" y="1705355"/>
                  </a:lnTo>
                  <a:lnTo>
                    <a:pt x="2424684" y="1694687"/>
                  </a:lnTo>
                  <a:lnTo>
                    <a:pt x="2455163" y="1694687"/>
                  </a:lnTo>
                  <a:lnTo>
                    <a:pt x="2455163" y="1705355"/>
                  </a:lnTo>
                  <a:close/>
                </a:path>
                <a:path w="2788920" h="1705610">
                  <a:moveTo>
                    <a:pt x="2414016" y="1705355"/>
                  </a:moveTo>
                  <a:lnTo>
                    <a:pt x="2382012" y="1705355"/>
                  </a:lnTo>
                  <a:lnTo>
                    <a:pt x="2382012" y="1694687"/>
                  </a:lnTo>
                  <a:lnTo>
                    <a:pt x="2414016" y="1694687"/>
                  </a:lnTo>
                  <a:lnTo>
                    <a:pt x="2414016" y="1705355"/>
                  </a:lnTo>
                  <a:close/>
                </a:path>
                <a:path w="2788920" h="1705610">
                  <a:moveTo>
                    <a:pt x="2371344" y="1705355"/>
                  </a:moveTo>
                  <a:lnTo>
                    <a:pt x="2340863" y="1705355"/>
                  </a:lnTo>
                  <a:lnTo>
                    <a:pt x="2340863" y="1694687"/>
                  </a:lnTo>
                  <a:lnTo>
                    <a:pt x="2371344" y="1694687"/>
                  </a:lnTo>
                  <a:lnTo>
                    <a:pt x="2371344" y="1705355"/>
                  </a:lnTo>
                  <a:close/>
                </a:path>
                <a:path w="2788920" h="1705610">
                  <a:moveTo>
                    <a:pt x="2330195" y="1705355"/>
                  </a:moveTo>
                  <a:lnTo>
                    <a:pt x="2298192" y="1705355"/>
                  </a:lnTo>
                  <a:lnTo>
                    <a:pt x="2298192" y="1694687"/>
                  </a:lnTo>
                  <a:lnTo>
                    <a:pt x="2330195" y="1694687"/>
                  </a:lnTo>
                  <a:lnTo>
                    <a:pt x="2330195" y="1705355"/>
                  </a:lnTo>
                  <a:close/>
                </a:path>
                <a:path w="2788920" h="1705610">
                  <a:moveTo>
                    <a:pt x="2287524" y="1705355"/>
                  </a:moveTo>
                  <a:lnTo>
                    <a:pt x="2257044" y="1705355"/>
                  </a:lnTo>
                  <a:lnTo>
                    <a:pt x="2257044" y="1694687"/>
                  </a:lnTo>
                  <a:lnTo>
                    <a:pt x="2287524" y="1694687"/>
                  </a:lnTo>
                  <a:lnTo>
                    <a:pt x="2287524" y="1705355"/>
                  </a:lnTo>
                  <a:close/>
                </a:path>
                <a:path w="2788920" h="1705610">
                  <a:moveTo>
                    <a:pt x="2246376" y="1705355"/>
                  </a:moveTo>
                  <a:lnTo>
                    <a:pt x="2214371" y="1705355"/>
                  </a:lnTo>
                  <a:lnTo>
                    <a:pt x="2214371" y="1694687"/>
                  </a:lnTo>
                  <a:lnTo>
                    <a:pt x="2246376" y="1694687"/>
                  </a:lnTo>
                  <a:lnTo>
                    <a:pt x="2246376" y="1705355"/>
                  </a:lnTo>
                  <a:close/>
                </a:path>
                <a:path w="2788920" h="1705610">
                  <a:moveTo>
                    <a:pt x="2203703" y="1705355"/>
                  </a:moveTo>
                  <a:lnTo>
                    <a:pt x="2173224" y="1705355"/>
                  </a:lnTo>
                  <a:lnTo>
                    <a:pt x="2173224" y="1694687"/>
                  </a:lnTo>
                  <a:lnTo>
                    <a:pt x="2203703" y="1694687"/>
                  </a:lnTo>
                  <a:lnTo>
                    <a:pt x="2203703" y="1705355"/>
                  </a:lnTo>
                  <a:close/>
                </a:path>
                <a:path w="2788920" h="1705610">
                  <a:moveTo>
                    <a:pt x="2162555" y="1705355"/>
                  </a:moveTo>
                  <a:lnTo>
                    <a:pt x="2130552" y="1705355"/>
                  </a:lnTo>
                  <a:lnTo>
                    <a:pt x="2130552" y="1694687"/>
                  </a:lnTo>
                  <a:lnTo>
                    <a:pt x="2162555" y="1694687"/>
                  </a:lnTo>
                  <a:lnTo>
                    <a:pt x="2162555" y="1705355"/>
                  </a:lnTo>
                  <a:close/>
                </a:path>
                <a:path w="2788920" h="1705610">
                  <a:moveTo>
                    <a:pt x="2119884" y="1705355"/>
                  </a:moveTo>
                  <a:lnTo>
                    <a:pt x="2089403" y="1705355"/>
                  </a:lnTo>
                  <a:lnTo>
                    <a:pt x="2089403" y="1694687"/>
                  </a:lnTo>
                  <a:lnTo>
                    <a:pt x="2119884" y="1694687"/>
                  </a:lnTo>
                  <a:lnTo>
                    <a:pt x="2119884" y="1705355"/>
                  </a:lnTo>
                  <a:close/>
                </a:path>
                <a:path w="2788920" h="1705610">
                  <a:moveTo>
                    <a:pt x="2078736" y="1705355"/>
                  </a:moveTo>
                  <a:lnTo>
                    <a:pt x="2046732" y="1705355"/>
                  </a:lnTo>
                  <a:lnTo>
                    <a:pt x="2046732" y="1694687"/>
                  </a:lnTo>
                  <a:lnTo>
                    <a:pt x="2078736" y="1694687"/>
                  </a:lnTo>
                  <a:lnTo>
                    <a:pt x="2078736" y="1705355"/>
                  </a:lnTo>
                  <a:close/>
                </a:path>
                <a:path w="2788920" h="1705610">
                  <a:moveTo>
                    <a:pt x="2036064" y="1705355"/>
                  </a:moveTo>
                  <a:lnTo>
                    <a:pt x="2005584" y="1705355"/>
                  </a:lnTo>
                  <a:lnTo>
                    <a:pt x="2005584" y="1694687"/>
                  </a:lnTo>
                  <a:lnTo>
                    <a:pt x="2036064" y="1694687"/>
                  </a:lnTo>
                  <a:lnTo>
                    <a:pt x="2036064" y="1705355"/>
                  </a:lnTo>
                  <a:close/>
                </a:path>
                <a:path w="2788920" h="1705610">
                  <a:moveTo>
                    <a:pt x="1994916" y="1705355"/>
                  </a:moveTo>
                  <a:lnTo>
                    <a:pt x="1962912" y="1705355"/>
                  </a:lnTo>
                  <a:lnTo>
                    <a:pt x="1962912" y="1694687"/>
                  </a:lnTo>
                  <a:lnTo>
                    <a:pt x="1994916" y="1694687"/>
                  </a:lnTo>
                  <a:lnTo>
                    <a:pt x="1994916" y="1705355"/>
                  </a:lnTo>
                  <a:close/>
                </a:path>
                <a:path w="2788920" h="1705610">
                  <a:moveTo>
                    <a:pt x="1952244" y="1705355"/>
                  </a:moveTo>
                  <a:lnTo>
                    <a:pt x="1921764" y="1705355"/>
                  </a:lnTo>
                  <a:lnTo>
                    <a:pt x="1921764" y="1694687"/>
                  </a:lnTo>
                  <a:lnTo>
                    <a:pt x="1952244" y="1694687"/>
                  </a:lnTo>
                  <a:lnTo>
                    <a:pt x="1952244" y="1705355"/>
                  </a:lnTo>
                  <a:close/>
                </a:path>
                <a:path w="2788920" h="1705610">
                  <a:moveTo>
                    <a:pt x="1911095" y="1705355"/>
                  </a:moveTo>
                  <a:lnTo>
                    <a:pt x="1879092" y="1705355"/>
                  </a:lnTo>
                  <a:lnTo>
                    <a:pt x="1879092" y="1694687"/>
                  </a:lnTo>
                  <a:lnTo>
                    <a:pt x="1911095" y="1694687"/>
                  </a:lnTo>
                  <a:lnTo>
                    <a:pt x="1911095" y="1705355"/>
                  </a:lnTo>
                  <a:close/>
                </a:path>
                <a:path w="2788920" h="1705610">
                  <a:moveTo>
                    <a:pt x="1868424" y="1705355"/>
                  </a:moveTo>
                  <a:lnTo>
                    <a:pt x="1837944" y="1705355"/>
                  </a:lnTo>
                  <a:lnTo>
                    <a:pt x="1837944" y="1694687"/>
                  </a:lnTo>
                  <a:lnTo>
                    <a:pt x="1868424" y="1694687"/>
                  </a:lnTo>
                  <a:lnTo>
                    <a:pt x="1868424" y="1705355"/>
                  </a:lnTo>
                  <a:close/>
                </a:path>
                <a:path w="2788920" h="1705610">
                  <a:moveTo>
                    <a:pt x="1827276" y="1705355"/>
                  </a:moveTo>
                  <a:lnTo>
                    <a:pt x="1795272" y="1705355"/>
                  </a:lnTo>
                  <a:lnTo>
                    <a:pt x="1795272" y="1694687"/>
                  </a:lnTo>
                  <a:lnTo>
                    <a:pt x="1827276" y="1694687"/>
                  </a:lnTo>
                  <a:lnTo>
                    <a:pt x="1827276" y="1705355"/>
                  </a:lnTo>
                  <a:close/>
                </a:path>
                <a:path w="2788920" h="1705610">
                  <a:moveTo>
                    <a:pt x="1784603" y="1705355"/>
                  </a:moveTo>
                  <a:lnTo>
                    <a:pt x="1754124" y="1705355"/>
                  </a:lnTo>
                  <a:lnTo>
                    <a:pt x="1754124" y="1694687"/>
                  </a:lnTo>
                  <a:lnTo>
                    <a:pt x="1784603" y="1694687"/>
                  </a:lnTo>
                  <a:lnTo>
                    <a:pt x="1784603" y="1705355"/>
                  </a:lnTo>
                  <a:close/>
                </a:path>
                <a:path w="2788920" h="1705610">
                  <a:moveTo>
                    <a:pt x="1743456" y="1705355"/>
                  </a:moveTo>
                  <a:lnTo>
                    <a:pt x="1711452" y="1705355"/>
                  </a:lnTo>
                  <a:lnTo>
                    <a:pt x="1711452" y="1694687"/>
                  </a:lnTo>
                  <a:lnTo>
                    <a:pt x="1743456" y="1694687"/>
                  </a:lnTo>
                  <a:lnTo>
                    <a:pt x="1743456" y="1705355"/>
                  </a:lnTo>
                  <a:close/>
                </a:path>
                <a:path w="2788920" h="1705610">
                  <a:moveTo>
                    <a:pt x="1700784" y="1705355"/>
                  </a:moveTo>
                  <a:lnTo>
                    <a:pt x="1670303" y="1705355"/>
                  </a:lnTo>
                  <a:lnTo>
                    <a:pt x="1670303" y="1694687"/>
                  </a:lnTo>
                  <a:lnTo>
                    <a:pt x="1700784" y="1694687"/>
                  </a:lnTo>
                  <a:lnTo>
                    <a:pt x="1700784" y="1705355"/>
                  </a:lnTo>
                  <a:close/>
                </a:path>
                <a:path w="2788920" h="1705610">
                  <a:moveTo>
                    <a:pt x="1659636" y="1705355"/>
                  </a:moveTo>
                  <a:lnTo>
                    <a:pt x="1627632" y="1705355"/>
                  </a:lnTo>
                  <a:lnTo>
                    <a:pt x="1627632" y="1694687"/>
                  </a:lnTo>
                  <a:lnTo>
                    <a:pt x="1659636" y="1694687"/>
                  </a:lnTo>
                  <a:lnTo>
                    <a:pt x="1659636" y="1705355"/>
                  </a:lnTo>
                  <a:close/>
                </a:path>
                <a:path w="2788920" h="1705610">
                  <a:moveTo>
                    <a:pt x="1616964" y="1705355"/>
                  </a:moveTo>
                  <a:lnTo>
                    <a:pt x="1586484" y="1705355"/>
                  </a:lnTo>
                  <a:lnTo>
                    <a:pt x="1586484" y="1694687"/>
                  </a:lnTo>
                  <a:lnTo>
                    <a:pt x="1616964" y="1694687"/>
                  </a:lnTo>
                  <a:lnTo>
                    <a:pt x="1616964" y="1705355"/>
                  </a:lnTo>
                  <a:close/>
                </a:path>
                <a:path w="2788920" h="1705610">
                  <a:moveTo>
                    <a:pt x="1575815" y="1705355"/>
                  </a:moveTo>
                  <a:lnTo>
                    <a:pt x="1543811" y="1705355"/>
                  </a:lnTo>
                  <a:lnTo>
                    <a:pt x="1543811" y="1694687"/>
                  </a:lnTo>
                  <a:lnTo>
                    <a:pt x="1575815" y="1694687"/>
                  </a:lnTo>
                  <a:lnTo>
                    <a:pt x="1575815" y="1705355"/>
                  </a:lnTo>
                  <a:close/>
                </a:path>
                <a:path w="2788920" h="1705610">
                  <a:moveTo>
                    <a:pt x="1533144" y="1705355"/>
                  </a:moveTo>
                  <a:lnTo>
                    <a:pt x="1502664" y="1705355"/>
                  </a:lnTo>
                  <a:lnTo>
                    <a:pt x="1502664" y="1694687"/>
                  </a:lnTo>
                  <a:lnTo>
                    <a:pt x="1533144" y="1694687"/>
                  </a:lnTo>
                  <a:lnTo>
                    <a:pt x="1533144" y="1705355"/>
                  </a:lnTo>
                  <a:close/>
                </a:path>
                <a:path w="2788920" h="1705610">
                  <a:moveTo>
                    <a:pt x="1491995" y="1705355"/>
                  </a:moveTo>
                  <a:lnTo>
                    <a:pt x="1459992" y="1705355"/>
                  </a:lnTo>
                  <a:lnTo>
                    <a:pt x="1459992" y="1694687"/>
                  </a:lnTo>
                  <a:lnTo>
                    <a:pt x="1491995" y="1694687"/>
                  </a:lnTo>
                  <a:lnTo>
                    <a:pt x="1491995" y="1705355"/>
                  </a:lnTo>
                  <a:close/>
                </a:path>
                <a:path w="2788920" h="1705610">
                  <a:moveTo>
                    <a:pt x="1449324" y="1705355"/>
                  </a:moveTo>
                  <a:lnTo>
                    <a:pt x="1418844" y="1705355"/>
                  </a:lnTo>
                  <a:lnTo>
                    <a:pt x="1418844" y="1694687"/>
                  </a:lnTo>
                  <a:lnTo>
                    <a:pt x="1449324" y="1694687"/>
                  </a:lnTo>
                  <a:lnTo>
                    <a:pt x="1449324" y="1705355"/>
                  </a:lnTo>
                  <a:close/>
                </a:path>
                <a:path w="2788920" h="1705610">
                  <a:moveTo>
                    <a:pt x="1408176" y="1705355"/>
                  </a:moveTo>
                  <a:lnTo>
                    <a:pt x="1376172" y="1705355"/>
                  </a:lnTo>
                  <a:lnTo>
                    <a:pt x="1376172" y="1694687"/>
                  </a:lnTo>
                  <a:lnTo>
                    <a:pt x="1408176" y="1694687"/>
                  </a:lnTo>
                  <a:lnTo>
                    <a:pt x="1408176" y="1705355"/>
                  </a:lnTo>
                  <a:close/>
                </a:path>
                <a:path w="2788920" h="1705610">
                  <a:moveTo>
                    <a:pt x="1365503" y="1705355"/>
                  </a:moveTo>
                  <a:lnTo>
                    <a:pt x="1335024" y="1705355"/>
                  </a:lnTo>
                  <a:lnTo>
                    <a:pt x="1335024" y="1694687"/>
                  </a:lnTo>
                  <a:lnTo>
                    <a:pt x="1365503" y="1694687"/>
                  </a:lnTo>
                  <a:lnTo>
                    <a:pt x="1365503" y="1705355"/>
                  </a:lnTo>
                  <a:close/>
                </a:path>
                <a:path w="2788920" h="1705610">
                  <a:moveTo>
                    <a:pt x="1324356" y="1705355"/>
                  </a:moveTo>
                  <a:lnTo>
                    <a:pt x="1292352" y="1705355"/>
                  </a:lnTo>
                  <a:lnTo>
                    <a:pt x="1292352" y="1694687"/>
                  </a:lnTo>
                  <a:lnTo>
                    <a:pt x="1324356" y="1694687"/>
                  </a:lnTo>
                  <a:lnTo>
                    <a:pt x="1324356" y="1705355"/>
                  </a:lnTo>
                  <a:close/>
                </a:path>
                <a:path w="2788920" h="1705610">
                  <a:moveTo>
                    <a:pt x="1281684" y="1705355"/>
                  </a:moveTo>
                  <a:lnTo>
                    <a:pt x="1251203" y="1705355"/>
                  </a:lnTo>
                  <a:lnTo>
                    <a:pt x="1251203" y="1694687"/>
                  </a:lnTo>
                  <a:lnTo>
                    <a:pt x="1281684" y="1694687"/>
                  </a:lnTo>
                  <a:lnTo>
                    <a:pt x="1281684" y="1705355"/>
                  </a:lnTo>
                  <a:close/>
                </a:path>
                <a:path w="2788920" h="1705610">
                  <a:moveTo>
                    <a:pt x="1240536" y="1705355"/>
                  </a:moveTo>
                  <a:lnTo>
                    <a:pt x="1208532" y="1705355"/>
                  </a:lnTo>
                  <a:lnTo>
                    <a:pt x="1208532" y="1694687"/>
                  </a:lnTo>
                  <a:lnTo>
                    <a:pt x="1240536" y="1694687"/>
                  </a:lnTo>
                  <a:lnTo>
                    <a:pt x="1240536" y="1705355"/>
                  </a:lnTo>
                  <a:close/>
                </a:path>
                <a:path w="2788920" h="1705610">
                  <a:moveTo>
                    <a:pt x="1197864" y="1705355"/>
                  </a:moveTo>
                  <a:lnTo>
                    <a:pt x="1167384" y="1705355"/>
                  </a:lnTo>
                  <a:lnTo>
                    <a:pt x="1167384" y="1694687"/>
                  </a:lnTo>
                  <a:lnTo>
                    <a:pt x="1197864" y="1694687"/>
                  </a:lnTo>
                  <a:lnTo>
                    <a:pt x="1197864" y="1705355"/>
                  </a:lnTo>
                  <a:close/>
                </a:path>
                <a:path w="2788920" h="1705610">
                  <a:moveTo>
                    <a:pt x="1156715" y="1705355"/>
                  </a:moveTo>
                  <a:lnTo>
                    <a:pt x="1124711" y="1705355"/>
                  </a:lnTo>
                  <a:lnTo>
                    <a:pt x="1124711" y="1694687"/>
                  </a:lnTo>
                  <a:lnTo>
                    <a:pt x="1156715" y="1694687"/>
                  </a:lnTo>
                  <a:lnTo>
                    <a:pt x="1156715" y="1705355"/>
                  </a:lnTo>
                  <a:close/>
                </a:path>
                <a:path w="2788920" h="1705610">
                  <a:moveTo>
                    <a:pt x="1114044" y="1705355"/>
                  </a:moveTo>
                  <a:lnTo>
                    <a:pt x="1083564" y="1705355"/>
                  </a:lnTo>
                  <a:lnTo>
                    <a:pt x="1083564" y="1694687"/>
                  </a:lnTo>
                  <a:lnTo>
                    <a:pt x="1114044" y="1694687"/>
                  </a:lnTo>
                  <a:lnTo>
                    <a:pt x="1114044" y="1705355"/>
                  </a:lnTo>
                  <a:close/>
                </a:path>
                <a:path w="2788920" h="1705610">
                  <a:moveTo>
                    <a:pt x="1072895" y="1705355"/>
                  </a:moveTo>
                  <a:lnTo>
                    <a:pt x="1040892" y="1705355"/>
                  </a:lnTo>
                  <a:lnTo>
                    <a:pt x="1040892" y="1694687"/>
                  </a:lnTo>
                  <a:lnTo>
                    <a:pt x="1072895" y="1694687"/>
                  </a:lnTo>
                  <a:lnTo>
                    <a:pt x="1072895" y="1705355"/>
                  </a:lnTo>
                  <a:close/>
                </a:path>
                <a:path w="2788920" h="1705610">
                  <a:moveTo>
                    <a:pt x="1030223" y="1705355"/>
                  </a:moveTo>
                  <a:lnTo>
                    <a:pt x="999744" y="1705355"/>
                  </a:lnTo>
                  <a:lnTo>
                    <a:pt x="999744" y="1694687"/>
                  </a:lnTo>
                  <a:lnTo>
                    <a:pt x="1030223" y="1694687"/>
                  </a:lnTo>
                  <a:lnTo>
                    <a:pt x="1030223" y="1705355"/>
                  </a:lnTo>
                  <a:close/>
                </a:path>
                <a:path w="2788920" h="1705610">
                  <a:moveTo>
                    <a:pt x="989076" y="1705355"/>
                  </a:moveTo>
                  <a:lnTo>
                    <a:pt x="957072" y="1705355"/>
                  </a:lnTo>
                  <a:lnTo>
                    <a:pt x="957072" y="1694687"/>
                  </a:lnTo>
                  <a:lnTo>
                    <a:pt x="989076" y="1694687"/>
                  </a:lnTo>
                  <a:lnTo>
                    <a:pt x="989076" y="1705355"/>
                  </a:lnTo>
                  <a:close/>
                </a:path>
                <a:path w="2788920" h="1705610">
                  <a:moveTo>
                    <a:pt x="946403" y="1705355"/>
                  </a:moveTo>
                  <a:lnTo>
                    <a:pt x="915923" y="1705355"/>
                  </a:lnTo>
                  <a:lnTo>
                    <a:pt x="915923" y="1694687"/>
                  </a:lnTo>
                  <a:lnTo>
                    <a:pt x="946403" y="1694687"/>
                  </a:lnTo>
                  <a:lnTo>
                    <a:pt x="946403" y="1705355"/>
                  </a:lnTo>
                  <a:close/>
                </a:path>
                <a:path w="2788920" h="1705610">
                  <a:moveTo>
                    <a:pt x="905256" y="1705355"/>
                  </a:moveTo>
                  <a:lnTo>
                    <a:pt x="873252" y="1705355"/>
                  </a:lnTo>
                  <a:lnTo>
                    <a:pt x="873252" y="1694687"/>
                  </a:lnTo>
                  <a:lnTo>
                    <a:pt x="905256" y="1694687"/>
                  </a:lnTo>
                  <a:lnTo>
                    <a:pt x="905256" y="1705355"/>
                  </a:lnTo>
                  <a:close/>
                </a:path>
                <a:path w="2788920" h="1705610">
                  <a:moveTo>
                    <a:pt x="862583" y="1705355"/>
                  </a:moveTo>
                  <a:lnTo>
                    <a:pt x="832104" y="1705355"/>
                  </a:lnTo>
                  <a:lnTo>
                    <a:pt x="832104" y="1694687"/>
                  </a:lnTo>
                  <a:lnTo>
                    <a:pt x="862583" y="1694687"/>
                  </a:lnTo>
                  <a:lnTo>
                    <a:pt x="862583" y="1705355"/>
                  </a:lnTo>
                  <a:close/>
                </a:path>
                <a:path w="2788920" h="1705610">
                  <a:moveTo>
                    <a:pt x="821436" y="1705355"/>
                  </a:moveTo>
                  <a:lnTo>
                    <a:pt x="789431" y="1705355"/>
                  </a:lnTo>
                  <a:lnTo>
                    <a:pt x="789431" y="1694687"/>
                  </a:lnTo>
                  <a:lnTo>
                    <a:pt x="821436" y="1694687"/>
                  </a:lnTo>
                  <a:lnTo>
                    <a:pt x="821436" y="1705355"/>
                  </a:lnTo>
                  <a:close/>
                </a:path>
                <a:path w="2788920" h="1705610">
                  <a:moveTo>
                    <a:pt x="778764" y="1705355"/>
                  </a:moveTo>
                  <a:lnTo>
                    <a:pt x="748283" y="1705355"/>
                  </a:lnTo>
                  <a:lnTo>
                    <a:pt x="748283" y="1694687"/>
                  </a:lnTo>
                  <a:lnTo>
                    <a:pt x="778764" y="1694687"/>
                  </a:lnTo>
                  <a:lnTo>
                    <a:pt x="778764" y="1705355"/>
                  </a:lnTo>
                  <a:close/>
                </a:path>
                <a:path w="2788920" h="1705610">
                  <a:moveTo>
                    <a:pt x="737616" y="1705355"/>
                  </a:moveTo>
                  <a:lnTo>
                    <a:pt x="705612" y="1705355"/>
                  </a:lnTo>
                  <a:lnTo>
                    <a:pt x="705612" y="1694687"/>
                  </a:lnTo>
                  <a:lnTo>
                    <a:pt x="737616" y="1694687"/>
                  </a:lnTo>
                  <a:lnTo>
                    <a:pt x="737616" y="1705355"/>
                  </a:lnTo>
                  <a:close/>
                </a:path>
                <a:path w="2788920" h="1705610">
                  <a:moveTo>
                    <a:pt x="694944" y="1705355"/>
                  </a:moveTo>
                  <a:lnTo>
                    <a:pt x="664464" y="1705355"/>
                  </a:lnTo>
                  <a:lnTo>
                    <a:pt x="664464" y="1694687"/>
                  </a:lnTo>
                  <a:lnTo>
                    <a:pt x="694944" y="1694687"/>
                  </a:lnTo>
                  <a:lnTo>
                    <a:pt x="694944" y="1705355"/>
                  </a:lnTo>
                  <a:close/>
                </a:path>
                <a:path w="2788920" h="1705610">
                  <a:moveTo>
                    <a:pt x="653796" y="1705355"/>
                  </a:moveTo>
                  <a:lnTo>
                    <a:pt x="621792" y="1705355"/>
                  </a:lnTo>
                  <a:lnTo>
                    <a:pt x="621792" y="1694687"/>
                  </a:lnTo>
                  <a:lnTo>
                    <a:pt x="653796" y="1694687"/>
                  </a:lnTo>
                  <a:lnTo>
                    <a:pt x="653796" y="1705355"/>
                  </a:lnTo>
                  <a:close/>
                </a:path>
                <a:path w="2788920" h="1705610">
                  <a:moveTo>
                    <a:pt x="611123" y="1705355"/>
                  </a:moveTo>
                  <a:lnTo>
                    <a:pt x="580644" y="1705355"/>
                  </a:lnTo>
                  <a:lnTo>
                    <a:pt x="580644" y="1694687"/>
                  </a:lnTo>
                  <a:lnTo>
                    <a:pt x="611123" y="1694687"/>
                  </a:lnTo>
                  <a:lnTo>
                    <a:pt x="611123" y="1705355"/>
                  </a:lnTo>
                  <a:close/>
                </a:path>
                <a:path w="2788920" h="1705610">
                  <a:moveTo>
                    <a:pt x="569975" y="1705355"/>
                  </a:moveTo>
                  <a:lnTo>
                    <a:pt x="537971" y="1705355"/>
                  </a:lnTo>
                  <a:lnTo>
                    <a:pt x="537971" y="1694687"/>
                  </a:lnTo>
                  <a:lnTo>
                    <a:pt x="569975" y="1694687"/>
                  </a:lnTo>
                  <a:lnTo>
                    <a:pt x="569975" y="1705355"/>
                  </a:lnTo>
                  <a:close/>
                </a:path>
                <a:path w="2788920" h="1705610">
                  <a:moveTo>
                    <a:pt x="527304" y="1705355"/>
                  </a:moveTo>
                  <a:lnTo>
                    <a:pt x="496823" y="1705355"/>
                  </a:lnTo>
                  <a:lnTo>
                    <a:pt x="496823" y="1694687"/>
                  </a:lnTo>
                  <a:lnTo>
                    <a:pt x="527304" y="1694687"/>
                  </a:lnTo>
                  <a:lnTo>
                    <a:pt x="527304" y="1705355"/>
                  </a:lnTo>
                  <a:close/>
                </a:path>
                <a:path w="2788920" h="1705610">
                  <a:moveTo>
                    <a:pt x="486156" y="1705355"/>
                  </a:moveTo>
                  <a:lnTo>
                    <a:pt x="454152" y="1705355"/>
                  </a:lnTo>
                  <a:lnTo>
                    <a:pt x="454152" y="1694687"/>
                  </a:lnTo>
                  <a:lnTo>
                    <a:pt x="486156" y="1694687"/>
                  </a:lnTo>
                  <a:lnTo>
                    <a:pt x="486156" y="1705355"/>
                  </a:lnTo>
                  <a:close/>
                </a:path>
                <a:path w="2788920" h="1705610">
                  <a:moveTo>
                    <a:pt x="443483" y="1705355"/>
                  </a:moveTo>
                  <a:lnTo>
                    <a:pt x="413004" y="1705355"/>
                  </a:lnTo>
                  <a:lnTo>
                    <a:pt x="413004" y="1694687"/>
                  </a:lnTo>
                  <a:lnTo>
                    <a:pt x="443483" y="1694687"/>
                  </a:lnTo>
                  <a:lnTo>
                    <a:pt x="443483" y="1705355"/>
                  </a:lnTo>
                  <a:close/>
                </a:path>
                <a:path w="2788920" h="1705610">
                  <a:moveTo>
                    <a:pt x="402335" y="1705355"/>
                  </a:moveTo>
                  <a:lnTo>
                    <a:pt x="370331" y="1705355"/>
                  </a:lnTo>
                  <a:lnTo>
                    <a:pt x="370331" y="1694687"/>
                  </a:lnTo>
                  <a:lnTo>
                    <a:pt x="402335" y="1694687"/>
                  </a:lnTo>
                  <a:lnTo>
                    <a:pt x="402335" y="1705355"/>
                  </a:lnTo>
                  <a:close/>
                </a:path>
                <a:path w="2788920" h="1705610">
                  <a:moveTo>
                    <a:pt x="359664" y="1705355"/>
                  </a:moveTo>
                  <a:lnTo>
                    <a:pt x="329183" y="1705355"/>
                  </a:lnTo>
                  <a:lnTo>
                    <a:pt x="329183" y="1694687"/>
                  </a:lnTo>
                  <a:lnTo>
                    <a:pt x="359664" y="1694687"/>
                  </a:lnTo>
                  <a:lnTo>
                    <a:pt x="359664" y="1705355"/>
                  </a:lnTo>
                  <a:close/>
                </a:path>
                <a:path w="2788920" h="1705610">
                  <a:moveTo>
                    <a:pt x="318516" y="1705355"/>
                  </a:moveTo>
                  <a:lnTo>
                    <a:pt x="286512" y="1705355"/>
                  </a:lnTo>
                  <a:lnTo>
                    <a:pt x="286512" y="1694687"/>
                  </a:lnTo>
                  <a:lnTo>
                    <a:pt x="318516" y="1694687"/>
                  </a:lnTo>
                  <a:lnTo>
                    <a:pt x="318516" y="1705355"/>
                  </a:lnTo>
                  <a:close/>
                </a:path>
                <a:path w="2788920" h="1705610">
                  <a:moveTo>
                    <a:pt x="275843" y="1705355"/>
                  </a:moveTo>
                  <a:lnTo>
                    <a:pt x="245363" y="1705355"/>
                  </a:lnTo>
                  <a:lnTo>
                    <a:pt x="245363" y="1694687"/>
                  </a:lnTo>
                  <a:lnTo>
                    <a:pt x="275843" y="1694687"/>
                  </a:lnTo>
                  <a:lnTo>
                    <a:pt x="275843" y="1705355"/>
                  </a:lnTo>
                  <a:close/>
                </a:path>
                <a:path w="2788920" h="1705610">
                  <a:moveTo>
                    <a:pt x="234695" y="1705355"/>
                  </a:moveTo>
                  <a:lnTo>
                    <a:pt x="202691" y="1705355"/>
                  </a:lnTo>
                  <a:lnTo>
                    <a:pt x="202691" y="1694687"/>
                  </a:lnTo>
                  <a:lnTo>
                    <a:pt x="234695" y="1694687"/>
                  </a:lnTo>
                  <a:lnTo>
                    <a:pt x="234695" y="1705355"/>
                  </a:lnTo>
                  <a:close/>
                </a:path>
                <a:path w="2788920" h="1705610">
                  <a:moveTo>
                    <a:pt x="192024" y="1705355"/>
                  </a:moveTo>
                  <a:lnTo>
                    <a:pt x="161543" y="1705355"/>
                  </a:lnTo>
                  <a:lnTo>
                    <a:pt x="161543" y="1694687"/>
                  </a:lnTo>
                  <a:lnTo>
                    <a:pt x="192024" y="1694687"/>
                  </a:lnTo>
                  <a:lnTo>
                    <a:pt x="192024" y="1705355"/>
                  </a:lnTo>
                  <a:close/>
                </a:path>
                <a:path w="2788920" h="1705610">
                  <a:moveTo>
                    <a:pt x="150876" y="1705355"/>
                  </a:moveTo>
                  <a:lnTo>
                    <a:pt x="118871" y="1705355"/>
                  </a:lnTo>
                  <a:lnTo>
                    <a:pt x="118871" y="1694687"/>
                  </a:lnTo>
                  <a:lnTo>
                    <a:pt x="150876" y="1694687"/>
                  </a:lnTo>
                  <a:lnTo>
                    <a:pt x="150876" y="1705355"/>
                  </a:lnTo>
                  <a:close/>
                </a:path>
                <a:path w="2788920" h="1705610">
                  <a:moveTo>
                    <a:pt x="108204" y="1705355"/>
                  </a:moveTo>
                  <a:lnTo>
                    <a:pt x="77724" y="1705355"/>
                  </a:lnTo>
                  <a:lnTo>
                    <a:pt x="77724" y="1694687"/>
                  </a:lnTo>
                  <a:lnTo>
                    <a:pt x="108204" y="1694687"/>
                  </a:lnTo>
                  <a:lnTo>
                    <a:pt x="108204" y="1705355"/>
                  </a:lnTo>
                  <a:close/>
                </a:path>
                <a:path w="2788920" h="1705610">
                  <a:moveTo>
                    <a:pt x="67056" y="1705355"/>
                  </a:moveTo>
                  <a:lnTo>
                    <a:pt x="35052" y="1705355"/>
                  </a:lnTo>
                  <a:lnTo>
                    <a:pt x="35052" y="1694687"/>
                  </a:lnTo>
                  <a:lnTo>
                    <a:pt x="67056" y="1694687"/>
                  </a:lnTo>
                  <a:lnTo>
                    <a:pt x="67056" y="1705355"/>
                  </a:lnTo>
                  <a:close/>
                </a:path>
              </a:pathLst>
            </a:custGeom>
            <a:solidFill>
              <a:srgbClr val="2F528E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39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36" y="3947160"/>
              <a:ext cx="2496311" cy="935735"/>
            </a:xfrm>
            <a:prstGeom prst="rect">
              <a:avLst/>
            </a:prstGeom>
          </p:spPr>
        </p:pic>
      </p:grpSp>
      <p:sp>
        <p:nvSpPr>
          <p:cNvPr id="40" name="object 28"/>
          <p:cNvSpPr/>
          <p:nvPr/>
        </p:nvSpPr>
        <p:spPr>
          <a:xfrm>
            <a:off x="9734954" y="4589391"/>
            <a:ext cx="2453789" cy="532504"/>
          </a:xfrm>
          <a:custGeom>
            <a:avLst/>
            <a:gdLst/>
            <a:ahLst/>
            <a:cxnLst/>
            <a:rect l="l" t="t" r="r" b="b"/>
            <a:pathLst>
              <a:path w="1896109" h="411479">
                <a:moveTo>
                  <a:pt x="4571" y="405383"/>
                </a:moveTo>
                <a:lnTo>
                  <a:pt x="0" y="405383"/>
                </a:lnTo>
                <a:lnTo>
                  <a:pt x="0" y="374903"/>
                </a:lnTo>
                <a:lnTo>
                  <a:pt x="9143" y="374903"/>
                </a:lnTo>
                <a:lnTo>
                  <a:pt x="9143" y="400811"/>
                </a:lnTo>
                <a:lnTo>
                  <a:pt x="4571" y="400811"/>
                </a:lnTo>
                <a:lnTo>
                  <a:pt x="4571" y="405383"/>
                </a:lnTo>
                <a:close/>
              </a:path>
              <a:path w="1896109" h="411479">
                <a:moveTo>
                  <a:pt x="9143" y="411479"/>
                </a:moveTo>
                <a:lnTo>
                  <a:pt x="4571" y="411479"/>
                </a:lnTo>
                <a:lnTo>
                  <a:pt x="4571" y="400811"/>
                </a:lnTo>
                <a:lnTo>
                  <a:pt x="9143" y="400811"/>
                </a:lnTo>
                <a:lnTo>
                  <a:pt x="9143" y="411479"/>
                </a:lnTo>
                <a:close/>
              </a:path>
              <a:path w="1896109" h="411479">
                <a:moveTo>
                  <a:pt x="9143" y="364235"/>
                </a:moveTo>
                <a:lnTo>
                  <a:pt x="0" y="364235"/>
                </a:lnTo>
                <a:lnTo>
                  <a:pt x="0" y="332232"/>
                </a:lnTo>
                <a:lnTo>
                  <a:pt x="9143" y="332232"/>
                </a:lnTo>
                <a:lnTo>
                  <a:pt x="9143" y="364235"/>
                </a:lnTo>
                <a:close/>
              </a:path>
              <a:path w="1896109" h="411479">
                <a:moveTo>
                  <a:pt x="9143" y="321563"/>
                </a:moveTo>
                <a:lnTo>
                  <a:pt x="0" y="321563"/>
                </a:lnTo>
                <a:lnTo>
                  <a:pt x="0" y="291083"/>
                </a:lnTo>
                <a:lnTo>
                  <a:pt x="9143" y="291083"/>
                </a:lnTo>
                <a:lnTo>
                  <a:pt x="9143" y="321563"/>
                </a:lnTo>
                <a:close/>
              </a:path>
              <a:path w="1896109" h="411479">
                <a:moveTo>
                  <a:pt x="9143" y="280416"/>
                </a:moveTo>
                <a:lnTo>
                  <a:pt x="0" y="280416"/>
                </a:lnTo>
                <a:lnTo>
                  <a:pt x="0" y="248411"/>
                </a:lnTo>
                <a:lnTo>
                  <a:pt x="9143" y="248411"/>
                </a:lnTo>
                <a:lnTo>
                  <a:pt x="9143" y="280416"/>
                </a:lnTo>
                <a:close/>
              </a:path>
              <a:path w="1896109" h="411479">
                <a:moveTo>
                  <a:pt x="9143" y="237743"/>
                </a:moveTo>
                <a:lnTo>
                  <a:pt x="0" y="237743"/>
                </a:lnTo>
                <a:lnTo>
                  <a:pt x="0" y="207263"/>
                </a:lnTo>
                <a:lnTo>
                  <a:pt x="9143" y="207263"/>
                </a:lnTo>
                <a:lnTo>
                  <a:pt x="9143" y="237743"/>
                </a:lnTo>
                <a:close/>
              </a:path>
              <a:path w="1896109" h="411479">
                <a:moveTo>
                  <a:pt x="9143" y="196595"/>
                </a:moveTo>
                <a:lnTo>
                  <a:pt x="0" y="196595"/>
                </a:lnTo>
                <a:lnTo>
                  <a:pt x="0" y="164591"/>
                </a:lnTo>
                <a:lnTo>
                  <a:pt x="9143" y="164591"/>
                </a:lnTo>
                <a:lnTo>
                  <a:pt x="9143" y="196595"/>
                </a:lnTo>
                <a:close/>
              </a:path>
              <a:path w="1896109" h="411479">
                <a:moveTo>
                  <a:pt x="9143" y="153924"/>
                </a:moveTo>
                <a:lnTo>
                  <a:pt x="0" y="153924"/>
                </a:lnTo>
                <a:lnTo>
                  <a:pt x="0" y="123443"/>
                </a:lnTo>
                <a:lnTo>
                  <a:pt x="9143" y="123443"/>
                </a:lnTo>
                <a:lnTo>
                  <a:pt x="9143" y="153924"/>
                </a:lnTo>
                <a:close/>
              </a:path>
              <a:path w="1896109" h="411479">
                <a:moveTo>
                  <a:pt x="9143" y="112775"/>
                </a:moveTo>
                <a:lnTo>
                  <a:pt x="0" y="112775"/>
                </a:lnTo>
                <a:lnTo>
                  <a:pt x="0" y="80771"/>
                </a:lnTo>
                <a:lnTo>
                  <a:pt x="9143" y="80771"/>
                </a:lnTo>
                <a:lnTo>
                  <a:pt x="9143" y="112775"/>
                </a:lnTo>
                <a:close/>
              </a:path>
              <a:path w="1896109" h="411479">
                <a:moveTo>
                  <a:pt x="9143" y="70103"/>
                </a:moveTo>
                <a:lnTo>
                  <a:pt x="0" y="70103"/>
                </a:lnTo>
                <a:lnTo>
                  <a:pt x="0" y="39624"/>
                </a:lnTo>
                <a:lnTo>
                  <a:pt x="9143" y="39624"/>
                </a:lnTo>
                <a:lnTo>
                  <a:pt x="9143" y="70103"/>
                </a:lnTo>
                <a:close/>
              </a:path>
              <a:path w="1896109" h="411479">
                <a:moveTo>
                  <a:pt x="9143" y="28955"/>
                </a:moveTo>
                <a:lnTo>
                  <a:pt x="0" y="28955"/>
                </a:lnTo>
                <a:lnTo>
                  <a:pt x="0" y="0"/>
                </a:lnTo>
                <a:lnTo>
                  <a:pt x="12191" y="0"/>
                </a:lnTo>
                <a:lnTo>
                  <a:pt x="12191" y="6095"/>
                </a:lnTo>
                <a:lnTo>
                  <a:pt x="9143" y="6095"/>
                </a:lnTo>
                <a:lnTo>
                  <a:pt x="4571" y="10667"/>
                </a:lnTo>
                <a:lnTo>
                  <a:pt x="9143" y="10667"/>
                </a:lnTo>
                <a:lnTo>
                  <a:pt x="9143" y="28955"/>
                </a:lnTo>
                <a:close/>
              </a:path>
              <a:path w="1896109" h="411479">
                <a:moveTo>
                  <a:pt x="9143" y="10667"/>
                </a:moveTo>
                <a:lnTo>
                  <a:pt x="4571" y="10667"/>
                </a:lnTo>
                <a:lnTo>
                  <a:pt x="9143" y="6095"/>
                </a:lnTo>
                <a:lnTo>
                  <a:pt x="9143" y="10667"/>
                </a:lnTo>
                <a:close/>
              </a:path>
              <a:path w="1896109" h="411479">
                <a:moveTo>
                  <a:pt x="12191" y="10667"/>
                </a:moveTo>
                <a:lnTo>
                  <a:pt x="9143" y="10667"/>
                </a:lnTo>
                <a:lnTo>
                  <a:pt x="9143" y="6095"/>
                </a:lnTo>
                <a:lnTo>
                  <a:pt x="12191" y="6095"/>
                </a:lnTo>
                <a:lnTo>
                  <a:pt x="12191" y="10667"/>
                </a:lnTo>
                <a:close/>
              </a:path>
              <a:path w="1896109" h="411479">
                <a:moveTo>
                  <a:pt x="54864" y="10667"/>
                </a:moveTo>
                <a:lnTo>
                  <a:pt x="22859" y="10667"/>
                </a:lnTo>
                <a:lnTo>
                  <a:pt x="22859" y="0"/>
                </a:lnTo>
                <a:lnTo>
                  <a:pt x="54864" y="0"/>
                </a:lnTo>
                <a:lnTo>
                  <a:pt x="54864" y="10667"/>
                </a:lnTo>
                <a:close/>
              </a:path>
              <a:path w="1896109" h="411479">
                <a:moveTo>
                  <a:pt x="96012" y="10667"/>
                </a:moveTo>
                <a:lnTo>
                  <a:pt x="65532" y="10667"/>
                </a:lnTo>
                <a:lnTo>
                  <a:pt x="65532" y="0"/>
                </a:lnTo>
                <a:lnTo>
                  <a:pt x="96012" y="0"/>
                </a:lnTo>
                <a:lnTo>
                  <a:pt x="96012" y="10667"/>
                </a:lnTo>
                <a:close/>
              </a:path>
              <a:path w="1896109" h="411479">
                <a:moveTo>
                  <a:pt x="138683" y="10667"/>
                </a:moveTo>
                <a:lnTo>
                  <a:pt x="106680" y="10667"/>
                </a:lnTo>
                <a:lnTo>
                  <a:pt x="106680" y="0"/>
                </a:lnTo>
                <a:lnTo>
                  <a:pt x="138683" y="0"/>
                </a:lnTo>
                <a:lnTo>
                  <a:pt x="138683" y="10667"/>
                </a:lnTo>
                <a:close/>
              </a:path>
              <a:path w="1896109" h="411479">
                <a:moveTo>
                  <a:pt x="179832" y="10667"/>
                </a:moveTo>
                <a:lnTo>
                  <a:pt x="149351" y="10667"/>
                </a:lnTo>
                <a:lnTo>
                  <a:pt x="149351" y="0"/>
                </a:lnTo>
                <a:lnTo>
                  <a:pt x="179832" y="0"/>
                </a:lnTo>
                <a:lnTo>
                  <a:pt x="179832" y="10667"/>
                </a:lnTo>
                <a:close/>
              </a:path>
              <a:path w="1896109" h="411479">
                <a:moveTo>
                  <a:pt x="222503" y="10667"/>
                </a:moveTo>
                <a:lnTo>
                  <a:pt x="190500" y="10667"/>
                </a:lnTo>
                <a:lnTo>
                  <a:pt x="190500" y="0"/>
                </a:lnTo>
                <a:lnTo>
                  <a:pt x="222503" y="0"/>
                </a:lnTo>
                <a:lnTo>
                  <a:pt x="222503" y="10667"/>
                </a:lnTo>
                <a:close/>
              </a:path>
              <a:path w="1896109" h="411479">
                <a:moveTo>
                  <a:pt x="263651" y="10667"/>
                </a:moveTo>
                <a:lnTo>
                  <a:pt x="233171" y="10667"/>
                </a:lnTo>
                <a:lnTo>
                  <a:pt x="233171" y="0"/>
                </a:lnTo>
                <a:lnTo>
                  <a:pt x="263651" y="0"/>
                </a:lnTo>
                <a:lnTo>
                  <a:pt x="263651" y="10667"/>
                </a:lnTo>
                <a:close/>
              </a:path>
              <a:path w="1896109" h="411479">
                <a:moveTo>
                  <a:pt x="306323" y="10667"/>
                </a:moveTo>
                <a:lnTo>
                  <a:pt x="274319" y="10667"/>
                </a:lnTo>
                <a:lnTo>
                  <a:pt x="274319" y="0"/>
                </a:lnTo>
                <a:lnTo>
                  <a:pt x="306323" y="0"/>
                </a:lnTo>
                <a:lnTo>
                  <a:pt x="306323" y="10667"/>
                </a:lnTo>
                <a:close/>
              </a:path>
              <a:path w="1896109" h="411479">
                <a:moveTo>
                  <a:pt x="347471" y="10667"/>
                </a:moveTo>
                <a:lnTo>
                  <a:pt x="316991" y="10667"/>
                </a:lnTo>
                <a:lnTo>
                  <a:pt x="316991" y="0"/>
                </a:lnTo>
                <a:lnTo>
                  <a:pt x="347471" y="0"/>
                </a:lnTo>
                <a:lnTo>
                  <a:pt x="347471" y="10667"/>
                </a:lnTo>
                <a:close/>
              </a:path>
              <a:path w="1896109" h="411479">
                <a:moveTo>
                  <a:pt x="390143" y="10667"/>
                </a:moveTo>
                <a:lnTo>
                  <a:pt x="358139" y="10667"/>
                </a:lnTo>
                <a:lnTo>
                  <a:pt x="358139" y="0"/>
                </a:lnTo>
                <a:lnTo>
                  <a:pt x="390143" y="0"/>
                </a:lnTo>
                <a:lnTo>
                  <a:pt x="390143" y="10667"/>
                </a:lnTo>
                <a:close/>
              </a:path>
              <a:path w="1896109" h="411479">
                <a:moveTo>
                  <a:pt x="431291" y="10667"/>
                </a:moveTo>
                <a:lnTo>
                  <a:pt x="400812" y="10667"/>
                </a:lnTo>
                <a:lnTo>
                  <a:pt x="400812" y="0"/>
                </a:lnTo>
                <a:lnTo>
                  <a:pt x="431291" y="0"/>
                </a:lnTo>
                <a:lnTo>
                  <a:pt x="431291" y="10667"/>
                </a:lnTo>
                <a:close/>
              </a:path>
              <a:path w="1896109" h="411479">
                <a:moveTo>
                  <a:pt x="473964" y="10667"/>
                </a:moveTo>
                <a:lnTo>
                  <a:pt x="441959" y="10667"/>
                </a:lnTo>
                <a:lnTo>
                  <a:pt x="441959" y="0"/>
                </a:lnTo>
                <a:lnTo>
                  <a:pt x="473964" y="0"/>
                </a:lnTo>
                <a:lnTo>
                  <a:pt x="473964" y="10667"/>
                </a:lnTo>
                <a:close/>
              </a:path>
              <a:path w="1896109" h="411479">
                <a:moveTo>
                  <a:pt x="515112" y="10667"/>
                </a:moveTo>
                <a:lnTo>
                  <a:pt x="484632" y="10667"/>
                </a:lnTo>
                <a:lnTo>
                  <a:pt x="484632" y="0"/>
                </a:lnTo>
                <a:lnTo>
                  <a:pt x="515112" y="0"/>
                </a:lnTo>
                <a:lnTo>
                  <a:pt x="515112" y="10667"/>
                </a:lnTo>
                <a:close/>
              </a:path>
              <a:path w="1896109" h="411479">
                <a:moveTo>
                  <a:pt x="557783" y="10667"/>
                </a:moveTo>
                <a:lnTo>
                  <a:pt x="525780" y="10667"/>
                </a:lnTo>
                <a:lnTo>
                  <a:pt x="525780" y="0"/>
                </a:lnTo>
                <a:lnTo>
                  <a:pt x="557783" y="0"/>
                </a:lnTo>
                <a:lnTo>
                  <a:pt x="557783" y="10667"/>
                </a:lnTo>
                <a:close/>
              </a:path>
              <a:path w="1896109" h="411479">
                <a:moveTo>
                  <a:pt x="598932" y="10667"/>
                </a:moveTo>
                <a:lnTo>
                  <a:pt x="568451" y="10667"/>
                </a:lnTo>
                <a:lnTo>
                  <a:pt x="568451" y="0"/>
                </a:lnTo>
                <a:lnTo>
                  <a:pt x="598932" y="0"/>
                </a:lnTo>
                <a:lnTo>
                  <a:pt x="598932" y="10667"/>
                </a:lnTo>
                <a:close/>
              </a:path>
              <a:path w="1896109" h="411479">
                <a:moveTo>
                  <a:pt x="641603" y="10667"/>
                </a:moveTo>
                <a:lnTo>
                  <a:pt x="609600" y="10667"/>
                </a:lnTo>
                <a:lnTo>
                  <a:pt x="609600" y="0"/>
                </a:lnTo>
                <a:lnTo>
                  <a:pt x="641603" y="0"/>
                </a:lnTo>
                <a:lnTo>
                  <a:pt x="641603" y="10667"/>
                </a:lnTo>
                <a:close/>
              </a:path>
              <a:path w="1896109" h="411479">
                <a:moveTo>
                  <a:pt x="682751" y="10667"/>
                </a:moveTo>
                <a:lnTo>
                  <a:pt x="652271" y="10667"/>
                </a:lnTo>
                <a:lnTo>
                  <a:pt x="652271" y="0"/>
                </a:lnTo>
                <a:lnTo>
                  <a:pt x="682751" y="0"/>
                </a:lnTo>
                <a:lnTo>
                  <a:pt x="682751" y="10667"/>
                </a:lnTo>
                <a:close/>
              </a:path>
              <a:path w="1896109" h="411479">
                <a:moveTo>
                  <a:pt x="725423" y="10667"/>
                </a:moveTo>
                <a:lnTo>
                  <a:pt x="693419" y="10667"/>
                </a:lnTo>
                <a:lnTo>
                  <a:pt x="693419" y="0"/>
                </a:lnTo>
                <a:lnTo>
                  <a:pt x="725423" y="0"/>
                </a:lnTo>
                <a:lnTo>
                  <a:pt x="725423" y="10667"/>
                </a:lnTo>
                <a:close/>
              </a:path>
              <a:path w="1896109" h="411479">
                <a:moveTo>
                  <a:pt x="766571" y="10667"/>
                </a:moveTo>
                <a:lnTo>
                  <a:pt x="736091" y="10667"/>
                </a:lnTo>
                <a:lnTo>
                  <a:pt x="736091" y="0"/>
                </a:lnTo>
                <a:lnTo>
                  <a:pt x="766571" y="0"/>
                </a:lnTo>
                <a:lnTo>
                  <a:pt x="766571" y="10667"/>
                </a:lnTo>
                <a:close/>
              </a:path>
              <a:path w="1896109" h="411479">
                <a:moveTo>
                  <a:pt x="809243" y="10667"/>
                </a:moveTo>
                <a:lnTo>
                  <a:pt x="777239" y="10667"/>
                </a:lnTo>
                <a:lnTo>
                  <a:pt x="777239" y="0"/>
                </a:lnTo>
                <a:lnTo>
                  <a:pt x="809243" y="0"/>
                </a:lnTo>
                <a:lnTo>
                  <a:pt x="809243" y="10667"/>
                </a:lnTo>
                <a:close/>
              </a:path>
              <a:path w="1896109" h="411479">
                <a:moveTo>
                  <a:pt x="850391" y="10667"/>
                </a:moveTo>
                <a:lnTo>
                  <a:pt x="819912" y="10667"/>
                </a:lnTo>
                <a:lnTo>
                  <a:pt x="819912" y="0"/>
                </a:lnTo>
                <a:lnTo>
                  <a:pt x="850391" y="0"/>
                </a:lnTo>
                <a:lnTo>
                  <a:pt x="850391" y="10667"/>
                </a:lnTo>
                <a:close/>
              </a:path>
              <a:path w="1896109" h="411479">
                <a:moveTo>
                  <a:pt x="893064" y="10667"/>
                </a:moveTo>
                <a:lnTo>
                  <a:pt x="861059" y="10667"/>
                </a:lnTo>
                <a:lnTo>
                  <a:pt x="861059" y="0"/>
                </a:lnTo>
                <a:lnTo>
                  <a:pt x="893064" y="0"/>
                </a:lnTo>
                <a:lnTo>
                  <a:pt x="893064" y="10667"/>
                </a:lnTo>
                <a:close/>
              </a:path>
              <a:path w="1896109" h="411479">
                <a:moveTo>
                  <a:pt x="934212" y="10667"/>
                </a:moveTo>
                <a:lnTo>
                  <a:pt x="903732" y="10667"/>
                </a:lnTo>
                <a:lnTo>
                  <a:pt x="903732" y="0"/>
                </a:lnTo>
                <a:lnTo>
                  <a:pt x="934212" y="0"/>
                </a:lnTo>
                <a:lnTo>
                  <a:pt x="934212" y="10667"/>
                </a:lnTo>
                <a:close/>
              </a:path>
              <a:path w="1896109" h="411479">
                <a:moveTo>
                  <a:pt x="976884" y="10667"/>
                </a:moveTo>
                <a:lnTo>
                  <a:pt x="944880" y="10667"/>
                </a:lnTo>
                <a:lnTo>
                  <a:pt x="944880" y="0"/>
                </a:lnTo>
                <a:lnTo>
                  <a:pt x="976884" y="0"/>
                </a:lnTo>
                <a:lnTo>
                  <a:pt x="976884" y="10667"/>
                </a:lnTo>
                <a:close/>
              </a:path>
              <a:path w="1896109" h="411479">
                <a:moveTo>
                  <a:pt x="1018032" y="10667"/>
                </a:moveTo>
                <a:lnTo>
                  <a:pt x="987551" y="10667"/>
                </a:lnTo>
                <a:lnTo>
                  <a:pt x="987551" y="0"/>
                </a:lnTo>
                <a:lnTo>
                  <a:pt x="1018032" y="0"/>
                </a:lnTo>
                <a:lnTo>
                  <a:pt x="1018032" y="10667"/>
                </a:lnTo>
                <a:close/>
              </a:path>
              <a:path w="1896109" h="411479">
                <a:moveTo>
                  <a:pt x="1060703" y="10667"/>
                </a:moveTo>
                <a:lnTo>
                  <a:pt x="1028700" y="10667"/>
                </a:lnTo>
                <a:lnTo>
                  <a:pt x="1028700" y="0"/>
                </a:lnTo>
                <a:lnTo>
                  <a:pt x="1060703" y="0"/>
                </a:lnTo>
                <a:lnTo>
                  <a:pt x="1060703" y="10667"/>
                </a:lnTo>
                <a:close/>
              </a:path>
              <a:path w="1896109" h="411479">
                <a:moveTo>
                  <a:pt x="1101851" y="10667"/>
                </a:moveTo>
                <a:lnTo>
                  <a:pt x="1071371" y="10667"/>
                </a:lnTo>
                <a:lnTo>
                  <a:pt x="1071371" y="0"/>
                </a:lnTo>
                <a:lnTo>
                  <a:pt x="1101851" y="0"/>
                </a:lnTo>
                <a:lnTo>
                  <a:pt x="1101851" y="10667"/>
                </a:lnTo>
                <a:close/>
              </a:path>
              <a:path w="1896109" h="411479">
                <a:moveTo>
                  <a:pt x="1144523" y="10667"/>
                </a:moveTo>
                <a:lnTo>
                  <a:pt x="1112519" y="10667"/>
                </a:lnTo>
                <a:lnTo>
                  <a:pt x="1112519" y="0"/>
                </a:lnTo>
                <a:lnTo>
                  <a:pt x="1144523" y="0"/>
                </a:lnTo>
                <a:lnTo>
                  <a:pt x="1144523" y="10667"/>
                </a:lnTo>
                <a:close/>
              </a:path>
              <a:path w="1896109" h="411479">
                <a:moveTo>
                  <a:pt x="1185671" y="10667"/>
                </a:moveTo>
                <a:lnTo>
                  <a:pt x="1155191" y="10667"/>
                </a:lnTo>
                <a:lnTo>
                  <a:pt x="1155191" y="0"/>
                </a:lnTo>
                <a:lnTo>
                  <a:pt x="1185671" y="0"/>
                </a:lnTo>
                <a:lnTo>
                  <a:pt x="1185671" y="10667"/>
                </a:lnTo>
                <a:close/>
              </a:path>
              <a:path w="1896109" h="411479">
                <a:moveTo>
                  <a:pt x="1228343" y="10667"/>
                </a:moveTo>
                <a:lnTo>
                  <a:pt x="1196339" y="10667"/>
                </a:lnTo>
                <a:lnTo>
                  <a:pt x="1196339" y="0"/>
                </a:lnTo>
                <a:lnTo>
                  <a:pt x="1228343" y="0"/>
                </a:lnTo>
                <a:lnTo>
                  <a:pt x="1228343" y="10667"/>
                </a:lnTo>
                <a:close/>
              </a:path>
              <a:path w="1896109" h="411479">
                <a:moveTo>
                  <a:pt x="1269491" y="10667"/>
                </a:moveTo>
                <a:lnTo>
                  <a:pt x="1239012" y="10667"/>
                </a:lnTo>
                <a:lnTo>
                  <a:pt x="1239012" y="0"/>
                </a:lnTo>
                <a:lnTo>
                  <a:pt x="1269491" y="0"/>
                </a:lnTo>
                <a:lnTo>
                  <a:pt x="1269491" y="10667"/>
                </a:lnTo>
                <a:close/>
              </a:path>
              <a:path w="1896109" h="411479">
                <a:moveTo>
                  <a:pt x="1312164" y="10667"/>
                </a:moveTo>
                <a:lnTo>
                  <a:pt x="1280159" y="10667"/>
                </a:lnTo>
                <a:lnTo>
                  <a:pt x="1280159" y="0"/>
                </a:lnTo>
                <a:lnTo>
                  <a:pt x="1312164" y="0"/>
                </a:lnTo>
                <a:lnTo>
                  <a:pt x="1312164" y="10667"/>
                </a:lnTo>
                <a:close/>
              </a:path>
              <a:path w="1896109" h="411479">
                <a:moveTo>
                  <a:pt x="1353312" y="10667"/>
                </a:moveTo>
                <a:lnTo>
                  <a:pt x="1322832" y="10667"/>
                </a:lnTo>
                <a:lnTo>
                  <a:pt x="1322832" y="0"/>
                </a:lnTo>
                <a:lnTo>
                  <a:pt x="1353312" y="0"/>
                </a:lnTo>
                <a:lnTo>
                  <a:pt x="1353312" y="10667"/>
                </a:lnTo>
                <a:close/>
              </a:path>
              <a:path w="1896109" h="411479">
                <a:moveTo>
                  <a:pt x="1395984" y="10667"/>
                </a:moveTo>
                <a:lnTo>
                  <a:pt x="1363980" y="10667"/>
                </a:lnTo>
                <a:lnTo>
                  <a:pt x="1363980" y="0"/>
                </a:lnTo>
                <a:lnTo>
                  <a:pt x="1395984" y="0"/>
                </a:lnTo>
                <a:lnTo>
                  <a:pt x="1395984" y="10667"/>
                </a:lnTo>
                <a:close/>
              </a:path>
              <a:path w="1896109" h="411479">
                <a:moveTo>
                  <a:pt x="1437132" y="10667"/>
                </a:moveTo>
                <a:lnTo>
                  <a:pt x="1406651" y="10667"/>
                </a:lnTo>
                <a:lnTo>
                  <a:pt x="1406651" y="0"/>
                </a:lnTo>
                <a:lnTo>
                  <a:pt x="1437132" y="0"/>
                </a:lnTo>
                <a:lnTo>
                  <a:pt x="1437132" y="10667"/>
                </a:lnTo>
                <a:close/>
              </a:path>
              <a:path w="1896109" h="411479">
                <a:moveTo>
                  <a:pt x="1479803" y="10667"/>
                </a:moveTo>
                <a:lnTo>
                  <a:pt x="1447800" y="10667"/>
                </a:lnTo>
                <a:lnTo>
                  <a:pt x="1447800" y="0"/>
                </a:lnTo>
                <a:lnTo>
                  <a:pt x="1479803" y="0"/>
                </a:lnTo>
                <a:lnTo>
                  <a:pt x="1479803" y="10667"/>
                </a:lnTo>
                <a:close/>
              </a:path>
              <a:path w="1896109" h="411479">
                <a:moveTo>
                  <a:pt x="1520951" y="10667"/>
                </a:moveTo>
                <a:lnTo>
                  <a:pt x="1490471" y="10667"/>
                </a:lnTo>
                <a:lnTo>
                  <a:pt x="1490471" y="0"/>
                </a:lnTo>
                <a:lnTo>
                  <a:pt x="1520951" y="0"/>
                </a:lnTo>
                <a:lnTo>
                  <a:pt x="1520951" y="10667"/>
                </a:lnTo>
                <a:close/>
              </a:path>
              <a:path w="1896109" h="411479">
                <a:moveTo>
                  <a:pt x="1563623" y="10667"/>
                </a:moveTo>
                <a:lnTo>
                  <a:pt x="1531619" y="10667"/>
                </a:lnTo>
                <a:lnTo>
                  <a:pt x="1531619" y="0"/>
                </a:lnTo>
                <a:lnTo>
                  <a:pt x="1563623" y="0"/>
                </a:lnTo>
                <a:lnTo>
                  <a:pt x="1563623" y="10667"/>
                </a:lnTo>
                <a:close/>
              </a:path>
              <a:path w="1896109" h="411479">
                <a:moveTo>
                  <a:pt x="1604771" y="10667"/>
                </a:moveTo>
                <a:lnTo>
                  <a:pt x="1574291" y="10667"/>
                </a:lnTo>
                <a:lnTo>
                  <a:pt x="1574291" y="0"/>
                </a:lnTo>
                <a:lnTo>
                  <a:pt x="1604771" y="0"/>
                </a:lnTo>
                <a:lnTo>
                  <a:pt x="1604771" y="10667"/>
                </a:lnTo>
                <a:close/>
              </a:path>
              <a:path w="1896109" h="411479">
                <a:moveTo>
                  <a:pt x="1647443" y="10667"/>
                </a:moveTo>
                <a:lnTo>
                  <a:pt x="1615439" y="10667"/>
                </a:lnTo>
                <a:lnTo>
                  <a:pt x="1615439" y="0"/>
                </a:lnTo>
                <a:lnTo>
                  <a:pt x="1647443" y="0"/>
                </a:lnTo>
                <a:lnTo>
                  <a:pt x="1647443" y="10667"/>
                </a:lnTo>
                <a:close/>
              </a:path>
              <a:path w="1896109" h="411479">
                <a:moveTo>
                  <a:pt x="1688591" y="10667"/>
                </a:moveTo>
                <a:lnTo>
                  <a:pt x="1658112" y="10667"/>
                </a:lnTo>
                <a:lnTo>
                  <a:pt x="1658112" y="0"/>
                </a:lnTo>
                <a:lnTo>
                  <a:pt x="1688591" y="0"/>
                </a:lnTo>
                <a:lnTo>
                  <a:pt x="1688591" y="10667"/>
                </a:lnTo>
                <a:close/>
              </a:path>
              <a:path w="1896109" h="411479">
                <a:moveTo>
                  <a:pt x="1731264" y="10667"/>
                </a:moveTo>
                <a:lnTo>
                  <a:pt x="1699259" y="10667"/>
                </a:lnTo>
                <a:lnTo>
                  <a:pt x="1699259" y="0"/>
                </a:lnTo>
                <a:lnTo>
                  <a:pt x="1731264" y="0"/>
                </a:lnTo>
                <a:lnTo>
                  <a:pt x="1731264" y="10667"/>
                </a:lnTo>
                <a:close/>
              </a:path>
              <a:path w="1896109" h="411479">
                <a:moveTo>
                  <a:pt x="1772412" y="10667"/>
                </a:moveTo>
                <a:lnTo>
                  <a:pt x="1741932" y="10667"/>
                </a:lnTo>
                <a:lnTo>
                  <a:pt x="1741932" y="0"/>
                </a:lnTo>
                <a:lnTo>
                  <a:pt x="1772412" y="0"/>
                </a:lnTo>
                <a:lnTo>
                  <a:pt x="1772412" y="10667"/>
                </a:lnTo>
                <a:close/>
              </a:path>
              <a:path w="1896109" h="411479">
                <a:moveTo>
                  <a:pt x="1815084" y="10667"/>
                </a:moveTo>
                <a:lnTo>
                  <a:pt x="1783080" y="10667"/>
                </a:lnTo>
                <a:lnTo>
                  <a:pt x="1783080" y="0"/>
                </a:lnTo>
                <a:lnTo>
                  <a:pt x="1815084" y="0"/>
                </a:lnTo>
                <a:lnTo>
                  <a:pt x="1815084" y="10667"/>
                </a:lnTo>
                <a:close/>
              </a:path>
              <a:path w="1896109" h="411479">
                <a:moveTo>
                  <a:pt x="1856232" y="10667"/>
                </a:moveTo>
                <a:lnTo>
                  <a:pt x="1825751" y="10667"/>
                </a:lnTo>
                <a:lnTo>
                  <a:pt x="1825751" y="0"/>
                </a:lnTo>
                <a:lnTo>
                  <a:pt x="1856232" y="0"/>
                </a:lnTo>
                <a:lnTo>
                  <a:pt x="1856232" y="10667"/>
                </a:lnTo>
                <a:close/>
              </a:path>
              <a:path w="1896109" h="411479">
                <a:moveTo>
                  <a:pt x="1885187" y="10667"/>
                </a:moveTo>
                <a:lnTo>
                  <a:pt x="1866900" y="10667"/>
                </a:lnTo>
                <a:lnTo>
                  <a:pt x="1866900" y="0"/>
                </a:lnTo>
                <a:lnTo>
                  <a:pt x="1895855" y="0"/>
                </a:lnTo>
                <a:lnTo>
                  <a:pt x="1895855" y="6095"/>
                </a:lnTo>
                <a:lnTo>
                  <a:pt x="1885187" y="6095"/>
                </a:lnTo>
                <a:lnTo>
                  <a:pt x="1885187" y="10667"/>
                </a:lnTo>
                <a:close/>
              </a:path>
              <a:path w="1896109" h="411479">
                <a:moveTo>
                  <a:pt x="1895855" y="13716"/>
                </a:moveTo>
                <a:lnTo>
                  <a:pt x="1885187" y="13716"/>
                </a:lnTo>
                <a:lnTo>
                  <a:pt x="1885187" y="6095"/>
                </a:lnTo>
                <a:lnTo>
                  <a:pt x="1889759" y="10667"/>
                </a:lnTo>
                <a:lnTo>
                  <a:pt x="1895855" y="10667"/>
                </a:lnTo>
                <a:lnTo>
                  <a:pt x="1895855" y="13716"/>
                </a:lnTo>
                <a:close/>
              </a:path>
              <a:path w="1896109" h="411479">
                <a:moveTo>
                  <a:pt x="1895855" y="10667"/>
                </a:moveTo>
                <a:lnTo>
                  <a:pt x="1889759" y="10667"/>
                </a:lnTo>
                <a:lnTo>
                  <a:pt x="1885187" y="6095"/>
                </a:lnTo>
                <a:lnTo>
                  <a:pt x="1895855" y="6095"/>
                </a:lnTo>
                <a:lnTo>
                  <a:pt x="1895855" y="10667"/>
                </a:lnTo>
                <a:close/>
              </a:path>
              <a:path w="1896109" h="411479">
                <a:moveTo>
                  <a:pt x="1895855" y="54863"/>
                </a:moveTo>
                <a:lnTo>
                  <a:pt x="1885187" y="54863"/>
                </a:lnTo>
                <a:lnTo>
                  <a:pt x="1885187" y="24383"/>
                </a:lnTo>
                <a:lnTo>
                  <a:pt x="1895855" y="24383"/>
                </a:lnTo>
                <a:lnTo>
                  <a:pt x="1895855" y="54863"/>
                </a:lnTo>
                <a:close/>
              </a:path>
              <a:path w="1896109" h="411479">
                <a:moveTo>
                  <a:pt x="1895855" y="97535"/>
                </a:moveTo>
                <a:lnTo>
                  <a:pt x="1885187" y="97535"/>
                </a:lnTo>
                <a:lnTo>
                  <a:pt x="1885187" y="65532"/>
                </a:lnTo>
                <a:lnTo>
                  <a:pt x="1895855" y="65532"/>
                </a:lnTo>
                <a:lnTo>
                  <a:pt x="1895855" y="97535"/>
                </a:lnTo>
                <a:close/>
              </a:path>
              <a:path w="1896109" h="411479">
                <a:moveTo>
                  <a:pt x="1895855" y="138683"/>
                </a:moveTo>
                <a:lnTo>
                  <a:pt x="1885187" y="138683"/>
                </a:lnTo>
                <a:lnTo>
                  <a:pt x="1885187" y="108203"/>
                </a:lnTo>
                <a:lnTo>
                  <a:pt x="1895855" y="108203"/>
                </a:lnTo>
                <a:lnTo>
                  <a:pt x="1895855" y="138683"/>
                </a:lnTo>
                <a:close/>
              </a:path>
              <a:path w="1896109" h="411479">
                <a:moveTo>
                  <a:pt x="1895855" y="181355"/>
                </a:moveTo>
                <a:lnTo>
                  <a:pt x="1885187" y="181355"/>
                </a:lnTo>
                <a:lnTo>
                  <a:pt x="1885187" y="149351"/>
                </a:lnTo>
                <a:lnTo>
                  <a:pt x="1895855" y="149351"/>
                </a:lnTo>
                <a:lnTo>
                  <a:pt x="1895855" y="181355"/>
                </a:lnTo>
                <a:close/>
              </a:path>
              <a:path w="1896109" h="411479">
                <a:moveTo>
                  <a:pt x="1895855" y="222503"/>
                </a:moveTo>
                <a:lnTo>
                  <a:pt x="1885187" y="222503"/>
                </a:lnTo>
                <a:lnTo>
                  <a:pt x="1885187" y="192024"/>
                </a:lnTo>
                <a:lnTo>
                  <a:pt x="1895855" y="192024"/>
                </a:lnTo>
                <a:lnTo>
                  <a:pt x="1895855" y="222503"/>
                </a:lnTo>
                <a:close/>
              </a:path>
              <a:path w="1896109" h="411479">
                <a:moveTo>
                  <a:pt x="1895855" y="265175"/>
                </a:moveTo>
                <a:lnTo>
                  <a:pt x="1885187" y="265175"/>
                </a:lnTo>
                <a:lnTo>
                  <a:pt x="1885187" y="233171"/>
                </a:lnTo>
                <a:lnTo>
                  <a:pt x="1895855" y="233171"/>
                </a:lnTo>
                <a:lnTo>
                  <a:pt x="1895855" y="265175"/>
                </a:lnTo>
                <a:close/>
              </a:path>
              <a:path w="1896109" h="411479">
                <a:moveTo>
                  <a:pt x="1895855" y="306324"/>
                </a:moveTo>
                <a:lnTo>
                  <a:pt x="1885187" y="306324"/>
                </a:lnTo>
                <a:lnTo>
                  <a:pt x="1885187" y="275843"/>
                </a:lnTo>
                <a:lnTo>
                  <a:pt x="1895855" y="275843"/>
                </a:lnTo>
                <a:lnTo>
                  <a:pt x="1895855" y="306324"/>
                </a:lnTo>
                <a:close/>
              </a:path>
              <a:path w="1896109" h="411479">
                <a:moveTo>
                  <a:pt x="1895855" y="348995"/>
                </a:moveTo>
                <a:lnTo>
                  <a:pt x="1885187" y="348995"/>
                </a:lnTo>
                <a:lnTo>
                  <a:pt x="1885187" y="316991"/>
                </a:lnTo>
                <a:lnTo>
                  <a:pt x="1895855" y="316991"/>
                </a:lnTo>
                <a:lnTo>
                  <a:pt x="1895855" y="348995"/>
                </a:lnTo>
                <a:close/>
              </a:path>
              <a:path w="1896109" h="411479">
                <a:moveTo>
                  <a:pt x="1895855" y="390143"/>
                </a:moveTo>
                <a:lnTo>
                  <a:pt x="1885187" y="390143"/>
                </a:lnTo>
                <a:lnTo>
                  <a:pt x="1885187" y="359663"/>
                </a:lnTo>
                <a:lnTo>
                  <a:pt x="1895855" y="359663"/>
                </a:lnTo>
                <a:lnTo>
                  <a:pt x="1895855" y="390143"/>
                </a:lnTo>
                <a:close/>
              </a:path>
              <a:path w="1896109" h="411479">
                <a:moveTo>
                  <a:pt x="1895855" y="411479"/>
                </a:moveTo>
                <a:lnTo>
                  <a:pt x="1863851" y="411479"/>
                </a:lnTo>
                <a:lnTo>
                  <a:pt x="1863851" y="400811"/>
                </a:lnTo>
                <a:lnTo>
                  <a:pt x="1885187" y="400811"/>
                </a:lnTo>
                <a:lnTo>
                  <a:pt x="1885187" y="405383"/>
                </a:lnTo>
                <a:lnTo>
                  <a:pt x="1895855" y="405383"/>
                </a:lnTo>
                <a:lnTo>
                  <a:pt x="1895855" y="411479"/>
                </a:lnTo>
                <a:close/>
              </a:path>
              <a:path w="1896109" h="411479">
                <a:moveTo>
                  <a:pt x="1885187" y="405383"/>
                </a:moveTo>
                <a:lnTo>
                  <a:pt x="1885187" y="400811"/>
                </a:lnTo>
                <a:lnTo>
                  <a:pt x="1889759" y="400811"/>
                </a:lnTo>
                <a:lnTo>
                  <a:pt x="1885187" y="405383"/>
                </a:lnTo>
                <a:close/>
              </a:path>
              <a:path w="1896109" h="411479">
                <a:moveTo>
                  <a:pt x="1895855" y="405383"/>
                </a:moveTo>
                <a:lnTo>
                  <a:pt x="1885187" y="405383"/>
                </a:lnTo>
                <a:lnTo>
                  <a:pt x="1889759" y="400811"/>
                </a:lnTo>
                <a:lnTo>
                  <a:pt x="1895855" y="400811"/>
                </a:lnTo>
                <a:lnTo>
                  <a:pt x="1895855" y="405383"/>
                </a:lnTo>
                <a:close/>
              </a:path>
              <a:path w="1896109" h="411479">
                <a:moveTo>
                  <a:pt x="1853184" y="411479"/>
                </a:moveTo>
                <a:lnTo>
                  <a:pt x="1821180" y="411479"/>
                </a:lnTo>
                <a:lnTo>
                  <a:pt x="1821180" y="400811"/>
                </a:lnTo>
                <a:lnTo>
                  <a:pt x="1853184" y="400811"/>
                </a:lnTo>
                <a:lnTo>
                  <a:pt x="1853184" y="411479"/>
                </a:lnTo>
                <a:close/>
              </a:path>
              <a:path w="1896109" h="411479">
                <a:moveTo>
                  <a:pt x="1810512" y="411479"/>
                </a:moveTo>
                <a:lnTo>
                  <a:pt x="1780032" y="411479"/>
                </a:lnTo>
                <a:lnTo>
                  <a:pt x="1780032" y="400811"/>
                </a:lnTo>
                <a:lnTo>
                  <a:pt x="1810512" y="400811"/>
                </a:lnTo>
                <a:lnTo>
                  <a:pt x="1810512" y="411479"/>
                </a:lnTo>
                <a:close/>
              </a:path>
              <a:path w="1896109" h="411479">
                <a:moveTo>
                  <a:pt x="1769364" y="411479"/>
                </a:moveTo>
                <a:lnTo>
                  <a:pt x="1737359" y="411479"/>
                </a:lnTo>
                <a:lnTo>
                  <a:pt x="1737359" y="400811"/>
                </a:lnTo>
                <a:lnTo>
                  <a:pt x="1769364" y="400811"/>
                </a:lnTo>
                <a:lnTo>
                  <a:pt x="1769364" y="411479"/>
                </a:lnTo>
                <a:close/>
              </a:path>
              <a:path w="1896109" h="411479">
                <a:moveTo>
                  <a:pt x="1726691" y="411479"/>
                </a:moveTo>
                <a:lnTo>
                  <a:pt x="1696212" y="411479"/>
                </a:lnTo>
                <a:lnTo>
                  <a:pt x="1696212" y="400811"/>
                </a:lnTo>
                <a:lnTo>
                  <a:pt x="1726691" y="400811"/>
                </a:lnTo>
                <a:lnTo>
                  <a:pt x="1726691" y="411479"/>
                </a:lnTo>
                <a:close/>
              </a:path>
              <a:path w="1896109" h="411479">
                <a:moveTo>
                  <a:pt x="1685543" y="411479"/>
                </a:moveTo>
                <a:lnTo>
                  <a:pt x="1653539" y="411479"/>
                </a:lnTo>
                <a:lnTo>
                  <a:pt x="1653539" y="400811"/>
                </a:lnTo>
                <a:lnTo>
                  <a:pt x="1685543" y="400811"/>
                </a:lnTo>
                <a:lnTo>
                  <a:pt x="1685543" y="411479"/>
                </a:lnTo>
                <a:close/>
              </a:path>
              <a:path w="1896109" h="411479">
                <a:moveTo>
                  <a:pt x="1642871" y="411479"/>
                </a:moveTo>
                <a:lnTo>
                  <a:pt x="1612391" y="411479"/>
                </a:lnTo>
                <a:lnTo>
                  <a:pt x="1612391" y="400811"/>
                </a:lnTo>
                <a:lnTo>
                  <a:pt x="1642871" y="400811"/>
                </a:lnTo>
                <a:lnTo>
                  <a:pt x="1642871" y="411479"/>
                </a:lnTo>
                <a:close/>
              </a:path>
              <a:path w="1896109" h="411479">
                <a:moveTo>
                  <a:pt x="1601723" y="411479"/>
                </a:moveTo>
                <a:lnTo>
                  <a:pt x="1569719" y="411479"/>
                </a:lnTo>
                <a:lnTo>
                  <a:pt x="1569719" y="400811"/>
                </a:lnTo>
                <a:lnTo>
                  <a:pt x="1601723" y="400811"/>
                </a:lnTo>
                <a:lnTo>
                  <a:pt x="1601723" y="411479"/>
                </a:lnTo>
                <a:close/>
              </a:path>
              <a:path w="1896109" h="411479">
                <a:moveTo>
                  <a:pt x="1559051" y="411479"/>
                </a:moveTo>
                <a:lnTo>
                  <a:pt x="1528571" y="411479"/>
                </a:lnTo>
                <a:lnTo>
                  <a:pt x="1528571" y="400811"/>
                </a:lnTo>
                <a:lnTo>
                  <a:pt x="1559051" y="400811"/>
                </a:lnTo>
                <a:lnTo>
                  <a:pt x="1559051" y="411479"/>
                </a:lnTo>
                <a:close/>
              </a:path>
              <a:path w="1896109" h="411479">
                <a:moveTo>
                  <a:pt x="1517903" y="411479"/>
                </a:moveTo>
                <a:lnTo>
                  <a:pt x="1485900" y="411479"/>
                </a:lnTo>
                <a:lnTo>
                  <a:pt x="1485900" y="400811"/>
                </a:lnTo>
                <a:lnTo>
                  <a:pt x="1517903" y="400811"/>
                </a:lnTo>
                <a:lnTo>
                  <a:pt x="1517903" y="411479"/>
                </a:lnTo>
                <a:close/>
              </a:path>
              <a:path w="1896109" h="411479">
                <a:moveTo>
                  <a:pt x="1475232" y="411479"/>
                </a:moveTo>
                <a:lnTo>
                  <a:pt x="1444751" y="411479"/>
                </a:lnTo>
                <a:lnTo>
                  <a:pt x="1444751" y="400811"/>
                </a:lnTo>
                <a:lnTo>
                  <a:pt x="1475232" y="400811"/>
                </a:lnTo>
                <a:lnTo>
                  <a:pt x="1475232" y="411479"/>
                </a:lnTo>
                <a:close/>
              </a:path>
              <a:path w="1896109" h="411479">
                <a:moveTo>
                  <a:pt x="1434084" y="411479"/>
                </a:moveTo>
                <a:lnTo>
                  <a:pt x="1402080" y="411479"/>
                </a:lnTo>
                <a:lnTo>
                  <a:pt x="1402080" y="400811"/>
                </a:lnTo>
                <a:lnTo>
                  <a:pt x="1434084" y="400811"/>
                </a:lnTo>
                <a:lnTo>
                  <a:pt x="1434084" y="411479"/>
                </a:lnTo>
                <a:close/>
              </a:path>
              <a:path w="1896109" h="411479">
                <a:moveTo>
                  <a:pt x="1391412" y="411479"/>
                </a:moveTo>
                <a:lnTo>
                  <a:pt x="1360932" y="411479"/>
                </a:lnTo>
                <a:lnTo>
                  <a:pt x="1360932" y="400811"/>
                </a:lnTo>
                <a:lnTo>
                  <a:pt x="1391412" y="400811"/>
                </a:lnTo>
                <a:lnTo>
                  <a:pt x="1391412" y="411479"/>
                </a:lnTo>
                <a:close/>
              </a:path>
              <a:path w="1896109" h="411479">
                <a:moveTo>
                  <a:pt x="1350264" y="411479"/>
                </a:moveTo>
                <a:lnTo>
                  <a:pt x="1318259" y="411479"/>
                </a:lnTo>
                <a:lnTo>
                  <a:pt x="1318259" y="400811"/>
                </a:lnTo>
                <a:lnTo>
                  <a:pt x="1350264" y="400811"/>
                </a:lnTo>
                <a:lnTo>
                  <a:pt x="1350264" y="411479"/>
                </a:lnTo>
                <a:close/>
              </a:path>
              <a:path w="1896109" h="411479">
                <a:moveTo>
                  <a:pt x="1307591" y="411479"/>
                </a:moveTo>
                <a:lnTo>
                  <a:pt x="1277112" y="411479"/>
                </a:lnTo>
                <a:lnTo>
                  <a:pt x="1277112" y="400811"/>
                </a:lnTo>
                <a:lnTo>
                  <a:pt x="1307591" y="400811"/>
                </a:lnTo>
                <a:lnTo>
                  <a:pt x="1307591" y="411479"/>
                </a:lnTo>
                <a:close/>
              </a:path>
              <a:path w="1896109" h="411479">
                <a:moveTo>
                  <a:pt x="1266443" y="411479"/>
                </a:moveTo>
                <a:lnTo>
                  <a:pt x="1234439" y="411479"/>
                </a:lnTo>
                <a:lnTo>
                  <a:pt x="1234439" y="400811"/>
                </a:lnTo>
                <a:lnTo>
                  <a:pt x="1266443" y="400811"/>
                </a:lnTo>
                <a:lnTo>
                  <a:pt x="1266443" y="411479"/>
                </a:lnTo>
                <a:close/>
              </a:path>
              <a:path w="1896109" h="411479">
                <a:moveTo>
                  <a:pt x="1223771" y="411479"/>
                </a:moveTo>
                <a:lnTo>
                  <a:pt x="1193291" y="411479"/>
                </a:lnTo>
                <a:lnTo>
                  <a:pt x="1193291" y="400811"/>
                </a:lnTo>
                <a:lnTo>
                  <a:pt x="1223771" y="400811"/>
                </a:lnTo>
                <a:lnTo>
                  <a:pt x="1223771" y="411479"/>
                </a:lnTo>
                <a:close/>
              </a:path>
              <a:path w="1896109" h="411479">
                <a:moveTo>
                  <a:pt x="1182623" y="411479"/>
                </a:moveTo>
                <a:lnTo>
                  <a:pt x="1150619" y="411479"/>
                </a:lnTo>
                <a:lnTo>
                  <a:pt x="1150619" y="400811"/>
                </a:lnTo>
                <a:lnTo>
                  <a:pt x="1182623" y="400811"/>
                </a:lnTo>
                <a:lnTo>
                  <a:pt x="1182623" y="411479"/>
                </a:lnTo>
                <a:close/>
              </a:path>
              <a:path w="1896109" h="411479">
                <a:moveTo>
                  <a:pt x="1139951" y="411479"/>
                </a:moveTo>
                <a:lnTo>
                  <a:pt x="1109471" y="411479"/>
                </a:lnTo>
                <a:lnTo>
                  <a:pt x="1109471" y="400811"/>
                </a:lnTo>
                <a:lnTo>
                  <a:pt x="1139951" y="400811"/>
                </a:lnTo>
                <a:lnTo>
                  <a:pt x="1139951" y="411479"/>
                </a:lnTo>
                <a:close/>
              </a:path>
              <a:path w="1896109" h="411479">
                <a:moveTo>
                  <a:pt x="1098803" y="411479"/>
                </a:moveTo>
                <a:lnTo>
                  <a:pt x="1066800" y="411479"/>
                </a:lnTo>
                <a:lnTo>
                  <a:pt x="1066800" y="400811"/>
                </a:lnTo>
                <a:lnTo>
                  <a:pt x="1098803" y="400811"/>
                </a:lnTo>
                <a:lnTo>
                  <a:pt x="1098803" y="411479"/>
                </a:lnTo>
                <a:close/>
              </a:path>
              <a:path w="1896109" h="411479">
                <a:moveTo>
                  <a:pt x="1056132" y="411479"/>
                </a:moveTo>
                <a:lnTo>
                  <a:pt x="1025651" y="411479"/>
                </a:lnTo>
                <a:lnTo>
                  <a:pt x="1025651" y="400811"/>
                </a:lnTo>
                <a:lnTo>
                  <a:pt x="1056132" y="400811"/>
                </a:lnTo>
                <a:lnTo>
                  <a:pt x="1056132" y="411479"/>
                </a:lnTo>
                <a:close/>
              </a:path>
              <a:path w="1896109" h="411479">
                <a:moveTo>
                  <a:pt x="1014984" y="411479"/>
                </a:moveTo>
                <a:lnTo>
                  <a:pt x="982980" y="411479"/>
                </a:lnTo>
                <a:lnTo>
                  <a:pt x="982980" y="400811"/>
                </a:lnTo>
                <a:lnTo>
                  <a:pt x="1014984" y="400811"/>
                </a:lnTo>
                <a:lnTo>
                  <a:pt x="1014984" y="411479"/>
                </a:lnTo>
                <a:close/>
              </a:path>
              <a:path w="1896109" h="411479">
                <a:moveTo>
                  <a:pt x="972312" y="411479"/>
                </a:moveTo>
                <a:lnTo>
                  <a:pt x="941832" y="411479"/>
                </a:lnTo>
                <a:lnTo>
                  <a:pt x="941832" y="400811"/>
                </a:lnTo>
                <a:lnTo>
                  <a:pt x="972312" y="400811"/>
                </a:lnTo>
                <a:lnTo>
                  <a:pt x="972312" y="411479"/>
                </a:lnTo>
                <a:close/>
              </a:path>
              <a:path w="1896109" h="411479">
                <a:moveTo>
                  <a:pt x="931164" y="411479"/>
                </a:moveTo>
                <a:lnTo>
                  <a:pt x="899159" y="411479"/>
                </a:lnTo>
                <a:lnTo>
                  <a:pt x="899159" y="400811"/>
                </a:lnTo>
                <a:lnTo>
                  <a:pt x="931164" y="400811"/>
                </a:lnTo>
                <a:lnTo>
                  <a:pt x="931164" y="411479"/>
                </a:lnTo>
                <a:close/>
              </a:path>
              <a:path w="1896109" h="411479">
                <a:moveTo>
                  <a:pt x="888491" y="411479"/>
                </a:moveTo>
                <a:lnTo>
                  <a:pt x="858012" y="411479"/>
                </a:lnTo>
                <a:lnTo>
                  <a:pt x="858012" y="400811"/>
                </a:lnTo>
                <a:lnTo>
                  <a:pt x="888491" y="400811"/>
                </a:lnTo>
                <a:lnTo>
                  <a:pt x="888491" y="411479"/>
                </a:lnTo>
                <a:close/>
              </a:path>
              <a:path w="1896109" h="411479">
                <a:moveTo>
                  <a:pt x="847343" y="411479"/>
                </a:moveTo>
                <a:lnTo>
                  <a:pt x="815339" y="411479"/>
                </a:lnTo>
                <a:lnTo>
                  <a:pt x="815339" y="400811"/>
                </a:lnTo>
                <a:lnTo>
                  <a:pt x="847343" y="400811"/>
                </a:lnTo>
                <a:lnTo>
                  <a:pt x="847343" y="411479"/>
                </a:lnTo>
                <a:close/>
              </a:path>
              <a:path w="1896109" h="411479">
                <a:moveTo>
                  <a:pt x="804671" y="411479"/>
                </a:moveTo>
                <a:lnTo>
                  <a:pt x="774191" y="411479"/>
                </a:lnTo>
                <a:lnTo>
                  <a:pt x="774191" y="400811"/>
                </a:lnTo>
                <a:lnTo>
                  <a:pt x="804671" y="400811"/>
                </a:lnTo>
                <a:lnTo>
                  <a:pt x="804671" y="411479"/>
                </a:lnTo>
                <a:close/>
              </a:path>
              <a:path w="1896109" h="411479">
                <a:moveTo>
                  <a:pt x="763523" y="411479"/>
                </a:moveTo>
                <a:lnTo>
                  <a:pt x="731519" y="411479"/>
                </a:lnTo>
                <a:lnTo>
                  <a:pt x="731519" y="400811"/>
                </a:lnTo>
                <a:lnTo>
                  <a:pt x="763523" y="400811"/>
                </a:lnTo>
                <a:lnTo>
                  <a:pt x="763523" y="411479"/>
                </a:lnTo>
                <a:close/>
              </a:path>
              <a:path w="1896109" h="411479">
                <a:moveTo>
                  <a:pt x="720851" y="411479"/>
                </a:moveTo>
                <a:lnTo>
                  <a:pt x="690371" y="411479"/>
                </a:lnTo>
                <a:lnTo>
                  <a:pt x="690371" y="400811"/>
                </a:lnTo>
                <a:lnTo>
                  <a:pt x="720851" y="400811"/>
                </a:lnTo>
                <a:lnTo>
                  <a:pt x="720851" y="411479"/>
                </a:lnTo>
                <a:close/>
              </a:path>
              <a:path w="1896109" h="411479">
                <a:moveTo>
                  <a:pt x="679703" y="411479"/>
                </a:moveTo>
                <a:lnTo>
                  <a:pt x="647700" y="411479"/>
                </a:lnTo>
                <a:lnTo>
                  <a:pt x="647700" y="400811"/>
                </a:lnTo>
                <a:lnTo>
                  <a:pt x="679703" y="400811"/>
                </a:lnTo>
                <a:lnTo>
                  <a:pt x="679703" y="411479"/>
                </a:lnTo>
                <a:close/>
              </a:path>
              <a:path w="1896109" h="411479">
                <a:moveTo>
                  <a:pt x="637032" y="411479"/>
                </a:moveTo>
                <a:lnTo>
                  <a:pt x="606551" y="411479"/>
                </a:lnTo>
                <a:lnTo>
                  <a:pt x="606551" y="400811"/>
                </a:lnTo>
                <a:lnTo>
                  <a:pt x="637032" y="400811"/>
                </a:lnTo>
                <a:lnTo>
                  <a:pt x="637032" y="411479"/>
                </a:lnTo>
                <a:close/>
              </a:path>
              <a:path w="1896109" h="411479">
                <a:moveTo>
                  <a:pt x="595883" y="411479"/>
                </a:moveTo>
                <a:lnTo>
                  <a:pt x="563880" y="411479"/>
                </a:lnTo>
                <a:lnTo>
                  <a:pt x="563880" y="400811"/>
                </a:lnTo>
                <a:lnTo>
                  <a:pt x="595883" y="400811"/>
                </a:lnTo>
                <a:lnTo>
                  <a:pt x="595883" y="411479"/>
                </a:lnTo>
                <a:close/>
              </a:path>
              <a:path w="1896109" h="411479">
                <a:moveTo>
                  <a:pt x="553212" y="411479"/>
                </a:moveTo>
                <a:lnTo>
                  <a:pt x="522732" y="411479"/>
                </a:lnTo>
                <a:lnTo>
                  <a:pt x="522732" y="400811"/>
                </a:lnTo>
                <a:lnTo>
                  <a:pt x="553212" y="400811"/>
                </a:lnTo>
                <a:lnTo>
                  <a:pt x="553212" y="411479"/>
                </a:lnTo>
                <a:close/>
              </a:path>
              <a:path w="1896109" h="411479">
                <a:moveTo>
                  <a:pt x="512064" y="411479"/>
                </a:moveTo>
                <a:lnTo>
                  <a:pt x="480059" y="411479"/>
                </a:lnTo>
                <a:lnTo>
                  <a:pt x="480059" y="400811"/>
                </a:lnTo>
                <a:lnTo>
                  <a:pt x="512064" y="400811"/>
                </a:lnTo>
                <a:lnTo>
                  <a:pt x="512064" y="411479"/>
                </a:lnTo>
                <a:close/>
              </a:path>
              <a:path w="1896109" h="411479">
                <a:moveTo>
                  <a:pt x="469391" y="411479"/>
                </a:moveTo>
                <a:lnTo>
                  <a:pt x="438912" y="411479"/>
                </a:lnTo>
                <a:lnTo>
                  <a:pt x="438912" y="400811"/>
                </a:lnTo>
                <a:lnTo>
                  <a:pt x="469391" y="400811"/>
                </a:lnTo>
                <a:lnTo>
                  <a:pt x="469391" y="411479"/>
                </a:lnTo>
                <a:close/>
              </a:path>
              <a:path w="1896109" h="411479">
                <a:moveTo>
                  <a:pt x="428243" y="411479"/>
                </a:moveTo>
                <a:lnTo>
                  <a:pt x="396239" y="411479"/>
                </a:lnTo>
                <a:lnTo>
                  <a:pt x="396239" y="400811"/>
                </a:lnTo>
                <a:lnTo>
                  <a:pt x="428243" y="400811"/>
                </a:lnTo>
                <a:lnTo>
                  <a:pt x="428243" y="411479"/>
                </a:lnTo>
                <a:close/>
              </a:path>
              <a:path w="1896109" h="411479">
                <a:moveTo>
                  <a:pt x="385571" y="411479"/>
                </a:moveTo>
                <a:lnTo>
                  <a:pt x="355091" y="411479"/>
                </a:lnTo>
                <a:lnTo>
                  <a:pt x="355091" y="400811"/>
                </a:lnTo>
                <a:lnTo>
                  <a:pt x="385571" y="400811"/>
                </a:lnTo>
                <a:lnTo>
                  <a:pt x="385571" y="411479"/>
                </a:lnTo>
                <a:close/>
              </a:path>
              <a:path w="1896109" h="411479">
                <a:moveTo>
                  <a:pt x="344423" y="411479"/>
                </a:moveTo>
                <a:lnTo>
                  <a:pt x="312419" y="411479"/>
                </a:lnTo>
                <a:lnTo>
                  <a:pt x="312419" y="400811"/>
                </a:lnTo>
                <a:lnTo>
                  <a:pt x="344423" y="400811"/>
                </a:lnTo>
                <a:lnTo>
                  <a:pt x="344423" y="411479"/>
                </a:lnTo>
                <a:close/>
              </a:path>
              <a:path w="1896109" h="411479">
                <a:moveTo>
                  <a:pt x="301751" y="411479"/>
                </a:moveTo>
                <a:lnTo>
                  <a:pt x="271271" y="411479"/>
                </a:lnTo>
                <a:lnTo>
                  <a:pt x="271271" y="400811"/>
                </a:lnTo>
                <a:lnTo>
                  <a:pt x="301751" y="400811"/>
                </a:lnTo>
                <a:lnTo>
                  <a:pt x="301751" y="411479"/>
                </a:lnTo>
                <a:close/>
              </a:path>
              <a:path w="1896109" h="411479">
                <a:moveTo>
                  <a:pt x="260603" y="411479"/>
                </a:moveTo>
                <a:lnTo>
                  <a:pt x="228600" y="411479"/>
                </a:lnTo>
                <a:lnTo>
                  <a:pt x="228600" y="400811"/>
                </a:lnTo>
                <a:lnTo>
                  <a:pt x="260603" y="400811"/>
                </a:lnTo>
                <a:lnTo>
                  <a:pt x="260603" y="411479"/>
                </a:lnTo>
                <a:close/>
              </a:path>
              <a:path w="1896109" h="411479">
                <a:moveTo>
                  <a:pt x="217932" y="411479"/>
                </a:moveTo>
                <a:lnTo>
                  <a:pt x="187451" y="411479"/>
                </a:lnTo>
                <a:lnTo>
                  <a:pt x="187451" y="400811"/>
                </a:lnTo>
                <a:lnTo>
                  <a:pt x="217932" y="400811"/>
                </a:lnTo>
                <a:lnTo>
                  <a:pt x="217932" y="411479"/>
                </a:lnTo>
                <a:close/>
              </a:path>
              <a:path w="1896109" h="411479">
                <a:moveTo>
                  <a:pt x="176783" y="411479"/>
                </a:moveTo>
                <a:lnTo>
                  <a:pt x="144780" y="411479"/>
                </a:lnTo>
                <a:lnTo>
                  <a:pt x="144780" y="400811"/>
                </a:lnTo>
                <a:lnTo>
                  <a:pt x="176783" y="400811"/>
                </a:lnTo>
                <a:lnTo>
                  <a:pt x="176783" y="411479"/>
                </a:lnTo>
                <a:close/>
              </a:path>
              <a:path w="1896109" h="411479">
                <a:moveTo>
                  <a:pt x="134112" y="411479"/>
                </a:moveTo>
                <a:lnTo>
                  <a:pt x="103632" y="411479"/>
                </a:lnTo>
                <a:lnTo>
                  <a:pt x="103632" y="400811"/>
                </a:lnTo>
                <a:lnTo>
                  <a:pt x="134112" y="400811"/>
                </a:lnTo>
                <a:lnTo>
                  <a:pt x="134112" y="411479"/>
                </a:lnTo>
                <a:close/>
              </a:path>
              <a:path w="1896109" h="411479">
                <a:moveTo>
                  <a:pt x="92964" y="411479"/>
                </a:moveTo>
                <a:lnTo>
                  <a:pt x="60959" y="411479"/>
                </a:lnTo>
                <a:lnTo>
                  <a:pt x="60959" y="400811"/>
                </a:lnTo>
                <a:lnTo>
                  <a:pt x="92964" y="400811"/>
                </a:lnTo>
                <a:lnTo>
                  <a:pt x="92964" y="411479"/>
                </a:lnTo>
                <a:close/>
              </a:path>
              <a:path w="1896109" h="411479">
                <a:moveTo>
                  <a:pt x="50291" y="411479"/>
                </a:moveTo>
                <a:lnTo>
                  <a:pt x="19812" y="411479"/>
                </a:lnTo>
                <a:lnTo>
                  <a:pt x="19812" y="400811"/>
                </a:lnTo>
                <a:lnTo>
                  <a:pt x="50291" y="400811"/>
                </a:lnTo>
                <a:lnTo>
                  <a:pt x="50291" y="411479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1" name="object 29"/>
          <p:cNvSpPr/>
          <p:nvPr/>
        </p:nvSpPr>
        <p:spPr>
          <a:xfrm>
            <a:off x="6620793" y="5076534"/>
            <a:ext cx="298299" cy="443753"/>
          </a:xfrm>
          <a:custGeom>
            <a:avLst/>
            <a:gdLst/>
            <a:ahLst/>
            <a:cxnLst/>
            <a:rect l="l" t="t" r="r" b="b"/>
            <a:pathLst>
              <a:path w="230504" h="342900">
                <a:moveTo>
                  <a:pt x="131063" y="342900"/>
                </a:moveTo>
                <a:lnTo>
                  <a:pt x="118871" y="342900"/>
                </a:lnTo>
                <a:lnTo>
                  <a:pt x="109727" y="339852"/>
                </a:lnTo>
                <a:lnTo>
                  <a:pt x="100583" y="335280"/>
                </a:lnTo>
                <a:lnTo>
                  <a:pt x="92963" y="329184"/>
                </a:lnTo>
                <a:lnTo>
                  <a:pt x="70103" y="306323"/>
                </a:lnTo>
                <a:lnTo>
                  <a:pt x="64007" y="298704"/>
                </a:lnTo>
                <a:lnTo>
                  <a:pt x="54863" y="292607"/>
                </a:lnTo>
                <a:lnTo>
                  <a:pt x="42671" y="284988"/>
                </a:lnTo>
                <a:lnTo>
                  <a:pt x="28955" y="278892"/>
                </a:lnTo>
                <a:lnTo>
                  <a:pt x="18287" y="272795"/>
                </a:lnTo>
                <a:lnTo>
                  <a:pt x="9143" y="266700"/>
                </a:lnTo>
                <a:lnTo>
                  <a:pt x="3047" y="260604"/>
                </a:lnTo>
                <a:lnTo>
                  <a:pt x="0" y="252983"/>
                </a:lnTo>
                <a:lnTo>
                  <a:pt x="0" y="249936"/>
                </a:lnTo>
                <a:lnTo>
                  <a:pt x="3047" y="248411"/>
                </a:lnTo>
                <a:lnTo>
                  <a:pt x="4571" y="248411"/>
                </a:lnTo>
                <a:lnTo>
                  <a:pt x="16763" y="249936"/>
                </a:lnTo>
                <a:lnTo>
                  <a:pt x="19811" y="249936"/>
                </a:lnTo>
                <a:lnTo>
                  <a:pt x="22859" y="248411"/>
                </a:lnTo>
                <a:lnTo>
                  <a:pt x="22859" y="242316"/>
                </a:lnTo>
                <a:lnTo>
                  <a:pt x="19811" y="239268"/>
                </a:lnTo>
                <a:lnTo>
                  <a:pt x="12191" y="239268"/>
                </a:lnTo>
                <a:lnTo>
                  <a:pt x="9143" y="237743"/>
                </a:lnTo>
                <a:lnTo>
                  <a:pt x="7619" y="234695"/>
                </a:lnTo>
                <a:lnTo>
                  <a:pt x="9143" y="231648"/>
                </a:lnTo>
                <a:lnTo>
                  <a:pt x="21335" y="228600"/>
                </a:lnTo>
                <a:lnTo>
                  <a:pt x="36575" y="225551"/>
                </a:lnTo>
                <a:lnTo>
                  <a:pt x="54863" y="225551"/>
                </a:lnTo>
                <a:lnTo>
                  <a:pt x="62483" y="233172"/>
                </a:lnTo>
                <a:lnTo>
                  <a:pt x="67055" y="239268"/>
                </a:lnTo>
                <a:lnTo>
                  <a:pt x="74675" y="246888"/>
                </a:lnTo>
                <a:lnTo>
                  <a:pt x="89915" y="259080"/>
                </a:lnTo>
                <a:lnTo>
                  <a:pt x="94487" y="224028"/>
                </a:lnTo>
                <a:lnTo>
                  <a:pt x="96011" y="190500"/>
                </a:lnTo>
                <a:lnTo>
                  <a:pt x="96011" y="89916"/>
                </a:lnTo>
                <a:lnTo>
                  <a:pt x="97535" y="59436"/>
                </a:lnTo>
                <a:lnTo>
                  <a:pt x="103631" y="28956"/>
                </a:lnTo>
                <a:lnTo>
                  <a:pt x="112775" y="1524"/>
                </a:lnTo>
                <a:lnTo>
                  <a:pt x="124967" y="0"/>
                </a:lnTo>
                <a:lnTo>
                  <a:pt x="143255" y="3048"/>
                </a:lnTo>
                <a:lnTo>
                  <a:pt x="156971" y="7620"/>
                </a:lnTo>
                <a:lnTo>
                  <a:pt x="163067" y="12192"/>
                </a:lnTo>
                <a:lnTo>
                  <a:pt x="156971" y="71628"/>
                </a:lnTo>
                <a:lnTo>
                  <a:pt x="152399" y="103632"/>
                </a:lnTo>
                <a:lnTo>
                  <a:pt x="149351" y="137160"/>
                </a:lnTo>
                <a:lnTo>
                  <a:pt x="149351" y="199643"/>
                </a:lnTo>
                <a:lnTo>
                  <a:pt x="153923" y="228600"/>
                </a:lnTo>
                <a:lnTo>
                  <a:pt x="190499" y="195072"/>
                </a:lnTo>
                <a:lnTo>
                  <a:pt x="205739" y="198119"/>
                </a:lnTo>
                <a:lnTo>
                  <a:pt x="216407" y="201168"/>
                </a:lnTo>
                <a:lnTo>
                  <a:pt x="224027" y="207264"/>
                </a:lnTo>
                <a:lnTo>
                  <a:pt x="228599" y="213359"/>
                </a:lnTo>
                <a:lnTo>
                  <a:pt x="230123" y="220980"/>
                </a:lnTo>
                <a:lnTo>
                  <a:pt x="228599" y="228600"/>
                </a:lnTo>
                <a:lnTo>
                  <a:pt x="224027" y="237743"/>
                </a:lnTo>
                <a:lnTo>
                  <a:pt x="217931" y="246888"/>
                </a:lnTo>
                <a:lnTo>
                  <a:pt x="202691" y="265176"/>
                </a:lnTo>
                <a:lnTo>
                  <a:pt x="193547" y="275843"/>
                </a:lnTo>
                <a:lnTo>
                  <a:pt x="185927" y="286512"/>
                </a:lnTo>
                <a:lnTo>
                  <a:pt x="169163" y="306323"/>
                </a:lnTo>
                <a:lnTo>
                  <a:pt x="163067" y="316991"/>
                </a:lnTo>
                <a:lnTo>
                  <a:pt x="160019" y="326136"/>
                </a:lnTo>
                <a:lnTo>
                  <a:pt x="156971" y="336804"/>
                </a:lnTo>
                <a:lnTo>
                  <a:pt x="143255" y="341376"/>
                </a:lnTo>
                <a:lnTo>
                  <a:pt x="131063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</p:spTree>
    <p:extLst>
      <p:ext uri="{BB962C8B-B14F-4D97-AF65-F5344CB8AC3E}">
        <p14:creationId xmlns:p14="http://schemas.microsoft.com/office/powerpoint/2010/main" val="82844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F493D4-3785-FBEB-3B1B-B113C168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B6185C-2F96-FF27-4D63-B514A98B0DF4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Machine 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Assembly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Basic:</a:t>
            </a:r>
          </a:p>
          <a:p>
            <a:pPr algn="l"/>
            <a:endParaRPr lang="sv-SE" sz="2400" spc="-39" dirty="0"/>
          </a:p>
          <a:p>
            <a:r>
              <a:rPr lang="en-GB" sz="2400" b="1" dirty="0">
                <a:latin typeface="Comic Sans MS" panose="030F0702030302020204" pitchFamily="66" charset="0"/>
              </a:rPr>
              <a:t>Translator Software:</a:t>
            </a:r>
            <a:r>
              <a:rPr lang="en-GB" sz="2400" dirty="0">
                <a:latin typeface="Comic Sans MS" panose="030F0702030302020204" pitchFamily="66" charset="0"/>
              </a:rPr>
              <a:t> either a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 or an </a:t>
            </a:r>
            <a:r>
              <a:rPr lang="en-GB" sz="2400" b="1" dirty="0">
                <a:latin typeface="Comic Sans MS" panose="030F0702030302020204" pitchFamily="66" charset="0"/>
              </a:rPr>
              <a:t>Interpreter</a:t>
            </a:r>
            <a:r>
              <a:rPr lang="en-GB" sz="2400" dirty="0">
                <a:latin typeface="Comic Sans MS" panose="030F0702030302020204" pitchFamily="66" charset="0"/>
              </a:rPr>
              <a:t> (the slides show both paths).</a:t>
            </a:r>
          </a:p>
          <a:p>
            <a:pPr lvl="1"/>
            <a:r>
              <a:rPr lang="en-GB" sz="2400" b="1" dirty="0">
                <a:latin typeface="Comic Sans MS" panose="030F0702030302020204" pitchFamily="66" charset="0"/>
              </a:rPr>
              <a:t>Compiler:</a:t>
            </a:r>
            <a:r>
              <a:rPr lang="en-GB" sz="2400" dirty="0">
                <a:latin typeface="Comic Sans MS" panose="030F0702030302020204" pitchFamily="66" charset="0"/>
              </a:rPr>
              <a:t> translates the whole program to object/machine code </a:t>
            </a:r>
            <a:r>
              <a:rPr lang="en-GB" sz="2400" b="1" dirty="0">
                <a:latin typeface="Comic Sans MS" panose="030F0702030302020204" pitchFamily="66" charset="0"/>
              </a:rPr>
              <a:t>before</a:t>
            </a:r>
            <a:r>
              <a:rPr lang="en-GB" sz="2400" dirty="0">
                <a:latin typeface="Comic Sans MS" panose="030F0702030302020204" pitchFamily="66" charset="0"/>
              </a:rPr>
              <a:t> execution.</a:t>
            </a:r>
          </a:p>
          <a:p>
            <a:pPr lvl="1"/>
            <a:r>
              <a:rPr lang="en-GB" sz="2400" b="1" dirty="0">
                <a:latin typeface="Comic Sans MS" panose="030F0702030302020204" pitchFamily="66" charset="0"/>
              </a:rPr>
              <a:t>Interpreter:</a:t>
            </a:r>
            <a:r>
              <a:rPr lang="en-GB" sz="2400" dirty="0">
                <a:latin typeface="Comic Sans MS" panose="030F0702030302020204" pitchFamily="66" charset="0"/>
              </a:rPr>
              <a:t> reads and executes </a:t>
            </a:r>
            <a:r>
              <a:rPr lang="en-GB" sz="2400" b="1" dirty="0">
                <a:latin typeface="Comic Sans MS" panose="030F0702030302020204" pitchFamily="66" charset="0"/>
              </a:rPr>
              <a:t>line by line</a:t>
            </a:r>
            <a:r>
              <a:rPr lang="en-GB" sz="2400" dirty="0">
                <a:latin typeface="Comic Sans MS" panose="030F0702030302020204" pitchFamily="66" charset="0"/>
              </a:rPr>
              <a:t> at runtime.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Source Code:</a:t>
            </a:r>
            <a:r>
              <a:rPr lang="en-GB" sz="2400" dirty="0">
                <a:latin typeface="Comic Sans MS" panose="030F0702030302020204" pitchFamily="66" charset="0"/>
              </a:rPr>
              <a:t> what you write in a high-level or assembly language.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Object Code:</a:t>
            </a:r>
            <a:r>
              <a:rPr lang="en-GB" sz="2400" dirty="0">
                <a:latin typeface="Comic Sans MS" panose="030F0702030302020204" pitchFamily="66" charset="0"/>
              </a:rPr>
              <a:t> the </a:t>
            </a:r>
            <a:r>
              <a:rPr lang="en-GB" sz="2400" b="1" dirty="0">
                <a:latin typeface="Comic Sans MS" panose="030F0702030302020204" pitchFamily="66" charset="0"/>
              </a:rPr>
              <a:t>translated/compiled</a:t>
            </a:r>
            <a:r>
              <a:rPr lang="en-GB" sz="2400" dirty="0">
                <a:latin typeface="Comic Sans MS" panose="030F0702030302020204" pitchFamily="66" charset="0"/>
              </a:rPr>
              <a:t> low-level form (machine code) that the computer can execute.</a:t>
            </a:r>
          </a:p>
        </p:txBody>
      </p:sp>
    </p:spTree>
    <p:extLst>
      <p:ext uri="{BB962C8B-B14F-4D97-AF65-F5344CB8AC3E}">
        <p14:creationId xmlns:p14="http://schemas.microsoft.com/office/powerpoint/2010/main" val="758791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F2767D-3B42-1842-93F8-F25BE8C1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0B8237-47D8-2FCF-B68C-3AE7EBA77C8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909215-A0B3-A6D9-6898-E2DC7DC0D2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C565070-8C60-4333-DDB4-19C17534650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940D15F-4FED-7086-312B-53E030DBE18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0E194E04-FE47-7E80-0B61-B0FE7102C7D7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Levels of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10714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C691FF-AC54-46B2-1EC2-FDB5C9C3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5B747CF-4422-9379-B924-7A4DDCBE511D}"/>
              </a:ext>
            </a:extLst>
          </p:cNvPr>
          <p:cNvSpPr txBox="1"/>
          <p:nvPr/>
        </p:nvSpPr>
        <p:spPr>
          <a:xfrm>
            <a:off x="381000" y="888075"/>
            <a:ext cx="12352767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Machine 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Assembly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Basic:</a:t>
            </a:r>
          </a:p>
          <a:p>
            <a:pPr algn="l"/>
            <a:endParaRPr lang="sv-SE" sz="2400" spc="-39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Low Level (close to hardware):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b="1" dirty="0">
                <a:latin typeface="Comic Sans MS" panose="030F0702030302020204" pitchFamily="66" charset="0"/>
              </a:rPr>
              <a:t>Binary/Assembly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High speed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Low readability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High Level (farther from hardware):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b="1" dirty="0">
                <a:latin typeface="Comic Sans MS" panose="030F0702030302020204" pitchFamily="66" charset="0"/>
              </a:rPr>
              <a:t>BASIC/C/Java/C#…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High readability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Lower raw speed</a:t>
            </a:r>
            <a:r>
              <a:rPr lang="en-GB" sz="2400" dirty="0">
                <a:latin typeface="Comic Sans MS" panose="030F0702030302020204" pitchFamily="66" charset="0"/>
              </a:rPr>
              <a:t> (more abstraction/overhead).</a:t>
            </a:r>
          </a:p>
        </p:txBody>
      </p:sp>
      <p:grpSp>
        <p:nvGrpSpPr>
          <p:cNvPr id="60" name="object 2">
            <a:extLst>
              <a:ext uri="{FF2B5EF4-FFF2-40B4-BE49-F238E27FC236}">
                <a16:creationId xmlns:a16="http://schemas.microsoft.com/office/drawing/2014/main" id="{168BB9B1-DCE4-124A-3C54-5ED375D7C341}"/>
              </a:ext>
            </a:extLst>
          </p:cNvPr>
          <p:cNvGrpSpPr/>
          <p:nvPr/>
        </p:nvGrpSpPr>
        <p:grpSpPr>
          <a:xfrm>
            <a:off x="1826290" y="1534400"/>
            <a:ext cx="9696002" cy="6315262"/>
            <a:chOff x="1258824" y="1185672"/>
            <a:chExt cx="7492365" cy="4879975"/>
          </a:xfrm>
        </p:grpSpPr>
        <p:pic>
          <p:nvPicPr>
            <p:cNvPr id="61" name="object 3">
              <a:extLst>
                <a:ext uri="{FF2B5EF4-FFF2-40B4-BE49-F238E27FC236}">
                  <a16:creationId xmlns:a16="http://schemas.microsoft.com/office/drawing/2014/main" id="{D68F236E-FDA5-782A-D52E-4E5D076F44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8224" y="2810256"/>
              <a:ext cx="2584703" cy="3255263"/>
            </a:xfrm>
            <a:prstGeom prst="rect">
              <a:avLst/>
            </a:prstGeom>
          </p:spPr>
        </p:pic>
        <p:pic>
          <p:nvPicPr>
            <p:cNvPr id="62" name="object 4">
              <a:extLst>
                <a:ext uri="{FF2B5EF4-FFF2-40B4-BE49-F238E27FC236}">
                  <a16:creationId xmlns:a16="http://schemas.microsoft.com/office/drawing/2014/main" id="{C1AA74D5-6C9D-0C6F-05E6-D4B777F8834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824" y="3977639"/>
              <a:ext cx="2703575" cy="749808"/>
            </a:xfrm>
            <a:prstGeom prst="rect">
              <a:avLst/>
            </a:prstGeom>
          </p:spPr>
        </p:pic>
        <p:pic>
          <p:nvPicPr>
            <p:cNvPr id="63" name="object 5">
              <a:extLst>
                <a:ext uri="{FF2B5EF4-FFF2-40B4-BE49-F238E27FC236}">
                  <a16:creationId xmlns:a16="http://schemas.microsoft.com/office/drawing/2014/main" id="{943B60A4-23C1-4271-6819-C7A35EA6CEA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1684" y="4085844"/>
              <a:ext cx="2522219" cy="522065"/>
            </a:xfrm>
            <a:prstGeom prst="rect">
              <a:avLst/>
            </a:prstGeom>
          </p:spPr>
        </p:pic>
        <p:pic>
          <p:nvPicPr>
            <p:cNvPr id="64" name="object 6">
              <a:extLst>
                <a:ext uri="{FF2B5EF4-FFF2-40B4-BE49-F238E27FC236}">
                  <a16:creationId xmlns:a16="http://schemas.microsoft.com/office/drawing/2014/main" id="{FCF6A107-B491-2220-9E12-1582B5795CF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4160519"/>
              <a:ext cx="2663951" cy="469391"/>
            </a:xfrm>
            <a:prstGeom prst="rect">
              <a:avLst/>
            </a:prstGeom>
          </p:spPr>
        </p:pic>
        <p:pic>
          <p:nvPicPr>
            <p:cNvPr id="65" name="object 7">
              <a:extLst>
                <a:ext uri="{FF2B5EF4-FFF2-40B4-BE49-F238E27FC236}">
                  <a16:creationId xmlns:a16="http://schemas.microsoft.com/office/drawing/2014/main" id="{041C0D26-4AC6-DA58-BE77-81C45C71FE6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6480" y="2374392"/>
              <a:ext cx="2624327" cy="1213104"/>
            </a:xfrm>
            <a:prstGeom prst="rect">
              <a:avLst/>
            </a:prstGeom>
          </p:spPr>
        </p:pic>
        <p:pic>
          <p:nvPicPr>
            <p:cNvPr id="66" name="object 8">
              <a:extLst>
                <a:ext uri="{FF2B5EF4-FFF2-40B4-BE49-F238E27FC236}">
                  <a16:creationId xmlns:a16="http://schemas.microsoft.com/office/drawing/2014/main" id="{49C922FE-28BA-A94D-625C-5A62893C802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8227" y="2453640"/>
              <a:ext cx="2491525" cy="998029"/>
            </a:xfrm>
            <a:prstGeom prst="rect">
              <a:avLst/>
            </a:prstGeom>
          </p:spPr>
        </p:pic>
        <p:pic>
          <p:nvPicPr>
            <p:cNvPr id="67" name="object 9">
              <a:extLst>
                <a:ext uri="{FF2B5EF4-FFF2-40B4-BE49-F238E27FC236}">
                  <a16:creationId xmlns:a16="http://schemas.microsoft.com/office/drawing/2014/main" id="{7CFDC541-F4A6-DD17-811F-77EFACDF7B1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8400" y="2764535"/>
              <a:ext cx="2115312" cy="795527"/>
            </a:xfrm>
            <a:prstGeom prst="rect">
              <a:avLst/>
            </a:prstGeom>
          </p:spPr>
        </p:pic>
        <p:pic>
          <p:nvPicPr>
            <p:cNvPr id="68" name="object 10">
              <a:extLst>
                <a:ext uri="{FF2B5EF4-FFF2-40B4-BE49-F238E27FC236}">
                  <a16:creationId xmlns:a16="http://schemas.microsoft.com/office/drawing/2014/main" id="{FEE3B012-465E-C807-609C-18E9961476A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65447" y="1185672"/>
              <a:ext cx="795527" cy="1932431"/>
            </a:xfrm>
            <a:prstGeom prst="rect">
              <a:avLst/>
            </a:prstGeom>
          </p:spPr>
        </p:pic>
        <p:pic>
          <p:nvPicPr>
            <p:cNvPr id="69" name="object 11">
              <a:extLst>
                <a:ext uri="{FF2B5EF4-FFF2-40B4-BE49-F238E27FC236}">
                  <a16:creationId xmlns:a16="http://schemas.microsoft.com/office/drawing/2014/main" id="{5600442D-CAD7-FC3E-785B-F57FB173EB8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1940" y="1255775"/>
              <a:ext cx="589787" cy="1811528"/>
            </a:xfrm>
            <a:prstGeom prst="rect">
              <a:avLst/>
            </a:prstGeom>
          </p:spPr>
        </p:pic>
        <p:pic>
          <p:nvPicPr>
            <p:cNvPr id="70" name="object 12">
              <a:extLst>
                <a:ext uri="{FF2B5EF4-FFF2-40B4-BE49-F238E27FC236}">
                  <a16:creationId xmlns:a16="http://schemas.microsoft.com/office/drawing/2014/main" id="{FC4A7AC0-FCC3-945B-41B7-C5261359697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62984" y="1548383"/>
              <a:ext cx="505967" cy="1728216"/>
            </a:xfrm>
            <a:prstGeom prst="rect">
              <a:avLst/>
            </a:prstGeom>
          </p:spPr>
        </p:pic>
        <p:pic>
          <p:nvPicPr>
            <p:cNvPr id="71" name="object 13">
              <a:extLst>
                <a:ext uri="{FF2B5EF4-FFF2-40B4-BE49-F238E27FC236}">
                  <a16:creationId xmlns:a16="http://schemas.microsoft.com/office/drawing/2014/main" id="{204047FF-21AD-FA98-7B73-F2E0781DC14F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0368" y="1395983"/>
              <a:ext cx="1161287" cy="1639824"/>
            </a:xfrm>
            <a:prstGeom prst="rect">
              <a:avLst/>
            </a:prstGeom>
          </p:spPr>
        </p:pic>
        <p:pic>
          <p:nvPicPr>
            <p:cNvPr id="72" name="object 14">
              <a:extLst>
                <a:ext uri="{FF2B5EF4-FFF2-40B4-BE49-F238E27FC236}">
                  <a16:creationId xmlns:a16="http://schemas.microsoft.com/office/drawing/2014/main" id="{E582E1A1-3751-A8EC-40DD-85332927B95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82184" y="1450848"/>
              <a:ext cx="989123" cy="1492758"/>
            </a:xfrm>
            <a:prstGeom prst="rect">
              <a:avLst/>
            </a:prstGeom>
          </p:spPr>
        </p:pic>
        <p:pic>
          <p:nvPicPr>
            <p:cNvPr id="73" name="object 15">
              <a:extLst>
                <a:ext uri="{FF2B5EF4-FFF2-40B4-BE49-F238E27FC236}">
                  <a16:creationId xmlns:a16="http://schemas.microsoft.com/office/drawing/2014/main" id="{75A0F6BC-BFCD-4A91-9227-10E39B508A3F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98007" y="1536192"/>
              <a:ext cx="957072" cy="1542287"/>
            </a:xfrm>
            <a:prstGeom prst="rect">
              <a:avLst/>
            </a:prstGeom>
          </p:spPr>
        </p:pic>
        <p:pic>
          <p:nvPicPr>
            <p:cNvPr id="74" name="object 16">
              <a:extLst>
                <a:ext uri="{FF2B5EF4-FFF2-40B4-BE49-F238E27FC236}">
                  <a16:creationId xmlns:a16="http://schemas.microsoft.com/office/drawing/2014/main" id="{88482E2A-90E5-9C82-CC32-75E822119FD2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34767" y="2444496"/>
              <a:ext cx="1578863" cy="1139951"/>
            </a:xfrm>
            <a:prstGeom prst="rect">
              <a:avLst/>
            </a:prstGeom>
          </p:spPr>
        </p:pic>
        <p:pic>
          <p:nvPicPr>
            <p:cNvPr id="75" name="object 17">
              <a:extLst>
                <a:ext uri="{FF2B5EF4-FFF2-40B4-BE49-F238E27FC236}">
                  <a16:creationId xmlns:a16="http://schemas.microsoft.com/office/drawing/2014/main" id="{FA8C6632-312D-2853-FE9F-824F7878BD20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1801" y="2485644"/>
              <a:ext cx="1431726" cy="969621"/>
            </a:xfrm>
            <a:prstGeom prst="rect">
              <a:avLst/>
            </a:prstGeom>
          </p:spPr>
        </p:pic>
        <p:pic>
          <p:nvPicPr>
            <p:cNvPr id="76" name="object 18">
              <a:extLst>
                <a:ext uri="{FF2B5EF4-FFF2-40B4-BE49-F238E27FC236}">
                  <a16:creationId xmlns:a16="http://schemas.microsoft.com/office/drawing/2014/main" id="{8B95A153-2620-90F0-F368-9A8BE030499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76855" y="1874520"/>
              <a:ext cx="2075687" cy="1962912"/>
            </a:xfrm>
            <a:prstGeom prst="rect">
              <a:avLst/>
            </a:prstGeom>
          </p:spPr>
        </p:pic>
        <p:pic>
          <p:nvPicPr>
            <p:cNvPr id="77" name="object 19">
              <a:extLst>
                <a:ext uri="{FF2B5EF4-FFF2-40B4-BE49-F238E27FC236}">
                  <a16:creationId xmlns:a16="http://schemas.microsoft.com/office/drawing/2014/main" id="{7DBFED42-CE5B-C27A-B33D-046689CDC1DA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56759" y="3892296"/>
              <a:ext cx="493775" cy="490727"/>
            </a:xfrm>
            <a:prstGeom prst="rect">
              <a:avLst/>
            </a:prstGeom>
          </p:spPr>
        </p:pic>
        <p:sp>
          <p:nvSpPr>
            <p:cNvPr id="78" name="object 20">
              <a:extLst>
                <a:ext uri="{FF2B5EF4-FFF2-40B4-BE49-F238E27FC236}">
                  <a16:creationId xmlns:a16="http://schemas.microsoft.com/office/drawing/2014/main" id="{6E0AA55E-6D24-B837-6381-5B409AB28BEF}"/>
                </a:ext>
              </a:extLst>
            </p:cNvPr>
            <p:cNvSpPr/>
            <p:nvPr/>
          </p:nvSpPr>
          <p:spPr>
            <a:xfrm>
              <a:off x="4024979" y="1921287"/>
              <a:ext cx="239395" cy="628650"/>
            </a:xfrm>
            <a:custGeom>
              <a:avLst/>
              <a:gdLst/>
              <a:ahLst/>
              <a:cxnLst/>
              <a:rect l="l" t="t" r="r" b="b"/>
              <a:pathLst>
                <a:path w="239395" h="628650">
                  <a:moveTo>
                    <a:pt x="38004" y="98012"/>
                  </a:moveTo>
                  <a:lnTo>
                    <a:pt x="5762" y="66460"/>
                  </a:lnTo>
                  <a:lnTo>
                    <a:pt x="0" y="47101"/>
                  </a:lnTo>
                  <a:lnTo>
                    <a:pt x="228" y="40290"/>
                  </a:lnTo>
                  <a:lnTo>
                    <a:pt x="23574" y="5095"/>
                  </a:lnTo>
                  <a:lnTo>
                    <a:pt x="45267" y="0"/>
                  </a:lnTo>
                  <a:lnTo>
                    <a:pt x="59912" y="857"/>
                  </a:lnTo>
                  <a:lnTo>
                    <a:pt x="75414" y="4572"/>
                  </a:lnTo>
                  <a:lnTo>
                    <a:pt x="91344" y="11144"/>
                  </a:lnTo>
                  <a:lnTo>
                    <a:pt x="104751" y="17668"/>
                  </a:lnTo>
                  <a:lnTo>
                    <a:pt x="112322" y="23455"/>
                  </a:lnTo>
                  <a:lnTo>
                    <a:pt x="47720" y="23455"/>
                  </a:lnTo>
                  <a:lnTo>
                    <a:pt x="38004" y="24860"/>
                  </a:lnTo>
                  <a:lnTo>
                    <a:pt x="32003" y="26360"/>
                  </a:lnTo>
                  <a:lnTo>
                    <a:pt x="27336" y="29432"/>
                  </a:lnTo>
                  <a:lnTo>
                    <a:pt x="24288" y="34004"/>
                  </a:lnTo>
                  <a:lnTo>
                    <a:pt x="21240" y="40100"/>
                  </a:lnTo>
                  <a:lnTo>
                    <a:pt x="21240" y="44672"/>
                  </a:lnTo>
                  <a:lnTo>
                    <a:pt x="22764" y="49244"/>
                  </a:lnTo>
                  <a:lnTo>
                    <a:pt x="24288" y="55340"/>
                  </a:lnTo>
                  <a:lnTo>
                    <a:pt x="30384" y="64484"/>
                  </a:lnTo>
                  <a:lnTo>
                    <a:pt x="31908" y="66008"/>
                  </a:lnTo>
                  <a:lnTo>
                    <a:pt x="36480" y="69056"/>
                  </a:lnTo>
                  <a:lnTo>
                    <a:pt x="48672" y="81248"/>
                  </a:lnTo>
                  <a:lnTo>
                    <a:pt x="48672" y="82772"/>
                  </a:lnTo>
                  <a:lnTo>
                    <a:pt x="50196" y="85820"/>
                  </a:lnTo>
                  <a:lnTo>
                    <a:pt x="45624" y="94964"/>
                  </a:lnTo>
                  <a:lnTo>
                    <a:pt x="44100" y="96488"/>
                  </a:lnTo>
                  <a:lnTo>
                    <a:pt x="41052" y="96488"/>
                  </a:lnTo>
                  <a:lnTo>
                    <a:pt x="38004" y="98012"/>
                  </a:lnTo>
                  <a:close/>
                </a:path>
                <a:path w="239395" h="628650">
                  <a:moveTo>
                    <a:pt x="112680" y="81248"/>
                  </a:moveTo>
                  <a:lnTo>
                    <a:pt x="105060" y="81248"/>
                  </a:lnTo>
                  <a:lnTo>
                    <a:pt x="102012" y="79724"/>
                  </a:lnTo>
                  <a:lnTo>
                    <a:pt x="98964" y="76676"/>
                  </a:lnTo>
                  <a:lnTo>
                    <a:pt x="98964" y="73628"/>
                  </a:lnTo>
                  <a:lnTo>
                    <a:pt x="97440" y="69056"/>
                  </a:lnTo>
                  <a:lnTo>
                    <a:pt x="98964" y="64484"/>
                  </a:lnTo>
                  <a:lnTo>
                    <a:pt x="103536" y="61436"/>
                  </a:lnTo>
                  <a:lnTo>
                    <a:pt x="105060" y="58388"/>
                  </a:lnTo>
                  <a:lnTo>
                    <a:pt x="106584" y="58388"/>
                  </a:lnTo>
                  <a:lnTo>
                    <a:pt x="106584" y="53816"/>
                  </a:lnTo>
                  <a:lnTo>
                    <a:pt x="105060" y="50768"/>
                  </a:lnTo>
                  <a:lnTo>
                    <a:pt x="102798" y="45315"/>
                  </a:lnTo>
                  <a:lnTo>
                    <a:pt x="58578" y="23907"/>
                  </a:lnTo>
                  <a:lnTo>
                    <a:pt x="47720" y="23455"/>
                  </a:lnTo>
                  <a:lnTo>
                    <a:pt x="112322" y="23455"/>
                  </a:lnTo>
                  <a:lnTo>
                    <a:pt x="115157" y="25622"/>
                  </a:lnTo>
                  <a:lnTo>
                    <a:pt x="122420" y="34718"/>
                  </a:lnTo>
                  <a:lnTo>
                    <a:pt x="126396" y="44672"/>
                  </a:lnTo>
                  <a:lnTo>
                    <a:pt x="127920" y="46196"/>
                  </a:lnTo>
                  <a:lnTo>
                    <a:pt x="127920" y="52292"/>
                  </a:lnTo>
                  <a:lnTo>
                    <a:pt x="129444" y="53816"/>
                  </a:lnTo>
                  <a:lnTo>
                    <a:pt x="129444" y="55340"/>
                  </a:lnTo>
                  <a:lnTo>
                    <a:pt x="134016" y="59912"/>
                  </a:lnTo>
                  <a:lnTo>
                    <a:pt x="134016" y="62960"/>
                  </a:lnTo>
                  <a:lnTo>
                    <a:pt x="135540" y="69056"/>
                  </a:lnTo>
                  <a:lnTo>
                    <a:pt x="134016" y="72104"/>
                  </a:lnTo>
                  <a:lnTo>
                    <a:pt x="127920" y="75152"/>
                  </a:lnTo>
                  <a:lnTo>
                    <a:pt x="123348" y="78200"/>
                  </a:lnTo>
                  <a:lnTo>
                    <a:pt x="118776" y="79724"/>
                  </a:lnTo>
                  <a:lnTo>
                    <a:pt x="112680" y="81248"/>
                  </a:lnTo>
                  <a:close/>
                </a:path>
                <a:path w="239395" h="628650">
                  <a:moveTo>
                    <a:pt x="65436" y="283940"/>
                  </a:moveTo>
                  <a:lnTo>
                    <a:pt x="63912" y="282416"/>
                  </a:lnTo>
                  <a:lnTo>
                    <a:pt x="60864" y="280892"/>
                  </a:lnTo>
                  <a:lnTo>
                    <a:pt x="57816" y="277844"/>
                  </a:lnTo>
                  <a:lnTo>
                    <a:pt x="54768" y="271748"/>
                  </a:lnTo>
                  <a:lnTo>
                    <a:pt x="56292" y="267176"/>
                  </a:lnTo>
                  <a:lnTo>
                    <a:pt x="63912" y="259556"/>
                  </a:lnTo>
                  <a:lnTo>
                    <a:pt x="68484" y="253460"/>
                  </a:lnTo>
                  <a:lnTo>
                    <a:pt x="45624" y="222980"/>
                  </a:lnTo>
                  <a:lnTo>
                    <a:pt x="44198" y="215360"/>
                  </a:lnTo>
                  <a:lnTo>
                    <a:pt x="44291" y="207740"/>
                  </a:lnTo>
                  <a:lnTo>
                    <a:pt x="70008" y="174212"/>
                  </a:lnTo>
                  <a:lnTo>
                    <a:pt x="77104" y="172783"/>
                  </a:lnTo>
                  <a:lnTo>
                    <a:pt x="84486" y="173069"/>
                  </a:lnTo>
                  <a:lnTo>
                    <a:pt x="113537" y="191214"/>
                  </a:lnTo>
                  <a:lnTo>
                    <a:pt x="114981" y="192500"/>
                  </a:lnTo>
                  <a:lnTo>
                    <a:pt x="80676" y="192500"/>
                  </a:lnTo>
                  <a:lnTo>
                    <a:pt x="71532" y="195548"/>
                  </a:lnTo>
                  <a:lnTo>
                    <a:pt x="68484" y="198596"/>
                  </a:lnTo>
                  <a:lnTo>
                    <a:pt x="65436" y="203168"/>
                  </a:lnTo>
                  <a:lnTo>
                    <a:pt x="63912" y="207740"/>
                  </a:lnTo>
                  <a:lnTo>
                    <a:pt x="63912" y="212312"/>
                  </a:lnTo>
                  <a:lnTo>
                    <a:pt x="65436" y="218408"/>
                  </a:lnTo>
                  <a:lnTo>
                    <a:pt x="68056" y="224075"/>
                  </a:lnTo>
                  <a:lnTo>
                    <a:pt x="71532" y="229457"/>
                  </a:lnTo>
                  <a:lnTo>
                    <a:pt x="76152" y="234267"/>
                  </a:lnTo>
                  <a:lnTo>
                    <a:pt x="82200" y="238220"/>
                  </a:lnTo>
                  <a:lnTo>
                    <a:pt x="110260" y="238220"/>
                  </a:lnTo>
                  <a:lnTo>
                    <a:pt x="109632" y="238887"/>
                  </a:lnTo>
                  <a:lnTo>
                    <a:pt x="105060" y="244316"/>
                  </a:lnTo>
                  <a:lnTo>
                    <a:pt x="126396" y="244316"/>
                  </a:lnTo>
                  <a:lnTo>
                    <a:pt x="127920" y="245840"/>
                  </a:lnTo>
                  <a:lnTo>
                    <a:pt x="129444" y="250412"/>
                  </a:lnTo>
                  <a:lnTo>
                    <a:pt x="129444" y="256508"/>
                  </a:lnTo>
                  <a:lnTo>
                    <a:pt x="126396" y="258032"/>
                  </a:lnTo>
                  <a:lnTo>
                    <a:pt x="124872" y="261080"/>
                  </a:lnTo>
                  <a:lnTo>
                    <a:pt x="121824" y="262604"/>
                  </a:lnTo>
                  <a:lnTo>
                    <a:pt x="118776" y="262604"/>
                  </a:lnTo>
                  <a:lnTo>
                    <a:pt x="112534" y="264128"/>
                  </a:lnTo>
                  <a:lnTo>
                    <a:pt x="88296" y="264128"/>
                  </a:lnTo>
                  <a:lnTo>
                    <a:pt x="81772" y="271486"/>
                  </a:lnTo>
                  <a:lnTo>
                    <a:pt x="76104" y="277272"/>
                  </a:lnTo>
                  <a:lnTo>
                    <a:pt x="71580" y="281058"/>
                  </a:lnTo>
                  <a:lnTo>
                    <a:pt x="68484" y="282416"/>
                  </a:lnTo>
                  <a:lnTo>
                    <a:pt x="65436" y="283940"/>
                  </a:lnTo>
                  <a:close/>
                </a:path>
                <a:path w="239395" h="628650">
                  <a:moveTo>
                    <a:pt x="176688" y="198596"/>
                  </a:moveTo>
                  <a:lnTo>
                    <a:pt x="121824" y="198596"/>
                  </a:lnTo>
                  <a:lnTo>
                    <a:pt x="137064" y="189452"/>
                  </a:lnTo>
                  <a:lnTo>
                    <a:pt x="149256" y="186404"/>
                  </a:lnTo>
                  <a:lnTo>
                    <a:pt x="155352" y="187928"/>
                  </a:lnTo>
                  <a:lnTo>
                    <a:pt x="170592" y="194024"/>
                  </a:lnTo>
                  <a:lnTo>
                    <a:pt x="176688" y="198596"/>
                  </a:lnTo>
                  <a:close/>
                </a:path>
                <a:path w="239395" h="628650">
                  <a:moveTo>
                    <a:pt x="110260" y="238220"/>
                  </a:moveTo>
                  <a:lnTo>
                    <a:pt x="82200" y="238220"/>
                  </a:lnTo>
                  <a:lnTo>
                    <a:pt x="86248" y="233957"/>
                  </a:lnTo>
                  <a:lnTo>
                    <a:pt x="91725" y="228123"/>
                  </a:lnTo>
                  <a:lnTo>
                    <a:pt x="98917" y="220860"/>
                  </a:lnTo>
                  <a:lnTo>
                    <a:pt x="108108" y="212312"/>
                  </a:lnTo>
                  <a:lnTo>
                    <a:pt x="103536" y="207740"/>
                  </a:lnTo>
                  <a:lnTo>
                    <a:pt x="97440" y="203168"/>
                  </a:lnTo>
                  <a:lnTo>
                    <a:pt x="92868" y="198596"/>
                  </a:lnTo>
                  <a:lnTo>
                    <a:pt x="86772" y="194024"/>
                  </a:lnTo>
                  <a:lnTo>
                    <a:pt x="80676" y="192500"/>
                  </a:lnTo>
                  <a:lnTo>
                    <a:pt x="114981" y="192500"/>
                  </a:lnTo>
                  <a:lnTo>
                    <a:pt x="121824" y="198596"/>
                  </a:lnTo>
                  <a:lnTo>
                    <a:pt x="176688" y="198596"/>
                  </a:lnTo>
                  <a:lnTo>
                    <a:pt x="178212" y="204692"/>
                  </a:lnTo>
                  <a:lnTo>
                    <a:pt x="178822" y="207740"/>
                  </a:lnTo>
                  <a:lnTo>
                    <a:pt x="147732" y="207740"/>
                  </a:lnTo>
                  <a:lnTo>
                    <a:pt x="146208" y="209264"/>
                  </a:lnTo>
                  <a:lnTo>
                    <a:pt x="140112" y="212312"/>
                  </a:lnTo>
                  <a:lnTo>
                    <a:pt x="138588" y="213836"/>
                  </a:lnTo>
                  <a:lnTo>
                    <a:pt x="137064" y="213836"/>
                  </a:lnTo>
                  <a:lnTo>
                    <a:pt x="143160" y="216884"/>
                  </a:lnTo>
                  <a:lnTo>
                    <a:pt x="146208" y="216884"/>
                  </a:lnTo>
                  <a:lnTo>
                    <a:pt x="149256" y="218408"/>
                  </a:lnTo>
                  <a:lnTo>
                    <a:pt x="179736" y="218408"/>
                  </a:lnTo>
                  <a:lnTo>
                    <a:pt x="175164" y="224504"/>
                  </a:lnTo>
                  <a:lnTo>
                    <a:pt x="174402" y="226028"/>
                  </a:lnTo>
                  <a:lnTo>
                    <a:pt x="123348" y="226028"/>
                  </a:lnTo>
                  <a:lnTo>
                    <a:pt x="118776" y="229743"/>
                  </a:lnTo>
                  <a:lnTo>
                    <a:pt x="114280" y="233957"/>
                  </a:lnTo>
                  <a:lnTo>
                    <a:pt x="110260" y="238220"/>
                  </a:lnTo>
                  <a:close/>
                </a:path>
                <a:path w="239395" h="628650">
                  <a:moveTo>
                    <a:pt x="179736" y="218408"/>
                  </a:moveTo>
                  <a:lnTo>
                    <a:pt x="153828" y="218408"/>
                  </a:lnTo>
                  <a:lnTo>
                    <a:pt x="155352" y="216884"/>
                  </a:lnTo>
                  <a:lnTo>
                    <a:pt x="156876" y="216884"/>
                  </a:lnTo>
                  <a:lnTo>
                    <a:pt x="158400" y="215360"/>
                  </a:lnTo>
                  <a:lnTo>
                    <a:pt x="159924" y="215360"/>
                  </a:lnTo>
                  <a:lnTo>
                    <a:pt x="159924" y="212312"/>
                  </a:lnTo>
                  <a:lnTo>
                    <a:pt x="156876" y="209264"/>
                  </a:lnTo>
                  <a:lnTo>
                    <a:pt x="156876" y="207740"/>
                  </a:lnTo>
                  <a:lnTo>
                    <a:pt x="178822" y="207740"/>
                  </a:lnTo>
                  <a:lnTo>
                    <a:pt x="179736" y="212312"/>
                  </a:lnTo>
                  <a:lnTo>
                    <a:pt x="179736" y="218408"/>
                  </a:lnTo>
                  <a:close/>
                </a:path>
                <a:path w="239395" h="628650">
                  <a:moveTo>
                    <a:pt x="152280" y="236315"/>
                  </a:moveTo>
                  <a:lnTo>
                    <a:pt x="142970" y="235172"/>
                  </a:lnTo>
                  <a:lnTo>
                    <a:pt x="133373" y="231743"/>
                  </a:lnTo>
                  <a:lnTo>
                    <a:pt x="123348" y="226028"/>
                  </a:lnTo>
                  <a:lnTo>
                    <a:pt x="174402" y="226028"/>
                  </a:lnTo>
                  <a:lnTo>
                    <a:pt x="172116" y="230600"/>
                  </a:lnTo>
                  <a:lnTo>
                    <a:pt x="167544" y="233648"/>
                  </a:lnTo>
                  <a:lnTo>
                    <a:pt x="161448" y="235172"/>
                  </a:lnTo>
                  <a:lnTo>
                    <a:pt x="152280" y="236315"/>
                  </a:lnTo>
                  <a:close/>
                </a:path>
                <a:path w="239395" h="628650">
                  <a:moveTo>
                    <a:pt x="126396" y="244316"/>
                  </a:moveTo>
                  <a:lnTo>
                    <a:pt x="105060" y="244316"/>
                  </a:lnTo>
                  <a:lnTo>
                    <a:pt x="118776" y="242792"/>
                  </a:lnTo>
                  <a:lnTo>
                    <a:pt x="124872" y="242792"/>
                  </a:lnTo>
                  <a:lnTo>
                    <a:pt x="126396" y="244316"/>
                  </a:lnTo>
                  <a:close/>
                </a:path>
                <a:path w="239395" h="628650">
                  <a:moveTo>
                    <a:pt x="105325" y="264961"/>
                  </a:moveTo>
                  <a:lnTo>
                    <a:pt x="96273" y="264961"/>
                  </a:lnTo>
                  <a:lnTo>
                    <a:pt x="88296" y="264128"/>
                  </a:lnTo>
                  <a:lnTo>
                    <a:pt x="112534" y="264128"/>
                  </a:lnTo>
                  <a:lnTo>
                    <a:pt x="111656" y="264342"/>
                  </a:lnTo>
                  <a:lnTo>
                    <a:pt x="105325" y="264961"/>
                  </a:lnTo>
                  <a:close/>
                </a:path>
                <a:path w="239395" h="628650">
                  <a:moveTo>
                    <a:pt x="138588" y="443960"/>
                  </a:moveTo>
                  <a:lnTo>
                    <a:pt x="130968" y="443960"/>
                  </a:lnTo>
                  <a:lnTo>
                    <a:pt x="127920" y="440912"/>
                  </a:lnTo>
                  <a:lnTo>
                    <a:pt x="117371" y="432601"/>
                  </a:lnTo>
                  <a:lnTo>
                    <a:pt x="108680" y="423576"/>
                  </a:lnTo>
                  <a:lnTo>
                    <a:pt x="101988" y="413694"/>
                  </a:lnTo>
                  <a:lnTo>
                    <a:pt x="97440" y="402812"/>
                  </a:lnTo>
                  <a:lnTo>
                    <a:pt x="96215" y="395192"/>
                  </a:lnTo>
                  <a:lnTo>
                    <a:pt x="96297" y="385476"/>
                  </a:lnTo>
                  <a:lnTo>
                    <a:pt x="98298" y="377309"/>
                  </a:lnTo>
                  <a:lnTo>
                    <a:pt x="101946" y="369427"/>
                  </a:lnTo>
                  <a:lnTo>
                    <a:pt x="102012" y="369284"/>
                  </a:lnTo>
                  <a:lnTo>
                    <a:pt x="141946" y="346590"/>
                  </a:lnTo>
                  <a:lnTo>
                    <a:pt x="156686" y="346995"/>
                  </a:lnTo>
                  <a:lnTo>
                    <a:pt x="172283" y="350543"/>
                  </a:lnTo>
                  <a:lnTo>
                    <a:pt x="188880" y="357092"/>
                  </a:lnTo>
                  <a:lnTo>
                    <a:pt x="202072" y="364259"/>
                  </a:lnTo>
                  <a:lnTo>
                    <a:pt x="208660" y="369427"/>
                  </a:lnTo>
                  <a:lnTo>
                    <a:pt x="144589" y="369427"/>
                  </a:lnTo>
                  <a:lnTo>
                    <a:pt x="134016" y="370808"/>
                  </a:lnTo>
                  <a:lnTo>
                    <a:pt x="129444" y="372332"/>
                  </a:lnTo>
                  <a:lnTo>
                    <a:pt x="124872" y="375380"/>
                  </a:lnTo>
                  <a:lnTo>
                    <a:pt x="121824" y="381476"/>
                  </a:lnTo>
                  <a:lnTo>
                    <a:pt x="118776" y="386048"/>
                  </a:lnTo>
                  <a:lnTo>
                    <a:pt x="117252" y="390620"/>
                  </a:lnTo>
                  <a:lnTo>
                    <a:pt x="118776" y="396716"/>
                  </a:lnTo>
                  <a:lnTo>
                    <a:pt x="120300" y="401288"/>
                  </a:lnTo>
                  <a:lnTo>
                    <a:pt x="123348" y="405860"/>
                  </a:lnTo>
                  <a:lnTo>
                    <a:pt x="129444" y="411956"/>
                  </a:lnTo>
                  <a:lnTo>
                    <a:pt x="132492" y="416528"/>
                  </a:lnTo>
                  <a:lnTo>
                    <a:pt x="138588" y="421100"/>
                  </a:lnTo>
                  <a:lnTo>
                    <a:pt x="143160" y="424148"/>
                  </a:lnTo>
                  <a:lnTo>
                    <a:pt x="144684" y="427196"/>
                  </a:lnTo>
                  <a:lnTo>
                    <a:pt x="146208" y="428720"/>
                  </a:lnTo>
                  <a:lnTo>
                    <a:pt x="146208" y="434816"/>
                  </a:lnTo>
                  <a:lnTo>
                    <a:pt x="143160" y="440912"/>
                  </a:lnTo>
                  <a:lnTo>
                    <a:pt x="140112" y="442436"/>
                  </a:lnTo>
                  <a:lnTo>
                    <a:pt x="138588" y="443960"/>
                  </a:lnTo>
                  <a:close/>
                </a:path>
                <a:path w="239395" h="628650">
                  <a:moveTo>
                    <a:pt x="207168" y="428720"/>
                  </a:moveTo>
                  <a:lnTo>
                    <a:pt x="204120" y="428720"/>
                  </a:lnTo>
                  <a:lnTo>
                    <a:pt x="202596" y="427196"/>
                  </a:lnTo>
                  <a:lnTo>
                    <a:pt x="198024" y="425672"/>
                  </a:lnTo>
                  <a:lnTo>
                    <a:pt x="196500" y="424148"/>
                  </a:lnTo>
                  <a:lnTo>
                    <a:pt x="193452" y="415004"/>
                  </a:lnTo>
                  <a:lnTo>
                    <a:pt x="194976" y="410432"/>
                  </a:lnTo>
                  <a:lnTo>
                    <a:pt x="199548" y="407384"/>
                  </a:lnTo>
                  <a:lnTo>
                    <a:pt x="202596" y="405860"/>
                  </a:lnTo>
                  <a:lnTo>
                    <a:pt x="202596" y="402812"/>
                  </a:lnTo>
                  <a:lnTo>
                    <a:pt x="204120" y="401288"/>
                  </a:lnTo>
                  <a:lnTo>
                    <a:pt x="202596" y="399764"/>
                  </a:lnTo>
                  <a:lnTo>
                    <a:pt x="202596" y="396716"/>
                  </a:lnTo>
                  <a:lnTo>
                    <a:pt x="167449" y="372951"/>
                  </a:lnTo>
                  <a:lnTo>
                    <a:pt x="144589" y="369427"/>
                  </a:lnTo>
                  <a:lnTo>
                    <a:pt x="208660" y="369427"/>
                  </a:lnTo>
                  <a:lnTo>
                    <a:pt x="212121" y="372141"/>
                  </a:lnTo>
                  <a:lnTo>
                    <a:pt x="219313" y="380880"/>
                  </a:lnTo>
                  <a:lnTo>
                    <a:pt x="223932" y="390620"/>
                  </a:lnTo>
                  <a:lnTo>
                    <a:pt x="223932" y="395192"/>
                  </a:lnTo>
                  <a:lnTo>
                    <a:pt x="225456" y="396716"/>
                  </a:lnTo>
                  <a:lnTo>
                    <a:pt x="225456" y="401288"/>
                  </a:lnTo>
                  <a:lnTo>
                    <a:pt x="230028" y="405860"/>
                  </a:lnTo>
                  <a:lnTo>
                    <a:pt x="231552" y="408908"/>
                  </a:lnTo>
                  <a:lnTo>
                    <a:pt x="210216" y="427196"/>
                  </a:lnTo>
                  <a:lnTo>
                    <a:pt x="207168" y="428720"/>
                  </a:lnTo>
                  <a:close/>
                </a:path>
                <a:path w="239395" h="628650">
                  <a:moveTo>
                    <a:pt x="211740" y="488156"/>
                  </a:moveTo>
                  <a:lnTo>
                    <a:pt x="152304" y="488156"/>
                  </a:lnTo>
                  <a:lnTo>
                    <a:pt x="156876" y="486632"/>
                  </a:lnTo>
                  <a:lnTo>
                    <a:pt x="167544" y="483584"/>
                  </a:lnTo>
                  <a:lnTo>
                    <a:pt x="166020" y="479012"/>
                  </a:lnTo>
                  <a:lnTo>
                    <a:pt x="164496" y="475964"/>
                  </a:lnTo>
                  <a:lnTo>
                    <a:pt x="164496" y="472916"/>
                  </a:lnTo>
                  <a:lnTo>
                    <a:pt x="162972" y="469868"/>
                  </a:lnTo>
                  <a:lnTo>
                    <a:pt x="162972" y="462248"/>
                  </a:lnTo>
                  <a:lnTo>
                    <a:pt x="166020" y="456152"/>
                  </a:lnTo>
                  <a:lnTo>
                    <a:pt x="169068" y="454628"/>
                  </a:lnTo>
                  <a:lnTo>
                    <a:pt x="176688" y="454628"/>
                  </a:lnTo>
                  <a:lnTo>
                    <a:pt x="178212" y="457676"/>
                  </a:lnTo>
                  <a:lnTo>
                    <a:pt x="179736" y="459200"/>
                  </a:lnTo>
                  <a:lnTo>
                    <a:pt x="181260" y="462248"/>
                  </a:lnTo>
                  <a:lnTo>
                    <a:pt x="182784" y="468344"/>
                  </a:lnTo>
                  <a:lnTo>
                    <a:pt x="182784" y="471392"/>
                  </a:lnTo>
                  <a:lnTo>
                    <a:pt x="185832" y="477488"/>
                  </a:lnTo>
                  <a:lnTo>
                    <a:pt x="209454" y="477488"/>
                  </a:lnTo>
                  <a:lnTo>
                    <a:pt x="211740" y="482060"/>
                  </a:lnTo>
                  <a:lnTo>
                    <a:pt x="211740" y="488156"/>
                  </a:lnTo>
                  <a:close/>
                </a:path>
                <a:path w="239395" h="628650">
                  <a:moveTo>
                    <a:pt x="209454" y="477488"/>
                  </a:moveTo>
                  <a:lnTo>
                    <a:pt x="190404" y="477488"/>
                  </a:lnTo>
                  <a:lnTo>
                    <a:pt x="191928" y="475964"/>
                  </a:lnTo>
                  <a:lnTo>
                    <a:pt x="202596" y="472916"/>
                  </a:lnTo>
                  <a:lnTo>
                    <a:pt x="208692" y="475964"/>
                  </a:lnTo>
                  <a:lnTo>
                    <a:pt x="209454" y="477488"/>
                  </a:lnTo>
                  <a:close/>
                </a:path>
                <a:path w="239395" h="628650">
                  <a:moveTo>
                    <a:pt x="159924" y="507968"/>
                  </a:moveTo>
                  <a:lnTo>
                    <a:pt x="153828" y="507968"/>
                  </a:lnTo>
                  <a:lnTo>
                    <a:pt x="152304" y="506444"/>
                  </a:lnTo>
                  <a:lnTo>
                    <a:pt x="149256" y="504920"/>
                  </a:lnTo>
                  <a:lnTo>
                    <a:pt x="147732" y="503396"/>
                  </a:lnTo>
                  <a:lnTo>
                    <a:pt x="147732" y="500348"/>
                  </a:lnTo>
                  <a:lnTo>
                    <a:pt x="146208" y="497300"/>
                  </a:lnTo>
                  <a:lnTo>
                    <a:pt x="146208" y="494252"/>
                  </a:lnTo>
                  <a:lnTo>
                    <a:pt x="147732" y="492728"/>
                  </a:lnTo>
                  <a:lnTo>
                    <a:pt x="149256" y="489680"/>
                  </a:lnTo>
                  <a:lnTo>
                    <a:pt x="150780" y="488156"/>
                  </a:lnTo>
                  <a:lnTo>
                    <a:pt x="153828" y="486632"/>
                  </a:lnTo>
                  <a:lnTo>
                    <a:pt x="152304" y="488156"/>
                  </a:lnTo>
                  <a:lnTo>
                    <a:pt x="211740" y="488156"/>
                  </a:lnTo>
                  <a:lnTo>
                    <a:pt x="210216" y="489680"/>
                  </a:lnTo>
                  <a:lnTo>
                    <a:pt x="210216" y="492728"/>
                  </a:lnTo>
                  <a:lnTo>
                    <a:pt x="207168" y="494252"/>
                  </a:lnTo>
                  <a:lnTo>
                    <a:pt x="205644" y="495776"/>
                  </a:lnTo>
                  <a:lnTo>
                    <a:pt x="199548" y="495776"/>
                  </a:lnTo>
                  <a:lnTo>
                    <a:pt x="198024" y="497300"/>
                  </a:lnTo>
                  <a:lnTo>
                    <a:pt x="196500" y="497300"/>
                  </a:lnTo>
                  <a:lnTo>
                    <a:pt x="191928" y="498824"/>
                  </a:lnTo>
                  <a:lnTo>
                    <a:pt x="191928" y="501872"/>
                  </a:lnTo>
                  <a:lnTo>
                    <a:pt x="193452" y="503396"/>
                  </a:lnTo>
                  <a:lnTo>
                    <a:pt x="172116" y="503396"/>
                  </a:lnTo>
                  <a:lnTo>
                    <a:pt x="170592" y="504920"/>
                  </a:lnTo>
                  <a:lnTo>
                    <a:pt x="169068" y="504920"/>
                  </a:lnTo>
                  <a:lnTo>
                    <a:pt x="166020" y="506444"/>
                  </a:lnTo>
                  <a:lnTo>
                    <a:pt x="161448" y="506444"/>
                  </a:lnTo>
                  <a:lnTo>
                    <a:pt x="159924" y="507968"/>
                  </a:lnTo>
                  <a:close/>
                </a:path>
                <a:path w="239395" h="628650">
                  <a:moveTo>
                    <a:pt x="187356" y="530828"/>
                  </a:moveTo>
                  <a:lnTo>
                    <a:pt x="184308" y="529304"/>
                  </a:lnTo>
                  <a:lnTo>
                    <a:pt x="182784" y="529304"/>
                  </a:lnTo>
                  <a:lnTo>
                    <a:pt x="179736" y="527780"/>
                  </a:lnTo>
                  <a:lnTo>
                    <a:pt x="178212" y="524732"/>
                  </a:lnTo>
                  <a:lnTo>
                    <a:pt x="178212" y="521684"/>
                  </a:lnTo>
                  <a:lnTo>
                    <a:pt x="176688" y="521684"/>
                  </a:lnTo>
                  <a:lnTo>
                    <a:pt x="176688" y="515588"/>
                  </a:lnTo>
                  <a:lnTo>
                    <a:pt x="175164" y="512540"/>
                  </a:lnTo>
                  <a:lnTo>
                    <a:pt x="175164" y="509492"/>
                  </a:lnTo>
                  <a:lnTo>
                    <a:pt x="173640" y="507968"/>
                  </a:lnTo>
                  <a:lnTo>
                    <a:pt x="173640" y="504920"/>
                  </a:lnTo>
                  <a:lnTo>
                    <a:pt x="172116" y="503396"/>
                  </a:lnTo>
                  <a:lnTo>
                    <a:pt x="193452" y="503396"/>
                  </a:lnTo>
                  <a:lnTo>
                    <a:pt x="193452" y="506444"/>
                  </a:lnTo>
                  <a:lnTo>
                    <a:pt x="194976" y="507968"/>
                  </a:lnTo>
                  <a:lnTo>
                    <a:pt x="194976" y="511016"/>
                  </a:lnTo>
                  <a:lnTo>
                    <a:pt x="198024" y="521684"/>
                  </a:lnTo>
                  <a:lnTo>
                    <a:pt x="196500" y="527780"/>
                  </a:lnTo>
                  <a:lnTo>
                    <a:pt x="190404" y="529304"/>
                  </a:lnTo>
                  <a:lnTo>
                    <a:pt x="187356" y="530828"/>
                  </a:lnTo>
                  <a:close/>
                </a:path>
                <a:path w="239395" h="628650">
                  <a:moveTo>
                    <a:pt x="190404" y="605504"/>
                  </a:moveTo>
                  <a:lnTo>
                    <a:pt x="179736" y="605504"/>
                  </a:lnTo>
                  <a:lnTo>
                    <a:pt x="176688" y="603980"/>
                  </a:lnTo>
                  <a:lnTo>
                    <a:pt x="175164" y="600932"/>
                  </a:lnTo>
                  <a:lnTo>
                    <a:pt x="175164" y="597884"/>
                  </a:lnTo>
                  <a:lnTo>
                    <a:pt x="173640" y="594836"/>
                  </a:lnTo>
                  <a:lnTo>
                    <a:pt x="173640" y="593312"/>
                  </a:lnTo>
                  <a:lnTo>
                    <a:pt x="175164" y="590264"/>
                  </a:lnTo>
                  <a:lnTo>
                    <a:pt x="176688" y="588740"/>
                  </a:lnTo>
                  <a:lnTo>
                    <a:pt x="178212" y="585692"/>
                  </a:lnTo>
                  <a:lnTo>
                    <a:pt x="179736" y="585692"/>
                  </a:lnTo>
                  <a:lnTo>
                    <a:pt x="184308" y="584168"/>
                  </a:lnTo>
                  <a:lnTo>
                    <a:pt x="194976" y="581120"/>
                  </a:lnTo>
                  <a:lnTo>
                    <a:pt x="191928" y="575024"/>
                  </a:lnTo>
                  <a:lnTo>
                    <a:pt x="191928" y="571976"/>
                  </a:lnTo>
                  <a:lnTo>
                    <a:pt x="190404" y="567404"/>
                  </a:lnTo>
                  <a:lnTo>
                    <a:pt x="190404" y="561308"/>
                  </a:lnTo>
                  <a:lnTo>
                    <a:pt x="191928" y="556736"/>
                  </a:lnTo>
                  <a:lnTo>
                    <a:pt x="193452" y="553688"/>
                  </a:lnTo>
                  <a:lnTo>
                    <a:pt x="196500" y="553688"/>
                  </a:lnTo>
                  <a:lnTo>
                    <a:pt x="201072" y="552164"/>
                  </a:lnTo>
                  <a:lnTo>
                    <a:pt x="204120" y="553688"/>
                  </a:lnTo>
                  <a:lnTo>
                    <a:pt x="205644" y="556736"/>
                  </a:lnTo>
                  <a:lnTo>
                    <a:pt x="207168" y="558260"/>
                  </a:lnTo>
                  <a:lnTo>
                    <a:pt x="208692" y="561308"/>
                  </a:lnTo>
                  <a:lnTo>
                    <a:pt x="210216" y="565880"/>
                  </a:lnTo>
                  <a:lnTo>
                    <a:pt x="210216" y="568928"/>
                  </a:lnTo>
                  <a:lnTo>
                    <a:pt x="211740" y="573500"/>
                  </a:lnTo>
                  <a:lnTo>
                    <a:pt x="213264" y="576548"/>
                  </a:lnTo>
                  <a:lnTo>
                    <a:pt x="237343" y="576548"/>
                  </a:lnTo>
                  <a:lnTo>
                    <a:pt x="239172" y="581120"/>
                  </a:lnTo>
                  <a:lnTo>
                    <a:pt x="239172" y="585692"/>
                  </a:lnTo>
                  <a:lnTo>
                    <a:pt x="237648" y="588740"/>
                  </a:lnTo>
                  <a:lnTo>
                    <a:pt x="237648" y="591788"/>
                  </a:lnTo>
                  <a:lnTo>
                    <a:pt x="234600" y="593312"/>
                  </a:lnTo>
                  <a:lnTo>
                    <a:pt x="230028" y="593312"/>
                  </a:lnTo>
                  <a:lnTo>
                    <a:pt x="228504" y="594836"/>
                  </a:lnTo>
                  <a:lnTo>
                    <a:pt x="223932" y="594836"/>
                  </a:lnTo>
                  <a:lnTo>
                    <a:pt x="219360" y="596360"/>
                  </a:lnTo>
                  <a:lnTo>
                    <a:pt x="219360" y="600932"/>
                  </a:lnTo>
                  <a:lnTo>
                    <a:pt x="220884" y="602456"/>
                  </a:lnTo>
                  <a:lnTo>
                    <a:pt x="198024" y="602456"/>
                  </a:lnTo>
                  <a:lnTo>
                    <a:pt x="196500" y="603980"/>
                  </a:lnTo>
                  <a:lnTo>
                    <a:pt x="193452" y="603980"/>
                  </a:lnTo>
                  <a:lnTo>
                    <a:pt x="190404" y="605504"/>
                  </a:lnTo>
                  <a:close/>
                </a:path>
                <a:path w="239395" h="628650">
                  <a:moveTo>
                    <a:pt x="237343" y="576548"/>
                  </a:moveTo>
                  <a:lnTo>
                    <a:pt x="214788" y="576548"/>
                  </a:lnTo>
                  <a:lnTo>
                    <a:pt x="216312" y="575024"/>
                  </a:lnTo>
                  <a:lnTo>
                    <a:pt x="219360" y="575024"/>
                  </a:lnTo>
                  <a:lnTo>
                    <a:pt x="230028" y="571976"/>
                  </a:lnTo>
                  <a:lnTo>
                    <a:pt x="236124" y="573500"/>
                  </a:lnTo>
                  <a:lnTo>
                    <a:pt x="237343" y="576548"/>
                  </a:lnTo>
                  <a:close/>
                </a:path>
                <a:path w="239395" h="628650">
                  <a:moveTo>
                    <a:pt x="217836" y="628364"/>
                  </a:moveTo>
                  <a:lnTo>
                    <a:pt x="211740" y="628364"/>
                  </a:lnTo>
                  <a:lnTo>
                    <a:pt x="210216" y="626840"/>
                  </a:lnTo>
                  <a:lnTo>
                    <a:pt x="207168" y="625316"/>
                  </a:lnTo>
                  <a:lnTo>
                    <a:pt x="205644" y="623792"/>
                  </a:lnTo>
                  <a:lnTo>
                    <a:pt x="205644" y="620744"/>
                  </a:lnTo>
                  <a:lnTo>
                    <a:pt x="204120" y="620744"/>
                  </a:lnTo>
                  <a:lnTo>
                    <a:pt x="204120" y="613124"/>
                  </a:lnTo>
                  <a:lnTo>
                    <a:pt x="202596" y="611600"/>
                  </a:lnTo>
                  <a:lnTo>
                    <a:pt x="202596" y="608552"/>
                  </a:lnTo>
                  <a:lnTo>
                    <a:pt x="201072" y="605504"/>
                  </a:lnTo>
                  <a:lnTo>
                    <a:pt x="201072" y="603980"/>
                  </a:lnTo>
                  <a:lnTo>
                    <a:pt x="199548" y="602456"/>
                  </a:lnTo>
                  <a:lnTo>
                    <a:pt x="220884" y="602456"/>
                  </a:lnTo>
                  <a:lnTo>
                    <a:pt x="220884" y="603980"/>
                  </a:lnTo>
                  <a:lnTo>
                    <a:pt x="222408" y="607028"/>
                  </a:lnTo>
                  <a:lnTo>
                    <a:pt x="222408" y="608552"/>
                  </a:lnTo>
                  <a:lnTo>
                    <a:pt x="225456" y="619220"/>
                  </a:lnTo>
                  <a:lnTo>
                    <a:pt x="223932" y="626840"/>
                  </a:lnTo>
                  <a:lnTo>
                    <a:pt x="217836" y="628364"/>
                  </a:lnTo>
                  <a:close/>
                </a:path>
                <a:path w="239395" h="628650">
                  <a:moveTo>
                    <a:pt x="184308" y="607028"/>
                  </a:moveTo>
                  <a:lnTo>
                    <a:pt x="181260" y="605504"/>
                  </a:lnTo>
                  <a:lnTo>
                    <a:pt x="185832" y="605504"/>
                  </a:lnTo>
                  <a:lnTo>
                    <a:pt x="184308" y="607028"/>
                  </a:lnTo>
                  <a:close/>
                </a:path>
              </a:pathLst>
            </a:custGeom>
            <a:solidFill>
              <a:srgbClr val="0ABF9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79" name="object 21">
              <a:extLst>
                <a:ext uri="{FF2B5EF4-FFF2-40B4-BE49-F238E27FC236}">
                  <a16:creationId xmlns:a16="http://schemas.microsoft.com/office/drawing/2014/main" id="{1C3B2C9A-7DE0-0F71-9C6F-D0735D184EB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50992" y="1264920"/>
              <a:ext cx="1143000" cy="1609344"/>
            </a:xfrm>
            <a:prstGeom prst="rect">
              <a:avLst/>
            </a:prstGeom>
          </p:spPr>
        </p:pic>
        <p:pic>
          <p:nvPicPr>
            <p:cNvPr id="80" name="object 22">
              <a:extLst>
                <a:ext uri="{FF2B5EF4-FFF2-40B4-BE49-F238E27FC236}">
                  <a16:creationId xmlns:a16="http://schemas.microsoft.com/office/drawing/2014/main" id="{05DD6743-D79C-99AB-A472-CEE20E8541EC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02807" y="1447800"/>
              <a:ext cx="925068" cy="1342136"/>
            </a:xfrm>
            <a:prstGeom prst="rect">
              <a:avLst/>
            </a:prstGeom>
          </p:spPr>
        </p:pic>
        <p:pic>
          <p:nvPicPr>
            <p:cNvPr id="81" name="object 23">
              <a:extLst>
                <a:ext uri="{FF2B5EF4-FFF2-40B4-BE49-F238E27FC236}">
                  <a16:creationId xmlns:a16="http://schemas.microsoft.com/office/drawing/2014/main" id="{1520C9D2-1364-5729-29D1-B3E047074B88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54368" y="2825496"/>
              <a:ext cx="1581912" cy="822959"/>
            </a:xfrm>
            <a:prstGeom prst="rect">
              <a:avLst/>
            </a:prstGeom>
          </p:spPr>
        </p:pic>
        <p:pic>
          <p:nvPicPr>
            <p:cNvPr id="82" name="object 24">
              <a:extLst>
                <a:ext uri="{FF2B5EF4-FFF2-40B4-BE49-F238E27FC236}">
                  <a16:creationId xmlns:a16="http://schemas.microsoft.com/office/drawing/2014/main" id="{91235455-787E-88DF-8342-A1E7DF3A59A4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97802" y="2888884"/>
              <a:ext cx="1465299" cy="642223"/>
            </a:xfrm>
            <a:prstGeom prst="rect">
              <a:avLst/>
            </a:prstGeom>
          </p:spPr>
        </p:pic>
        <p:pic>
          <p:nvPicPr>
            <p:cNvPr id="83" name="object 25">
              <a:extLst>
                <a:ext uri="{FF2B5EF4-FFF2-40B4-BE49-F238E27FC236}">
                  <a16:creationId xmlns:a16="http://schemas.microsoft.com/office/drawing/2014/main" id="{7533196E-602F-B70B-7AB0-8236864FC215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18232" y="2904743"/>
              <a:ext cx="798575" cy="649224"/>
            </a:xfrm>
            <a:prstGeom prst="rect">
              <a:avLst/>
            </a:prstGeom>
          </p:spPr>
        </p:pic>
        <p:pic>
          <p:nvPicPr>
            <p:cNvPr id="84" name="object 26">
              <a:extLst>
                <a:ext uri="{FF2B5EF4-FFF2-40B4-BE49-F238E27FC236}">
                  <a16:creationId xmlns:a16="http://schemas.microsoft.com/office/drawing/2014/main" id="{07ED10CF-BD9C-8745-8F2C-EC98E670F34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97480" y="2983968"/>
              <a:ext cx="662939" cy="467360"/>
            </a:xfrm>
            <a:prstGeom prst="rect">
              <a:avLst/>
            </a:prstGeom>
          </p:spPr>
        </p:pic>
        <p:pic>
          <p:nvPicPr>
            <p:cNvPr id="85" name="object 27">
              <a:extLst>
                <a:ext uri="{FF2B5EF4-FFF2-40B4-BE49-F238E27FC236}">
                  <a16:creationId xmlns:a16="http://schemas.microsoft.com/office/drawing/2014/main" id="{2FCFBBB5-61F7-6619-0EB1-7C4164585044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27831" y="4294632"/>
              <a:ext cx="1417319" cy="862583"/>
            </a:xfrm>
            <a:prstGeom prst="rect">
              <a:avLst/>
            </a:prstGeom>
          </p:spPr>
        </p:pic>
      </p:grpSp>
      <p:sp>
        <p:nvSpPr>
          <p:cNvPr id="86" name="object 28">
            <a:extLst>
              <a:ext uri="{FF2B5EF4-FFF2-40B4-BE49-F238E27FC236}">
                <a16:creationId xmlns:a16="http://schemas.microsoft.com/office/drawing/2014/main" id="{35AE7669-BDC8-E2F3-89BF-9C6EF99DBF4D}"/>
              </a:ext>
            </a:extLst>
          </p:cNvPr>
          <p:cNvSpPr txBox="1"/>
          <p:nvPr/>
        </p:nvSpPr>
        <p:spPr>
          <a:xfrm>
            <a:off x="4382335" y="6075975"/>
            <a:ext cx="433070" cy="483734"/>
          </a:xfrm>
          <a:prstGeom prst="rect">
            <a:avLst/>
          </a:prstGeom>
        </p:spPr>
        <p:txBody>
          <a:bodyPr vert="horz" wrap="square" lIns="0" tIns="25475" rIns="0" bIns="0" rtlCol="0">
            <a:spAutoFit/>
          </a:bodyPr>
          <a:lstStyle/>
          <a:p>
            <a:pPr defTabSz="1183325">
              <a:spcBef>
                <a:spcPts val="201"/>
              </a:spcBef>
            </a:pPr>
            <a:r>
              <a:rPr sz="1682" b="1" spc="-26" dirty="0">
                <a:solidFill>
                  <a:srgbClr val="F98334"/>
                </a:solidFill>
                <a:latin typeface="Comic Sans MS"/>
                <a:cs typeface="Comic Sans MS"/>
              </a:rPr>
              <a:t>Bina</a:t>
            </a:r>
            <a:endParaRPr sz="1682">
              <a:latin typeface="Comic Sans MS"/>
              <a:cs typeface="Comic Sans MS"/>
            </a:endParaRPr>
          </a:p>
          <a:p>
            <a:pPr marL="194756" defTabSz="1183325">
              <a:spcBef>
                <a:spcPts val="13"/>
              </a:spcBef>
            </a:pPr>
            <a:r>
              <a:rPr sz="1294" b="1" spc="-32" dirty="0">
                <a:solidFill>
                  <a:srgbClr val="F98334"/>
                </a:solidFill>
                <a:latin typeface="Comic Sans MS"/>
                <a:cs typeface="Comic Sans MS"/>
              </a:rPr>
              <a:t>0’s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87" name="object 29">
            <a:extLst>
              <a:ext uri="{FF2B5EF4-FFF2-40B4-BE49-F238E27FC236}">
                <a16:creationId xmlns:a16="http://schemas.microsoft.com/office/drawing/2014/main" id="{226FF30E-A1E4-66EC-D7D4-7327B3542BA4}"/>
              </a:ext>
            </a:extLst>
          </p:cNvPr>
          <p:cNvSpPr txBox="1"/>
          <p:nvPr/>
        </p:nvSpPr>
        <p:spPr>
          <a:xfrm>
            <a:off x="4797621" y="6081679"/>
            <a:ext cx="831626" cy="477925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dirty="0">
                <a:solidFill>
                  <a:srgbClr val="F98334"/>
                </a:solidFill>
                <a:latin typeface="Comic Sans MS"/>
                <a:cs typeface="Comic Sans MS"/>
              </a:rPr>
              <a:t>ry</a:t>
            </a:r>
            <a:r>
              <a:rPr sz="1682" b="1" spc="52" dirty="0">
                <a:solidFill>
                  <a:srgbClr val="F98334"/>
                </a:solidFill>
                <a:latin typeface="Comic Sans MS"/>
                <a:cs typeface="Comic Sans MS"/>
              </a:rPr>
              <a:t> </a:t>
            </a:r>
            <a:r>
              <a:rPr sz="1682" b="1" spc="-26" dirty="0">
                <a:solidFill>
                  <a:srgbClr val="F98334"/>
                </a:solidFill>
                <a:latin typeface="Comic Sans MS"/>
                <a:cs typeface="Comic Sans MS"/>
              </a:rPr>
              <a:t>code</a:t>
            </a:r>
            <a:endParaRPr sz="1682">
              <a:latin typeface="Comic Sans MS"/>
              <a:cs typeface="Comic Sans MS"/>
            </a:endParaRPr>
          </a:p>
          <a:p>
            <a:pPr marL="67382" defTabSz="1183325">
              <a:spcBef>
                <a:spcPts val="13"/>
              </a:spcBef>
            </a:pPr>
            <a:r>
              <a:rPr sz="1294" b="1" dirty="0">
                <a:solidFill>
                  <a:srgbClr val="F98334"/>
                </a:solidFill>
                <a:latin typeface="Comic Sans MS"/>
                <a:cs typeface="Comic Sans MS"/>
              </a:rPr>
              <a:t>and</a:t>
            </a:r>
            <a:r>
              <a:rPr sz="1294" b="1" spc="-58" dirty="0">
                <a:solidFill>
                  <a:srgbClr val="F98334"/>
                </a:solidFill>
                <a:latin typeface="Comic Sans MS"/>
                <a:cs typeface="Comic Sans MS"/>
              </a:rPr>
              <a:t> </a:t>
            </a:r>
            <a:r>
              <a:rPr sz="1294" b="1" spc="-32" dirty="0">
                <a:solidFill>
                  <a:srgbClr val="F98334"/>
                </a:solidFill>
                <a:latin typeface="Comic Sans MS"/>
                <a:cs typeface="Comic Sans MS"/>
              </a:rPr>
              <a:t>1’s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88" name="object 30">
            <a:extLst>
              <a:ext uri="{FF2B5EF4-FFF2-40B4-BE49-F238E27FC236}">
                <a16:creationId xmlns:a16="http://schemas.microsoft.com/office/drawing/2014/main" id="{8F5A7F80-116C-B178-A0CD-258D848EFA94}"/>
              </a:ext>
            </a:extLst>
          </p:cNvPr>
          <p:cNvGrpSpPr/>
          <p:nvPr/>
        </p:nvGrpSpPr>
        <p:grpSpPr>
          <a:xfrm>
            <a:off x="1364787" y="5313201"/>
            <a:ext cx="5096585" cy="1294279"/>
            <a:chOff x="902208" y="4105655"/>
            <a:chExt cx="3938270" cy="1000125"/>
          </a:xfrm>
        </p:grpSpPr>
        <p:pic>
          <p:nvPicPr>
            <p:cNvPr id="89" name="object 31">
              <a:extLst>
                <a:ext uri="{FF2B5EF4-FFF2-40B4-BE49-F238E27FC236}">
                  <a16:creationId xmlns:a16="http://schemas.microsoft.com/office/drawing/2014/main" id="{15C2DA16-47B6-E13F-E0FD-75C4EED65DA2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2208" y="4355591"/>
              <a:ext cx="2700527" cy="749808"/>
            </a:xfrm>
            <a:prstGeom prst="rect">
              <a:avLst/>
            </a:prstGeom>
          </p:spPr>
        </p:pic>
        <p:pic>
          <p:nvPicPr>
            <p:cNvPr id="90" name="object 32">
              <a:extLst>
                <a:ext uri="{FF2B5EF4-FFF2-40B4-BE49-F238E27FC236}">
                  <a16:creationId xmlns:a16="http://schemas.microsoft.com/office/drawing/2014/main" id="{87F8ECFB-92F9-AB16-886E-CF812A7CDEB0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8116" y="4439411"/>
              <a:ext cx="2616993" cy="542543"/>
            </a:xfrm>
            <a:prstGeom prst="rect">
              <a:avLst/>
            </a:prstGeom>
          </p:spPr>
        </p:pic>
        <p:pic>
          <p:nvPicPr>
            <p:cNvPr id="91" name="object 33">
              <a:extLst>
                <a:ext uri="{FF2B5EF4-FFF2-40B4-BE49-F238E27FC236}">
                  <a16:creationId xmlns:a16="http://schemas.microsoft.com/office/drawing/2014/main" id="{5C5E9518-96F2-4F8D-D003-B411D5B07BD6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60647" y="4105655"/>
              <a:ext cx="1179575" cy="505967"/>
            </a:xfrm>
            <a:prstGeom prst="rect">
              <a:avLst/>
            </a:prstGeom>
          </p:spPr>
        </p:pic>
      </p:grpSp>
      <p:sp>
        <p:nvSpPr>
          <p:cNvPr id="92" name="object 34">
            <a:extLst>
              <a:ext uri="{FF2B5EF4-FFF2-40B4-BE49-F238E27FC236}">
                <a16:creationId xmlns:a16="http://schemas.microsoft.com/office/drawing/2014/main" id="{59C7C08F-E82B-92AC-FDD1-041EB258CDAB}"/>
              </a:ext>
            </a:extLst>
          </p:cNvPr>
          <p:cNvSpPr txBox="1"/>
          <p:nvPr/>
        </p:nvSpPr>
        <p:spPr>
          <a:xfrm>
            <a:off x="4925920" y="5639885"/>
            <a:ext cx="799577" cy="214924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defTabSz="1183325">
              <a:spcBef>
                <a:spcPts val="123"/>
              </a:spcBef>
            </a:pPr>
            <a:r>
              <a:rPr sz="1294" b="1" spc="-13" dirty="0">
                <a:solidFill>
                  <a:srgbClr val="B1DB95"/>
                </a:solidFill>
                <a:latin typeface="Comic Sans MS"/>
                <a:cs typeface="Comic Sans MS"/>
              </a:rPr>
              <a:t>Hardware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93" name="object 35">
            <a:extLst>
              <a:ext uri="{FF2B5EF4-FFF2-40B4-BE49-F238E27FC236}">
                <a16:creationId xmlns:a16="http://schemas.microsoft.com/office/drawing/2014/main" id="{07FD4E8F-B6C7-1247-F088-CF8A021F2B3D}"/>
              </a:ext>
            </a:extLst>
          </p:cNvPr>
          <p:cNvGrpSpPr/>
          <p:nvPr/>
        </p:nvGrpSpPr>
        <p:grpSpPr>
          <a:xfrm>
            <a:off x="6212542" y="5151479"/>
            <a:ext cx="5131921" cy="2729902"/>
            <a:chOff x="4648200" y="3980688"/>
            <a:chExt cx="3965575" cy="2109470"/>
          </a:xfrm>
        </p:grpSpPr>
        <p:pic>
          <p:nvPicPr>
            <p:cNvPr id="94" name="object 36">
              <a:extLst>
                <a:ext uri="{FF2B5EF4-FFF2-40B4-BE49-F238E27FC236}">
                  <a16:creationId xmlns:a16="http://schemas.microsoft.com/office/drawing/2014/main" id="{8BC24292-D1C7-72C1-31F7-B370CD3E8D71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648200" y="3980688"/>
              <a:ext cx="304800" cy="310895"/>
            </a:xfrm>
            <a:prstGeom prst="rect">
              <a:avLst/>
            </a:prstGeom>
          </p:spPr>
        </p:pic>
        <p:pic>
          <p:nvPicPr>
            <p:cNvPr id="95" name="object 37">
              <a:extLst>
                <a:ext uri="{FF2B5EF4-FFF2-40B4-BE49-F238E27FC236}">
                  <a16:creationId xmlns:a16="http://schemas.microsoft.com/office/drawing/2014/main" id="{8B1713A7-6920-F57B-64CC-1998DED3249E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943087" y="5745480"/>
              <a:ext cx="670560" cy="344423"/>
            </a:xfrm>
            <a:prstGeom prst="rect">
              <a:avLst/>
            </a:prstGeom>
          </p:spPr>
        </p:pic>
      </p:grpSp>
      <p:sp>
        <p:nvSpPr>
          <p:cNvPr id="96" name="object 38">
            <a:extLst>
              <a:ext uri="{FF2B5EF4-FFF2-40B4-BE49-F238E27FC236}">
                <a16:creationId xmlns:a16="http://schemas.microsoft.com/office/drawing/2014/main" id="{2FA3EC04-1C7A-9DB3-904A-E6568DA26D07}"/>
              </a:ext>
            </a:extLst>
          </p:cNvPr>
          <p:cNvSpPr txBox="1"/>
          <p:nvPr/>
        </p:nvSpPr>
        <p:spPr>
          <a:xfrm>
            <a:off x="9807161" y="7761994"/>
            <a:ext cx="799577" cy="214924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defTabSz="1183325">
              <a:spcBef>
                <a:spcPts val="123"/>
              </a:spcBef>
            </a:pPr>
            <a:r>
              <a:rPr sz="1294" b="1" spc="-13" dirty="0">
                <a:solidFill>
                  <a:srgbClr val="B1DB95"/>
                </a:solidFill>
                <a:latin typeface="Comic Sans MS"/>
                <a:cs typeface="Comic Sans MS"/>
              </a:rPr>
              <a:t>Hardware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97" name="object 39">
            <a:extLst>
              <a:ext uri="{FF2B5EF4-FFF2-40B4-BE49-F238E27FC236}">
                <a16:creationId xmlns:a16="http://schemas.microsoft.com/office/drawing/2014/main" id="{70323C73-9884-F139-C8D1-D4B34A605F28}"/>
              </a:ext>
            </a:extLst>
          </p:cNvPr>
          <p:cNvGrpSpPr/>
          <p:nvPr/>
        </p:nvGrpSpPr>
        <p:grpSpPr>
          <a:xfrm>
            <a:off x="9629356" y="4921631"/>
            <a:ext cx="3181873" cy="2754555"/>
            <a:chOff x="7288466" y="3803078"/>
            <a:chExt cx="2458720" cy="2128520"/>
          </a:xfrm>
        </p:grpSpPr>
        <p:pic>
          <p:nvPicPr>
            <p:cNvPr id="98" name="object 40">
              <a:extLst>
                <a:ext uri="{FF2B5EF4-FFF2-40B4-BE49-F238E27FC236}">
                  <a16:creationId xmlns:a16="http://schemas.microsoft.com/office/drawing/2014/main" id="{19A656B8-6490-C80D-F181-6B5D6CBCB2F4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21623" y="5623560"/>
              <a:ext cx="301751" cy="307847"/>
            </a:xfrm>
            <a:prstGeom prst="rect">
              <a:avLst/>
            </a:prstGeom>
          </p:spPr>
        </p:pic>
        <p:sp>
          <p:nvSpPr>
            <p:cNvPr id="99" name="object 41">
              <a:extLst>
                <a:ext uri="{FF2B5EF4-FFF2-40B4-BE49-F238E27FC236}">
                  <a16:creationId xmlns:a16="http://schemas.microsoft.com/office/drawing/2014/main" id="{C93CDA1B-EC81-0946-CCB6-0F0542B55E73}"/>
                </a:ext>
              </a:extLst>
            </p:cNvPr>
            <p:cNvSpPr/>
            <p:nvPr/>
          </p:nvSpPr>
          <p:spPr>
            <a:xfrm>
              <a:off x="7293864" y="5568696"/>
              <a:ext cx="2447925" cy="0"/>
            </a:xfrm>
            <a:custGeom>
              <a:avLst/>
              <a:gdLst/>
              <a:ahLst/>
              <a:cxnLst/>
              <a:rect l="l" t="t" r="r" b="b"/>
              <a:pathLst>
                <a:path w="2447925">
                  <a:moveTo>
                    <a:pt x="0" y="0"/>
                  </a:moveTo>
                  <a:lnTo>
                    <a:pt x="2447543" y="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0" name="object 42">
              <a:extLst>
                <a:ext uri="{FF2B5EF4-FFF2-40B4-BE49-F238E27FC236}">
                  <a16:creationId xmlns:a16="http://schemas.microsoft.com/office/drawing/2014/main" id="{FD333D6F-28A5-3BB7-9CB7-58FD43E3C1E6}"/>
                </a:ext>
              </a:extLst>
            </p:cNvPr>
            <p:cNvSpPr/>
            <p:nvPr/>
          </p:nvSpPr>
          <p:spPr>
            <a:xfrm>
              <a:off x="7565136" y="3808476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169164" y="1467612"/>
                  </a:moveTo>
                  <a:lnTo>
                    <a:pt x="0" y="1298447"/>
                  </a:lnTo>
                  <a:lnTo>
                    <a:pt x="85344" y="1298447"/>
                  </a:lnTo>
                  <a:lnTo>
                    <a:pt x="85344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4507" y="169163"/>
                  </a:lnTo>
                  <a:lnTo>
                    <a:pt x="254507" y="1298447"/>
                  </a:lnTo>
                  <a:lnTo>
                    <a:pt x="338328" y="1298447"/>
                  </a:lnTo>
                  <a:lnTo>
                    <a:pt x="169164" y="1467612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1" name="object 43">
              <a:extLst>
                <a:ext uri="{FF2B5EF4-FFF2-40B4-BE49-F238E27FC236}">
                  <a16:creationId xmlns:a16="http://schemas.microsoft.com/office/drawing/2014/main" id="{9239D4AD-73F9-CD68-BD88-04A020E090CF}"/>
                </a:ext>
              </a:extLst>
            </p:cNvPr>
            <p:cNvSpPr/>
            <p:nvPr/>
          </p:nvSpPr>
          <p:spPr>
            <a:xfrm>
              <a:off x="7565136" y="3808476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4507" y="169163"/>
                  </a:lnTo>
                  <a:lnTo>
                    <a:pt x="254507" y="1298447"/>
                  </a:lnTo>
                  <a:lnTo>
                    <a:pt x="338328" y="1298447"/>
                  </a:lnTo>
                  <a:lnTo>
                    <a:pt x="169164" y="1467612"/>
                  </a:lnTo>
                  <a:lnTo>
                    <a:pt x="0" y="1298447"/>
                  </a:lnTo>
                  <a:lnTo>
                    <a:pt x="85344" y="1298447"/>
                  </a:lnTo>
                  <a:lnTo>
                    <a:pt x="85344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02" name="object 44">
            <a:extLst>
              <a:ext uri="{FF2B5EF4-FFF2-40B4-BE49-F238E27FC236}">
                <a16:creationId xmlns:a16="http://schemas.microsoft.com/office/drawing/2014/main" id="{A9D8DAF1-C888-7402-2DE8-C5B85D60EBE4}"/>
              </a:ext>
            </a:extLst>
          </p:cNvPr>
          <p:cNvSpPr txBox="1"/>
          <p:nvPr/>
        </p:nvSpPr>
        <p:spPr>
          <a:xfrm>
            <a:off x="9953228" y="685285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3" name="object 45">
            <a:extLst>
              <a:ext uri="{FF2B5EF4-FFF2-40B4-BE49-F238E27FC236}">
                <a16:creationId xmlns:a16="http://schemas.microsoft.com/office/drawing/2014/main" id="{6201CDFA-6A5B-745E-8E54-667AD5F89A22}"/>
              </a:ext>
            </a:extLst>
          </p:cNvPr>
          <p:cNvSpPr txBox="1"/>
          <p:nvPr/>
        </p:nvSpPr>
        <p:spPr>
          <a:xfrm>
            <a:off x="10000567" y="4580852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4" name="object 46">
            <a:extLst>
              <a:ext uri="{FF2B5EF4-FFF2-40B4-BE49-F238E27FC236}">
                <a16:creationId xmlns:a16="http://schemas.microsoft.com/office/drawing/2014/main" id="{F9C1AF41-0235-090D-D268-4E4A7F8BE430}"/>
              </a:ext>
            </a:extLst>
          </p:cNvPr>
          <p:cNvSpPr txBox="1"/>
          <p:nvPr/>
        </p:nvSpPr>
        <p:spPr>
          <a:xfrm>
            <a:off x="9809899" y="5774705"/>
            <a:ext cx="781498" cy="194947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4919" rIns="0" bIns="0" rtlCol="0">
            <a:spAutoFit/>
          </a:bodyPr>
          <a:lstStyle/>
          <a:p>
            <a:pPr marL="260496" defTabSz="1183325">
              <a:spcBef>
                <a:spcPts val="511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endParaRPr sz="841">
              <a:latin typeface="Comic Sans MS"/>
              <a:cs typeface="Comic Sans MS"/>
            </a:endParaRPr>
          </a:p>
        </p:txBody>
      </p:sp>
      <p:grpSp>
        <p:nvGrpSpPr>
          <p:cNvPr id="105" name="object 47">
            <a:extLst>
              <a:ext uri="{FF2B5EF4-FFF2-40B4-BE49-F238E27FC236}">
                <a16:creationId xmlns:a16="http://schemas.microsoft.com/office/drawing/2014/main" id="{85720D9E-4ED9-5A77-F974-C4ECEFD7B644}"/>
              </a:ext>
            </a:extLst>
          </p:cNvPr>
          <p:cNvGrpSpPr/>
          <p:nvPr/>
        </p:nvGrpSpPr>
        <p:grpSpPr>
          <a:xfrm>
            <a:off x="11033587" y="4939381"/>
            <a:ext cx="451971" cy="1913890"/>
            <a:chOff x="8373554" y="3816794"/>
            <a:chExt cx="349250" cy="1478915"/>
          </a:xfrm>
        </p:grpSpPr>
        <p:sp>
          <p:nvSpPr>
            <p:cNvPr id="106" name="object 48">
              <a:extLst>
                <a:ext uri="{FF2B5EF4-FFF2-40B4-BE49-F238E27FC236}">
                  <a16:creationId xmlns:a16="http://schemas.microsoft.com/office/drawing/2014/main" id="{9E4E0FC2-5436-759F-86B0-11FDED30DABB}"/>
                </a:ext>
              </a:extLst>
            </p:cNvPr>
            <p:cNvSpPr/>
            <p:nvPr/>
          </p:nvSpPr>
          <p:spPr>
            <a:xfrm>
              <a:off x="8378952" y="3822192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169164" y="1467612"/>
                  </a:moveTo>
                  <a:lnTo>
                    <a:pt x="0" y="1298447"/>
                  </a:lnTo>
                  <a:lnTo>
                    <a:pt x="83820" y="1298447"/>
                  </a:lnTo>
                  <a:lnTo>
                    <a:pt x="83820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8447"/>
                  </a:lnTo>
                  <a:lnTo>
                    <a:pt x="338328" y="1298447"/>
                  </a:lnTo>
                  <a:lnTo>
                    <a:pt x="169164" y="1467612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7" name="object 49">
              <a:extLst>
                <a:ext uri="{FF2B5EF4-FFF2-40B4-BE49-F238E27FC236}">
                  <a16:creationId xmlns:a16="http://schemas.microsoft.com/office/drawing/2014/main" id="{608B7D40-5E71-4E8A-FB39-FAC3AF31F5C9}"/>
                </a:ext>
              </a:extLst>
            </p:cNvPr>
            <p:cNvSpPr/>
            <p:nvPr/>
          </p:nvSpPr>
          <p:spPr>
            <a:xfrm>
              <a:off x="8378952" y="3822192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8447"/>
                  </a:lnTo>
                  <a:lnTo>
                    <a:pt x="338328" y="1298447"/>
                  </a:lnTo>
                  <a:lnTo>
                    <a:pt x="169164" y="1467612"/>
                  </a:lnTo>
                  <a:lnTo>
                    <a:pt x="0" y="1298447"/>
                  </a:lnTo>
                  <a:lnTo>
                    <a:pt x="83820" y="1298447"/>
                  </a:lnTo>
                  <a:lnTo>
                    <a:pt x="83820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08" name="object 50">
            <a:extLst>
              <a:ext uri="{FF2B5EF4-FFF2-40B4-BE49-F238E27FC236}">
                <a16:creationId xmlns:a16="http://schemas.microsoft.com/office/drawing/2014/main" id="{007701CB-5A48-CB77-DA29-300CCB8F88B1}"/>
              </a:ext>
            </a:extLst>
          </p:cNvPr>
          <p:cNvSpPr txBox="1"/>
          <p:nvPr/>
        </p:nvSpPr>
        <p:spPr>
          <a:xfrm>
            <a:off x="11004458" y="687066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9" name="object 51">
            <a:extLst>
              <a:ext uri="{FF2B5EF4-FFF2-40B4-BE49-F238E27FC236}">
                <a16:creationId xmlns:a16="http://schemas.microsoft.com/office/drawing/2014/main" id="{5DC2D275-27BE-0914-B386-2B8A29420BBD}"/>
              </a:ext>
            </a:extLst>
          </p:cNvPr>
          <p:cNvSpPr txBox="1"/>
          <p:nvPr/>
        </p:nvSpPr>
        <p:spPr>
          <a:xfrm>
            <a:off x="11053717" y="4598649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0" name="object 52">
            <a:extLst>
              <a:ext uri="{FF2B5EF4-FFF2-40B4-BE49-F238E27FC236}">
                <a16:creationId xmlns:a16="http://schemas.microsoft.com/office/drawing/2014/main" id="{8CE721E3-6529-7A8A-BDF9-2C26389B4EBF}"/>
              </a:ext>
            </a:extLst>
          </p:cNvPr>
          <p:cNvSpPr txBox="1"/>
          <p:nvPr/>
        </p:nvSpPr>
        <p:spPr>
          <a:xfrm>
            <a:off x="10863072" y="5792455"/>
            <a:ext cx="779033" cy="194947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4919" rIns="0" bIns="0" rtlCol="0">
            <a:spAutoFit/>
          </a:bodyPr>
          <a:lstStyle/>
          <a:p>
            <a:pPr marL="106006" defTabSz="1183325">
              <a:spcBef>
                <a:spcPts val="511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Readability</a:t>
            </a:r>
            <a:endParaRPr sz="841">
              <a:latin typeface="Comic Sans MS"/>
              <a:cs typeface="Comic Sans MS"/>
            </a:endParaRPr>
          </a:p>
        </p:txBody>
      </p:sp>
      <p:grpSp>
        <p:nvGrpSpPr>
          <p:cNvPr id="111" name="object 53">
            <a:extLst>
              <a:ext uri="{FF2B5EF4-FFF2-40B4-BE49-F238E27FC236}">
                <a16:creationId xmlns:a16="http://schemas.microsoft.com/office/drawing/2014/main" id="{29D268BF-DCC1-9B5B-F147-7A07FEF25D96}"/>
              </a:ext>
            </a:extLst>
          </p:cNvPr>
          <p:cNvGrpSpPr/>
          <p:nvPr/>
        </p:nvGrpSpPr>
        <p:grpSpPr>
          <a:xfrm>
            <a:off x="12076983" y="4931573"/>
            <a:ext cx="451971" cy="1911425"/>
            <a:chOff x="9179814" y="3810761"/>
            <a:chExt cx="349250" cy="1477010"/>
          </a:xfrm>
        </p:grpSpPr>
        <p:sp>
          <p:nvSpPr>
            <p:cNvPr id="112" name="object 54">
              <a:extLst>
                <a:ext uri="{FF2B5EF4-FFF2-40B4-BE49-F238E27FC236}">
                  <a16:creationId xmlns:a16="http://schemas.microsoft.com/office/drawing/2014/main" id="{3A1DA29E-AB17-170D-C1D8-1F9BA4CA1CAE}"/>
                </a:ext>
              </a:extLst>
            </p:cNvPr>
            <p:cNvSpPr/>
            <p:nvPr/>
          </p:nvSpPr>
          <p:spPr>
            <a:xfrm>
              <a:off x="9185148" y="3816095"/>
              <a:ext cx="338455" cy="1466215"/>
            </a:xfrm>
            <a:custGeom>
              <a:avLst/>
              <a:gdLst/>
              <a:ahLst/>
              <a:cxnLst/>
              <a:rect l="l" t="t" r="r" b="b"/>
              <a:pathLst>
                <a:path w="338454" h="1466214">
                  <a:moveTo>
                    <a:pt x="169164" y="1466088"/>
                  </a:moveTo>
                  <a:lnTo>
                    <a:pt x="0" y="1296924"/>
                  </a:lnTo>
                  <a:lnTo>
                    <a:pt x="83820" y="1296924"/>
                  </a:lnTo>
                  <a:lnTo>
                    <a:pt x="83820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6924"/>
                  </a:lnTo>
                  <a:lnTo>
                    <a:pt x="338328" y="1296924"/>
                  </a:lnTo>
                  <a:lnTo>
                    <a:pt x="169164" y="146608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13" name="object 55">
              <a:extLst>
                <a:ext uri="{FF2B5EF4-FFF2-40B4-BE49-F238E27FC236}">
                  <a16:creationId xmlns:a16="http://schemas.microsoft.com/office/drawing/2014/main" id="{F3CF7D94-241E-D601-FB89-6393D0DB7F50}"/>
                </a:ext>
              </a:extLst>
            </p:cNvPr>
            <p:cNvSpPr/>
            <p:nvPr/>
          </p:nvSpPr>
          <p:spPr>
            <a:xfrm>
              <a:off x="9185148" y="3816095"/>
              <a:ext cx="338455" cy="1466215"/>
            </a:xfrm>
            <a:custGeom>
              <a:avLst/>
              <a:gdLst/>
              <a:ahLst/>
              <a:cxnLst/>
              <a:rect l="l" t="t" r="r" b="b"/>
              <a:pathLst>
                <a:path w="338454" h="1466214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6924"/>
                  </a:lnTo>
                  <a:lnTo>
                    <a:pt x="338328" y="1296924"/>
                  </a:lnTo>
                  <a:lnTo>
                    <a:pt x="169164" y="1466088"/>
                  </a:lnTo>
                  <a:lnTo>
                    <a:pt x="0" y="1296924"/>
                  </a:lnTo>
                  <a:lnTo>
                    <a:pt x="83820" y="1296924"/>
                  </a:lnTo>
                  <a:lnTo>
                    <a:pt x="83820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14" name="object 56">
            <a:extLst>
              <a:ext uri="{FF2B5EF4-FFF2-40B4-BE49-F238E27FC236}">
                <a16:creationId xmlns:a16="http://schemas.microsoft.com/office/drawing/2014/main" id="{1467B6A5-06D9-E763-DA43-2064966C19C6}"/>
              </a:ext>
            </a:extLst>
          </p:cNvPr>
          <p:cNvSpPr txBox="1"/>
          <p:nvPr/>
        </p:nvSpPr>
        <p:spPr>
          <a:xfrm>
            <a:off x="12047810" y="6860799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5" name="object 57">
            <a:extLst>
              <a:ext uri="{FF2B5EF4-FFF2-40B4-BE49-F238E27FC236}">
                <a16:creationId xmlns:a16="http://schemas.microsoft.com/office/drawing/2014/main" id="{E94E03C6-6CF7-B4A8-FFBB-C17E63636D16}"/>
              </a:ext>
            </a:extLst>
          </p:cNvPr>
          <p:cNvSpPr txBox="1"/>
          <p:nvPr/>
        </p:nvSpPr>
        <p:spPr>
          <a:xfrm>
            <a:off x="12097068" y="459070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6" name="object 58">
            <a:extLst>
              <a:ext uri="{FF2B5EF4-FFF2-40B4-BE49-F238E27FC236}">
                <a16:creationId xmlns:a16="http://schemas.microsoft.com/office/drawing/2014/main" id="{16F2FCAC-3A03-D60D-F8A4-6ED0A26B1584}"/>
              </a:ext>
            </a:extLst>
          </p:cNvPr>
          <p:cNvSpPr txBox="1"/>
          <p:nvPr/>
        </p:nvSpPr>
        <p:spPr>
          <a:xfrm>
            <a:off x="11906384" y="5784565"/>
            <a:ext cx="779033" cy="192458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2454" rIns="0" bIns="0" rtlCol="0">
            <a:spAutoFit/>
          </a:bodyPr>
          <a:lstStyle/>
          <a:p>
            <a:pPr marL="230913" defTabSz="1183325">
              <a:spcBef>
                <a:spcPts val="492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Speed</a:t>
            </a:r>
            <a:endParaRPr sz="841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012775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F45506-840A-C224-1684-7B022D77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CD3A51-5AB1-81A0-135C-3093EDE5A601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en-GB" sz="4000" b="1" dirty="0">
                <a:latin typeface="Comic Sans MS"/>
                <a:cs typeface="Comic Sans MS"/>
              </a:rPr>
              <a:t>Machine 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Assembly</a:t>
            </a:r>
            <a:r>
              <a:rPr lang="en-GB" sz="4000" b="1" spc="-1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vs</a:t>
            </a:r>
            <a:r>
              <a:rPr lang="en-GB" sz="4000" b="1" spc="58" dirty="0">
                <a:latin typeface="Comic Sans MS"/>
                <a:cs typeface="Comic Sans MS"/>
              </a:rPr>
              <a:t> </a:t>
            </a:r>
            <a:r>
              <a:rPr lang="en-GB" sz="4000" b="1" spc="-13" dirty="0">
                <a:latin typeface="Comic Sans MS"/>
                <a:cs typeface="Comic Sans MS"/>
              </a:rPr>
              <a:t>Basic:</a:t>
            </a:r>
          </a:p>
          <a:p>
            <a:pPr algn="l"/>
            <a:endParaRPr lang="sv-SE" sz="2400" spc="-39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Key idea: </a:t>
            </a:r>
            <a:r>
              <a:rPr lang="en-GB" sz="2400" b="1" dirty="0">
                <a:latin typeface="Comic Sans MS" panose="030F0702030302020204" pitchFamily="66" charset="0"/>
              </a:rPr>
              <a:t>Closer to hardware → faster but harder to read.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Farther → </a:t>
            </a:r>
            <a:r>
              <a:rPr lang="en-GB" sz="2400" b="1" dirty="0">
                <a:latin typeface="Comic Sans MS" panose="030F0702030302020204" pitchFamily="66" charset="0"/>
              </a:rPr>
              <a:t>easier to read/write/maintain</a:t>
            </a:r>
            <a:r>
              <a:rPr lang="en-GB" sz="2400" dirty="0">
                <a:latin typeface="Comic Sans MS" panose="030F0702030302020204" pitchFamily="66" charset="0"/>
              </a:rPr>
              <a:t> but potentially slower. Real-world speed also depends on compiler quality, runtime, JIT, optimization flags, and the problem itself.</a:t>
            </a:r>
          </a:p>
        </p:txBody>
      </p:sp>
      <p:grpSp>
        <p:nvGrpSpPr>
          <p:cNvPr id="60" name="object 2">
            <a:extLst>
              <a:ext uri="{FF2B5EF4-FFF2-40B4-BE49-F238E27FC236}">
                <a16:creationId xmlns:a16="http://schemas.microsoft.com/office/drawing/2014/main" id="{D2E7CB88-8331-5451-95DA-09AF788848D7}"/>
              </a:ext>
            </a:extLst>
          </p:cNvPr>
          <p:cNvGrpSpPr/>
          <p:nvPr/>
        </p:nvGrpSpPr>
        <p:grpSpPr>
          <a:xfrm>
            <a:off x="1826290" y="1534400"/>
            <a:ext cx="9696002" cy="6315262"/>
            <a:chOff x="1258824" y="1185672"/>
            <a:chExt cx="7492365" cy="4879975"/>
          </a:xfrm>
        </p:grpSpPr>
        <p:pic>
          <p:nvPicPr>
            <p:cNvPr id="61" name="object 3">
              <a:extLst>
                <a:ext uri="{FF2B5EF4-FFF2-40B4-BE49-F238E27FC236}">
                  <a16:creationId xmlns:a16="http://schemas.microsoft.com/office/drawing/2014/main" id="{086AAB1C-56D2-AC8E-CEEF-9C57817B8E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8224" y="2810256"/>
              <a:ext cx="2584703" cy="3255263"/>
            </a:xfrm>
            <a:prstGeom prst="rect">
              <a:avLst/>
            </a:prstGeom>
          </p:spPr>
        </p:pic>
        <p:pic>
          <p:nvPicPr>
            <p:cNvPr id="62" name="object 4">
              <a:extLst>
                <a:ext uri="{FF2B5EF4-FFF2-40B4-BE49-F238E27FC236}">
                  <a16:creationId xmlns:a16="http://schemas.microsoft.com/office/drawing/2014/main" id="{7ADB01A6-FE00-BE9C-00E1-71A0568D6F8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824" y="3977639"/>
              <a:ext cx="2703575" cy="749808"/>
            </a:xfrm>
            <a:prstGeom prst="rect">
              <a:avLst/>
            </a:prstGeom>
          </p:spPr>
        </p:pic>
        <p:pic>
          <p:nvPicPr>
            <p:cNvPr id="63" name="object 5">
              <a:extLst>
                <a:ext uri="{FF2B5EF4-FFF2-40B4-BE49-F238E27FC236}">
                  <a16:creationId xmlns:a16="http://schemas.microsoft.com/office/drawing/2014/main" id="{1828A1B6-95A8-3292-A817-25E75CB3A50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1684" y="4085844"/>
              <a:ext cx="2522219" cy="522065"/>
            </a:xfrm>
            <a:prstGeom prst="rect">
              <a:avLst/>
            </a:prstGeom>
          </p:spPr>
        </p:pic>
        <p:pic>
          <p:nvPicPr>
            <p:cNvPr id="64" name="object 6">
              <a:extLst>
                <a:ext uri="{FF2B5EF4-FFF2-40B4-BE49-F238E27FC236}">
                  <a16:creationId xmlns:a16="http://schemas.microsoft.com/office/drawing/2014/main" id="{C9AAD37D-7608-CDB2-BBF5-BB80C4A49E3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4160519"/>
              <a:ext cx="2663951" cy="469391"/>
            </a:xfrm>
            <a:prstGeom prst="rect">
              <a:avLst/>
            </a:prstGeom>
          </p:spPr>
        </p:pic>
        <p:pic>
          <p:nvPicPr>
            <p:cNvPr id="65" name="object 7">
              <a:extLst>
                <a:ext uri="{FF2B5EF4-FFF2-40B4-BE49-F238E27FC236}">
                  <a16:creationId xmlns:a16="http://schemas.microsoft.com/office/drawing/2014/main" id="{9D621D5D-47EB-3A51-7BFF-8F8673EF774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6480" y="2374392"/>
              <a:ext cx="2624327" cy="1213104"/>
            </a:xfrm>
            <a:prstGeom prst="rect">
              <a:avLst/>
            </a:prstGeom>
          </p:spPr>
        </p:pic>
        <p:pic>
          <p:nvPicPr>
            <p:cNvPr id="66" name="object 8">
              <a:extLst>
                <a:ext uri="{FF2B5EF4-FFF2-40B4-BE49-F238E27FC236}">
                  <a16:creationId xmlns:a16="http://schemas.microsoft.com/office/drawing/2014/main" id="{0DAF2117-21B5-DF3D-43BF-81CCE3BE6A3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8227" y="2453640"/>
              <a:ext cx="2491525" cy="998029"/>
            </a:xfrm>
            <a:prstGeom prst="rect">
              <a:avLst/>
            </a:prstGeom>
          </p:spPr>
        </p:pic>
        <p:pic>
          <p:nvPicPr>
            <p:cNvPr id="67" name="object 9">
              <a:extLst>
                <a:ext uri="{FF2B5EF4-FFF2-40B4-BE49-F238E27FC236}">
                  <a16:creationId xmlns:a16="http://schemas.microsoft.com/office/drawing/2014/main" id="{3F4AB312-F35B-2684-154B-1751653AEE6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8400" y="2764535"/>
              <a:ext cx="2115312" cy="795527"/>
            </a:xfrm>
            <a:prstGeom prst="rect">
              <a:avLst/>
            </a:prstGeom>
          </p:spPr>
        </p:pic>
        <p:pic>
          <p:nvPicPr>
            <p:cNvPr id="68" name="object 10">
              <a:extLst>
                <a:ext uri="{FF2B5EF4-FFF2-40B4-BE49-F238E27FC236}">
                  <a16:creationId xmlns:a16="http://schemas.microsoft.com/office/drawing/2014/main" id="{62892FF2-30BC-4182-A5BC-C5C1BE65B1D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65447" y="1185672"/>
              <a:ext cx="795527" cy="1932431"/>
            </a:xfrm>
            <a:prstGeom prst="rect">
              <a:avLst/>
            </a:prstGeom>
          </p:spPr>
        </p:pic>
        <p:pic>
          <p:nvPicPr>
            <p:cNvPr id="69" name="object 11">
              <a:extLst>
                <a:ext uri="{FF2B5EF4-FFF2-40B4-BE49-F238E27FC236}">
                  <a16:creationId xmlns:a16="http://schemas.microsoft.com/office/drawing/2014/main" id="{48F3DBED-FB08-A443-56A7-65215E70CF8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1940" y="1255775"/>
              <a:ext cx="589787" cy="1811528"/>
            </a:xfrm>
            <a:prstGeom prst="rect">
              <a:avLst/>
            </a:prstGeom>
          </p:spPr>
        </p:pic>
        <p:pic>
          <p:nvPicPr>
            <p:cNvPr id="70" name="object 12">
              <a:extLst>
                <a:ext uri="{FF2B5EF4-FFF2-40B4-BE49-F238E27FC236}">
                  <a16:creationId xmlns:a16="http://schemas.microsoft.com/office/drawing/2014/main" id="{032417E9-8073-526A-6EB9-24A355BF18D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62984" y="1548383"/>
              <a:ext cx="505967" cy="1728216"/>
            </a:xfrm>
            <a:prstGeom prst="rect">
              <a:avLst/>
            </a:prstGeom>
          </p:spPr>
        </p:pic>
        <p:pic>
          <p:nvPicPr>
            <p:cNvPr id="71" name="object 13">
              <a:extLst>
                <a:ext uri="{FF2B5EF4-FFF2-40B4-BE49-F238E27FC236}">
                  <a16:creationId xmlns:a16="http://schemas.microsoft.com/office/drawing/2014/main" id="{471E0758-70B2-0D06-2176-22F349E2C6F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0368" y="1395983"/>
              <a:ext cx="1161287" cy="1639824"/>
            </a:xfrm>
            <a:prstGeom prst="rect">
              <a:avLst/>
            </a:prstGeom>
          </p:spPr>
        </p:pic>
        <p:pic>
          <p:nvPicPr>
            <p:cNvPr id="72" name="object 14">
              <a:extLst>
                <a:ext uri="{FF2B5EF4-FFF2-40B4-BE49-F238E27FC236}">
                  <a16:creationId xmlns:a16="http://schemas.microsoft.com/office/drawing/2014/main" id="{91CA2EF5-4766-8A89-3D27-231DD9823500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82184" y="1450848"/>
              <a:ext cx="989123" cy="1492758"/>
            </a:xfrm>
            <a:prstGeom prst="rect">
              <a:avLst/>
            </a:prstGeom>
          </p:spPr>
        </p:pic>
        <p:pic>
          <p:nvPicPr>
            <p:cNvPr id="73" name="object 15">
              <a:extLst>
                <a:ext uri="{FF2B5EF4-FFF2-40B4-BE49-F238E27FC236}">
                  <a16:creationId xmlns:a16="http://schemas.microsoft.com/office/drawing/2014/main" id="{7F2F839A-F210-9767-D180-B1C130F3BF96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98007" y="1536192"/>
              <a:ext cx="957072" cy="1542287"/>
            </a:xfrm>
            <a:prstGeom prst="rect">
              <a:avLst/>
            </a:prstGeom>
          </p:spPr>
        </p:pic>
        <p:pic>
          <p:nvPicPr>
            <p:cNvPr id="74" name="object 16">
              <a:extLst>
                <a:ext uri="{FF2B5EF4-FFF2-40B4-BE49-F238E27FC236}">
                  <a16:creationId xmlns:a16="http://schemas.microsoft.com/office/drawing/2014/main" id="{E3B8D814-F260-6BAD-C2CC-42B074C25996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34767" y="2444496"/>
              <a:ext cx="1578863" cy="1139951"/>
            </a:xfrm>
            <a:prstGeom prst="rect">
              <a:avLst/>
            </a:prstGeom>
          </p:spPr>
        </p:pic>
        <p:pic>
          <p:nvPicPr>
            <p:cNvPr id="75" name="object 17">
              <a:extLst>
                <a:ext uri="{FF2B5EF4-FFF2-40B4-BE49-F238E27FC236}">
                  <a16:creationId xmlns:a16="http://schemas.microsoft.com/office/drawing/2014/main" id="{B9907344-842F-7768-8C03-9A85706D20C0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1801" y="2485644"/>
              <a:ext cx="1431726" cy="969621"/>
            </a:xfrm>
            <a:prstGeom prst="rect">
              <a:avLst/>
            </a:prstGeom>
          </p:spPr>
        </p:pic>
        <p:pic>
          <p:nvPicPr>
            <p:cNvPr id="76" name="object 18">
              <a:extLst>
                <a:ext uri="{FF2B5EF4-FFF2-40B4-BE49-F238E27FC236}">
                  <a16:creationId xmlns:a16="http://schemas.microsoft.com/office/drawing/2014/main" id="{6D05228F-0AEA-8A19-9960-CF3261C23076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76855" y="1874520"/>
              <a:ext cx="2075687" cy="1962912"/>
            </a:xfrm>
            <a:prstGeom prst="rect">
              <a:avLst/>
            </a:prstGeom>
          </p:spPr>
        </p:pic>
        <p:pic>
          <p:nvPicPr>
            <p:cNvPr id="77" name="object 19">
              <a:extLst>
                <a:ext uri="{FF2B5EF4-FFF2-40B4-BE49-F238E27FC236}">
                  <a16:creationId xmlns:a16="http://schemas.microsoft.com/office/drawing/2014/main" id="{32F61D1B-6768-8C28-F54F-8B987185FE1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56759" y="3892296"/>
              <a:ext cx="493775" cy="490727"/>
            </a:xfrm>
            <a:prstGeom prst="rect">
              <a:avLst/>
            </a:prstGeom>
          </p:spPr>
        </p:pic>
        <p:sp>
          <p:nvSpPr>
            <p:cNvPr id="78" name="object 20">
              <a:extLst>
                <a:ext uri="{FF2B5EF4-FFF2-40B4-BE49-F238E27FC236}">
                  <a16:creationId xmlns:a16="http://schemas.microsoft.com/office/drawing/2014/main" id="{44BC4661-BE73-0A9B-19A5-4424FFC222F1}"/>
                </a:ext>
              </a:extLst>
            </p:cNvPr>
            <p:cNvSpPr/>
            <p:nvPr/>
          </p:nvSpPr>
          <p:spPr>
            <a:xfrm>
              <a:off x="4024979" y="1921287"/>
              <a:ext cx="239395" cy="628650"/>
            </a:xfrm>
            <a:custGeom>
              <a:avLst/>
              <a:gdLst/>
              <a:ahLst/>
              <a:cxnLst/>
              <a:rect l="l" t="t" r="r" b="b"/>
              <a:pathLst>
                <a:path w="239395" h="628650">
                  <a:moveTo>
                    <a:pt x="38004" y="98012"/>
                  </a:moveTo>
                  <a:lnTo>
                    <a:pt x="5762" y="66460"/>
                  </a:lnTo>
                  <a:lnTo>
                    <a:pt x="0" y="47101"/>
                  </a:lnTo>
                  <a:lnTo>
                    <a:pt x="228" y="40290"/>
                  </a:lnTo>
                  <a:lnTo>
                    <a:pt x="23574" y="5095"/>
                  </a:lnTo>
                  <a:lnTo>
                    <a:pt x="45267" y="0"/>
                  </a:lnTo>
                  <a:lnTo>
                    <a:pt x="59912" y="857"/>
                  </a:lnTo>
                  <a:lnTo>
                    <a:pt x="75414" y="4572"/>
                  </a:lnTo>
                  <a:lnTo>
                    <a:pt x="91344" y="11144"/>
                  </a:lnTo>
                  <a:lnTo>
                    <a:pt x="104751" y="17668"/>
                  </a:lnTo>
                  <a:lnTo>
                    <a:pt x="112322" y="23455"/>
                  </a:lnTo>
                  <a:lnTo>
                    <a:pt x="47720" y="23455"/>
                  </a:lnTo>
                  <a:lnTo>
                    <a:pt x="38004" y="24860"/>
                  </a:lnTo>
                  <a:lnTo>
                    <a:pt x="32003" y="26360"/>
                  </a:lnTo>
                  <a:lnTo>
                    <a:pt x="27336" y="29432"/>
                  </a:lnTo>
                  <a:lnTo>
                    <a:pt x="24288" y="34004"/>
                  </a:lnTo>
                  <a:lnTo>
                    <a:pt x="21240" y="40100"/>
                  </a:lnTo>
                  <a:lnTo>
                    <a:pt x="21240" y="44672"/>
                  </a:lnTo>
                  <a:lnTo>
                    <a:pt x="22764" y="49244"/>
                  </a:lnTo>
                  <a:lnTo>
                    <a:pt x="24288" y="55340"/>
                  </a:lnTo>
                  <a:lnTo>
                    <a:pt x="30384" y="64484"/>
                  </a:lnTo>
                  <a:lnTo>
                    <a:pt x="31908" y="66008"/>
                  </a:lnTo>
                  <a:lnTo>
                    <a:pt x="36480" y="69056"/>
                  </a:lnTo>
                  <a:lnTo>
                    <a:pt x="48672" y="81248"/>
                  </a:lnTo>
                  <a:lnTo>
                    <a:pt x="48672" y="82772"/>
                  </a:lnTo>
                  <a:lnTo>
                    <a:pt x="50196" y="85820"/>
                  </a:lnTo>
                  <a:lnTo>
                    <a:pt x="45624" y="94964"/>
                  </a:lnTo>
                  <a:lnTo>
                    <a:pt x="44100" y="96488"/>
                  </a:lnTo>
                  <a:lnTo>
                    <a:pt x="41052" y="96488"/>
                  </a:lnTo>
                  <a:lnTo>
                    <a:pt x="38004" y="98012"/>
                  </a:lnTo>
                  <a:close/>
                </a:path>
                <a:path w="239395" h="628650">
                  <a:moveTo>
                    <a:pt x="112680" y="81248"/>
                  </a:moveTo>
                  <a:lnTo>
                    <a:pt x="105060" y="81248"/>
                  </a:lnTo>
                  <a:lnTo>
                    <a:pt x="102012" y="79724"/>
                  </a:lnTo>
                  <a:lnTo>
                    <a:pt x="98964" y="76676"/>
                  </a:lnTo>
                  <a:lnTo>
                    <a:pt x="98964" y="73628"/>
                  </a:lnTo>
                  <a:lnTo>
                    <a:pt x="97440" y="69056"/>
                  </a:lnTo>
                  <a:lnTo>
                    <a:pt x="98964" y="64484"/>
                  </a:lnTo>
                  <a:lnTo>
                    <a:pt x="103536" y="61436"/>
                  </a:lnTo>
                  <a:lnTo>
                    <a:pt x="105060" y="58388"/>
                  </a:lnTo>
                  <a:lnTo>
                    <a:pt x="106584" y="58388"/>
                  </a:lnTo>
                  <a:lnTo>
                    <a:pt x="106584" y="53816"/>
                  </a:lnTo>
                  <a:lnTo>
                    <a:pt x="105060" y="50768"/>
                  </a:lnTo>
                  <a:lnTo>
                    <a:pt x="102798" y="45315"/>
                  </a:lnTo>
                  <a:lnTo>
                    <a:pt x="58578" y="23907"/>
                  </a:lnTo>
                  <a:lnTo>
                    <a:pt x="47720" y="23455"/>
                  </a:lnTo>
                  <a:lnTo>
                    <a:pt x="112322" y="23455"/>
                  </a:lnTo>
                  <a:lnTo>
                    <a:pt x="115157" y="25622"/>
                  </a:lnTo>
                  <a:lnTo>
                    <a:pt x="122420" y="34718"/>
                  </a:lnTo>
                  <a:lnTo>
                    <a:pt x="126396" y="44672"/>
                  </a:lnTo>
                  <a:lnTo>
                    <a:pt x="127920" y="46196"/>
                  </a:lnTo>
                  <a:lnTo>
                    <a:pt x="127920" y="52292"/>
                  </a:lnTo>
                  <a:lnTo>
                    <a:pt x="129444" y="53816"/>
                  </a:lnTo>
                  <a:lnTo>
                    <a:pt x="129444" y="55340"/>
                  </a:lnTo>
                  <a:lnTo>
                    <a:pt x="134016" y="59912"/>
                  </a:lnTo>
                  <a:lnTo>
                    <a:pt x="134016" y="62960"/>
                  </a:lnTo>
                  <a:lnTo>
                    <a:pt x="135540" y="69056"/>
                  </a:lnTo>
                  <a:lnTo>
                    <a:pt x="134016" y="72104"/>
                  </a:lnTo>
                  <a:lnTo>
                    <a:pt x="127920" y="75152"/>
                  </a:lnTo>
                  <a:lnTo>
                    <a:pt x="123348" y="78200"/>
                  </a:lnTo>
                  <a:lnTo>
                    <a:pt x="118776" y="79724"/>
                  </a:lnTo>
                  <a:lnTo>
                    <a:pt x="112680" y="81248"/>
                  </a:lnTo>
                  <a:close/>
                </a:path>
                <a:path w="239395" h="628650">
                  <a:moveTo>
                    <a:pt x="65436" y="283940"/>
                  </a:moveTo>
                  <a:lnTo>
                    <a:pt x="63912" y="282416"/>
                  </a:lnTo>
                  <a:lnTo>
                    <a:pt x="60864" y="280892"/>
                  </a:lnTo>
                  <a:lnTo>
                    <a:pt x="57816" y="277844"/>
                  </a:lnTo>
                  <a:lnTo>
                    <a:pt x="54768" y="271748"/>
                  </a:lnTo>
                  <a:lnTo>
                    <a:pt x="56292" y="267176"/>
                  </a:lnTo>
                  <a:lnTo>
                    <a:pt x="63912" y="259556"/>
                  </a:lnTo>
                  <a:lnTo>
                    <a:pt x="68484" y="253460"/>
                  </a:lnTo>
                  <a:lnTo>
                    <a:pt x="45624" y="222980"/>
                  </a:lnTo>
                  <a:lnTo>
                    <a:pt x="44198" y="215360"/>
                  </a:lnTo>
                  <a:lnTo>
                    <a:pt x="44291" y="207740"/>
                  </a:lnTo>
                  <a:lnTo>
                    <a:pt x="70008" y="174212"/>
                  </a:lnTo>
                  <a:lnTo>
                    <a:pt x="77104" y="172783"/>
                  </a:lnTo>
                  <a:lnTo>
                    <a:pt x="84486" y="173069"/>
                  </a:lnTo>
                  <a:lnTo>
                    <a:pt x="113537" y="191214"/>
                  </a:lnTo>
                  <a:lnTo>
                    <a:pt x="114981" y="192500"/>
                  </a:lnTo>
                  <a:lnTo>
                    <a:pt x="80676" y="192500"/>
                  </a:lnTo>
                  <a:lnTo>
                    <a:pt x="71532" y="195548"/>
                  </a:lnTo>
                  <a:lnTo>
                    <a:pt x="68484" y="198596"/>
                  </a:lnTo>
                  <a:lnTo>
                    <a:pt x="65436" y="203168"/>
                  </a:lnTo>
                  <a:lnTo>
                    <a:pt x="63912" y="207740"/>
                  </a:lnTo>
                  <a:lnTo>
                    <a:pt x="63912" y="212312"/>
                  </a:lnTo>
                  <a:lnTo>
                    <a:pt x="65436" y="218408"/>
                  </a:lnTo>
                  <a:lnTo>
                    <a:pt x="68056" y="224075"/>
                  </a:lnTo>
                  <a:lnTo>
                    <a:pt x="71532" y="229457"/>
                  </a:lnTo>
                  <a:lnTo>
                    <a:pt x="76152" y="234267"/>
                  </a:lnTo>
                  <a:lnTo>
                    <a:pt x="82200" y="238220"/>
                  </a:lnTo>
                  <a:lnTo>
                    <a:pt x="110260" y="238220"/>
                  </a:lnTo>
                  <a:lnTo>
                    <a:pt x="109632" y="238887"/>
                  </a:lnTo>
                  <a:lnTo>
                    <a:pt x="105060" y="244316"/>
                  </a:lnTo>
                  <a:lnTo>
                    <a:pt x="126396" y="244316"/>
                  </a:lnTo>
                  <a:lnTo>
                    <a:pt x="127920" y="245840"/>
                  </a:lnTo>
                  <a:lnTo>
                    <a:pt x="129444" y="250412"/>
                  </a:lnTo>
                  <a:lnTo>
                    <a:pt x="129444" y="256508"/>
                  </a:lnTo>
                  <a:lnTo>
                    <a:pt x="126396" y="258032"/>
                  </a:lnTo>
                  <a:lnTo>
                    <a:pt x="124872" y="261080"/>
                  </a:lnTo>
                  <a:lnTo>
                    <a:pt x="121824" y="262604"/>
                  </a:lnTo>
                  <a:lnTo>
                    <a:pt x="118776" y="262604"/>
                  </a:lnTo>
                  <a:lnTo>
                    <a:pt x="112534" y="264128"/>
                  </a:lnTo>
                  <a:lnTo>
                    <a:pt x="88296" y="264128"/>
                  </a:lnTo>
                  <a:lnTo>
                    <a:pt x="81772" y="271486"/>
                  </a:lnTo>
                  <a:lnTo>
                    <a:pt x="76104" y="277272"/>
                  </a:lnTo>
                  <a:lnTo>
                    <a:pt x="71580" y="281058"/>
                  </a:lnTo>
                  <a:lnTo>
                    <a:pt x="68484" y="282416"/>
                  </a:lnTo>
                  <a:lnTo>
                    <a:pt x="65436" y="283940"/>
                  </a:lnTo>
                  <a:close/>
                </a:path>
                <a:path w="239395" h="628650">
                  <a:moveTo>
                    <a:pt x="176688" y="198596"/>
                  </a:moveTo>
                  <a:lnTo>
                    <a:pt x="121824" y="198596"/>
                  </a:lnTo>
                  <a:lnTo>
                    <a:pt x="137064" y="189452"/>
                  </a:lnTo>
                  <a:lnTo>
                    <a:pt x="149256" y="186404"/>
                  </a:lnTo>
                  <a:lnTo>
                    <a:pt x="155352" y="187928"/>
                  </a:lnTo>
                  <a:lnTo>
                    <a:pt x="170592" y="194024"/>
                  </a:lnTo>
                  <a:lnTo>
                    <a:pt x="176688" y="198596"/>
                  </a:lnTo>
                  <a:close/>
                </a:path>
                <a:path w="239395" h="628650">
                  <a:moveTo>
                    <a:pt x="110260" y="238220"/>
                  </a:moveTo>
                  <a:lnTo>
                    <a:pt x="82200" y="238220"/>
                  </a:lnTo>
                  <a:lnTo>
                    <a:pt x="86248" y="233957"/>
                  </a:lnTo>
                  <a:lnTo>
                    <a:pt x="91725" y="228123"/>
                  </a:lnTo>
                  <a:lnTo>
                    <a:pt x="98917" y="220860"/>
                  </a:lnTo>
                  <a:lnTo>
                    <a:pt x="108108" y="212312"/>
                  </a:lnTo>
                  <a:lnTo>
                    <a:pt x="103536" y="207740"/>
                  </a:lnTo>
                  <a:lnTo>
                    <a:pt x="97440" y="203168"/>
                  </a:lnTo>
                  <a:lnTo>
                    <a:pt x="92868" y="198596"/>
                  </a:lnTo>
                  <a:lnTo>
                    <a:pt x="86772" y="194024"/>
                  </a:lnTo>
                  <a:lnTo>
                    <a:pt x="80676" y="192500"/>
                  </a:lnTo>
                  <a:lnTo>
                    <a:pt x="114981" y="192500"/>
                  </a:lnTo>
                  <a:lnTo>
                    <a:pt x="121824" y="198596"/>
                  </a:lnTo>
                  <a:lnTo>
                    <a:pt x="176688" y="198596"/>
                  </a:lnTo>
                  <a:lnTo>
                    <a:pt x="178212" y="204692"/>
                  </a:lnTo>
                  <a:lnTo>
                    <a:pt x="178822" y="207740"/>
                  </a:lnTo>
                  <a:lnTo>
                    <a:pt x="147732" y="207740"/>
                  </a:lnTo>
                  <a:lnTo>
                    <a:pt x="146208" y="209264"/>
                  </a:lnTo>
                  <a:lnTo>
                    <a:pt x="140112" y="212312"/>
                  </a:lnTo>
                  <a:lnTo>
                    <a:pt x="138588" y="213836"/>
                  </a:lnTo>
                  <a:lnTo>
                    <a:pt x="137064" y="213836"/>
                  </a:lnTo>
                  <a:lnTo>
                    <a:pt x="143160" y="216884"/>
                  </a:lnTo>
                  <a:lnTo>
                    <a:pt x="146208" y="216884"/>
                  </a:lnTo>
                  <a:lnTo>
                    <a:pt x="149256" y="218408"/>
                  </a:lnTo>
                  <a:lnTo>
                    <a:pt x="179736" y="218408"/>
                  </a:lnTo>
                  <a:lnTo>
                    <a:pt x="175164" y="224504"/>
                  </a:lnTo>
                  <a:lnTo>
                    <a:pt x="174402" y="226028"/>
                  </a:lnTo>
                  <a:lnTo>
                    <a:pt x="123348" y="226028"/>
                  </a:lnTo>
                  <a:lnTo>
                    <a:pt x="118776" y="229743"/>
                  </a:lnTo>
                  <a:lnTo>
                    <a:pt x="114280" y="233957"/>
                  </a:lnTo>
                  <a:lnTo>
                    <a:pt x="110260" y="238220"/>
                  </a:lnTo>
                  <a:close/>
                </a:path>
                <a:path w="239395" h="628650">
                  <a:moveTo>
                    <a:pt x="179736" y="218408"/>
                  </a:moveTo>
                  <a:lnTo>
                    <a:pt x="153828" y="218408"/>
                  </a:lnTo>
                  <a:lnTo>
                    <a:pt x="155352" y="216884"/>
                  </a:lnTo>
                  <a:lnTo>
                    <a:pt x="156876" y="216884"/>
                  </a:lnTo>
                  <a:lnTo>
                    <a:pt x="158400" y="215360"/>
                  </a:lnTo>
                  <a:lnTo>
                    <a:pt x="159924" y="215360"/>
                  </a:lnTo>
                  <a:lnTo>
                    <a:pt x="159924" y="212312"/>
                  </a:lnTo>
                  <a:lnTo>
                    <a:pt x="156876" y="209264"/>
                  </a:lnTo>
                  <a:lnTo>
                    <a:pt x="156876" y="207740"/>
                  </a:lnTo>
                  <a:lnTo>
                    <a:pt x="178822" y="207740"/>
                  </a:lnTo>
                  <a:lnTo>
                    <a:pt x="179736" y="212312"/>
                  </a:lnTo>
                  <a:lnTo>
                    <a:pt x="179736" y="218408"/>
                  </a:lnTo>
                  <a:close/>
                </a:path>
                <a:path w="239395" h="628650">
                  <a:moveTo>
                    <a:pt x="152280" y="236315"/>
                  </a:moveTo>
                  <a:lnTo>
                    <a:pt x="142970" y="235172"/>
                  </a:lnTo>
                  <a:lnTo>
                    <a:pt x="133373" y="231743"/>
                  </a:lnTo>
                  <a:lnTo>
                    <a:pt x="123348" y="226028"/>
                  </a:lnTo>
                  <a:lnTo>
                    <a:pt x="174402" y="226028"/>
                  </a:lnTo>
                  <a:lnTo>
                    <a:pt x="172116" y="230600"/>
                  </a:lnTo>
                  <a:lnTo>
                    <a:pt x="167544" y="233648"/>
                  </a:lnTo>
                  <a:lnTo>
                    <a:pt x="161448" y="235172"/>
                  </a:lnTo>
                  <a:lnTo>
                    <a:pt x="152280" y="236315"/>
                  </a:lnTo>
                  <a:close/>
                </a:path>
                <a:path w="239395" h="628650">
                  <a:moveTo>
                    <a:pt x="126396" y="244316"/>
                  </a:moveTo>
                  <a:lnTo>
                    <a:pt x="105060" y="244316"/>
                  </a:lnTo>
                  <a:lnTo>
                    <a:pt x="118776" y="242792"/>
                  </a:lnTo>
                  <a:lnTo>
                    <a:pt x="124872" y="242792"/>
                  </a:lnTo>
                  <a:lnTo>
                    <a:pt x="126396" y="244316"/>
                  </a:lnTo>
                  <a:close/>
                </a:path>
                <a:path w="239395" h="628650">
                  <a:moveTo>
                    <a:pt x="105325" y="264961"/>
                  </a:moveTo>
                  <a:lnTo>
                    <a:pt x="96273" y="264961"/>
                  </a:lnTo>
                  <a:lnTo>
                    <a:pt x="88296" y="264128"/>
                  </a:lnTo>
                  <a:lnTo>
                    <a:pt x="112534" y="264128"/>
                  </a:lnTo>
                  <a:lnTo>
                    <a:pt x="111656" y="264342"/>
                  </a:lnTo>
                  <a:lnTo>
                    <a:pt x="105325" y="264961"/>
                  </a:lnTo>
                  <a:close/>
                </a:path>
                <a:path w="239395" h="628650">
                  <a:moveTo>
                    <a:pt x="138588" y="443960"/>
                  </a:moveTo>
                  <a:lnTo>
                    <a:pt x="130968" y="443960"/>
                  </a:lnTo>
                  <a:lnTo>
                    <a:pt x="127920" y="440912"/>
                  </a:lnTo>
                  <a:lnTo>
                    <a:pt x="117371" y="432601"/>
                  </a:lnTo>
                  <a:lnTo>
                    <a:pt x="108680" y="423576"/>
                  </a:lnTo>
                  <a:lnTo>
                    <a:pt x="101988" y="413694"/>
                  </a:lnTo>
                  <a:lnTo>
                    <a:pt x="97440" y="402812"/>
                  </a:lnTo>
                  <a:lnTo>
                    <a:pt x="96215" y="395192"/>
                  </a:lnTo>
                  <a:lnTo>
                    <a:pt x="96297" y="385476"/>
                  </a:lnTo>
                  <a:lnTo>
                    <a:pt x="98298" y="377309"/>
                  </a:lnTo>
                  <a:lnTo>
                    <a:pt x="101946" y="369427"/>
                  </a:lnTo>
                  <a:lnTo>
                    <a:pt x="102012" y="369284"/>
                  </a:lnTo>
                  <a:lnTo>
                    <a:pt x="141946" y="346590"/>
                  </a:lnTo>
                  <a:lnTo>
                    <a:pt x="156686" y="346995"/>
                  </a:lnTo>
                  <a:lnTo>
                    <a:pt x="172283" y="350543"/>
                  </a:lnTo>
                  <a:lnTo>
                    <a:pt x="188880" y="357092"/>
                  </a:lnTo>
                  <a:lnTo>
                    <a:pt x="202072" y="364259"/>
                  </a:lnTo>
                  <a:lnTo>
                    <a:pt x="208660" y="369427"/>
                  </a:lnTo>
                  <a:lnTo>
                    <a:pt x="144589" y="369427"/>
                  </a:lnTo>
                  <a:lnTo>
                    <a:pt x="134016" y="370808"/>
                  </a:lnTo>
                  <a:lnTo>
                    <a:pt x="129444" y="372332"/>
                  </a:lnTo>
                  <a:lnTo>
                    <a:pt x="124872" y="375380"/>
                  </a:lnTo>
                  <a:lnTo>
                    <a:pt x="121824" y="381476"/>
                  </a:lnTo>
                  <a:lnTo>
                    <a:pt x="118776" y="386048"/>
                  </a:lnTo>
                  <a:lnTo>
                    <a:pt x="117252" y="390620"/>
                  </a:lnTo>
                  <a:lnTo>
                    <a:pt x="118776" y="396716"/>
                  </a:lnTo>
                  <a:lnTo>
                    <a:pt x="120300" y="401288"/>
                  </a:lnTo>
                  <a:lnTo>
                    <a:pt x="123348" y="405860"/>
                  </a:lnTo>
                  <a:lnTo>
                    <a:pt x="129444" y="411956"/>
                  </a:lnTo>
                  <a:lnTo>
                    <a:pt x="132492" y="416528"/>
                  </a:lnTo>
                  <a:lnTo>
                    <a:pt x="138588" y="421100"/>
                  </a:lnTo>
                  <a:lnTo>
                    <a:pt x="143160" y="424148"/>
                  </a:lnTo>
                  <a:lnTo>
                    <a:pt x="144684" y="427196"/>
                  </a:lnTo>
                  <a:lnTo>
                    <a:pt x="146208" y="428720"/>
                  </a:lnTo>
                  <a:lnTo>
                    <a:pt x="146208" y="434816"/>
                  </a:lnTo>
                  <a:lnTo>
                    <a:pt x="143160" y="440912"/>
                  </a:lnTo>
                  <a:lnTo>
                    <a:pt x="140112" y="442436"/>
                  </a:lnTo>
                  <a:lnTo>
                    <a:pt x="138588" y="443960"/>
                  </a:lnTo>
                  <a:close/>
                </a:path>
                <a:path w="239395" h="628650">
                  <a:moveTo>
                    <a:pt x="207168" y="428720"/>
                  </a:moveTo>
                  <a:lnTo>
                    <a:pt x="204120" y="428720"/>
                  </a:lnTo>
                  <a:lnTo>
                    <a:pt x="202596" y="427196"/>
                  </a:lnTo>
                  <a:lnTo>
                    <a:pt x="198024" y="425672"/>
                  </a:lnTo>
                  <a:lnTo>
                    <a:pt x="196500" y="424148"/>
                  </a:lnTo>
                  <a:lnTo>
                    <a:pt x="193452" y="415004"/>
                  </a:lnTo>
                  <a:lnTo>
                    <a:pt x="194976" y="410432"/>
                  </a:lnTo>
                  <a:lnTo>
                    <a:pt x="199548" y="407384"/>
                  </a:lnTo>
                  <a:lnTo>
                    <a:pt x="202596" y="405860"/>
                  </a:lnTo>
                  <a:lnTo>
                    <a:pt x="202596" y="402812"/>
                  </a:lnTo>
                  <a:lnTo>
                    <a:pt x="204120" y="401288"/>
                  </a:lnTo>
                  <a:lnTo>
                    <a:pt x="202596" y="399764"/>
                  </a:lnTo>
                  <a:lnTo>
                    <a:pt x="202596" y="396716"/>
                  </a:lnTo>
                  <a:lnTo>
                    <a:pt x="167449" y="372951"/>
                  </a:lnTo>
                  <a:lnTo>
                    <a:pt x="144589" y="369427"/>
                  </a:lnTo>
                  <a:lnTo>
                    <a:pt x="208660" y="369427"/>
                  </a:lnTo>
                  <a:lnTo>
                    <a:pt x="212121" y="372141"/>
                  </a:lnTo>
                  <a:lnTo>
                    <a:pt x="219313" y="380880"/>
                  </a:lnTo>
                  <a:lnTo>
                    <a:pt x="223932" y="390620"/>
                  </a:lnTo>
                  <a:lnTo>
                    <a:pt x="223932" y="395192"/>
                  </a:lnTo>
                  <a:lnTo>
                    <a:pt x="225456" y="396716"/>
                  </a:lnTo>
                  <a:lnTo>
                    <a:pt x="225456" y="401288"/>
                  </a:lnTo>
                  <a:lnTo>
                    <a:pt x="230028" y="405860"/>
                  </a:lnTo>
                  <a:lnTo>
                    <a:pt x="231552" y="408908"/>
                  </a:lnTo>
                  <a:lnTo>
                    <a:pt x="210216" y="427196"/>
                  </a:lnTo>
                  <a:lnTo>
                    <a:pt x="207168" y="428720"/>
                  </a:lnTo>
                  <a:close/>
                </a:path>
                <a:path w="239395" h="628650">
                  <a:moveTo>
                    <a:pt x="211740" y="488156"/>
                  </a:moveTo>
                  <a:lnTo>
                    <a:pt x="152304" y="488156"/>
                  </a:lnTo>
                  <a:lnTo>
                    <a:pt x="156876" y="486632"/>
                  </a:lnTo>
                  <a:lnTo>
                    <a:pt x="167544" y="483584"/>
                  </a:lnTo>
                  <a:lnTo>
                    <a:pt x="166020" y="479012"/>
                  </a:lnTo>
                  <a:lnTo>
                    <a:pt x="164496" y="475964"/>
                  </a:lnTo>
                  <a:lnTo>
                    <a:pt x="164496" y="472916"/>
                  </a:lnTo>
                  <a:lnTo>
                    <a:pt x="162972" y="469868"/>
                  </a:lnTo>
                  <a:lnTo>
                    <a:pt x="162972" y="462248"/>
                  </a:lnTo>
                  <a:lnTo>
                    <a:pt x="166020" y="456152"/>
                  </a:lnTo>
                  <a:lnTo>
                    <a:pt x="169068" y="454628"/>
                  </a:lnTo>
                  <a:lnTo>
                    <a:pt x="176688" y="454628"/>
                  </a:lnTo>
                  <a:lnTo>
                    <a:pt x="178212" y="457676"/>
                  </a:lnTo>
                  <a:lnTo>
                    <a:pt x="179736" y="459200"/>
                  </a:lnTo>
                  <a:lnTo>
                    <a:pt x="181260" y="462248"/>
                  </a:lnTo>
                  <a:lnTo>
                    <a:pt x="182784" y="468344"/>
                  </a:lnTo>
                  <a:lnTo>
                    <a:pt x="182784" y="471392"/>
                  </a:lnTo>
                  <a:lnTo>
                    <a:pt x="185832" y="477488"/>
                  </a:lnTo>
                  <a:lnTo>
                    <a:pt x="209454" y="477488"/>
                  </a:lnTo>
                  <a:lnTo>
                    <a:pt x="211740" y="482060"/>
                  </a:lnTo>
                  <a:lnTo>
                    <a:pt x="211740" y="488156"/>
                  </a:lnTo>
                  <a:close/>
                </a:path>
                <a:path w="239395" h="628650">
                  <a:moveTo>
                    <a:pt x="209454" y="477488"/>
                  </a:moveTo>
                  <a:lnTo>
                    <a:pt x="190404" y="477488"/>
                  </a:lnTo>
                  <a:lnTo>
                    <a:pt x="191928" y="475964"/>
                  </a:lnTo>
                  <a:lnTo>
                    <a:pt x="202596" y="472916"/>
                  </a:lnTo>
                  <a:lnTo>
                    <a:pt x="208692" y="475964"/>
                  </a:lnTo>
                  <a:lnTo>
                    <a:pt x="209454" y="477488"/>
                  </a:lnTo>
                  <a:close/>
                </a:path>
                <a:path w="239395" h="628650">
                  <a:moveTo>
                    <a:pt x="159924" y="507968"/>
                  </a:moveTo>
                  <a:lnTo>
                    <a:pt x="153828" y="507968"/>
                  </a:lnTo>
                  <a:lnTo>
                    <a:pt x="152304" y="506444"/>
                  </a:lnTo>
                  <a:lnTo>
                    <a:pt x="149256" y="504920"/>
                  </a:lnTo>
                  <a:lnTo>
                    <a:pt x="147732" y="503396"/>
                  </a:lnTo>
                  <a:lnTo>
                    <a:pt x="147732" y="500348"/>
                  </a:lnTo>
                  <a:lnTo>
                    <a:pt x="146208" y="497300"/>
                  </a:lnTo>
                  <a:lnTo>
                    <a:pt x="146208" y="494252"/>
                  </a:lnTo>
                  <a:lnTo>
                    <a:pt x="147732" y="492728"/>
                  </a:lnTo>
                  <a:lnTo>
                    <a:pt x="149256" y="489680"/>
                  </a:lnTo>
                  <a:lnTo>
                    <a:pt x="150780" y="488156"/>
                  </a:lnTo>
                  <a:lnTo>
                    <a:pt x="153828" y="486632"/>
                  </a:lnTo>
                  <a:lnTo>
                    <a:pt x="152304" y="488156"/>
                  </a:lnTo>
                  <a:lnTo>
                    <a:pt x="211740" y="488156"/>
                  </a:lnTo>
                  <a:lnTo>
                    <a:pt x="210216" y="489680"/>
                  </a:lnTo>
                  <a:lnTo>
                    <a:pt x="210216" y="492728"/>
                  </a:lnTo>
                  <a:lnTo>
                    <a:pt x="207168" y="494252"/>
                  </a:lnTo>
                  <a:lnTo>
                    <a:pt x="205644" y="495776"/>
                  </a:lnTo>
                  <a:lnTo>
                    <a:pt x="199548" y="495776"/>
                  </a:lnTo>
                  <a:lnTo>
                    <a:pt x="198024" y="497300"/>
                  </a:lnTo>
                  <a:lnTo>
                    <a:pt x="196500" y="497300"/>
                  </a:lnTo>
                  <a:lnTo>
                    <a:pt x="191928" y="498824"/>
                  </a:lnTo>
                  <a:lnTo>
                    <a:pt x="191928" y="501872"/>
                  </a:lnTo>
                  <a:lnTo>
                    <a:pt x="193452" y="503396"/>
                  </a:lnTo>
                  <a:lnTo>
                    <a:pt x="172116" y="503396"/>
                  </a:lnTo>
                  <a:lnTo>
                    <a:pt x="170592" y="504920"/>
                  </a:lnTo>
                  <a:lnTo>
                    <a:pt x="169068" y="504920"/>
                  </a:lnTo>
                  <a:lnTo>
                    <a:pt x="166020" y="506444"/>
                  </a:lnTo>
                  <a:lnTo>
                    <a:pt x="161448" y="506444"/>
                  </a:lnTo>
                  <a:lnTo>
                    <a:pt x="159924" y="507968"/>
                  </a:lnTo>
                  <a:close/>
                </a:path>
                <a:path w="239395" h="628650">
                  <a:moveTo>
                    <a:pt x="187356" y="530828"/>
                  </a:moveTo>
                  <a:lnTo>
                    <a:pt x="184308" y="529304"/>
                  </a:lnTo>
                  <a:lnTo>
                    <a:pt x="182784" y="529304"/>
                  </a:lnTo>
                  <a:lnTo>
                    <a:pt x="179736" y="527780"/>
                  </a:lnTo>
                  <a:lnTo>
                    <a:pt x="178212" y="524732"/>
                  </a:lnTo>
                  <a:lnTo>
                    <a:pt x="178212" y="521684"/>
                  </a:lnTo>
                  <a:lnTo>
                    <a:pt x="176688" y="521684"/>
                  </a:lnTo>
                  <a:lnTo>
                    <a:pt x="176688" y="515588"/>
                  </a:lnTo>
                  <a:lnTo>
                    <a:pt x="175164" y="512540"/>
                  </a:lnTo>
                  <a:lnTo>
                    <a:pt x="175164" y="509492"/>
                  </a:lnTo>
                  <a:lnTo>
                    <a:pt x="173640" y="507968"/>
                  </a:lnTo>
                  <a:lnTo>
                    <a:pt x="173640" y="504920"/>
                  </a:lnTo>
                  <a:lnTo>
                    <a:pt x="172116" y="503396"/>
                  </a:lnTo>
                  <a:lnTo>
                    <a:pt x="193452" y="503396"/>
                  </a:lnTo>
                  <a:lnTo>
                    <a:pt x="193452" y="506444"/>
                  </a:lnTo>
                  <a:lnTo>
                    <a:pt x="194976" y="507968"/>
                  </a:lnTo>
                  <a:lnTo>
                    <a:pt x="194976" y="511016"/>
                  </a:lnTo>
                  <a:lnTo>
                    <a:pt x="198024" y="521684"/>
                  </a:lnTo>
                  <a:lnTo>
                    <a:pt x="196500" y="527780"/>
                  </a:lnTo>
                  <a:lnTo>
                    <a:pt x="190404" y="529304"/>
                  </a:lnTo>
                  <a:lnTo>
                    <a:pt x="187356" y="530828"/>
                  </a:lnTo>
                  <a:close/>
                </a:path>
                <a:path w="239395" h="628650">
                  <a:moveTo>
                    <a:pt x="190404" y="605504"/>
                  </a:moveTo>
                  <a:lnTo>
                    <a:pt x="179736" y="605504"/>
                  </a:lnTo>
                  <a:lnTo>
                    <a:pt x="176688" y="603980"/>
                  </a:lnTo>
                  <a:lnTo>
                    <a:pt x="175164" y="600932"/>
                  </a:lnTo>
                  <a:lnTo>
                    <a:pt x="175164" y="597884"/>
                  </a:lnTo>
                  <a:lnTo>
                    <a:pt x="173640" y="594836"/>
                  </a:lnTo>
                  <a:lnTo>
                    <a:pt x="173640" y="593312"/>
                  </a:lnTo>
                  <a:lnTo>
                    <a:pt x="175164" y="590264"/>
                  </a:lnTo>
                  <a:lnTo>
                    <a:pt x="176688" y="588740"/>
                  </a:lnTo>
                  <a:lnTo>
                    <a:pt x="178212" y="585692"/>
                  </a:lnTo>
                  <a:lnTo>
                    <a:pt x="179736" y="585692"/>
                  </a:lnTo>
                  <a:lnTo>
                    <a:pt x="184308" y="584168"/>
                  </a:lnTo>
                  <a:lnTo>
                    <a:pt x="194976" y="581120"/>
                  </a:lnTo>
                  <a:lnTo>
                    <a:pt x="191928" y="575024"/>
                  </a:lnTo>
                  <a:lnTo>
                    <a:pt x="191928" y="571976"/>
                  </a:lnTo>
                  <a:lnTo>
                    <a:pt x="190404" y="567404"/>
                  </a:lnTo>
                  <a:lnTo>
                    <a:pt x="190404" y="561308"/>
                  </a:lnTo>
                  <a:lnTo>
                    <a:pt x="191928" y="556736"/>
                  </a:lnTo>
                  <a:lnTo>
                    <a:pt x="193452" y="553688"/>
                  </a:lnTo>
                  <a:lnTo>
                    <a:pt x="196500" y="553688"/>
                  </a:lnTo>
                  <a:lnTo>
                    <a:pt x="201072" y="552164"/>
                  </a:lnTo>
                  <a:lnTo>
                    <a:pt x="204120" y="553688"/>
                  </a:lnTo>
                  <a:lnTo>
                    <a:pt x="205644" y="556736"/>
                  </a:lnTo>
                  <a:lnTo>
                    <a:pt x="207168" y="558260"/>
                  </a:lnTo>
                  <a:lnTo>
                    <a:pt x="208692" y="561308"/>
                  </a:lnTo>
                  <a:lnTo>
                    <a:pt x="210216" y="565880"/>
                  </a:lnTo>
                  <a:lnTo>
                    <a:pt x="210216" y="568928"/>
                  </a:lnTo>
                  <a:lnTo>
                    <a:pt x="211740" y="573500"/>
                  </a:lnTo>
                  <a:lnTo>
                    <a:pt x="213264" y="576548"/>
                  </a:lnTo>
                  <a:lnTo>
                    <a:pt x="237343" y="576548"/>
                  </a:lnTo>
                  <a:lnTo>
                    <a:pt x="239172" y="581120"/>
                  </a:lnTo>
                  <a:lnTo>
                    <a:pt x="239172" y="585692"/>
                  </a:lnTo>
                  <a:lnTo>
                    <a:pt x="237648" y="588740"/>
                  </a:lnTo>
                  <a:lnTo>
                    <a:pt x="237648" y="591788"/>
                  </a:lnTo>
                  <a:lnTo>
                    <a:pt x="234600" y="593312"/>
                  </a:lnTo>
                  <a:lnTo>
                    <a:pt x="230028" y="593312"/>
                  </a:lnTo>
                  <a:lnTo>
                    <a:pt x="228504" y="594836"/>
                  </a:lnTo>
                  <a:lnTo>
                    <a:pt x="223932" y="594836"/>
                  </a:lnTo>
                  <a:lnTo>
                    <a:pt x="219360" y="596360"/>
                  </a:lnTo>
                  <a:lnTo>
                    <a:pt x="219360" y="600932"/>
                  </a:lnTo>
                  <a:lnTo>
                    <a:pt x="220884" y="602456"/>
                  </a:lnTo>
                  <a:lnTo>
                    <a:pt x="198024" y="602456"/>
                  </a:lnTo>
                  <a:lnTo>
                    <a:pt x="196500" y="603980"/>
                  </a:lnTo>
                  <a:lnTo>
                    <a:pt x="193452" y="603980"/>
                  </a:lnTo>
                  <a:lnTo>
                    <a:pt x="190404" y="605504"/>
                  </a:lnTo>
                  <a:close/>
                </a:path>
                <a:path w="239395" h="628650">
                  <a:moveTo>
                    <a:pt x="237343" y="576548"/>
                  </a:moveTo>
                  <a:lnTo>
                    <a:pt x="214788" y="576548"/>
                  </a:lnTo>
                  <a:lnTo>
                    <a:pt x="216312" y="575024"/>
                  </a:lnTo>
                  <a:lnTo>
                    <a:pt x="219360" y="575024"/>
                  </a:lnTo>
                  <a:lnTo>
                    <a:pt x="230028" y="571976"/>
                  </a:lnTo>
                  <a:lnTo>
                    <a:pt x="236124" y="573500"/>
                  </a:lnTo>
                  <a:lnTo>
                    <a:pt x="237343" y="576548"/>
                  </a:lnTo>
                  <a:close/>
                </a:path>
                <a:path w="239395" h="628650">
                  <a:moveTo>
                    <a:pt x="217836" y="628364"/>
                  </a:moveTo>
                  <a:lnTo>
                    <a:pt x="211740" y="628364"/>
                  </a:lnTo>
                  <a:lnTo>
                    <a:pt x="210216" y="626840"/>
                  </a:lnTo>
                  <a:lnTo>
                    <a:pt x="207168" y="625316"/>
                  </a:lnTo>
                  <a:lnTo>
                    <a:pt x="205644" y="623792"/>
                  </a:lnTo>
                  <a:lnTo>
                    <a:pt x="205644" y="620744"/>
                  </a:lnTo>
                  <a:lnTo>
                    <a:pt x="204120" y="620744"/>
                  </a:lnTo>
                  <a:lnTo>
                    <a:pt x="204120" y="613124"/>
                  </a:lnTo>
                  <a:lnTo>
                    <a:pt x="202596" y="611600"/>
                  </a:lnTo>
                  <a:lnTo>
                    <a:pt x="202596" y="608552"/>
                  </a:lnTo>
                  <a:lnTo>
                    <a:pt x="201072" y="605504"/>
                  </a:lnTo>
                  <a:lnTo>
                    <a:pt x="201072" y="603980"/>
                  </a:lnTo>
                  <a:lnTo>
                    <a:pt x="199548" y="602456"/>
                  </a:lnTo>
                  <a:lnTo>
                    <a:pt x="220884" y="602456"/>
                  </a:lnTo>
                  <a:lnTo>
                    <a:pt x="220884" y="603980"/>
                  </a:lnTo>
                  <a:lnTo>
                    <a:pt x="222408" y="607028"/>
                  </a:lnTo>
                  <a:lnTo>
                    <a:pt x="222408" y="608552"/>
                  </a:lnTo>
                  <a:lnTo>
                    <a:pt x="225456" y="619220"/>
                  </a:lnTo>
                  <a:lnTo>
                    <a:pt x="223932" y="626840"/>
                  </a:lnTo>
                  <a:lnTo>
                    <a:pt x="217836" y="628364"/>
                  </a:lnTo>
                  <a:close/>
                </a:path>
                <a:path w="239395" h="628650">
                  <a:moveTo>
                    <a:pt x="184308" y="607028"/>
                  </a:moveTo>
                  <a:lnTo>
                    <a:pt x="181260" y="605504"/>
                  </a:lnTo>
                  <a:lnTo>
                    <a:pt x="185832" y="605504"/>
                  </a:lnTo>
                  <a:lnTo>
                    <a:pt x="184308" y="607028"/>
                  </a:lnTo>
                  <a:close/>
                </a:path>
              </a:pathLst>
            </a:custGeom>
            <a:solidFill>
              <a:srgbClr val="0ABF9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79" name="object 21">
              <a:extLst>
                <a:ext uri="{FF2B5EF4-FFF2-40B4-BE49-F238E27FC236}">
                  <a16:creationId xmlns:a16="http://schemas.microsoft.com/office/drawing/2014/main" id="{F0B6B107-BCFA-033C-66A9-0FCBF30FE29F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50992" y="1264920"/>
              <a:ext cx="1143000" cy="1609344"/>
            </a:xfrm>
            <a:prstGeom prst="rect">
              <a:avLst/>
            </a:prstGeom>
          </p:spPr>
        </p:pic>
        <p:pic>
          <p:nvPicPr>
            <p:cNvPr id="80" name="object 22">
              <a:extLst>
                <a:ext uri="{FF2B5EF4-FFF2-40B4-BE49-F238E27FC236}">
                  <a16:creationId xmlns:a16="http://schemas.microsoft.com/office/drawing/2014/main" id="{D7237713-C126-E635-450D-3BF5EC2F2AD4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02807" y="1447800"/>
              <a:ext cx="925068" cy="1342136"/>
            </a:xfrm>
            <a:prstGeom prst="rect">
              <a:avLst/>
            </a:prstGeom>
          </p:spPr>
        </p:pic>
        <p:pic>
          <p:nvPicPr>
            <p:cNvPr id="81" name="object 23">
              <a:extLst>
                <a:ext uri="{FF2B5EF4-FFF2-40B4-BE49-F238E27FC236}">
                  <a16:creationId xmlns:a16="http://schemas.microsoft.com/office/drawing/2014/main" id="{6BB9BA86-E199-009B-3BF1-3657BC8B6FA3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54368" y="2825496"/>
              <a:ext cx="1581912" cy="822959"/>
            </a:xfrm>
            <a:prstGeom prst="rect">
              <a:avLst/>
            </a:prstGeom>
          </p:spPr>
        </p:pic>
        <p:pic>
          <p:nvPicPr>
            <p:cNvPr id="82" name="object 24">
              <a:extLst>
                <a:ext uri="{FF2B5EF4-FFF2-40B4-BE49-F238E27FC236}">
                  <a16:creationId xmlns:a16="http://schemas.microsoft.com/office/drawing/2014/main" id="{CFDB36D9-80A3-071B-D08E-7D04F520AB6A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97802" y="2888884"/>
              <a:ext cx="1465299" cy="642223"/>
            </a:xfrm>
            <a:prstGeom prst="rect">
              <a:avLst/>
            </a:prstGeom>
          </p:spPr>
        </p:pic>
        <p:pic>
          <p:nvPicPr>
            <p:cNvPr id="83" name="object 25">
              <a:extLst>
                <a:ext uri="{FF2B5EF4-FFF2-40B4-BE49-F238E27FC236}">
                  <a16:creationId xmlns:a16="http://schemas.microsoft.com/office/drawing/2014/main" id="{F6379422-C2FF-76B8-8470-E76E0AF141A7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18232" y="2904743"/>
              <a:ext cx="798575" cy="649224"/>
            </a:xfrm>
            <a:prstGeom prst="rect">
              <a:avLst/>
            </a:prstGeom>
          </p:spPr>
        </p:pic>
        <p:pic>
          <p:nvPicPr>
            <p:cNvPr id="84" name="object 26">
              <a:extLst>
                <a:ext uri="{FF2B5EF4-FFF2-40B4-BE49-F238E27FC236}">
                  <a16:creationId xmlns:a16="http://schemas.microsoft.com/office/drawing/2014/main" id="{D0301267-FC15-38F7-89E4-9F573645DE5E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97480" y="2983968"/>
              <a:ext cx="662939" cy="467360"/>
            </a:xfrm>
            <a:prstGeom prst="rect">
              <a:avLst/>
            </a:prstGeom>
          </p:spPr>
        </p:pic>
        <p:pic>
          <p:nvPicPr>
            <p:cNvPr id="85" name="object 27">
              <a:extLst>
                <a:ext uri="{FF2B5EF4-FFF2-40B4-BE49-F238E27FC236}">
                  <a16:creationId xmlns:a16="http://schemas.microsoft.com/office/drawing/2014/main" id="{E77FB292-0C34-EC71-3A74-4B39311EA73A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27831" y="4294632"/>
              <a:ext cx="1417319" cy="862583"/>
            </a:xfrm>
            <a:prstGeom prst="rect">
              <a:avLst/>
            </a:prstGeom>
          </p:spPr>
        </p:pic>
      </p:grpSp>
      <p:sp>
        <p:nvSpPr>
          <p:cNvPr id="86" name="object 28">
            <a:extLst>
              <a:ext uri="{FF2B5EF4-FFF2-40B4-BE49-F238E27FC236}">
                <a16:creationId xmlns:a16="http://schemas.microsoft.com/office/drawing/2014/main" id="{F0AA4EEB-357C-E5EC-8307-596947BFEB76}"/>
              </a:ext>
            </a:extLst>
          </p:cNvPr>
          <p:cNvSpPr txBox="1"/>
          <p:nvPr/>
        </p:nvSpPr>
        <p:spPr>
          <a:xfrm>
            <a:off x="4382335" y="6075975"/>
            <a:ext cx="433070" cy="483734"/>
          </a:xfrm>
          <a:prstGeom prst="rect">
            <a:avLst/>
          </a:prstGeom>
        </p:spPr>
        <p:txBody>
          <a:bodyPr vert="horz" wrap="square" lIns="0" tIns="25475" rIns="0" bIns="0" rtlCol="0">
            <a:spAutoFit/>
          </a:bodyPr>
          <a:lstStyle/>
          <a:p>
            <a:pPr defTabSz="1183325">
              <a:spcBef>
                <a:spcPts val="201"/>
              </a:spcBef>
            </a:pPr>
            <a:r>
              <a:rPr sz="1682" b="1" spc="-26" dirty="0">
                <a:solidFill>
                  <a:srgbClr val="F98334"/>
                </a:solidFill>
                <a:latin typeface="Comic Sans MS"/>
                <a:cs typeface="Comic Sans MS"/>
              </a:rPr>
              <a:t>Bina</a:t>
            </a:r>
            <a:endParaRPr sz="1682">
              <a:latin typeface="Comic Sans MS"/>
              <a:cs typeface="Comic Sans MS"/>
            </a:endParaRPr>
          </a:p>
          <a:p>
            <a:pPr marL="194756" defTabSz="1183325">
              <a:spcBef>
                <a:spcPts val="13"/>
              </a:spcBef>
            </a:pPr>
            <a:r>
              <a:rPr sz="1294" b="1" spc="-32" dirty="0">
                <a:solidFill>
                  <a:srgbClr val="F98334"/>
                </a:solidFill>
                <a:latin typeface="Comic Sans MS"/>
                <a:cs typeface="Comic Sans MS"/>
              </a:rPr>
              <a:t>0’s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87" name="object 29">
            <a:extLst>
              <a:ext uri="{FF2B5EF4-FFF2-40B4-BE49-F238E27FC236}">
                <a16:creationId xmlns:a16="http://schemas.microsoft.com/office/drawing/2014/main" id="{940B767E-1E05-442B-6A5E-2B13C5DDD96A}"/>
              </a:ext>
            </a:extLst>
          </p:cNvPr>
          <p:cNvSpPr txBox="1"/>
          <p:nvPr/>
        </p:nvSpPr>
        <p:spPr>
          <a:xfrm>
            <a:off x="4797621" y="6081679"/>
            <a:ext cx="831626" cy="477925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dirty="0">
                <a:solidFill>
                  <a:srgbClr val="F98334"/>
                </a:solidFill>
                <a:latin typeface="Comic Sans MS"/>
                <a:cs typeface="Comic Sans MS"/>
              </a:rPr>
              <a:t>ry</a:t>
            </a:r>
            <a:r>
              <a:rPr sz="1682" b="1" spc="52" dirty="0">
                <a:solidFill>
                  <a:srgbClr val="F98334"/>
                </a:solidFill>
                <a:latin typeface="Comic Sans MS"/>
                <a:cs typeface="Comic Sans MS"/>
              </a:rPr>
              <a:t> </a:t>
            </a:r>
            <a:r>
              <a:rPr sz="1682" b="1" spc="-26" dirty="0">
                <a:solidFill>
                  <a:srgbClr val="F98334"/>
                </a:solidFill>
                <a:latin typeface="Comic Sans MS"/>
                <a:cs typeface="Comic Sans MS"/>
              </a:rPr>
              <a:t>code</a:t>
            </a:r>
            <a:endParaRPr sz="1682">
              <a:latin typeface="Comic Sans MS"/>
              <a:cs typeface="Comic Sans MS"/>
            </a:endParaRPr>
          </a:p>
          <a:p>
            <a:pPr marL="67382" defTabSz="1183325">
              <a:spcBef>
                <a:spcPts val="13"/>
              </a:spcBef>
            </a:pPr>
            <a:r>
              <a:rPr sz="1294" b="1" dirty="0">
                <a:solidFill>
                  <a:srgbClr val="F98334"/>
                </a:solidFill>
                <a:latin typeface="Comic Sans MS"/>
                <a:cs typeface="Comic Sans MS"/>
              </a:rPr>
              <a:t>and</a:t>
            </a:r>
            <a:r>
              <a:rPr sz="1294" b="1" spc="-58" dirty="0">
                <a:solidFill>
                  <a:srgbClr val="F98334"/>
                </a:solidFill>
                <a:latin typeface="Comic Sans MS"/>
                <a:cs typeface="Comic Sans MS"/>
              </a:rPr>
              <a:t> </a:t>
            </a:r>
            <a:r>
              <a:rPr sz="1294" b="1" spc="-32" dirty="0">
                <a:solidFill>
                  <a:srgbClr val="F98334"/>
                </a:solidFill>
                <a:latin typeface="Comic Sans MS"/>
                <a:cs typeface="Comic Sans MS"/>
              </a:rPr>
              <a:t>1’s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88" name="object 30">
            <a:extLst>
              <a:ext uri="{FF2B5EF4-FFF2-40B4-BE49-F238E27FC236}">
                <a16:creationId xmlns:a16="http://schemas.microsoft.com/office/drawing/2014/main" id="{708BB456-265D-674C-AF1A-59E40A216E1A}"/>
              </a:ext>
            </a:extLst>
          </p:cNvPr>
          <p:cNvGrpSpPr/>
          <p:nvPr/>
        </p:nvGrpSpPr>
        <p:grpSpPr>
          <a:xfrm>
            <a:off x="1364787" y="5313201"/>
            <a:ext cx="5096585" cy="1294279"/>
            <a:chOff x="902208" y="4105655"/>
            <a:chExt cx="3938270" cy="1000125"/>
          </a:xfrm>
        </p:grpSpPr>
        <p:pic>
          <p:nvPicPr>
            <p:cNvPr id="89" name="object 31">
              <a:extLst>
                <a:ext uri="{FF2B5EF4-FFF2-40B4-BE49-F238E27FC236}">
                  <a16:creationId xmlns:a16="http://schemas.microsoft.com/office/drawing/2014/main" id="{6A35EFAA-0732-A5DE-F081-18BF4E3B941D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2208" y="4355591"/>
              <a:ext cx="2700527" cy="749808"/>
            </a:xfrm>
            <a:prstGeom prst="rect">
              <a:avLst/>
            </a:prstGeom>
          </p:spPr>
        </p:pic>
        <p:pic>
          <p:nvPicPr>
            <p:cNvPr id="90" name="object 32">
              <a:extLst>
                <a:ext uri="{FF2B5EF4-FFF2-40B4-BE49-F238E27FC236}">
                  <a16:creationId xmlns:a16="http://schemas.microsoft.com/office/drawing/2014/main" id="{A4EC1942-2B53-B1A7-E140-CA00852B1A0D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8116" y="4439411"/>
              <a:ext cx="2616993" cy="542543"/>
            </a:xfrm>
            <a:prstGeom prst="rect">
              <a:avLst/>
            </a:prstGeom>
          </p:spPr>
        </p:pic>
        <p:pic>
          <p:nvPicPr>
            <p:cNvPr id="91" name="object 33">
              <a:extLst>
                <a:ext uri="{FF2B5EF4-FFF2-40B4-BE49-F238E27FC236}">
                  <a16:creationId xmlns:a16="http://schemas.microsoft.com/office/drawing/2014/main" id="{B49DF225-964B-A0CE-6A9B-CF95C58E8732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60647" y="4105655"/>
              <a:ext cx="1179575" cy="505967"/>
            </a:xfrm>
            <a:prstGeom prst="rect">
              <a:avLst/>
            </a:prstGeom>
          </p:spPr>
        </p:pic>
      </p:grpSp>
      <p:sp>
        <p:nvSpPr>
          <p:cNvPr id="92" name="object 34">
            <a:extLst>
              <a:ext uri="{FF2B5EF4-FFF2-40B4-BE49-F238E27FC236}">
                <a16:creationId xmlns:a16="http://schemas.microsoft.com/office/drawing/2014/main" id="{19E0EDF4-0F9F-3657-7F8E-4D0FE0FCA2B9}"/>
              </a:ext>
            </a:extLst>
          </p:cNvPr>
          <p:cNvSpPr txBox="1"/>
          <p:nvPr/>
        </p:nvSpPr>
        <p:spPr>
          <a:xfrm>
            <a:off x="4925920" y="5639885"/>
            <a:ext cx="799577" cy="214924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defTabSz="1183325">
              <a:spcBef>
                <a:spcPts val="123"/>
              </a:spcBef>
            </a:pPr>
            <a:r>
              <a:rPr sz="1294" b="1" spc="-13" dirty="0">
                <a:solidFill>
                  <a:srgbClr val="B1DB95"/>
                </a:solidFill>
                <a:latin typeface="Comic Sans MS"/>
                <a:cs typeface="Comic Sans MS"/>
              </a:rPr>
              <a:t>Hardware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93" name="object 35">
            <a:extLst>
              <a:ext uri="{FF2B5EF4-FFF2-40B4-BE49-F238E27FC236}">
                <a16:creationId xmlns:a16="http://schemas.microsoft.com/office/drawing/2014/main" id="{B44083E2-3933-46C5-BA9F-30E5CC51986C}"/>
              </a:ext>
            </a:extLst>
          </p:cNvPr>
          <p:cNvGrpSpPr/>
          <p:nvPr/>
        </p:nvGrpSpPr>
        <p:grpSpPr>
          <a:xfrm>
            <a:off x="6212542" y="5151479"/>
            <a:ext cx="5131921" cy="2729902"/>
            <a:chOff x="4648200" y="3980688"/>
            <a:chExt cx="3965575" cy="2109470"/>
          </a:xfrm>
        </p:grpSpPr>
        <p:pic>
          <p:nvPicPr>
            <p:cNvPr id="94" name="object 36">
              <a:extLst>
                <a:ext uri="{FF2B5EF4-FFF2-40B4-BE49-F238E27FC236}">
                  <a16:creationId xmlns:a16="http://schemas.microsoft.com/office/drawing/2014/main" id="{0AE58F6B-802A-A6DF-05B6-F59ECCE0B1CA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648200" y="3980688"/>
              <a:ext cx="304800" cy="310895"/>
            </a:xfrm>
            <a:prstGeom prst="rect">
              <a:avLst/>
            </a:prstGeom>
          </p:spPr>
        </p:pic>
        <p:pic>
          <p:nvPicPr>
            <p:cNvPr id="95" name="object 37">
              <a:extLst>
                <a:ext uri="{FF2B5EF4-FFF2-40B4-BE49-F238E27FC236}">
                  <a16:creationId xmlns:a16="http://schemas.microsoft.com/office/drawing/2014/main" id="{EA5C4753-C780-E244-7F18-E72A7DB71788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943087" y="5745480"/>
              <a:ext cx="670560" cy="344423"/>
            </a:xfrm>
            <a:prstGeom prst="rect">
              <a:avLst/>
            </a:prstGeom>
          </p:spPr>
        </p:pic>
      </p:grpSp>
      <p:sp>
        <p:nvSpPr>
          <p:cNvPr id="96" name="object 38">
            <a:extLst>
              <a:ext uri="{FF2B5EF4-FFF2-40B4-BE49-F238E27FC236}">
                <a16:creationId xmlns:a16="http://schemas.microsoft.com/office/drawing/2014/main" id="{F12C5039-77A9-FB1C-E395-BB089420EB8E}"/>
              </a:ext>
            </a:extLst>
          </p:cNvPr>
          <p:cNvSpPr txBox="1"/>
          <p:nvPr/>
        </p:nvSpPr>
        <p:spPr>
          <a:xfrm>
            <a:off x="9807161" y="7761994"/>
            <a:ext cx="799577" cy="214924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defTabSz="1183325">
              <a:spcBef>
                <a:spcPts val="123"/>
              </a:spcBef>
            </a:pPr>
            <a:r>
              <a:rPr sz="1294" b="1" spc="-13" dirty="0">
                <a:solidFill>
                  <a:srgbClr val="B1DB95"/>
                </a:solidFill>
                <a:latin typeface="Comic Sans MS"/>
                <a:cs typeface="Comic Sans MS"/>
              </a:rPr>
              <a:t>Hardware</a:t>
            </a:r>
            <a:endParaRPr sz="1294">
              <a:latin typeface="Comic Sans MS"/>
              <a:cs typeface="Comic Sans MS"/>
            </a:endParaRPr>
          </a:p>
        </p:txBody>
      </p:sp>
      <p:grpSp>
        <p:nvGrpSpPr>
          <p:cNvPr id="97" name="object 39">
            <a:extLst>
              <a:ext uri="{FF2B5EF4-FFF2-40B4-BE49-F238E27FC236}">
                <a16:creationId xmlns:a16="http://schemas.microsoft.com/office/drawing/2014/main" id="{9D14DB6B-997D-E33F-E81E-0A22C13F24AE}"/>
              </a:ext>
            </a:extLst>
          </p:cNvPr>
          <p:cNvGrpSpPr/>
          <p:nvPr/>
        </p:nvGrpSpPr>
        <p:grpSpPr>
          <a:xfrm>
            <a:off x="9629356" y="4921631"/>
            <a:ext cx="3181873" cy="2754555"/>
            <a:chOff x="7288466" y="3803078"/>
            <a:chExt cx="2458720" cy="2128520"/>
          </a:xfrm>
        </p:grpSpPr>
        <p:pic>
          <p:nvPicPr>
            <p:cNvPr id="98" name="object 40">
              <a:extLst>
                <a:ext uri="{FF2B5EF4-FFF2-40B4-BE49-F238E27FC236}">
                  <a16:creationId xmlns:a16="http://schemas.microsoft.com/office/drawing/2014/main" id="{27356097-ED94-D286-0123-2A59367013E1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21623" y="5623560"/>
              <a:ext cx="301751" cy="307847"/>
            </a:xfrm>
            <a:prstGeom prst="rect">
              <a:avLst/>
            </a:prstGeom>
          </p:spPr>
        </p:pic>
        <p:sp>
          <p:nvSpPr>
            <p:cNvPr id="99" name="object 41">
              <a:extLst>
                <a:ext uri="{FF2B5EF4-FFF2-40B4-BE49-F238E27FC236}">
                  <a16:creationId xmlns:a16="http://schemas.microsoft.com/office/drawing/2014/main" id="{9E7AEDC1-C144-6513-62B0-89D5D101419D}"/>
                </a:ext>
              </a:extLst>
            </p:cNvPr>
            <p:cNvSpPr/>
            <p:nvPr/>
          </p:nvSpPr>
          <p:spPr>
            <a:xfrm>
              <a:off x="7293864" y="5568696"/>
              <a:ext cx="2447925" cy="0"/>
            </a:xfrm>
            <a:custGeom>
              <a:avLst/>
              <a:gdLst/>
              <a:ahLst/>
              <a:cxnLst/>
              <a:rect l="l" t="t" r="r" b="b"/>
              <a:pathLst>
                <a:path w="2447925">
                  <a:moveTo>
                    <a:pt x="0" y="0"/>
                  </a:moveTo>
                  <a:lnTo>
                    <a:pt x="2447543" y="0"/>
                  </a:lnTo>
                </a:path>
              </a:pathLst>
            </a:custGeom>
            <a:ln w="10668">
              <a:solidFill>
                <a:srgbClr val="4472C3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0" name="object 42">
              <a:extLst>
                <a:ext uri="{FF2B5EF4-FFF2-40B4-BE49-F238E27FC236}">
                  <a16:creationId xmlns:a16="http://schemas.microsoft.com/office/drawing/2014/main" id="{D5A0BFFD-976D-08D2-ED7B-BB2E95933798}"/>
                </a:ext>
              </a:extLst>
            </p:cNvPr>
            <p:cNvSpPr/>
            <p:nvPr/>
          </p:nvSpPr>
          <p:spPr>
            <a:xfrm>
              <a:off x="7565136" y="3808476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169164" y="1467612"/>
                  </a:moveTo>
                  <a:lnTo>
                    <a:pt x="0" y="1298447"/>
                  </a:lnTo>
                  <a:lnTo>
                    <a:pt x="85344" y="1298447"/>
                  </a:lnTo>
                  <a:lnTo>
                    <a:pt x="85344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4507" y="169163"/>
                  </a:lnTo>
                  <a:lnTo>
                    <a:pt x="254507" y="1298447"/>
                  </a:lnTo>
                  <a:lnTo>
                    <a:pt x="338328" y="1298447"/>
                  </a:lnTo>
                  <a:lnTo>
                    <a:pt x="169164" y="1467612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1" name="object 43">
              <a:extLst>
                <a:ext uri="{FF2B5EF4-FFF2-40B4-BE49-F238E27FC236}">
                  <a16:creationId xmlns:a16="http://schemas.microsoft.com/office/drawing/2014/main" id="{7C410761-9FF3-2DA7-1831-6E2A8BACE040}"/>
                </a:ext>
              </a:extLst>
            </p:cNvPr>
            <p:cNvSpPr/>
            <p:nvPr/>
          </p:nvSpPr>
          <p:spPr>
            <a:xfrm>
              <a:off x="7565136" y="3808476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4507" y="169163"/>
                  </a:lnTo>
                  <a:lnTo>
                    <a:pt x="254507" y="1298447"/>
                  </a:lnTo>
                  <a:lnTo>
                    <a:pt x="338328" y="1298447"/>
                  </a:lnTo>
                  <a:lnTo>
                    <a:pt x="169164" y="1467612"/>
                  </a:lnTo>
                  <a:lnTo>
                    <a:pt x="0" y="1298447"/>
                  </a:lnTo>
                  <a:lnTo>
                    <a:pt x="85344" y="1298447"/>
                  </a:lnTo>
                  <a:lnTo>
                    <a:pt x="85344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02" name="object 44">
            <a:extLst>
              <a:ext uri="{FF2B5EF4-FFF2-40B4-BE49-F238E27FC236}">
                <a16:creationId xmlns:a16="http://schemas.microsoft.com/office/drawing/2014/main" id="{4CF09D0A-A88A-FC53-53CE-710D6A15D28F}"/>
              </a:ext>
            </a:extLst>
          </p:cNvPr>
          <p:cNvSpPr txBox="1"/>
          <p:nvPr/>
        </p:nvSpPr>
        <p:spPr>
          <a:xfrm>
            <a:off x="9953228" y="685285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3" name="object 45">
            <a:extLst>
              <a:ext uri="{FF2B5EF4-FFF2-40B4-BE49-F238E27FC236}">
                <a16:creationId xmlns:a16="http://schemas.microsoft.com/office/drawing/2014/main" id="{A2511A09-FBBF-54AB-BAB2-40A81DBF7B43}"/>
              </a:ext>
            </a:extLst>
          </p:cNvPr>
          <p:cNvSpPr txBox="1"/>
          <p:nvPr/>
        </p:nvSpPr>
        <p:spPr>
          <a:xfrm>
            <a:off x="10000567" y="4580852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4" name="object 46">
            <a:extLst>
              <a:ext uri="{FF2B5EF4-FFF2-40B4-BE49-F238E27FC236}">
                <a16:creationId xmlns:a16="http://schemas.microsoft.com/office/drawing/2014/main" id="{4FDEBD79-681F-A96F-F2E0-EEDC0D0B7D29}"/>
              </a:ext>
            </a:extLst>
          </p:cNvPr>
          <p:cNvSpPr txBox="1"/>
          <p:nvPr/>
        </p:nvSpPr>
        <p:spPr>
          <a:xfrm>
            <a:off x="9809899" y="5774705"/>
            <a:ext cx="781498" cy="194947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4919" rIns="0" bIns="0" rtlCol="0">
            <a:spAutoFit/>
          </a:bodyPr>
          <a:lstStyle/>
          <a:p>
            <a:pPr marL="260496" defTabSz="1183325">
              <a:spcBef>
                <a:spcPts val="511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endParaRPr sz="841">
              <a:latin typeface="Comic Sans MS"/>
              <a:cs typeface="Comic Sans MS"/>
            </a:endParaRPr>
          </a:p>
        </p:txBody>
      </p:sp>
      <p:grpSp>
        <p:nvGrpSpPr>
          <p:cNvPr id="105" name="object 47">
            <a:extLst>
              <a:ext uri="{FF2B5EF4-FFF2-40B4-BE49-F238E27FC236}">
                <a16:creationId xmlns:a16="http://schemas.microsoft.com/office/drawing/2014/main" id="{82EDE688-E416-B165-53E8-F50FC2B80A5D}"/>
              </a:ext>
            </a:extLst>
          </p:cNvPr>
          <p:cNvGrpSpPr/>
          <p:nvPr/>
        </p:nvGrpSpPr>
        <p:grpSpPr>
          <a:xfrm>
            <a:off x="11033587" y="4939381"/>
            <a:ext cx="451971" cy="1913890"/>
            <a:chOff x="8373554" y="3816794"/>
            <a:chExt cx="349250" cy="1478915"/>
          </a:xfrm>
        </p:grpSpPr>
        <p:sp>
          <p:nvSpPr>
            <p:cNvPr id="106" name="object 48">
              <a:extLst>
                <a:ext uri="{FF2B5EF4-FFF2-40B4-BE49-F238E27FC236}">
                  <a16:creationId xmlns:a16="http://schemas.microsoft.com/office/drawing/2014/main" id="{94ADD39C-4D7C-D847-D22F-D5972BBC8615}"/>
                </a:ext>
              </a:extLst>
            </p:cNvPr>
            <p:cNvSpPr/>
            <p:nvPr/>
          </p:nvSpPr>
          <p:spPr>
            <a:xfrm>
              <a:off x="8378952" y="3822192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169164" y="1467612"/>
                  </a:moveTo>
                  <a:lnTo>
                    <a:pt x="0" y="1298447"/>
                  </a:lnTo>
                  <a:lnTo>
                    <a:pt x="83820" y="1298447"/>
                  </a:lnTo>
                  <a:lnTo>
                    <a:pt x="83820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8447"/>
                  </a:lnTo>
                  <a:lnTo>
                    <a:pt x="338328" y="1298447"/>
                  </a:lnTo>
                  <a:lnTo>
                    <a:pt x="169164" y="1467612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07" name="object 49">
              <a:extLst>
                <a:ext uri="{FF2B5EF4-FFF2-40B4-BE49-F238E27FC236}">
                  <a16:creationId xmlns:a16="http://schemas.microsoft.com/office/drawing/2014/main" id="{EA272D05-34A1-B496-24C0-14D96417B2A4}"/>
                </a:ext>
              </a:extLst>
            </p:cNvPr>
            <p:cNvSpPr/>
            <p:nvPr/>
          </p:nvSpPr>
          <p:spPr>
            <a:xfrm>
              <a:off x="8378952" y="3822192"/>
              <a:ext cx="338455" cy="1468120"/>
            </a:xfrm>
            <a:custGeom>
              <a:avLst/>
              <a:gdLst/>
              <a:ahLst/>
              <a:cxnLst/>
              <a:rect l="l" t="t" r="r" b="b"/>
              <a:pathLst>
                <a:path w="338454" h="1468120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8447"/>
                  </a:lnTo>
                  <a:lnTo>
                    <a:pt x="338328" y="1298447"/>
                  </a:lnTo>
                  <a:lnTo>
                    <a:pt x="169164" y="1467612"/>
                  </a:lnTo>
                  <a:lnTo>
                    <a:pt x="0" y="1298447"/>
                  </a:lnTo>
                  <a:lnTo>
                    <a:pt x="83820" y="1298447"/>
                  </a:lnTo>
                  <a:lnTo>
                    <a:pt x="83820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08" name="object 50">
            <a:extLst>
              <a:ext uri="{FF2B5EF4-FFF2-40B4-BE49-F238E27FC236}">
                <a16:creationId xmlns:a16="http://schemas.microsoft.com/office/drawing/2014/main" id="{A850265D-AEBE-3B7C-3A68-634BC6124836}"/>
              </a:ext>
            </a:extLst>
          </p:cNvPr>
          <p:cNvSpPr txBox="1"/>
          <p:nvPr/>
        </p:nvSpPr>
        <p:spPr>
          <a:xfrm>
            <a:off x="11004458" y="687066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09" name="object 51">
            <a:extLst>
              <a:ext uri="{FF2B5EF4-FFF2-40B4-BE49-F238E27FC236}">
                <a16:creationId xmlns:a16="http://schemas.microsoft.com/office/drawing/2014/main" id="{B5165AC1-E4D2-F43B-2781-756014146C8D}"/>
              </a:ext>
            </a:extLst>
          </p:cNvPr>
          <p:cNvSpPr txBox="1"/>
          <p:nvPr/>
        </p:nvSpPr>
        <p:spPr>
          <a:xfrm>
            <a:off x="11053717" y="4598649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0" name="object 52">
            <a:extLst>
              <a:ext uri="{FF2B5EF4-FFF2-40B4-BE49-F238E27FC236}">
                <a16:creationId xmlns:a16="http://schemas.microsoft.com/office/drawing/2014/main" id="{5504F1D4-6B0B-96C5-6BBA-3212812FF08C}"/>
              </a:ext>
            </a:extLst>
          </p:cNvPr>
          <p:cNvSpPr txBox="1"/>
          <p:nvPr/>
        </p:nvSpPr>
        <p:spPr>
          <a:xfrm>
            <a:off x="10863072" y="5792455"/>
            <a:ext cx="779033" cy="194947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4919" rIns="0" bIns="0" rtlCol="0">
            <a:spAutoFit/>
          </a:bodyPr>
          <a:lstStyle/>
          <a:p>
            <a:pPr marL="106006" defTabSz="1183325">
              <a:spcBef>
                <a:spcPts val="511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Readability</a:t>
            </a:r>
            <a:endParaRPr sz="841">
              <a:latin typeface="Comic Sans MS"/>
              <a:cs typeface="Comic Sans MS"/>
            </a:endParaRPr>
          </a:p>
        </p:txBody>
      </p:sp>
      <p:grpSp>
        <p:nvGrpSpPr>
          <p:cNvPr id="111" name="object 53">
            <a:extLst>
              <a:ext uri="{FF2B5EF4-FFF2-40B4-BE49-F238E27FC236}">
                <a16:creationId xmlns:a16="http://schemas.microsoft.com/office/drawing/2014/main" id="{0FB8A746-8212-8C95-7BD7-8157911D04C3}"/>
              </a:ext>
            </a:extLst>
          </p:cNvPr>
          <p:cNvGrpSpPr/>
          <p:nvPr/>
        </p:nvGrpSpPr>
        <p:grpSpPr>
          <a:xfrm>
            <a:off x="12076983" y="4931573"/>
            <a:ext cx="451971" cy="1911425"/>
            <a:chOff x="9179814" y="3810761"/>
            <a:chExt cx="349250" cy="1477010"/>
          </a:xfrm>
        </p:grpSpPr>
        <p:sp>
          <p:nvSpPr>
            <p:cNvPr id="112" name="object 54">
              <a:extLst>
                <a:ext uri="{FF2B5EF4-FFF2-40B4-BE49-F238E27FC236}">
                  <a16:creationId xmlns:a16="http://schemas.microsoft.com/office/drawing/2014/main" id="{431F8DC4-ED0B-EEB5-41C9-20DA4FD05F1C}"/>
                </a:ext>
              </a:extLst>
            </p:cNvPr>
            <p:cNvSpPr/>
            <p:nvPr/>
          </p:nvSpPr>
          <p:spPr>
            <a:xfrm>
              <a:off x="9185148" y="3816095"/>
              <a:ext cx="338455" cy="1466215"/>
            </a:xfrm>
            <a:custGeom>
              <a:avLst/>
              <a:gdLst/>
              <a:ahLst/>
              <a:cxnLst/>
              <a:rect l="l" t="t" r="r" b="b"/>
              <a:pathLst>
                <a:path w="338454" h="1466214">
                  <a:moveTo>
                    <a:pt x="169164" y="1466088"/>
                  </a:moveTo>
                  <a:lnTo>
                    <a:pt x="0" y="1296924"/>
                  </a:lnTo>
                  <a:lnTo>
                    <a:pt x="83820" y="1296924"/>
                  </a:lnTo>
                  <a:lnTo>
                    <a:pt x="83820" y="169163"/>
                  </a:lnTo>
                  <a:lnTo>
                    <a:pt x="0" y="169163"/>
                  </a:ln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6924"/>
                  </a:lnTo>
                  <a:lnTo>
                    <a:pt x="338328" y="1296924"/>
                  </a:lnTo>
                  <a:lnTo>
                    <a:pt x="169164" y="146608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13" name="object 55">
              <a:extLst>
                <a:ext uri="{FF2B5EF4-FFF2-40B4-BE49-F238E27FC236}">
                  <a16:creationId xmlns:a16="http://schemas.microsoft.com/office/drawing/2014/main" id="{1E0C5A37-F23E-A1DE-4F6C-86AB677F669C}"/>
                </a:ext>
              </a:extLst>
            </p:cNvPr>
            <p:cNvSpPr/>
            <p:nvPr/>
          </p:nvSpPr>
          <p:spPr>
            <a:xfrm>
              <a:off x="9185148" y="3816095"/>
              <a:ext cx="338455" cy="1466215"/>
            </a:xfrm>
            <a:custGeom>
              <a:avLst/>
              <a:gdLst/>
              <a:ahLst/>
              <a:cxnLst/>
              <a:rect l="l" t="t" r="r" b="b"/>
              <a:pathLst>
                <a:path w="338454" h="1466214">
                  <a:moveTo>
                    <a:pt x="0" y="169163"/>
                  </a:moveTo>
                  <a:lnTo>
                    <a:pt x="169164" y="0"/>
                  </a:lnTo>
                  <a:lnTo>
                    <a:pt x="338328" y="169163"/>
                  </a:lnTo>
                  <a:lnTo>
                    <a:pt x="252983" y="169163"/>
                  </a:lnTo>
                  <a:lnTo>
                    <a:pt x="252983" y="1296924"/>
                  </a:lnTo>
                  <a:lnTo>
                    <a:pt x="338328" y="1296924"/>
                  </a:lnTo>
                  <a:lnTo>
                    <a:pt x="169164" y="1466088"/>
                  </a:lnTo>
                  <a:lnTo>
                    <a:pt x="0" y="1296924"/>
                  </a:lnTo>
                  <a:lnTo>
                    <a:pt x="83820" y="1296924"/>
                  </a:lnTo>
                  <a:lnTo>
                    <a:pt x="83820" y="169163"/>
                  </a:lnTo>
                  <a:lnTo>
                    <a:pt x="0" y="16916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14" name="object 56">
            <a:extLst>
              <a:ext uri="{FF2B5EF4-FFF2-40B4-BE49-F238E27FC236}">
                <a16:creationId xmlns:a16="http://schemas.microsoft.com/office/drawing/2014/main" id="{9EC98CA0-AF7E-06AF-EAED-BEA4FA57A27A}"/>
              </a:ext>
            </a:extLst>
          </p:cNvPr>
          <p:cNvSpPr txBox="1"/>
          <p:nvPr/>
        </p:nvSpPr>
        <p:spPr>
          <a:xfrm>
            <a:off x="12047810" y="6860799"/>
            <a:ext cx="49881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26" dirty="0">
                <a:solidFill>
                  <a:srgbClr val="FF0000"/>
                </a:solidFill>
                <a:latin typeface="Comic Sans MS"/>
                <a:cs typeface="Comic Sans MS"/>
              </a:rPr>
              <a:t>High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5" name="object 57">
            <a:extLst>
              <a:ext uri="{FF2B5EF4-FFF2-40B4-BE49-F238E27FC236}">
                <a16:creationId xmlns:a16="http://schemas.microsoft.com/office/drawing/2014/main" id="{7E15952D-2BE1-EA81-153E-69D2A0CA4013}"/>
              </a:ext>
            </a:extLst>
          </p:cNvPr>
          <p:cNvSpPr txBox="1"/>
          <p:nvPr/>
        </p:nvSpPr>
        <p:spPr>
          <a:xfrm>
            <a:off x="12097068" y="4590704"/>
            <a:ext cx="41581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32" dirty="0">
                <a:solidFill>
                  <a:srgbClr val="FF0000"/>
                </a:solidFill>
                <a:latin typeface="Comic Sans MS"/>
                <a:cs typeface="Comic Sans MS"/>
              </a:rPr>
              <a:t>Low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16" name="object 58">
            <a:extLst>
              <a:ext uri="{FF2B5EF4-FFF2-40B4-BE49-F238E27FC236}">
                <a16:creationId xmlns:a16="http://schemas.microsoft.com/office/drawing/2014/main" id="{21D40009-2EB4-C71A-4316-D1076FA7124C}"/>
              </a:ext>
            </a:extLst>
          </p:cNvPr>
          <p:cNvSpPr txBox="1"/>
          <p:nvPr/>
        </p:nvSpPr>
        <p:spPr>
          <a:xfrm>
            <a:off x="11906384" y="5784565"/>
            <a:ext cx="779033" cy="192458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62454" rIns="0" bIns="0" rtlCol="0">
            <a:spAutoFit/>
          </a:bodyPr>
          <a:lstStyle/>
          <a:p>
            <a:pPr marL="230913" defTabSz="1183325">
              <a:spcBef>
                <a:spcPts val="492"/>
              </a:spcBef>
            </a:pPr>
            <a:r>
              <a:rPr sz="841" spc="-13" dirty="0">
                <a:solidFill>
                  <a:srgbClr val="FFFFFF"/>
                </a:solidFill>
                <a:latin typeface="Comic Sans MS"/>
                <a:cs typeface="Comic Sans MS"/>
              </a:rPr>
              <a:t>Speed</a:t>
            </a:r>
            <a:endParaRPr sz="841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4252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DA9696-180C-EB28-D56A-42825B4C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491B257-2E3C-8321-F7EE-83109D81615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When is a Language “Fast” or “Slow”?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Fast (typically):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Closer to machine code (assembly/C in many cases).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Compiled ahead-of-time with strong optimizations; minimal runtime overhead.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Slow (relatively):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Heavier runtime interpretation/JIT, frequent dynamic checks, or layers of 		abstraction.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But:</a:t>
            </a:r>
            <a:r>
              <a:rPr lang="en-GB" sz="2400" dirty="0">
                <a:latin typeface="Comic Sans MS" panose="030F0702030302020204" pitchFamily="66" charset="0"/>
              </a:rPr>
              <a:t> highly optimized compilers/JITs can make some high-level languages </a:t>
            </a:r>
            <a:r>
              <a:rPr lang="en-GB" sz="2400" b="1" dirty="0">
                <a:latin typeface="Comic Sans MS" panose="030F0702030302020204" pitchFamily="66" charset="0"/>
              </a:rPr>
              <a:t>very 	fast</a:t>
            </a:r>
            <a:r>
              <a:rPr lang="en-GB" sz="2400" dirty="0">
                <a:latin typeface="Comic Sans MS" panose="030F0702030302020204" pitchFamily="66" charset="0"/>
              </a:rPr>
              <a:t> for many workloads. Choose based on </a:t>
            </a:r>
            <a:r>
              <a:rPr lang="en-GB" sz="2400" b="1" dirty="0">
                <a:latin typeface="Comic Sans MS" panose="030F0702030302020204" pitchFamily="66" charset="0"/>
              </a:rPr>
              <a:t>use case + ecosystem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509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5B52-D749-51A0-B013-0517EBA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162AE0-C703-E3E8-FBC1-0CB15570AE27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Machine → Assembly → High-Level</a:t>
            </a:r>
            <a:r>
              <a:rPr lang="en-GB" sz="2400" dirty="0">
                <a:latin typeface="Comic Sans MS" panose="030F0702030302020204" pitchFamily="66" charset="0"/>
              </a:rPr>
              <a:t> forms a spectrum: </a:t>
            </a:r>
            <a:r>
              <a:rPr lang="en-GB" sz="2400" b="1" dirty="0">
                <a:latin typeface="Comic Sans MS" panose="030F0702030302020204" pitchFamily="66" charset="0"/>
              </a:rPr>
              <a:t>speed ↑</a:t>
            </a:r>
            <a:r>
              <a:rPr lang="en-GB" sz="2400" dirty="0">
                <a:latin typeface="Comic Sans MS" panose="030F0702030302020204" pitchFamily="66" charset="0"/>
              </a:rPr>
              <a:t> as we go </a:t>
            </a:r>
            <a:r>
              <a:rPr lang="en-GB" sz="2400" b="1" dirty="0">
                <a:latin typeface="Comic Sans MS" panose="030F0702030302020204" pitchFamily="66" charset="0"/>
              </a:rPr>
              <a:t>down</a:t>
            </a:r>
            <a:r>
              <a:rPr lang="en-GB" sz="2400" dirty="0">
                <a:latin typeface="Comic Sans MS" panose="030F0702030302020204" pitchFamily="66" charset="0"/>
              </a:rPr>
              <a:t> to 	hardware, </a:t>
            </a:r>
            <a:r>
              <a:rPr lang="en-GB" sz="2400" b="1" dirty="0">
                <a:latin typeface="Comic Sans MS" panose="030F0702030302020204" pitchFamily="66" charset="0"/>
              </a:rPr>
              <a:t>readability ↑</a:t>
            </a:r>
            <a:r>
              <a:rPr lang="en-GB" sz="2400" dirty="0">
                <a:latin typeface="Comic Sans MS" panose="030F0702030302020204" pitchFamily="66" charset="0"/>
              </a:rPr>
              <a:t> as we go </a:t>
            </a:r>
            <a:r>
              <a:rPr lang="en-GB" sz="2400" b="1" dirty="0">
                <a:latin typeface="Comic Sans MS" panose="030F0702030302020204" pitchFamily="66" charset="0"/>
              </a:rPr>
              <a:t>up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Source Code</a:t>
            </a:r>
            <a:r>
              <a:rPr lang="en-GB" sz="2400" dirty="0">
                <a:latin typeface="Comic Sans MS" panose="030F0702030302020204" pitchFamily="66" charset="0"/>
              </a:rPr>
              <a:t> is what we write;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 is what runs. 	A </a:t>
            </a:r>
            <a:r>
              <a:rPr lang="en-GB" sz="2400" b="1" dirty="0">
                <a:latin typeface="Comic Sans MS" panose="030F0702030302020204" pitchFamily="66" charset="0"/>
              </a:rPr>
              <a:t>compiler/interpreter</a:t>
            </a:r>
            <a:r>
              <a:rPr lang="en-GB" sz="2400" dirty="0">
                <a:latin typeface="Comic Sans MS" panose="030F0702030302020204" pitchFamily="66" charset="0"/>
              </a:rPr>
              <a:t> connects them.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dirty="0">
                <a:latin typeface="Comic Sans MS" panose="030F0702030302020204" pitchFamily="66" charset="0"/>
              </a:rPr>
              <a:t>“Hello, World!” example across levels shows </a:t>
            </a:r>
            <a:r>
              <a:rPr lang="en-GB" sz="2400" b="1" dirty="0">
                <a:latin typeface="Comic Sans MS" panose="030F0702030302020204" pitchFamily="66" charset="0"/>
              </a:rPr>
              <a:t>why translators are essential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how 	abstraction helps humans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By understanding these links, learners can pick the </a:t>
            </a:r>
            <a:r>
              <a:rPr lang="en-GB" sz="2400" b="1" dirty="0">
                <a:latin typeface="Comic Sans MS" panose="030F0702030302020204" pitchFamily="66" charset="0"/>
              </a:rPr>
              <a:t>right language level</a:t>
            </a:r>
            <a:r>
              <a:rPr lang="en-GB" sz="2400" dirty="0">
                <a:latin typeface="Comic Sans MS" panose="030F0702030302020204" pitchFamily="66" charset="0"/>
              </a:rPr>
              <a:t> and toolchain for performance, portability, and productivity. 🚀</a:t>
            </a:r>
          </a:p>
        </p:txBody>
      </p:sp>
    </p:spTree>
    <p:extLst>
      <p:ext uri="{BB962C8B-B14F-4D97-AF65-F5344CB8AC3E}">
        <p14:creationId xmlns:p14="http://schemas.microsoft.com/office/powerpoint/2010/main" val="2532901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Write your answers clearly and concisely in your own words.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What is </a:t>
            </a:r>
            <a:r>
              <a:rPr lang="en-GB" sz="2400" b="1" dirty="0">
                <a:latin typeface="Comic Sans MS" panose="030F0702030302020204" pitchFamily="66" charset="0"/>
              </a:rPr>
              <a:t>Code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What is </a:t>
            </a:r>
            <a:r>
              <a:rPr lang="en-GB" sz="2400" b="1" dirty="0">
                <a:latin typeface="Comic Sans MS" panose="030F0702030302020204" pitchFamily="66" charset="0"/>
              </a:rPr>
              <a:t>Source Code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What is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Why do we need </a:t>
            </a:r>
            <a:r>
              <a:rPr lang="en-GB" sz="2400" b="1" dirty="0">
                <a:latin typeface="Comic Sans MS" panose="030F0702030302020204" pitchFamily="66" charset="0"/>
              </a:rPr>
              <a:t>Compilers or Interpreters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6️⃣ When is a language considered </a:t>
            </a:r>
            <a:r>
              <a:rPr lang="en-GB" sz="2400" b="1" dirty="0">
                <a:latin typeface="Comic Sans MS" panose="030F0702030302020204" pitchFamily="66" charset="0"/>
              </a:rPr>
              <a:t>Fast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7️⃣ When is a language considered </a:t>
            </a:r>
            <a:r>
              <a:rPr lang="en-GB" sz="2400" b="1" dirty="0">
                <a:latin typeface="Comic Sans MS" panose="030F0702030302020204" pitchFamily="66" charset="0"/>
              </a:rPr>
              <a:t>Slow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8️⃣ What is a </a:t>
            </a:r>
            <a:r>
              <a:rPr lang="en-GB" sz="2400" b="1" dirty="0">
                <a:latin typeface="Comic Sans MS" panose="030F0702030302020204" pitchFamily="66" charset="0"/>
              </a:rPr>
              <a:t>High-Level Language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9️⃣ What is a </a:t>
            </a:r>
            <a:r>
              <a:rPr lang="en-GB" sz="2400" b="1" dirty="0">
                <a:latin typeface="Comic Sans MS" panose="030F0702030302020204" pitchFamily="66" charset="0"/>
              </a:rPr>
              <a:t>Low-Level Language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🔟 When do we consider a language </a:t>
            </a:r>
            <a:r>
              <a:rPr lang="en-GB" sz="2400" b="1" dirty="0">
                <a:latin typeface="Comic Sans MS" panose="030F0702030302020204" pitchFamily="66" charset="0"/>
              </a:rPr>
              <a:t>human-readable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tool used by programmers to write instructions that tell a computer what to 	do.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Code: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The set of written instructions or commands created using a programming 	language.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Source Code: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The human-readable form of a program that the programmer writes before it’s 	translated.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Object Code: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The machine-readable form produced after the source code is translated 	(compiled).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Why Compilers or Interpreters: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Because computers only understand </a:t>
            </a:r>
            <a:r>
              <a:rPr lang="en-GB" sz="2400" b="1" dirty="0">
                <a:latin typeface="Comic Sans MS" panose="030F0702030302020204" pitchFamily="66" charset="0"/>
              </a:rPr>
              <a:t>machine code (0s and 1s)</a:t>
            </a:r>
            <a:r>
              <a:rPr lang="en-GB" sz="2400" dirty="0">
                <a:latin typeface="Comic Sans MS" panose="030F0702030302020204" pitchFamily="66" charset="0"/>
              </a:rPr>
              <a:t>, we need 	translators to convert human-readable code into a format the CPU can execute.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 </a:t>
            </a:r>
            <a:r>
              <a:rPr lang="en-GB" sz="2400" b="1" dirty="0">
                <a:latin typeface="Comic Sans MS" panose="030F0702030302020204" pitchFamily="66" charset="0"/>
              </a:rPr>
              <a:t>When Fast: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language is considered </a:t>
            </a:r>
            <a:r>
              <a:rPr lang="en-GB" sz="2400" b="1" dirty="0">
                <a:latin typeface="Comic Sans MS" panose="030F0702030302020204" pitchFamily="66" charset="0"/>
              </a:rPr>
              <a:t>fast</a:t>
            </a:r>
            <a:r>
              <a:rPr lang="en-GB" sz="2400" dirty="0">
                <a:latin typeface="Comic Sans MS" panose="030F0702030302020204" pitchFamily="66" charset="0"/>
              </a:rPr>
              <a:t> when it runs close to the hardware (low-level) or 	when its compiler produces highly optimized machine code.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86B3B1-D370-1E19-B601-77B5846B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F774B2-A4D0-C82A-CF62-3AC7D59F85CC}"/>
              </a:ext>
            </a:extLst>
          </p:cNvPr>
          <p:cNvSpPr txBox="1"/>
          <p:nvPr/>
        </p:nvSpPr>
        <p:spPr>
          <a:xfrm>
            <a:off x="381000" y="888075"/>
            <a:ext cx="12352767" cy="49573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7️⃣ </a:t>
            </a:r>
            <a:r>
              <a:rPr lang="en-GB" sz="2400" b="1" dirty="0">
                <a:latin typeface="Comic Sans MS" panose="030F0702030302020204" pitchFamily="66" charset="0"/>
              </a:rPr>
              <a:t>When Slow: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language is </a:t>
            </a:r>
            <a:r>
              <a:rPr lang="en-GB" sz="2400" b="1" dirty="0">
                <a:latin typeface="Comic Sans MS" panose="030F0702030302020204" pitchFamily="66" charset="0"/>
              </a:rPr>
              <a:t>slow</a:t>
            </a:r>
            <a:r>
              <a:rPr lang="en-GB" sz="2400" dirty="0">
                <a:latin typeface="Comic Sans MS" panose="030F0702030302020204" pitchFamily="66" charset="0"/>
              </a:rPr>
              <a:t> when it has more abstraction, is interpreted line by line, or 	depends on extra runtime layers that add overhead.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 </a:t>
            </a:r>
            <a:r>
              <a:rPr lang="en-GB" sz="2400" b="1" dirty="0">
                <a:latin typeface="Comic Sans MS" panose="030F0702030302020204" pitchFamily="66" charset="0"/>
              </a:rPr>
              <a:t>High-Level Language: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programming language that is </a:t>
            </a:r>
            <a:r>
              <a:rPr lang="en-GB" sz="2400" b="1" dirty="0">
                <a:latin typeface="Comic Sans MS" panose="030F0702030302020204" pitchFamily="66" charset="0"/>
              </a:rPr>
              <a:t>easy to read and write</a:t>
            </a:r>
            <a:r>
              <a:rPr lang="en-GB" sz="2400" dirty="0">
                <a:latin typeface="Comic Sans MS" panose="030F0702030302020204" pitchFamily="66" charset="0"/>
              </a:rPr>
              <a:t>, close to human 	language, and hides most hardware details (e.g., Python, C#, Java).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 </a:t>
            </a:r>
            <a:r>
              <a:rPr lang="en-GB" sz="2400" b="1" dirty="0">
                <a:latin typeface="Comic Sans MS" panose="030F0702030302020204" pitchFamily="66" charset="0"/>
              </a:rPr>
              <a:t>Low-Level Language: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programming language that is </a:t>
            </a:r>
            <a:r>
              <a:rPr lang="en-GB" sz="2400" b="1" dirty="0">
                <a:latin typeface="Comic Sans MS" panose="030F0702030302020204" pitchFamily="66" charset="0"/>
              </a:rPr>
              <a:t>close to machine code</a:t>
            </a:r>
            <a:r>
              <a:rPr lang="en-GB" sz="2400" dirty="0">
                <a:latin typeface="Comic Sans MS" panose="030F0702030302020204" pitchFamily="66" charset="0"/>
              </a:rPr>
              <a:t>, gives full control over 	hardware, but is harder to read (e.g., Assembly, Machine Language).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🔟 </a:t>
            </a:r>
            <a:r>
              <a:rPr lang="en-GB" sz="2400" b="1" dirty="0">
                <a:latin typeface="Comic Sans MS" panose="030F0702030302020204" pitchFamily="66" charset="0"/>
              </a:rPr>
              <a:t>Human-Readable Language: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language is human-readable when its syntax uses </a:t>
            </a:r>
            <a:r>
              <a:rPr lang="en-GB" sz="2400" b="1" dirty="0">
                <a:latin typeface="Comic Sans MS" panose="030F0702030302020204" pitchFamily="66" charset="0"/>
              </a:rPr>
              <a:t>words, symbols, and 	structure</a:t>
            </a:r>
            <a:r>
              <a:rPr lang="en-GB" sz="2400" dirty="0">
                <a:latin typeface="Comic Sans MS" panose="030F0702030302020204" pitchFamily="66" charset="0"/>
              </a:rPr>
              <a:t> that are easy for people to understand — not binary or numeric 	codes.</a:t>
            </a:r>
          </a:p>
        </p:txBody>
      </p:sp>
    </p:spTree>
    <p:extLst>
      <p:ext uri="{BB962C8B-B14F-4D97-AF65-F5344CB8AC3E}">
        <p14:creationId xmlns:p14="http://schemas.microsoft.com/office/powerpoint/2010/main" val="4054622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programming language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tool</a:t>
            </a:r>
            <a:r>
              <a:rPr lang="en-GB" sz="2400" dirty="0">
                <a:latin typeface="Comic Sans MS" panose="030F0702030302020204" pitchFamily="66" charset="0"/>
              </a:rPr>
              <a:t>; the instructions we write are </a:t>
            </a:r>
            <a:r>
              <a:rPr lang="en-GB" sz="2400" b="1" dirty="0">
                <a:latin typeface="Comic Sans MS" panose="030F0702030302020204" pitchFamily="66" charset="0"/>
              </a:rPr>
              <a:t>code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Source code</a:t>
            </a:r>
            <a:r>
              <a:rPr lang="en-GB" sz="2400" dirty="0">
                <a:latin typeface="Comic Sans MS" panose="030F0702030302020204" pitchFamily="66" charset="0"/>
              </a:rPr>
              <a:t> must be </a:t>
            </a:r>
            <a:r>
              <a:rPr lang="en-GB" sz="2400" b="1" dirty="0">
                <a:latin typeface="Comic Sans MS" panose="030F0702030302020204" pitchFamily="66" charset="0"/>
              </a:rPr>
              <a:t>translated</a:t>
            </a:r>
            <a:r>
              <a:rPr lang="en-GB" sz="2400" dirty="0">
                <a:latin typeface="Comic Sans MS" panose="030F0702030302020204" pitchFamily="66" charset="0"/>
              </a:rPr>
              <a:t> into </a:t>
            </a:r>
            <a:r>
              <a:rPr lang="en-GB" sz="2400" b="1" dirty="0">
                <a:latin typeface="Comic Sans MS" panose="030F0702030302020204" pitchFamily="66" charset="0"/>
              </a:rPr>
              <a:t>object/machine code</a:t>
            </a:r>
            <a:r>
              <a:rPr lang="en-GB" sz="2400" dirty="0">
                <a:latin typeface="Comic Sans MS" panose="030F0702030302020204" pitchFamily="66" charset="0"/>
              </a:rPr>
              <a:t> via 	a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interpreter</a:t>
            </a:r>
            <a:r>
              <a:rPr lang="en-GB" sz="2400" dirty="0">
                <a:latin typeface="Comic Sans MS" panose="030F0702030302020204" pitchFamily="66" charset="0"/>
              </a:rPr>
              <a:t> to run.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There’s a continuum from </a:t>
            </a:r>
            <a:r>
              <a:rPr lang="en-GB" sz="2400" b="1" dirty="0">
                <a:latin typeface="Comic Sans MS" panose="030F0702030302020204" pitchFamily="66" charset="0"/>
              </a:rPr>
              <a:t>machine → assembly → high-level</a:t>
            </a:r>
            <a:r>
              <a:rPr lang="en-GB" sz="2400" dirty="0">
                <a:latin typeface="Comic Sans MS" panose="030F0702030302020204" pitchFamily="66" charset="0"/>
              </a:rPr>
              <a:t> where we trade </a:t>
            </a:r>
            <a:r>
              <a:rPr lang="en-GB" sz="2400" b="1" dirty="0">
                <a:latin typeface="Comic Sans MS" panose="030F0702030302020204" pitchFamily="66" charset="0"/>
              </a:rPr>
              <a:t>raw 	speed</a:t>
            </a:r>
            <a:r>
              <a:rPr lang="en-GB" sz="2400" dirty="0">
                <a:latin typeface="Comic Sans MS" panose="030F0702030302020204" pitchFamily="66" charset="0"/>
              </a:rPr>
              <a:t> for </a:t>
            </a:r>
            <a:r>
              <a:rPr lang="en-GB" sz="2400" b="1" dirty="0">
                <a:latin typeface="Comic Sans MS" panose="030F0702030302020204" pitchFamily="66" charset="0"/>
              </a:rPr>
              <a:t>human readability and productivity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Your choice of level depends on </a:t>
            </a:r>
            <a:r>
              <a:rPr lang="en-GB" sz="2400" b="1" dirty="0">
                <a:latin typeface="Comic Sans MS" panose="030F0702030302020204" pitchFamily="66" charset="0"/>
              </a:rPr>
              <a:t>performance needs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portability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team skills</a:t>
            </a:r>
            <a:r>
              <a:rPr lang="en-GB" sz="2400">
                <a:latin typeface="Comic Sans MS" panose="030F0702030302020204" pitchFamily="66" charset="0"/>
              </a:rPr>
              <a:t>, 	and </a:t>
            </a:r>
            <a:r>
              <a:rPr lang="en-GB" sz="2400" b="1" dirty="0">
                <a:latin typeface="Comic Sans MS" panose="030F0702030302020204" pitchFamily="66" charset="0"/>
              </a:rPr>
              <a:t>tooling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3838</TotalTime>
  <Words>1317</Words>
  <Application>Microsoft Office PowerPoint</Application>
  <PresentationFormat>Custom</PresentationFormat>
  <Paragraphs>262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381</cp:revision>
  <dcterms:created xsi:type="dcterms:W3CDTF">2025-12-09T17:44:59Z</dcterms:created>
  <dcterms:modified xsi:type="dcterms:W3CDTF">2026-01-16T17:59:20Z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