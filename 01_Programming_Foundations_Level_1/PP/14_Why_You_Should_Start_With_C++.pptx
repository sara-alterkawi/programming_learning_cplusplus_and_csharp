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33" r:id="rId2"/>
    <p:sldId id="634" r:id="rId3"/>
    <p:sldId id="257" r:id="rId4"/>
    <p:sldId id="564" r:id="rId5"/>
    <p:sldId id="605" r:id="rId6"/>
    <p:sldId id="606" r:id="rId7"/>
    <p:sldId id="632" r:id="rId8"/>
    <p:sldId id="607" r:id="rId9"/>
    <p:sldId id="608" r:id="rId10"/>
    <p:sldId id="609" r:id="rId11"/>
    <p:sldId id="610" r:id="rId12"/>
    <p:sldId id="611" r:id="rId13"/>
    <p:sldId id="612" r:id="rId14"/>
    <p:sldId id="613" r:id="rId15"/>
    <p:sldId id="614" r:id="rId16"/>
    <p:sldId id="615" r:id="rId17"/>
    <p:sldId id="616" r:id="rId18"/>
    <p:sldId id="617" r:id="rId19"/>
    <p:sldId id="618" r:id="rId20"/>
    <p:sldId id="619" r:id="rId21"/>
    <p:sldId id="620" r:id="rId22"/>
    <p:sldId id="621" r:id="rId23"/>
    <p:sldId id="622" r:id="rId24"/>
    <p:sldId id="623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560" r:id="rId34"/>
    <p:sldId id="531" r:id="rId35"/>
    <p:sldId id="349" r:id="rId36"/>
    <p:sldId id="542" r:id="rId37"/>
    <p:sldId id="438" r:id="rId38"/>
    <p:sldId id="425" r:id="rId3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8D5EB8-B849-1B57-25A7-158E2AFC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07D4BA0-C3A3-9F81-C09E-6D956E01F356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07468D4-381B-AD35-4D55-122BD82342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9B35B8-FA0D-E382-FAAD-DF70683FFEB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A20AB9E-02A0-5A98-BBEA-4982740B88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53FE9D64-6464-AC36-5CDF-25D7E8355AB9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Why You Should Start with C++?</a:t>
            </a:r>
          </a:p>
        </p:txBody>
      </p:sp>
    </p:spTree>
    <p:extLst>
      <p:ext uri="{BB962C8B-B14F-4D97-AF65-F5344CB8AC3E}">
        <p14:creationId xmlns:p14="http://schemas.microsoft.com/office/powerpoint/2010/main" val="158414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C++?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EFCF7-66F2-6E93-3294-C6889F8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68305C-9D84-82AA-5F56-F7E45D7316D8}"/>
              </a:ext>
            </a:extLst>
          </p:cNvPr>
          <p:cNvSpPr txBox="1"/>
          <p:nvPr/>
        </p:nvSpPr>
        <p:spPr>
          <a:xfrm>
            <a:off x="381000" y="888075"/>
            <a:ext cx="12352767" cy="465050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What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/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Why</a:t>
            </a:r>
            <a:r>
              <a:rPr lang="sv-SE" sz="4000" b="1" spc="14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C++?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0" cap="none" spc="-13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260496" marR="1038696" indent="-244883" defTabSz="1183325">
              <a:lnSpc>
                <a:spcPts val="2303"/>
              </a:lnSpc>
              <a:spcBef>
                <a:spcPts val="427"/>
              </a:spcBef>
              <a:buFont typeface="Arial MT"/>
              <a:buChar char="•"/>
              <a:tabLst>
                <a:tab pos="260496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latin typeface="Comic Sans MS" panose="030F0702030302020204" pitchFamily="66" charset="0"/>
                <a:cs typeface="Comic Sans MS"/>
              </a:rPr>
              <a:t>cross-</a:t>
            </a:r>
            <a:r>
              <a:rPr lang="en-GB" sz="2400" b="1" dirty="0">
                <a:latin typeface="Comic Sans MS" panose="030F0702030302020204" pitchFamily="66" charset="0"/>
                <a:cs typeface="Comic Sans MS"/>
              </a:rPr>
              <a:t>platform/Portable</a:t>
            </a:r>
            <a:r>
              <a:rPr lang="en-GB" sz="2400" b="1" spc="-7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latin typeface="Comic Sans MS" panose="030F0702030302020204" pitchFamily="66" charset="0"/>
                <a:cs typeface="Comic Sans MS"/>
              </a:rPr>
              <a:t>language</a:t>
            </a:r>
            <a:r>
              <a:rPr lang="en-GB" sz="2400" b="1" spc="-7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can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used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create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high-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performance</a:t>
            </a:r>
            <a:r>
              <a:rPr lang="en-GB" sz="2400" u="sng" spc="-91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applications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</a:t>
            </a:r>
            <a:r>
              <a:rPr lang="en-GB" sz="2400" spc="-9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can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be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adapted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multiple</a:t>
            </a:r>
            <a:r>
              <a:rPr lang="en-GB" sz="2400" spc="-84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platforms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783"/>
              </a:spcBef>
              <a:buFont typeface="Arial MT"/>
              <a:buChar char="•"/>
              <a:tabLst>
                <a:tab pos="261318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fun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easy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learn!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809"/>
              </a:spcBef>
              <a:buFont typeface="Arial MT"/>
              <a:buChar char="•"/>
              <a:tabLst>
                <a:tab pos="261318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mother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all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languages.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809"/>
              </a:spcBef>
              <a:buFont typeface="Arial MT"/>
              <a:buChar char="•"/>
              <a:tabLst>
                <a:tab pos="261318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Supports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Procedural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&amp;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OOP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programming.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809"/>
              </a:spcBef>
              <a:buFont typeface="Arial MT"/>
              <a:buChar char="•"/>
              <a:tabLst>
                <a:tab pos="261318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will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force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learn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basic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concepts.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0496" marR="6574" indent="-244883" defTabSz="1183325">
              <a:lnSpc>
                <a:spcPts val="2303"/>
              </a:lnSpc>
              <a:spcBef>
                <a:spcPts val="1113"/>
              </a:spcBef>
              <a:buFont typeface="Arial MT"/>
              <a:buChar char="•"/>
              <a:tabLst>
                <a:tab pos="260496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If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learn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very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well,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can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learn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any</a:t>
            </a:r>
            <a:r>
              <a:rPr lang="en-GB" sz="24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other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language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in</a:t>
            </a:r>
            <a:r>
              <a:rPr lang="en-GB" sz="24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less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than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a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month’s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time.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864629"/>
            <a:ext cx="2530377" cy="121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6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E64408-73A0-A075-4C7F-6421463D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4888472-8A4D-7DD5-1160-3A443905EAC1}"/>
              </a:ext>
            </a:extLst>
          </p:cNvPr>
          <p:cNvSpPr txBox="1"/>
          <p:nvPr/>
        </p:nvSpPr>
        <p:spPr>
          <a:xfrm>
            <a:off x="381000" y="888075"/>
            <a:ext cx="12352767" cy="88327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What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/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Why</a:t>
            </a:r>
            <a:r>
              <a:rPr lang="sv-SE" sz="4000" b="1" spc="14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C++?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0" cap="none" spc="-13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260496" marR="6574" indent="-244883" defTabSz="1183325">
              <a:lnSpc>
                <a:spcPts val="2303"/>
              </a:lnSpc>
              <a:spcBef>
                <a:spcPts val="427"/>
              </a:spcBef>
              <a:buFont typeface="Arial MT"/>
              <a:buChar char="•"/>
              <a:tabLst>
                <a:tab pos="260496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Both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considered</a:t>
            </a:r>
            <a:r>
              <a:rPr lang="en-GB" sz="2400" spc="-58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Mid-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level</a:t>
            </a:r>
            <a:r>
              <a:rPr lang="en-GB" sz="2400" spc="-3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2400" spc="-5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close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u="sng" spc="-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hardware</a:t>
            </a:r>
            <a:r>
              <a:rPr lang="en-GB" sz="2400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and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able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program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manipulate</a:t>
            </a:r>
            <a:r>
              <a:rPr lang="en-GB" sz="2400" spc="-9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underlying</a:t>
            </a:r>
            <a:r>
              <a:rPr lang="en-GB" sz="2400" spc="-7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hardware</a:t>
            </a:r>
            <a:r>
              <a:rPr lang="en-GB" sz="2400" spc="-7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resources.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have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full</a:t>
            </a:r>
            <a:r>
              <a:rPr lang="en-GB" sz="2400" u="sng" spc="-1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control</a:t>
            </a:r>
            <a:r>
              <a:rPr lang="en-GB" sz="24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on</a:t>
            </a:r>
            <a:r>
              <a:rPr lang="en-GB" sz="2400" u="sng" spc="-3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computer</a:t>
            </a:r>
            <a:r>
              <a:rPr lang="en-GB" sz="2400" u="sng" spc="-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resources</a:t>
            </a:r>
            <a:r>
              <a:rPr lang="en-GB" sz="24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such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as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memory,</a:t>
            </a:r>
            <a:r>
              <a:rPr lang="en-GB" sz="2400" spc="-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no</a:t>
            </a:r>
            <a:r>
              <a:rPr lang="en-GB" sz="2400" u="sng" spc="-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automatic</a:t>
            </a:r>
            <a:r>
              <a:rPr lang="en-GB" sz="24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memory</a:t>
            </a:r>
            <a:r>
              <a:rPr lang="en-GB" sz="2400" u="sng" spc="-9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management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.</a:t>
            </a: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15613" marR="232556" defTabSz="1183325">
              <a:lnSpc>
                <a:spcPts val="2303"/>
              </a:lnSpc>
              <a:spcBef>
                <a:spcPts val="1081"/>
              </a:spcBef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pPr marL="260496" marR="232556" indent="-244883" defTabSz="1183325">
              <a:lnSpc>
                <a:spcPts val="2303"/>
              </a:lnSpc>
              <a:spcBef>
                <a:spcPts val="1081"/>
              </a:spcBef>
              <a:buFont typeface="Arial MT"/>
              <a:buChar char="•"/>
              <a:tabLst>
                <a:tab pos="260496" algn="l"/>
              </a:tabLst>
            </a:pPr>
            <a:endParaRPr lang="en-GB" sz="2400" spc="-13" dirty="0"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Cross-platform/portable</a:t>
            </a:r>
            <a:r>
              <a:rPr lang="en-GB" sz="2400" dirty="0">
                <a:latin typeface="Comic Sans MS" panose="030F0702030302020204" pitchFamily="66" charset="0"/>
              </a:rPr>
              <a:t> and used to build </a:t>
            </a:r>
            <a:r>
              <a:rPr lang="en-GB" sz="2400" b="1" dirty="0">
                <a:latin typeface="Comic Sans MS" panose="030F0702030302020204" pitchFamily="66" charset="0"/>
              </a:rPr>
              <a:t>high-performance</a:t>
            </a:r>
            <a:r>
              <a:rPr lang="en-GB" sz="2400" dirty="0">
                <a:latin typeface="Comic Sans MS" panose="030F0702030302020204" pitchFamily="66" charset="0"/>
              </a:rPr>
              <a:t> apps.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Fun and easy to learn</a:t>
            </a:r>
            <a:r>
              <a:rPr lang="en-GB" sz="2400" dirty="0">
                <a:latin typeface="Comic Sans MS" panose="030F0702030302020204" pitchFamily="66" charset="0"/>
              </a:rPr>
              <a:t>; known as the </a:t>
            </a:r>
            <a:r>
              <a:rPr lang="en-GB" sz="2400" b="1" dirty="0">
                <a:latin typeface="Comic Sans MS" panose="030F0702030302020204" pitchFamily="66" charset="0"/>
              </a:rPr>
              <a:t>“mother of all languages.”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Supports </a:t>
            </a:r>
            <a:r>
              <a:rPr lang="en-GB" sz="2400" b="1" dirty="0">
                <a:latin typeface="Comic Sans MS" panose="030F0702030302020204" pitchFamily="66" charset="0"/>
              </a:rPr>
              <a:t>procedural</a:t>
            </a:r>
            <a:r>
              <a:rPr lang="en-GB" sz="2400" dirty="0">
                <a:latin typeface="Comic Sans MS" panose="030F0702030302020204" pitchFamily="66" charset="0"/>
              </a:rPr>
              <a:t> &amp; </a:t>
            </a:r>
            <a:r>
              <a:rPr lang="en-GB" sz="2400" b="1" dirty="0">
                <a:latin typeface="Comic Sans MS" panose="030F0702030302020204" pitchFamily="66" charset="0"/>
              </a:rPr>
              <a:t>OOP</a:t>
            </a:r>
            <a:r>
              <a:rPr lang="en-GB" sz="2400" dirty="0">
                <a:latin typeface="Comic Sans MS" panose="030F0702030302020204" pitchFamily="66" charset="0"/>
              </a:rPr>
              <a:t> paradigms → you learn </a:t>
            </a:r>
            <a:r>
              <a:rPr lang="en-GB" sz="2400" b="1" dirty="0">
                <a:latin typeface="Comic Sans MS" panose="030F0702030302020204" pitchFamily="66" charset="0"/>
              </a:rPr>
              <a:t>both styles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Forces core concepts</a:t>
            </a:r>
            <a:r>
              <a:rPr lang="en-GB" sz="2400" dirty="0">
                <a:latin typeface="Comic Sans MS" panose="030F0702030302020204" pitchFamily="66" charset="0"/>
              </a:rPr>
              <a:t>; learn it well → </a:t>
            </a:r>
            <a:r>
              <a:rPr lang="en-GB" sz="2400" b="1" dirty="0">
                <a:latin typeface="Comic Sans MS" panose="030F0702030302020204" pitchFamily="66" charset="0"/>
              </a:rPr>
              <a:t>learn any other language in &lt; 1 month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Closer to hardware: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 and C++ are </a:t>
            </a:r>
            <a:r>
              <a:rPr lang="en-GB" sz="2400" b="1" dirty="0">
                <a:latin typeface="Comic Sans MS" panose="030F0702030302020204" pitchFamily="66" charset="0"/>
              </a:rPr>
              <a:t>mid-level</a:t>
            </a:r>
            <a:r>
              <a:rPr lang="en-GB" sz="2400" dirty="0">
                <a:latin typeface="Comic Sans MS" panose="030F0702030302020204" pitchFamily="66" charset="0"/>
              </a:rPr>
              <a:t>: close to hardware, able to manipulate resources.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Full control of memory</a:t>
            </a:r>
            <a:r>
              <a:rPr lang="en-GB" sz="2400" dirty="0">
                <a:latin typeface="Comic Sans MS" panose="030F0702030302020204" pitchFamily="66" charset="0"/>
              </a:rPr>
              <a:t> (no automatic memory management).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DB4A224-3A8F-24D3-2C02-E493AE2B50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864629"/>
            <a:ext cx="2530377" cy="12106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3552" y="3505200"/>
            <a:ext cx="6244096" cy="35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0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AD0AF3-5638-2DC1-E6E4-7D38C18D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A2B7CD7-5221-BA76-A1BF-64C1192DD7F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68E39FB-8A62-4B1F-31AE-B5253AB579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246B8E-44E3-18F0-BB47-5687146C8A4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4B80006-1928-160F-7DE1-E66F507A4B2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AD7C61DA-F696-4DF0-8A85-00D98A7619D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can you do with C++?</a:t>
            </a:r>
          </a:p>
        </p:txBody>
      </p:sp>
    </p:spTree>
    <p:extLst>
      <p:ext uri="{BB962C8B-B14F-4D97-AF65-F5344CB8AC3E}">
        <p14:creationId xmlns:p14="http://schemas.microsoft.com/office/powerpoint/2010/main" val="361627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AF5104-2282-B27D-9F45-2AADE374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934B9C-7032-8F89-028F-47E55704EF34}"/>
              </a:ext>
            </a:extLst>
          </p:cNvPr>
          <p:cNvSpPr txBox="1"/>
          <p:nvPr/>
        </p:nvSpPr>
        <p:spPr>
          <a:xfrm>
            <a:off x="381000" y="888075"/>
            <a:ext cx="12352767" cy="828130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400" dirty="0">
                <a:latin typeface="Comic Sans MS" panose="030F0702030302020204" pitchFamily="66" charset="0"/>
              </a:rPr>
              <a:t>Operating systems, </a:t>
            </a:r>
            <a:r>
              <a:rPr lang="sv-SE" sz="2400" dirty="0" err="1">
                <a:latin typeface="Comic Sans MS" panose="030F0702030302020204" pitchFamily="66" charset="0"/>
              </a:rPr>
              <a:t>enterprise</a:t>
            </a:r>
            <a:r>
              <a:rPr lang="sv-SE" sz="2400" dirty="0">
                <a:latin typeface="Comic Sans MS" panose="030F0702030302020204" pitchFamily="66" charset="0"/>
              </a:rPr>
              <a:t> software, </a:t>
            </a:r>
            <a:r>
              <a:rPr lang="sv-SE" sz="2400" dirty="0" err="1">
                <a:latin typeface="Comic Sans MS" panose="030F0702030302020204" pitchFamily="66" charset="0"/>
              </a:rPr>
              <a:t>embedded</a:t>
            </a:r>
            <a:r>
              <a:rPr lang="sv-SE" sz="2400" dirty="0">
                <a:latin typeface="Comic Sans MS" panose="030F0702030302020204" pitchFamily="66" charset="0"/>
              </a:rPr>
              <a:t> systems, </a:t>
            </a:r>
            <a:r>
              <a:rPr lang="sv-SE" sz="2400" dirty="0" err="1">
                <a:latin typeface="Comic Sans MS" panose="030F0702030302020204" pitchFamily="66" charset="0"/>
              </a:rPr>
              <a:t>medical</a:t>
            </a:r>
            <a:r>
              <a:rPr lang="sv-SE" sz="2400" dirty="0">
                <a:latin typeface="Comic Sans MS" panose="030F0702030302020204" pitchFamily="66" charset="0"/>
              </a:rPr>
              <a:t> &amp; </a:t>
            </a:r>
            <a:r>
              <a:rPr lang="sv-SE" sz="2400" dirty="0" err="1">
                <a:latin typeface="Comic Sans MS" panose="030F0702030302020204" pitchFamily="66" charset="0"/>
              </a:rPr>
              <a:t>engineering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apps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databases</a:t>
            </a:r>
            <a:r>
              <a:rPr lang="sv-SE" sz="2400" dirty="0">
                <a:latin typeface="Comic Sans MS" panose="030F0702030302020204" pitchFamily="66" charset="0"/>
              </a:rPr>
              <a:t>, IDEs, </a:t>
            </a:r>
            <a:r>
              <a:rPr lang="sv-SE" sz="2400" dirty="0" err="1">
                <a:latin typeface="Comic Sans MS" panose="030F0702030302020204" pitchFamily="66" charset="0"/>
              </a:rPr>
              <a:t>compute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platforms</a:t>
            </a:r>
            <a:r>
              <a:rPr lang="sv-SE" sz="2400" dirty="0">
                <a:latin typeface="Comic Sans MS" panose="030F0702030302020204" pitchFamily="66" charset="0"/>
              </a:rPr>
              <a:t>, web browsers, </a:t>
            </a:r>
            <a:r>
              <a:rPr lang="sv-SE" sz="2400" dirty="0" err="1">
                <a:latin typeface="Comic Sans MS" panose="030F0702030302020204" pitchFamily="66" charset="0"/>
              </a:rPr>
              <a:t>compilers</a:t>
            </a:r>
            <a:r>
              <a:rPr lang="sv-SE" sz="2400" dirty="0">
                <a:latin typeface="Comic Sans MS" panose="030F0702030302020204" pitchFamily="66" charset="0"/>
              </a:rPr>
              <a:t>, game </a:t>
            </a:r>
            <a:r>
              <a:rPr lang="sv-SE" sz="2400" dirty="0" err="1">
                <a:latin typeface="Comic Sans MS" panose="030F0702030302020204" pitchFamily="66" charset="0"/>
              </a:rPr>
              <a:t>engines</a:t>
            </a:r>
            <a:r>
              <a:rPr lang="sv-SE" sz="2400" dirty="0">
                <a:latin typeface="Comic Sans MS" panose="030F0702030302020204" pitchFamily="66" charset="0"/>
              </a:rPr>
              <a:t>, and desktop </a:t>
            </a:r>
            <a:r>
              <a:rPr lang="sv-SE" sz="2400" dirty="0" err="1">
                <a:latin typeface="Comic Sans MS" panose="030F0702030302020204" pitchFamily="66" charset="0"/>
              </a:rPr>
              <a:t>apps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Real </a:t>
            </a:r>
            <a:r>
              <a:rPr lang="sv-SE" sz="2400" b="1" dirty="0" err="1">
                <a:latin typeface="Comic Sans MS" panose="030F0702030302020204" pitchFamily="66" charset="0"/>
              </a:rPr>
              <a:t>products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built</a:t>
            </a:r>
            <a:r>
              <a:rPr lang="sv-SE" sz="2400" b="1" dirty="0">
                <a:latin typeface="Comic Sans MS" panose="030F0702030302020204" pitchFamily="66" charset="0"/>
              </a:rPr>
              <a:t> :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	OS:</a:t>
            </a:r>
            <a:r>
              <a:rPr lang="sv-SE" sz="2400" dirty="0">
                <a:latin typeface="Comic Sans MS" panose="030F0702030302020204" pitchFamily="66" charset="0"/>
              </a:rPr>
              <a:t> Parts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Apple OS X; </a:t>
            </a:r>
            <a:r>
              <a:rPr lang="sv-SE" sz="2400" dirty="0" err="1">
                <a:latin typeface="Comic Sans MS" panose="030F0702030302020204" pitchFamily="66" charset="0"/>
              </a:rPr>
              <a:t>many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Microsoft Windows</a:t>
            </a:r>
            <a:r>
              <a:rPr lang="sv-SE" sz="2400" dirty="0">
                <a:latin typeface="Comic Sans MS" panose="030F0702030302020204" pitchFamily="66" charset="0"/>
              </a:rPr>
              <a:t> versions </a:t>
            </a:r>
            <a:r>
              <a:rPr lang="sv-SE" sz="2400" dirty="0" err="1">
                <a:latin typeface="Comic Sans MS" panose="030F0702030302020204" pitchFamily="66" charset="0"/>
              </a:rPr>
              <a:t>built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C++ 			(Visual C++).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b="1" dirty="0" err="1">
                <a:latin typeface="Comic Sans MS" panose="030F0702030302020204" pitchFamily="66" charset="0"/>
              </a:rPr>
              <a:t>Apps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Adobe </a:t>
            </a:r>
            <a:r>
              <a:rPr lang="sv-SE" sz="2400" dirty="0" err="1">
                <a:latin typeface="Comic Sans MS" panose="030F0702030302020204" pitchFamily="66" charset="0"/>
              </a:rPr>
              <a:t>Illustrator</a:t>
            </a:r>
            <a:r>
              <a:rPr lang="sv-SE" sz="2400" dirty="0">
                <a:latin typeface="Comic Sans MS" panose="030F0702030302020204" pitchFamily="66" charset="0"/>
              </a:rPr>
              <a:t>/Photoshop </a:t>
            </a:r>
            <a:r>
              <a:rPr lang="sv-SE" sz="2400" dirty="0" err="1">
                <a:latin typeface="Comic Sans MS" panose="030F0702030302020204" pitchFamily="66" charset="0"/>
              </a:rPr>
              <a:t>core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functions</a:t>
            </a:r>
            <a:r>
              <a:rPr lang="sv-SE" sz="2400" dirty="0">
                <a:latin typeface="Comic Sans MS" panose="030F0702030302020204" pitchFamily="66" charset="0"/>
              </a:rPr>
              <a:t>; Microsoft 					Word/Excel/PowerPoint; Amazon </a:t>
            </a:r>
            <a:r>
              <a:rPr lang="sv-SE" sz="2400" dirty="0" err="1">
                <a:latin typeface="Comic Sans MS" panose="030F0702030302020204" pitchFamily="66" charset="0"/>
              </a:rPr>
              <a:t>processing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core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Browsers / </a:t>
            </a:r>
            <a:r>
              <a:rPr lang="sv-SE" sz="2400" b="1" dirty="0" err="1">
                <a:latin typeface="Comic Sans MS" panose="030F0702030302020204" pitchFamily="66" charset="0"/>
              </a:rPr>
              <a:t>Databases</a:t>
            </a:r>
            <a:r>
              <a:rPr lang="sv-SE" sz="2400" b="1" dirty="0">
                <a:latin typeface="Comic Sans MS" panose="030F0702030302020204" pitchFamily="66" charset="0"/>
              </a:rPr>
              <a:t> / IDEs / Game Engines: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highlighted</a:t>
            </a:r>
            <a:r>
              <a:rPr lang="sv-SE" sz="2400" dirty="0">
                <a:latin typeface="Comic Sans MS" panose="030F0702030302020204" pitchFamily="66" charset="0"/>
              </a:rPr>
              <a:t> as major C++ 			</a:t>
            </a:r>
            <a:r>
              <a:rPr lang="sv-SE" sz="2400" dirty="0" err="1">
                <a:latin typeface="Comic Sans MS" panose="030F0702030302020204" pitchFamily="66" charset="0"/>
              </a:rPr>
              <a:t>domains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Enterprise &amp; </a:t>
            </a:r>
            <a:r>
              <a:rPr lang="sv-SE" sz="2400" b="1" dirty="0" err="1">
                <a:latin typeface="Comic Sans MS" panose="030F0702030302020204" pitchFamily="66" charset="0"/>
              </a:rPr>
              <a:t>Embedded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flight sims, radar, </a:t>
            </a:r>
            <a:r>
              <a:rPr lang="sv-SE" sz="2400" dirty="0" err="1">
                <a:latin typeface="Comic Sans MS" panose="030F0702030302020204" pitchFamily="66" charset="0"/>
              </a:rPr>
              <a:t>cars</a:t>
            </a:r>
            <a:r>
              <a:rPr lang="sv-SE" sz="2400" dirty="0">
                <a:latin typeface="Comic Sans MS" panose="030F0702030302020204" pitchFamily="66" charset="0"/>
              </a:rPr>
              <a:t>/flights/</a:t>
            </a:r>
            <a:r>
              <a:rPr lang="sv-SE" sz="2400" dirty="0" err="1">
                <a:latin typeface="Comic Sans MS" panose="030F0702030302020204" pitchFamily="66" charset="0"/>
              </a:rPr>
              <a:t>medical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machines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b="1" dirty="0" err="1">
                <a:latin typeface="Comic Sans MS" panose="030F0702030302020204" pitchFamily="66" charset="0"/>
              </a:rPr>
              <a:t>Libraries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chosen for </a:t>
            </a:r>
            <a:r>
              <a:rPr lang="sv-SE" sz="2400" b="1" dirty="0" err="1">
                <a:latin typeface="Comic Sans MS" panose="030F0702030302020204" pitchFamily="66" charset="0"/>
              </a:rPr>
              <a:t>high-level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math</a:t>
            </a:r>
            <a:r>
              <a:rPr lang="sv-SE" sz="2400" dirty="0">
                <a:latin typeface="Comic Sans MS" panose="030F0702030302020204" pitchFamily="66" charset="0"/>
              </a:rPr>
              <a:t> &amp; </a:t>
            </a:r>
            <a:r>
              <a:rPr lang="sv-SE" sz="2400" b="1" dirty="0" err="1">
                <a:latin typeface="Comic Sans MS" panose="030F0702030302020204" pitchFamily="66" charset="0"/>
              </a:rPr>
              <a:t>performance</a:t>
            </a:r>
            <a:r>
              <a:rPr lang="sv-SE" sz="2400" dirty="0">
                <a:latin typeface="Comic Sans MS" panose="030F0702030302020204" pitchFamily="66" charset="0"/>
              </a:rPr>
              <a:t>; </a:t>
            </a:r>
            <a:r>
              <a:rPr lang="sv-SE" sz="2400" b="1" dirty="0" err="1">
                <a:latin typeface="Comic Sans MS" panose="030F0702030302020204" pitchFamily="66" charset="0"/>
              </a:rPr>
              <a:t>multithreading</a:t>
            </a:r>
            <a:r>
              <a:rPr lang="sv-SE" sz="2400" b="1" dirty="0">
                <a:latin typeface="Comic Sans MS" panose="030F0702030302020204" pitchFamily="66" charset="0"/>
              </a:rPr>
              <a:t> &amp; 			</a:t>
            </a:r>
            <a:r>
              <a:rPr lang="sv-SE" sz="2400" b="1" dirty="0" err="1">
                <a:latin typeface="Comic Sans MS" panose="030F0702030302020204" pitchFamily="66" charset="0"/>
              </a:rPr>
              <a:t>concurrency</a:t>
            </a:r>
            <a:r>
              <a:rPr lang="sv-SE" sz="2400" dirty="0">
                <a:latin typeface="Comic Sans MS" panose="030F0702030302020204" pitchFamily="66" charset="0"/>
              </a:rPr>
              <a:t> support.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b="1" dirty="0" err="1">
                <a:latin typeface="Comic Sans MS" panose="030F0702030302020204" pitchFamily="66" charset="0"/>
              </a:rPr>
              <a:t>Banking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concurrency</a:t>
            </a:r>
            <a:r>
              <a:rPr lang="sv-SE" sz="2400" dirty="0">
                <a:latin typeface="Comic Sans MS" panose="030F0702030302020204" pitchFamily="66" charset="0"/>
              </a:rPr>
              <a:t> &amp; </a:t>
            </a:r>
            <a:r>
              <a:rPr lang="sv-SE" sz="2400" dirty="0" err="1">
                <a:latin typeface="Comic Sans MS" panose="030F0702030302020204" pitchFamily="66" charset="0"/>
              </a:rPr>
              <a:t>performance</a:t>
            </a:r>
            <a:r>
              <a:rPr lang="sv-SE" sz="2400" dirty="0">
                <a:latin typeface="Comic Sans MS" panose="030F0702030302020204" pitchFamily="66" charset="0"/>
              </a:rPr>
              <a:t> (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 </a:t>
            </a:r>
            <a:r>
              <a:rPr lang="sv-SE" sz="2400" dirty="0" err="1">
                <a:latin typeface="Comic Sans MS" panose="030F0702030302020204" pitchFamily="66" charset="0"/>
              </a:rPr>
              <a:t>Finacle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backend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</a:t>
            </a:r>
            <a:r>
              <a:rPr lang="sv-SE" sz="2400" b="1" dirty="0" err="1">
                <a:latin typeface="Comic Sans MS" panose="030F0702030302020204" pitchFamily="66" charset="0"/>
              </a:rPr>
              <a:t>Advanced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Computation</a:t>
            </a:r>
            <a:r>
              <a:rPr lang="sv-SE" sz="2400" b="1" dirty="0">
                <a:latin typeface="Comic Sans MS" panose="030F0702030302020204" pitchFamily="66" charset="0"/>
              </a:rPr>
              <a:t> &amp; Graphics: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e.g</a:t>
            </a:r>
            <a:r>
              <a:rPr lang="sv-SE" sz="2400" dirty="0">
                <a:latin typeface="Comic Sans MS" panose="030F0702030302020204" pitchFamily="66" charset="0"/>
              </a:rPr>
              <a:t>., </a:t>
            </a:r>
            <a:r>
              <a:rPr lang="sv-SE" sz="2400" b="1" dirty="0">
                <a:latin typeface="Comic Sans MS" panose="030F0702030302020204" pitchFamily="66" charset="0"/>
              </a:rPr>
              <a:t>Maya 3D</a:t>
            </a:r>
            <a:r>
              <a:rPr lang="sv-SE" sz="2400" dirty="0">
                <a:latin typeface="Comic Sans MS" panose="030F0702030302020204" pitchFamily="66" charset="0"/>
              </a:rPr>
              <a:t> (animation, VR, 3D).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		Cloud/</a:t>
            </a:r>
            <a:r>
              <a:rPr lang="sv-SE" sz="2400" b="1" dirty="0" err="1">
                <a:latin typeface="Comic Sans MS" panose="030F0702030302020204" pitchFamily="66" charset="0"/>
              </a:rPr>
              <a:t>Distributed</a:t>
            </a:r>
            <a:r>
              <a:rPr lang="sv-SE" sz="2400" b="1" dirty="0">
                <a:latin typeface="Comic Sans MS" panose="030F0702030302020204" pitchFamily="66" charset="0"/>
              </a:rPr>
              <a:t>: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close</a:t>
            </a:r>
            <a:r>
              <a:rPr lang="sv-SE" sz="2400" dirty="0">
                <a:latin typeface="Comic Sans MS" panose="030F0702030302020204" pitchFamily="66" charset="0"/>
              </a:rPr>
              <a:t> to hardware + </a:t>
            </a:r>
            <a:r>
              <a:rPr lang="sv-SE" sz="2400" dirty="0" err="1">
                <a:latin typeface="Comic Sans MS" panose="030F0702030302020204" pitchFamily="66" charset="0"/>
              </a:rPr>
              <a:t>threading</a:t>
            </a:r>
            <a:r>
              <a:rPr lang="sv-SE" sz="2400" dirty="0">
                <a:latin typeface="Comic Sans MS" panose="030F0702030302020204" pitchFamily="66" charset="0"/>
              </a:rPr>
              <a:t> → </a:t>
            </a:r>
            <a:r>
              <a:rPr lang="sv-SE" sz="2400" dirty="0" err="1">
                <a:latin typeface="Comic Sans MS" panose="030F0702030302020204" pitchFamily="66" charset="0"/>
              </a:rPr>
              <a:t>great</a:t>
            </a:r>
            <a:r>
              <a:rPr lang="sv-SE" sz="2400" dirty="0">
                <a:latin typeface="Comic Sans MS" panose="030F0702030302020204" pitchFamily="66" charset="0"/>
              </a:rPr>
              <a:t> 				fit; </a:t>
            </a:r>
            <a:r>
              <a:rPr lang="sv-SE" sz="2400" b="1" dirty="0">
                <a:latin typeface="Comic Sans MS" panose="030F0702030302020204" pitchFamily="66" charset="0"/>
              </a:rPr>
              <a:t>Bloomberg</a:t>
            </a:r>
            <a:r>
              <a:rPr lang="sv-SE" sz="2400" dirty="0">
                <a:latin typeface="Comic Sans MS" panose="030F0702030302020204" pitchFamily="66" charset="0"/>
              </a:rPr>
              <a:t> stack note (C for DB </a:t>
            </a:r>
            <a:r>
              <a:rPr lang="sv-SE" sz="2400" dirty="0" err="1">
                <a:latin typeface="Comic Sans MS" panose="030F0702030302020204" pitchFamily="66" charset="0"/>
              </a:rPr>
              <a:t>engine</a:t>
            </a:r>
            <a:r>
              <a:rPr lang="sv-SE" sz="2400" dirty="0">
                <a:latin typeface="Comic Sans MS" panose="030F0702030302020204" pitchFamily="66" charset="0"/>
              </a:rPr>
              <a:t>; </a:t>
            </a:r>
            <a:r>
              <a:rPr lang="sv-SE" sz="2400" b="1" dirty="0">
                <a:latin typeface="Comic Sans MS" panose="030F0702030302020204" pitchFamily="66" charset="0"/>
              </a:rPr>
              <a:t>C++</a:t>
            </a:r>
            <a:r>
              <a:rPr lang="sv-SE" sz="2400" dirty="0">
                <a:latin typeface="Comic Sans MS" panose="030F0702030302020204" pitchFamily="66" charset="0"/>
              </a:rPr>
              <a:t> for </a:t>
            </a:r>
            <a:r>
              <a:rPr lang="sv-SE" sz="2400" dirty="0" err="1">
                <a:latin typeface="Comic Sans MS" panose="030F0702030302020204" pitchFamily="66" charset="0"/>
              </a:rPr>
              <a:t>dev</a:t>
            </a:r>
            <a:r>
              <a:rPr lang="sv-SE" sz="2400" dirty="0">
                <a:latin typeface="Comic Sans MS" panose="030F0702030302020204" pitchFamily="66" charset="0"/>
              </a:rPr>
              <a:t> 					</a:t>
            </a:r>
            <a:r>
              <a:rPr lang="sv-SE" sz="2400" dirty="0" err="1">
                <a:latin typeface="Comic Sans MS" panose="030F0702030302020204" pitchFamily="66" charset="0"/>
              </a:rPr>
              <a:t>environment</a:t>
            </a:r>
            <a:r>
              <a:rPr lang="sv-SE" sz="2400" dirty="0">
                <a:latin typeface="Comic Sans MS" panose="030F0702030302020204" pitchFamily="66" charset="0"/>
              </a:rPr>
              <a:t>/</a:t>
            </a:r>
            <a:r>
              <a:rPr lang="sv-SE" sz="2400" dirty="0" err="1">
                <a:latin typeface="Comic Sans MS" panose="030F0702030302020204" pitchFamily="66" charset="0"/>
              </a:rPr>
              <a:t>libraries</a:t>
            </a:r>
            <a:r>
              <a:rPr lang="sv-SE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sv-SE" sz="2400" b="1" dirty="0" err="1">
                <a:latin typeface="Comic Sans MS" panose="030F0702030302020204" pitchFamily="66" charset="0"/>
              </a:rPr>
              <a:t>When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you</a:t>
            </a:r>
            <a:r>
              <a:rPr lang="sv-SE" sz="2400" b="1" dirty="0">
                <a:latin typeface="Comic Sans MS" panose="030F0702030302020204" pitchFamily="66" charset="0"/>
              </a:rPr>
              <a:t> talk </a:t>
            </a:r>
            <a:r>
              <a:rPr lang="sv-SE" sz="2400" b="1" dirty="0" err="1">
                <a:latin typeface="Comic Sans MS" panose="030F0702030302020204" pitchFamily="66" charset="0"/>
              </a:rPr>
              <a:t>about</a:t>
            </a:r>
            <a:r>
              <a:rPr lang="sv-SE" sz="2400" b="1" dirty="0">
                <a:latin typeface="Comic Sans MS" panose="030F0702030302020204" pitchFamily="66" charset="0"/>
              </a:rPr>
              <a:t>…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performance</a:t>
            </a:r>
            <a:r>
              <a:rPr lang="sv-SE" sz="2400" dirty="0">
                <a:latin typeface="Comic Sans MS" panose="030F0702030302020204" pitchFamily="66" charset="0"/>
              </a:rPr>
              <a:t>, speed, cross-</a:t>
            </a:r>
            <a:r>
              <a:rPr lang="sv-SE" sz="2400" dirty="0" err="1">
                <a:latin typeface="Comic Sans MS" panose="030F0702030302020204" pitchFamily="66" charset="0"/>
              </a:rPr>
              <a:t>platform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adaptability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heavy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math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 err="1">
                <a:latin typeface="Comic Sans MS" panose="030F0702030302020204" pitchFamily="66" charset="0"/>
              </a:rPr>
              <a:t>multithreading</a:t>
            </a:r>
            <a:r>
              <a:rPr lang="sv-SE" sz="2400" b="1" dirty="0">
                <a:latin typeface="Comic Sans MS" panose="030F0702030302020204" pitchFamily="66" charset="0"/>
              </a:rPr>
              <a:t>/</a:t>
            </a:r>
            <a:r>
              <a:rPr lang="sv-SE" sz="2400" b="1" dirty="0" err="1">
                <a:latin typeface="Comic Sans MS" panose="030F0702030302020204" pitchFamily="66" charset="0"/>
              </a:rPr>
              <a:t>concurrency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it’s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C++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78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1160C3-B66B-8AB7-DB45-80DFEB46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5177118" y="1650759"/>
            <a:ext cx="2853989" cy="815191"/>
          </a:xfrm>
          <a:custGeom>
            <a:avLst/>
            <a:gdLst/>
            <a:ahLst/>
            <a:cxnLst/>
            <a:rect l="l" t="t" r="r" b="b"/>
            <a:pathLst>
              <a:path w="2205354" h="629919">
                <a:moveTo>
                  <a:pt x="89916" y="629412"/>
                </a:moveTo>
                <a:lnTo>
                  <a:pt x="77724" y="629412"/>
                </a:lnTo>
                <a:lnTo>
                  <a:pt x="67055" y="626364"/>
                </a:lnTo>
                <a:lnTo>
                  <a:pt x="57912" y="623316"/>
                </a:lnTo>
                <a:lnTo>
                  <a:pt x="51816" y="615695"/>
                </a:lnTo>
                <a:lnTo>
                  <a:pt x="48767" y="606552"/>
                </a:lnTo>
                <a:lnTo>
                  <a:pt x="48767" y="594360"/>
                </a:lnTo>
                <a:lnTo>
                  <a:pt x="91440" y="569976"/>
                </a:lnTo>
                <a:lnTo>
                  <a:pt x="150875" y="565404"/>
                </a:lnTo>
                <a:lnTo>
                  <a:pt x="172212" y="565404"/>
                </a:lnTo>
                <a:lnTo>
                  <a:pt x="192024" y="563880"/>
                </a:lnTo>
                <a:lnTo>
                  <a:pt x="227075" y="563880"/>
                </a:lnTo>
                <a:lnTo>
                  <a:pt x="414528" y="550163"/>
                </a:lnTo>
                <a:lnTo>
                  <a:pt x="598932" y="536448"/>
                </a:lnTo>
                <a:lnTo>
                  <a:pt x="627887" y="534924"/>
                </a:lnTo>
                <a:lnTo>
                  <a:pt x="690371" y="528828"/>
                </a:lnTo>
                <a:lnTo>
                  <a:pt x="717804" y="525780"/>
                </a:lnTo>
                <a:lnTo>
                  <a:pt x="745235" y="518160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89431" y="519684"/>
                </a:lnTo>
                <a:lnTo>
                  <a:pt x="803148" y="519684"/>
                </a:lnTo>
                <a:lnTo>
                  <a:pt x="818387" y="521208"/>
                </a:lnTo>
                <a:lnTo>
                  <a:pt x="851916" y="519684"/>
                </a:lnTo>
                <a:lnTo>
                  <a:pt x="867156" y="518160"/>
                </a:lnTo>
                <a:lnTo>
                  <a:pt x="1050035" y="510539"/>
                </a:lnTo>
                <a:lnTo>
                  <a:pt x="1234439" y="499872"/>
                </a:lnTo>
                <a:lnTo>
                  <a:pt x="1603248" y="481584"/>
                </a:lnTo>
                <a:lnTo>
                  <a:pt x="1784603" y="473963"/>
                </a:lnTo>
                <a:lnTo>
                  <a:pt x="1964435" y="467867"/>
                </a:lnTo>
                <a:lnTo>
                  <a:pt x="2141219" y="463295"/>
                </a:lnTo>
                <a:lnTo>
                  <a:pt x="2135123" y="414528"/>
                </a:lnTo>
                <a:lnTo>
                  <a:pt x="2127503" y="362712"/>
                </a:lnTo>
                <a:lnTo>
                  <a:pt x="2118360" y="310895"/>
                </a:lnTo>
                <a:lnTo>
                  <a:pt x="2109215" y="260604"/>
                </a:lnTo>
                <a:lnTo>
                  <a:pt x="2100071" y="211836"/>
                </a:lnTo>
                <a:lnTo>
                  <a:pt x="2087879" y="120396"/>
                </a:lnTo>
                <a:lnTo>
                  <a:pt x="2086355" y="77724"/>
                </a:lnTo>
                <a:lnTo>
                  <a:pt x="2031491" y="60960"/>
                </a:lnTo>
                <a:lnTo>
                  <a:pt x="1969007" y="53339"/>
                </a:lnTo>
                <a:lnTo>
                  <a:pt x="1937003" y="53339"/>
                </a:lnTo>
                <a:lnTo>
                  <a:pt x="1876043" y="56387"/>
                </a:lnTo>
                <a:lnTo>
                  <a:pt x="1776984" y="59436"/>
                </a:lnTo>
                <a:lnTo>
                  <a:pt x="1580387" y="71628"/>
                </a:lnTo>
                <a:lnTo>
                  <a:pt x="1481328" y="73152"/>
                </a:lnTo>
                <a:lnTo>
                  <a:pt x="1344167" y="74676"/>
                </a:lnTo>
                <a:lnTo>
                  <a:pt x="1205483" y="77724"/>
                </a:lnTo>
                <a:lnTo>
                  <a:pt x="1068323" y="86868"/>
                </a:lnTo>
                <a:lnTo>
                  <a:pt x="950975" y="94488"/>
                </a:lnTo>
                <a:lnTo>
                  <a:pt x="835152" y="99060"/>
                </a:lnTo>
                <a:lnTo>
                  <a:pt x="600455" y="105155"/>
                </a:lnTo>
                <a:lnTo>
                  <a:pt x="483108" y="109728"/>
                </a:lnTo>
                <a:lnTo>
                  <a:pt x="367283" y="118872"/>
                </a:lnTo>
                <a:lnTo>
                  <a:pt x="251459" y="132588"/>
                </a:lnTo>
                <a:lnTo>
                  <a:pt x="231647" y="126491"/>
                </a:lnTo>
                <a:lnTo>
                  <a:pt x="210312" y="124968"/>
                </a:lnTo>
                <a:lnTo>
                  <a:pt x="188975" y="128016"/>
                </a:lnTo>
                <a:lnTo>
                  <a:pt x="147828" y="132588"/>
                </a:lnTo>
                <a:lnTo>
                  <a:pt x="126491" y="134112"/>
                </a:lnTo>
                <a:lnTo>
                  <a:pt x="105155" y="132588"/>
                </a:lnTo>
                <a:lnTo>
                  <a:pt x="89916" y="208788"/>
                </a:lnTo>
                <a:lnTo>
                  <a:pt x="80771" y="286512"/>
                </a:lnTo>
                <a:lnTo>
                  <a:pt x="73151" y="365760"/>
                </a:lnTo>
                <a:lnTo>
                  <a:pt x="71628" y="448056"/>
                </a:lnTo>
                <a:lnTo>
                  <a:pt x="74675" y="531876"/>
                </a:lnTo>
                <a:lnTo>
                  <a:pt x="67055" y="537972"/>
                </a:lnTo>
                <a:lnTo>
                  <a:pt x="62483" y="547115"/>
                </a:lnTo>
                <a:lnTo>
                  <a:pt x="57912" y="554736"/>
                </a:lnTo>
                <a:lnTo>
                  <a:pt x="53340" y="563880"/>
                </a:lnTo>
                <a:lnTo>
                  <a:pt x="48767" y="571500"/>
                </a:lnTo>
                <a:lnTo>
                  <a:pt x="39624" y="577595"/>
                </a:lnTo>
                <a:lnTo>
                  <a:pt x="24383" y="569976"/>
                </a:lnTo>
                <a:lnTo>
                  <a:pt x="13716" y="560832"/>
                </a:lnTo>
                <a:lnTo>
                  <a:pt x="4571" y="550163"/>
                </a:lnTo>
                <a:lnTo>
                  <a:pt x="1524" y="536448"/>
                </a:lnTo>
                <a:lnTo>
                  <a:pt x="0" y="522732"/>
                </a:lnTo>
                <a:lnTo>
                  <a:pt x="0" y="510539"/>
                </a:lnTo>
                <a:lnTo>
                  <a:pt x="3047" y="493776"/>
                </a:lnTo>
                <a:lnTo>
                  <a:pt x="9143" y="463295"/>
                </a:lnTo>
                <a:lnTo>
                  <a:pt x="10667" y="448056"/>
                </a:lnTo>
                <a:lnTo>
                  <a:pt x="13716" y="432815"/>
                </a:lnTo>
                <a:lnTo>
                  <a:pt x="13716" y="391667"/>
                </a:lnTo>
                <a:lnTo>
                  <a:pt x="10667" y="370332"/>
                </a:lnTo>
                <a:lnTo>
                  <a:pt x="9143" y="347472"/>
                </a:lnTo>
                <a:lnTo>
                  <a:pt x="10667" y="309372"/>
                </a:lnTo>
                <a:lnTo>
                  <a:pt x="16763" y="269748"/>
                </a:lnTo>
                <a:lnTo>
                  <a:pt x="21336" y="230124"/>
                </a:lnTo>
                <a:lnTo>
                  <a:pt x="32004" y="156972"/>
                </a:lnTo>
                <a:lnTo>
                  <a:pt x="35051" y="120396"/>
                </a:lnTo>
                <a:lnTo>
                  <a:pt x="35051" y="86868"/>
                </a:lnTo>
                <a:lnTo>
                  <a:pt x="193547" y="76200"/>
                </a:lnTo>
                <a:lnTo>
                  <a:pt x="358140" y="65532"/>
                </a:lnTo>
                <a:lnTo>
                  <a:pt x="525779" y="57912"/>
                </a:lnTo>
                <a:lnTo>
                  <a:pt x="1392935" y="27432"/>
                </a:lnTo>
                <a:lnTo>
                  <a:pt x="1735835" y="12192"/>
                </a:lnTo>
                <a:lnTo>
                  <a:pt x="1929383" y="0"/>
                </a:lnTo>
                <a:lnTo>
                  <a:pt x="1955291" y="0"/>
                </a:lnTo>
                <a:lnTo>
                  <a:pt x="2017775" y="0"/>
                </a:lnTo>
                <a:lnTo>
                  <a:pt x="2048255" y="1524"/>
                </a:lnTo>
                <a:lnTo>
                  <a:pt x="2109215" y="10668"/>
                </a:lnTo>
                <a:lnTo>
                  <a:pt x="2135123" y="18288"/>
                </a:lnTo>
                <a:lnTo>
                  <a:pt x="2156460" y="27432"/>
                </a:lnTo>
                <a:lnTo>
                  <a:pt x="2156460" y="77724"/>
                </a:lnTo>
                <a:lnTo>
                  <a:pt x="2159508" y="124968"/>
                </a:lnTo>
                <a:lnTo>
                  <a:pt x="2164079" y="172211"/>
                </a:lnTo>
                <a:lnTo>
                  <a:pt x="2173223" y="217931"/>
                </a:lnTo>
                <a:lnTo>
                  <a:pt x="2191511" y="307848"/>
                </a:lnTo>
                <a:lnTo>
                  <a:pt x="2199131" y="353567"/>
                </a:lnTo>
                <a:lnTo>
                  <a:pt x="2205227" y="400812"/>
                </a:lnTo>
                <a:lnTo>
                  <a:pt x="2205227" y="448056"/>
                </a:lnTo>
                <a:lnTo>
                  <a:pt x="2202179" y="496823"/>
                </a:lnTo>
                <a:lnTo>
                  <a:pt x="2151887" y="512063"/>
                </a:lnTo>
                <a:lnTo>
                  <a:pt x="2087879" y="519684"/>
                </a:lnTo>
                <a:lnTo>
                  <a:pt x="2016251" y="519684"/>
                </a:lnTo>
                <a:lnTo>
                  <a:pt x="1941575" y="518160"/>
                </a:lnTo>
                <a:lnTo>
                  <a:pt x="1869947" y="518160"/>
                </a:lnTo>
                <a:lnTo>
                  <a:pt x="1770887" y="519684"/>
                </a:lnTo>
                <a:lnTo>
                  <a:pt x="1665731" y="524256"/>
                </a:lnTo>
                <a:lnTo>
                  <a:pt x="1556004" y="528828"/>
                </a:lnTo>
                <a:lnTo>
                  <a:pt x="1444752" y="534924"/>
                </a:lnTo>
                <a:lnTo>
                  <a:pt x="1213104" y="547115"/>
                </a:lnTo>
                <a:lnTo>
                  <a:pt x="1098804" y="554736"/>
                </a:lnTo>
                <a:lnTo>
                  <a:pt x="998219" y="560832"/>
                </a:lnTo>
                <a:lnTo>
                  <a:pt x="900683" y="563880"/>
                </a:lnTo>
                <a:lnTo>
                  <a:pt x="803148" y="569976"/>
                </a:lnTo>
                <a:lnTo>
                  <a:pt x="710183" y="577595"/>
                </a:lnTo>
                <a:lnTo>
                  <a:pt x="601979" y="586739"/>
                </a:lnTo>
                <a:lnTo>
                  <a:pt x="284987" y="609600"/>
                </a:lnTo>
                <a:lnTo>
                  <a:pt x="175259" y="617220"/>
                </a:lnTo>
                <a:lnTo>
                  <a:pt x="167640" y="618743"/>
                </a:lnTo>
                <a:lnTo>
                  <a:pt x="156971" y="620268"/>
                </a:lnTo>
                <a:lnTo>
                  <a:pt x="143255" y="623316"/>
                </a:lnTo>
                <a:lnTo>
                  <a:pt x="131063" y="624839"/>
                </a:lnTo>
                <a:lnTo>
                  <a:pt x="115824" y="627887"/>
                </a:lnTo>
                <a:lnTo>
                  <a:pt x="89916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6" name="object 3"/>
          <p:cNvSpPr txBox="1"/>
          <p:nvPr/>
        </p:nvSpPr>
        <p:spPr>
          <a:xfrm>
            <a:off x="6130946" y="1900568"/>
            <a:ext cx="1032136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To</a:t>
            </a:r>
            <a:r>
              <a:rPr sz="1165" b="1" spc="-6" dirty="0">
                <a:latin typeface="Comic Sans MS"/>
                <a:cs typeface="Comic Sans MS"/>
              </a:rPr>
              <a:t> </a:t>
            </a:r>
            <a:r>
              <a:rPr sz="1165" b="1" dirty="0">
                <a:latin typeface="Comic Sans MS"/>
                <a:cs typeface="Comic Sans MS"/>
              </a:rPr>
              <a:t>Design</a:t>
            </a:r>
            <a:r>
              <a:rPr sz="1165" b="1" spc="6" dirty="0">
                <a:latin typeface="Comic Sans MS"/>
                <a:cs typeface="Comic Sans MS"/>
              </a:rPr>
              <a:t> </a:t>
            </a:r>
            <a:r>
              <a:rPr sz="1165" b="1" spc="-32" dirty="0">
                <a:latin typeface="Comic Sans MS"/>
                <a:cs typeface="Comic Sans MS"/>
              </a:rPr>
              <a:t>OS</a:t>
            </a:r>
            <a:endParaRPr sz="1165">
              <a:latin typeface="Comic Sans MS"/>
              <a:cs typeface="Comic Sans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5768788" y="4590330"/>
            <a:ext cx="5814807" cy="3375809"/>
            <a:chOff x="4305300" y="3547073"/>
            <a:chExt cx="4493260" cy="2608580"/>
          </a:xfrm>
        </p:grpSpPr>
        <p:pic>
          <p:nvPicPr>
            <p:cNvPr id="10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5300" y="3547073"/>
              <a:ext cx="1589532" cy="760950"/>
            </a:xfrm>
            <a:prstGeom prst="rect">
              <a:avLst/>
            </a:prstGeom>
          </p:spPr>
        </p:pic>
        <p:sp>
          <p:nvSpPr>
            <p:cNvPr id="11" name="object 6"/>
            <p:cNvSpPr/>
            <p:nvPr/>
          </p:nvSpPr>
          <p:spPr>
            <a:xfrm>
              <a:off x="6591300" y="5526023"/>
              <a:ext cx="2207260" cy="629920"/>
            </a:xfrm>
            <a:custGeom>
              <a:avLst/>
              <a:gdLst/>
              <a:ahLst/>
              <a:cxnLst/>
              <a:rect l="l" t="t" r="r" b="b"/>
              <a:pathLst>
                <a:path w="2207259" h="629920">
                  <a:moveTo>
                    <a:pt x="91440" y="629412"/>
                  </a:moveTo>
                  <a:lnTo>
                    <a:pt x="79248" y="629412"/>
                  </a:lnTo>
                  <a:lnTo>
                    <a:pt x="68579" y="626364"/>
                  </a:lnTo>
                  <a:lnTo>
                    <a:pt x="59436" y="623316"/>
                  </a:lnTo>
                  <a:lnTo>
                    <a:pt x="51816" y="615695"/>
                  </a:lnTo>
                  <a:lnTo>
                    <a:pt x="50291" y="606552"/>
                  </a:lnTo>
                  <a:lnTo>
                    <a:pt x="50291" y="594360"/>
                  </a:lnTo>
                  <a:lnTo>
                    <a:pt x="92964" y="569976"/>
                  </a:lnTo>
                  <a:lnTo>
                    <a:pt x="152400" y="565404"/>
                  </a:lnTo>
                  <a:lnTo>
                    <a:pt x="211836" y="565404"/>
                  </a:lnTo>
                  <a:lnTo>
                    <a:pt x="227075" y="563880"/>
                  </a:lnTo>
                  <a:lnTo>
                    <a:pt x="416052" y="550163"/>
                  </a:lnTo>
                  <a:lnTo>
                    <a:pt x="600456" y="536448"/>
                  </a:lnTo>
                  <a:lnTo>
                    <a:pt x="629412" y="534924"/>
                  </a:lnTo>
                  <a:lnTo>
                    <a:pt x="661416" y="531876"/>
                  </a:lnTo>
                  <a:lnTo>
                    <a:pt x="719328" y="525780"/>
                  </a:lnTo>
                  <a:lnTo>
                    <a:pt x="746760" y="518160"/>
                  </a:lnTo>
                  <a:lnTo>
                    <a:pt x="771143" y="510539"/>
                  </a:lnTo>
                  <a:lnTo>
                    <a:pt x="780288" y="515112"/>
                  </a:lnTo>
                  <a:lnTo>
                    <a:pt x="790955" y="519684"/>
                  </a:lnTo>
                  <a:lnTo>
                    <a:pt x="804672" y="519684"/>
                  </a:lnTo>
                  <a:lnTo>
                    <a:pt x="819912" y="521208"/>
                  </a:lnTo>
                  <a:lnTo>
                    <a:pt x="851916" y="519684"/>
                  </a:lnTo>
                  <a:lnTo>
                    <a:pt x="868680" y="518160"/>
                  </a:lnTo>
                  <a:lnTo>
                    <a:pt x="1051560" y="510539"/>
                  </a:lnTo>
                  <a:lnTo>
                    <a:pt x="1235964" y="499872"/>
                  </a:lnTo>
                  <a:lnTo>
                    <a:pt x="1604772" y="481584"/>
                  </a:lnTo>
                  <a:lnTo>
                    <a:pt x="1786128" y="473963"/>
                  </a:lnTo>
                  <a:lnTo>
                    <a:pt x="1965960" y="467867"/>
                  </a:lnTo>
                  <a:lnTo>
                    <a:pt x="2142744" y="464819"/>
                  </a:lnTo>
                  <a:lnTo>
                    <a:pt x="2136648" y="414528"/>
                  </a:lnTo>
                  <a:lnTo>
                    <a:pt x="2129028" y="362712"/>
                  </a:lnTo>
                  <a:lnTo>
                    <a:pt x="2119884" y="310895"/>
                  </a:lnTo>
                  <a:lnTo>
                    <a:pt x="2110740" y="260604"/>
                  </a:lnTo>
                  <a:lnTo>
                    <a:pt x="2100072" y="211836"/>
                  </a:lnTo>
                  <a:lnTo>
                    <a:pt x="2095500" y="166116"/>
                  </a:lnTo>
                  <a:lnTo>
                    <a:pt x="2089404" y="120396"/>
                  </a:lnTo>
                  <a:lnTo>
                    <a:pt x="2087880" y="77724"/>
                  </a:lnTo>
                  <a:lnTo>
                    <a:pt x="2061972" y="67056"/>
                  </a:lnTo>
                  <a:lnTo>
                    <a:pt x="2033016" y="60960"/>
                  </a:lnTo>
                  <a:lnTo>
                    <a:pt x="2002536" y="56387"/>
                  </a:lnTo>
                  <a:lnTo>
                    <a:pt x="1970532" y="53339"/>
                  </a:lnTo>
                  <a:lnTo>
                    <a:pt x="1938528" y="53339"/>
                  </a:lnTo>
                  <a:lnTo>
                    <a:pt x="1877568" y="56387"/>
                  </a:lnTo>
                  <a:lnTo>
                    <a:pt x="1776984" y="59436"/>
                  </a:lnTo>
                  <a:lnTo>
                    <a:pt x="1581912" y="71628"/>
                  </a:lnTo>
                  <a:lnTo>
                    <a:pt x="1482852" y="73152"/>
                  </a:lnTo>
                  <a:lnTo>
                    <a:pt x="1345691" y="74676"/>
                  </a:lnTo>
                  <a:lnTo>
                    <a:pt x="1207008" y="77724"/>
                  </a:lnTo>
                  <a:lnTo>
                    <a:pt x="1069847" y="86868"/>
                  </a:lnTo>
                  <a:lnTo>
                    <a:pt x="952499" y="94488"/>
                  </a:lnTo>
                  <a:lnTo>
                    <a:pt x="836676" y="99060"/>
                  </a:lnTo>
                  <a:lnTo>
                    <a:pt x="601979" y="105155"/>
                  </a:lnTo>
                  <a:lnTo>
                    <a:pt x="484632" y="109728"/>
                  </a:lnTo>
                  <a:lnTo>
                    <a:pt x="368808" y="118872"/>
                  </a:lnTo>
                  <a:lnTo>
                    <a:pt x="252983" y="132588"/>
                  </a:lnTo>
                  <a:lnTo>
                    <a:pt x="233171" y="126491"/>
                  </a:lnTo>
                  <a:lnTo>
                    <a:pt x="210312" y="124968"/>
                  </a:lnTo>
                  <a:lnTo>
                    <a:pt x="190500" y="128016"/>
                  </a:lnTo>
                  <a:lnTo>
                    <a:pt x="149352" y="132588"/>
                  </a:lnTo>
                  <a:lnTo>
                    <a:pt x="128016" y="134112"/>
                  </a:lnTo>
                  <a:lnTo>
                    <a:pt x="106679" y="132588"/>
                  </a:lnTo>
                  <a:lnTo>
                    <a:pt x="91440" y="208788"/>
                  </a:lnTo>
                  <a:lnTo>
                    <a:pt x="80771" y="286512"/>
                  </a:lnTo>
                  <a:lnTo>
                    <a:pt x="74675" y="365760"/>
                  </a:lnTo>
                  <a:lnTo>
                    <a:pt x="73152" y="448056"/>
                  </a:lnTo>
                  <a:lnTo>
                    <a:pt x="76200" y="531876"/>
                  </a:lnTo>
                  <a:lnTo>
                    <a:pt x="68579" y="537972"/>
                  </a:lnTo>
                  <a:lnTo>
                    <a:pt x="64008" y="547115"/>
                  </a:lnTo>
                  <a:lnTo>
                    <a:pt x="59436" y="554736"/>
                  </a:lnTo>
                  <a:lnTo>
                    <a:pt x="54864" y="565404"/>
                  </a:lnTo>
                  <a:lnTo>
                    <a:pt x="48767" y="571500"/>
                  </a:lnTo>
                  <a:lnTo>
                    <a:pt x="41148" y="577595"/>
                  </a:lnTo>
                  <a:lnTo>
                    <a:pt x="24383" y="569976"/>
                  </a:lnTo>
                  <a:lnTo>
                    <a:pt x="13716" y="560832"/>
                  </a:lnTo>
                  <a:lnTo>
                    <a:pt x="6095" y="550163"/>
                  </a:lnTo>
                  <a:lnTo>
                    <a:pt x="0" y="522732"/>
                  </a:lnTo>
                  <a:lnTo>
                    <a:pt x="1524" y="510539"/>
                  </a:lnTo>
                  <a:lnTo>
                    <a:pt x="3048" y="493776"/>
                  </a:lnTo>
                  <a:lnTo>
                    <a:pt x="7620" y="478536"/>
                  </a:lnTo>
                  <a:lnTo>
                    <a:pt x="10667" y="463295"/>
                  </a:lnTo>
                  <a:lnTo>
                    <a:pt x="12191" y="448056"/>
                  </a:lnTo>
                  <a:lnTo>
                    <a:pt x="15240" y="432815"/>
                  </a:lnTo>
                  <a:lnTo>
                    <a:pt x="15240" y="411480"/>
                  </a:lnTo>
                  <a:lnTo>
                    <a:pt x="12191" y="370332"/>
                  </a:lnTo>
                  <a:lnTo>
                    <a:pt x="10667" y="347472"/>
                  </a:lnTo>
                  <a:lnTo>
                    <a:pt x="12191" y="309372"/>
                  </a:lnTo>
                  <a:lnTo>
                    <a:pt x="16764" y="269748"/>
                  </a:lnTo>
                  <a:lnTo>
                    <a:pt x="22860" y="231648"/>
                  </a:lnTo>
                  <a:lnTo>
                    <a:pt x="33528" y="156972"/>
                  </a:lnTo>
                  <a:lnTo>
                    <a:pt x="35052" y="120396"/>
                  </a:lnTo>
                  <a:lnTo>
                    <a:pt x="35052" y="86868"/>
                  </a:lnTo>
                  <a:lnTo>
                    <a:pt x="195071" y="76200"/>
                  </a:lnTo>
                  <a:lnTo>
                    <a:pt x="359664" y="65532"/>
                  </a:lnTo>
                  <a:lnTo>
                    <a:pt x="525779" y="57912"/>
                  </a:lnTo>
                  <a:lnTo>
                    <a:pt x="1394460" y="27432"/>
                  </a:lnTo>
                  <a:lnTo>
                    <a:pt x="1737360" y="12192"/>
                  </a:lnTo>
                  <a:lnTo>
                    <a:pt x="1930908" y="0"/>
                  </a:lnTo>
                  <a:lnTo>
                    <a:pt x="1956816" y="0"/>
                  </a:lnTo>
                  <a:lnTo>
                    <a:pt x="2019300" y="0"/>
                  </a:lnTo>
                  <a:lnTo>
                    <a:pt x="2049780" y="1524"/>
                  </a:lnTo>
                  <a:lnTo>
                    <a:pt x="2110740" y="10668"/>
                  </a:lnTo>
                  <a:lnTo>
                    <a:pt x="2136648" y="18288"/>
                  </a:lnTo>
                  <a:lnTo>
                    <a:pt x="2157984" y="27432"/>
                  </a:lnTo>
                  <a:lnTo>
                    <a:pt x="2157984" y="77724"/>
                  </a:lnTo>
                  <a:lnTo>
                    <a:pt x="2161032" y="124968"/>
                  </a:lnTo>
                  <a:lnTo>
                    <a:pt x="2165604" y="172211"/>
                  </a:lnTo>
                  <a:lnTo>
                    <a:pt x="2174748" y="217931"/>
                  </a:lnTo>
                  <a:lnTo>
                    <a:pt x="2193036" y="307848"/>
                  </a:lnTo>
                  <a:lnTo>
                    <a:pt x="2200656" y="353567"/>
                  </a:lnTo>
                  <a:lnTo>
                    <a:pt x="2205228" y="400812"/>
                  </a:lnTo>
                  <a:lnTo>
                    <a:pt x="2206752" y="448056"/>
                  </a:lnTo>
                  <a:lnTo>
                    <a:pt x="2203704" y="496823"/>
                  </a:lnTo>
                  <a:lnTo>
                    <a:pt x="2180844" y="505967"/>
                  </a:lnTo>
                  <a:lnTo>
                    <a:pt x="2153412" y="512063"/>
                  </a:lnTo>
                  <a:lnTo>
                    <a:pt x="2122932" y="516636"/>
                  </a:lnTo>
                  <a:lnTo>
                    <a:pt x="2089404" y="519684"/>
                  </a:lnTo>
                  <a:lnTo>
                    <a:pt x="2017776" y="519684"/>
                  </a:lnTo>
                  <a:lnTo>
                    <a:pt x="1941576" y="518160"/>
                  </a:lnTo>
                  <a:lnTo>
                    <a:pt x="1871472" y="518160"/>
                  </a:lnTo>
                  <a:lnTo>
                    <a:pt x="1772412" y="519684"/>
                  </a:lnTo>
                  <a:lnTo>
                    <a:pt x="1667256" y="524256"/>
                  </a:lnTo>
                  <a:lnTo>
                    <a:pt x="1557528" y="528828"/>
                  </a:lnTo>
                  <a:lnTo>
                    <a:pt x="1446276" y="534924"/>
                  </a:lnTo>
                  <a:lnTo>
                    <a:pt x="1214628" y="547115"/>
                  </a:lnTo>
                  <a:lnTo>
                    <a:pt x="1100328" y="554736"/>
                  </a:lnTo>
                  <a:lnTo>
                    <a:pt x="999743" y="560832"/>
                  </a:lnTo>
                  <a:lnTo>
                    <a:pt x="804672" y="569976"/>
                  </a:lnTo>
                  <a:lnTo>
                    <a:pt x="711708" y="577595"/>
                  </a:lnTo>
                  <a:lnTo>
                    <a:pt x="603503" y="586739"/>
                  </a:lnTo>
                  <a:lnTo>
                    <a:pt x="286512" y="609600"/>
                  </a:lnTo>
                  <a:lnTo>
                    <a:pt x="176783" y="617220"/>
                  </a:lnTo>
                  <a:lnTo>
                    <a:pt x="167640" y="618743"/>
                  </a:lnTo>
                  <a:lnTo>
                    <a:pt x="156971" y="620268"/>
                  </a:lnTo>
                  <a:lnTo>
                    <a:pt x="144779" y="623316"/>
                  </a:lnTo>
                  <a:lnTo>
                    <a:pt x="132587" y="624839"/>
                  </a:lnTo>
                  <a:lnTo>
                    <a:pt x="117348" y="627887"/>
                  </a:lnTo>
                  <a:lnTo>
                    <a:pt x="91440" y="62941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2" name="object 7"/>
          <p:cNvSpPr txBox="1"/>
          <p:nvPr/>
        </p:nvSpPr>
        <p:spPr>
          <a:xfrm>
            <a:off x="9249016" y="7401052"/>
            <a:ext cx="1902385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Built Enterprise</a:t>
            </a:r>
            <a:r>
              <a:rPr sz="1165" b="1" spc="-13" dirty="0">
                <a:latin typeface="Comic Sans MS"/>
                <a:cs typeface="Comic Sans MS"/>
              </a:rPr>
              <a:t> Software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9192589" y="6001512"/>
            <a:ext cx="2856454" cy="816834"/>
          </a:xfrm>
          <a:custGeom>
            <a:avLst/>
            <a:gdLst/>
            <a:ahLst/>
            <a:cxnLst/>
            <a:rect l="l" t="t" r="r" b="b"/>
            <a:pathLst>
              <a:path w="2207259" h="631189">
                <a:moveTo>
                  <a:pt x="89916" y="630935"/>
                </a:moveTo>
                <a:lnTo>
                  <a:pt x="51816" y="617220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3" y="571500"/>
                </a:lnTo>
                <a:lnTo>
                  <a:pt x="111251" y="569976"/>
                </a:lnTo>
                <a:lnTo>
                  <a:pt x="131063" y="566928"/>
                </a:lnTo>
                <a:lnTo>
                  <a:pt x="173736" y="566928"/>
                </a:lnTo>
                <a:lnTo>
                  <a:pt x="192024" y="565404"/>
                </a:lnTo>
                <a:lnTo>
                  <a:pt x="211836" y="565404"/>
                </a:lnTo>
                <a:lnTo>
                  <a:pt x="227075" y="563880"/>
                </a:lnTo>
                <a:lnTo>
                  <a:pt x="416051" y="550163"/>
                </a:lnTo>
                <a:lnTo>
                  <a:pt x="598932" y="536448"/>
                </a:lnTo>
                <a:lnTo>
                  <a:pt x="659891" y="533400"/>
                </a:lnTo>
                <a:lnTo>
                  <a:pt x="717804" y="525780"/>
                </a:lnTo>
                <a:lnTo>
                  <a:pt x="771143" y="510539"/>
                </a:lnTo>
                <a:lnTo>
                  <a:pt x="778764" y="516636"/>
                </a:lnTo>
                <a:lnTo>
                  <a:pt x="790956" y="519684"/>
                </a:lnTo>
                <a:lnTo>
                  <a:pt x="803148" y="521208"/>
                </a:lnTo>
                <a:lnTo>
                  <a:pt x="818387" y="522732"/>
                </a:lnTo>
                <a:lnTo>
                  <a:pt x="851916" y="519684"/>
                </a:lnTo>
                <a:lnTo>
                  <a:pt x="867156" y="519684"/>
                </a:lnTo>
                <a:lnTo>
                  <a:pt x="1050035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6127" y="475487"/>
                </a:lnTo>
                <a:lnTo>
                  <a:pt x="1964435" y="469391"/>
                </a:lnTo>
                <a:lnTo>
                  <a:pt x="2141219" y="464819"/>
                </a:lnTo>
                <a:lnTo>
                  <a:pt x="2136648" y="414528"/>
                </a:lnTo>
                <a:lnTo>
                  <a:pt x="2127503" y="362712"/>
                </a:lnTo>
                <a:lnTo>
                  <a:pt x="2100071" y="211836"/>
                </a:lnTo>
                <a:lnTo>
                  <a:pt x="2093975" y="166116"/>
                </a:lnTo>
                <a:lnTo>
                  <a:pt x="2087879" y="121920"/>
                </a:lnTo>
                <a:lnTo>
                  <a:pt x="2087879" y="79248"/>
                </a:lnTo>
                <a:lnTo>
                  <a:pt x="2060447" y="67056"/>
                </a:lnTo>
                <a:lnTo>
                  <a:pt x="2031491" y="60960"/>
                </a:lnTo>
                <a:lnTo>
                  <a:pt x="2001011" y="56387"/>
                </a:lnTo>
                <a:lnTo>
                  <a:pt x="1969007" y="54864"/>
                </a:lnTo>
                <a:lnTo>
                  <a:pt x="1937003" y="54864"/>
                </a:lnTo>
                <a:lnTo>
                  <a:pt x="1904999" y="56387"/>
                </a:lnTo>
                <a:lnTo>
                  <a:pt x="1876043" y="56387"/>
                </a:lnTo>
                <a:lnTo>
                  <a:pt x="1776984" y="59436"/>
                </a:lnTo>
                <a:lnTo>
                  <a:pt x="1580387" y="71628"/>
                </a:lnTo>
                <a:lnTo>
                  <a:pt x="1481328" y="73152"/>
                </a:lnTo>
                <a:lnTo>
                  <a:pt x="1344167" y="74676"/>
                </a:lnTo>
                <a:lnTo>
                  <a:pt x="1205483" y="79248"/>
                </a:lnTo>
                <a:lnTo>
                  <a:pt x="1068323" y="88391"/>
                </a:lnTo>
                <a:lnTo>
                  <a:pt x="835152" y="100584"/>
                </a:lnTo>
                <a:lnTo>
                  <a:pt x="717804" y="102108"/>
                </a:lnTo>
                <a:lnTo>
                  <a:pt x="600455" y="105155"/>
                </a:lnTo>
                <a:lnTo>
                  <a:pt x="483108" y="111252"/>
                </a:lnTo>
                <a:lnTo>
                  <a:pt x="367283" y="118872"/>
                </a:lnTo>
                <a:lnTo>
                  <a:pt x="251459" y="132588"/>
                </a:lnTo>
                <a:lnTo>
                  <a:pt x="231647" y="126491"/>
                </a:lnTo>
                <a:lnTo>
                  <a:pt x="210312" y="126491"/>
                </a:lnTo>
                <a:lnTo>
                  <a:pt x="190500" y="128016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89916" y="208788"/>
                </a:lnTo>
                <a:lnTo>
                  <a:pt x="80771" y="286512"/>
                </a:lnTo>
                <a:lnTo>
                  <a:pt x="73151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5" y="537972"/>
                </a:lnTo>
                <a:lnTo>
                  <a:pt x="53340" y="565404"/>
                </a:lnTo>
                <a:lnTo>
                  <a:pt x="48767" y="573024"/>
                </a:lnTo>
                <a:lnTo>
                  <a:pt x="39624" y="579119"/>
                </a:lnTo>
                <a:lnTo>
                  <a:pt x="24383" y="571500"/>
                </a:lnTo>
                <a:lnTo>
                  <a:pt x="13716" y="562356"/>
                </a:lnTo>
                <a:lnTo>
                  <a:pt x="6096" y="550163"/>
                </a:lnTo>
                <a:lnTo>
                  <a:pt x="1524" y="537972"/>
                </a:lnTo>
                <a:lnTo>
                  <a:pt x="0" y="524256"/>
                </a:lnTo>
                <a:lnTo>
                  <a:pt x="1524" y="510539"/>
                </a:lnTo>
                <a:lnTo>
                  <a:pt x="3047" y="493776"/>
                </a:lnTo>
                <a:lnTo>
                  <a:pt x="12191" y="448056"/>
                </a:lnTo>
                <a:lnTo>
                  <a:pt x="15240" y="434339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1856"/>
                </a:lnTo>
                <a:lnTo>
                  <a:pt x="9143" y="348995"/>
                </a:lnTo>
                <a:lnTo>
                  <a:pt x="12191" y="309372"/>
                </a:lnTo>
                <a:lnTo>
                  <a:pt x="16763" y="271272"/>
                </a:lnTo>
                <a:lnTo>
                  <a:pt x="22859" y="231648"/>
                </a:lnTo>
                <a:lnTo>
                  <a:pt x="33528" y="156972"/>
                </a:lnTo>
                <a:lnTo>
                  <a:pt x="35051" y="121920"/>
                </a:lnTo>
                <a:lnTo>
                  <a:pt x="35051" y="88391"/>
                </a:lnTo>
                <a:lnTo>
                  <a:pt x="193547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68679" y="47244"/>
                </a:lnTo>
                <a:lnTo>
                  <a:pt x="1219200" y="35052"/>
                </a:lnTo>
                <a:lnTo>
                  <a:pt x="1392935" y="27432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4999" y="3048"/>
                </a:lnTo>
                <a:lnTo>
                  <a:pt x="1955291" y="0"/>
                </a:lnTo>
                <a:lnTo>
                  <a:pt x="2017775" y="0"/>
                </a:lnTo>
                <a:lnTo>
                  <a:pt x="2080259" y="6096"/>
                </a:lnTo>
                <a:lnTo>
                  <a:pt x="2109215" y="10668"/>
                </a:lnTo>
                <a:lnTo>
                  <a:pt x="2136648" y="19812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61031" y="126491"/>
                </a:lnTo>
                <a:lnTo>
                  <a:pt x="2165603" y="172211"/>
                </a:lnTo>
                <a:lnTo>
                  <a:pt x="2173223" y="217931"/>
                </a:lnTo>
                <a:lnTo>
                  <a:pt x="2191511" y="309372"/>
                </a:lnTo>
                <a:lnTo>
                  <a:pt x="2199131" y="355091"/>
                </a:lnTo>
                <a:lnTo>
                  <a:pt x="2205227" y="400812"/>
                </a:lnTo>
                <a:lnTo>
                  <a:pt x="2206751" y="448056"/>
                </a:lnTo>
                <a:lnTo>
                  <a:pt x="2203703" y="496823"/>
                </a:lnTo>
                <a:lnTo>
                  <a:pt x="2179319" y="505967"/>
                </a:lnTo>
                <a:lnTo>
                  <a:pt x="2151887" y="512063"/>
                </a:lnTo>
                <a:lnTo>
                  <a:pt x="2122931" y="518160"/>
                </a:lnTo>
                <a:lnTo>
                  <a:pt x="2052827" y="521208"/>
                </a:lnTo>
                <a:lnTo>
                  <a:pt x="2016251" y="521208"/>
                </a:lnTo>
                <a:lnTo>
                  <a:pt x="1941575" y="519684"/>
                </a:lnTo>
                <a:lnTo>
                  <a:pt x="1869947" y="519684"/>
                </a:lnTo>
                <a:lnTo>
                  <a:pt x="1770887" y="521208"/>
                </a:lnTo>
                <a:lnTo>
                  <a:pt x="1665731" y="525780"/>
                </a:lnTo>
                <a:lnTo>
                  <a:pt x="1556004" y="528828"/>
                </a:lnTo>
                <a:lnTo>
                  <a:pt x="1330452" y="541019"/>
                </a:lnTo>
                <a:lnTo>
                  <a:pt x="1098804" y="556260"/>
                </a:lnTo>
                <a:lnTo>
                  <a:pt x="998219" y="562356"/>
                </a:lnTo>
                <a:lnTo>
                  <a:pt x="900683" y="565404"/>
                </a:lnTo>
                <a:lnTo>
                  <a:pt x="804671" y="571500"/>
                </a:lnTo>
                <a:lnTo>
                  <a:pt x="710183" y="579119"/>
                </a:lnTo>
                <a:lnTo>
                  <a:pt x="601979" y="586739"/>
                </a:lnTo>
                <a:lnTo>
                  <a:pt x="496824" y="595884"/>
                </a:lnTo>
                <a:lnTo>
                  <a:pt x="391667" y="601980"/>
                </a:lnTo>
                <a:lnTo>
                  <a:pt x="286512" y="611124"/>
                </a:lnTo>
                <a:lnTo>
                  <a:pt x="176783" y="618743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3" y="624839"/>
                </a:lnTo>
                <a:lnTo>
                  <a:pt x="117347" y="629412"/>
                </a:lnTo>
                <a:lnTo>
                  <a:pt x="89916" y="630935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4" name="object 9"/>
          <p:cNvSpPr txBox="1"/>
          <p:nvPr/>
        </p:nvSpPr>
        <p:spPr>
          <a:xfrm>
            <a:off x="9951115" y="6251275"/>
            <a:ext cx="1428227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Embedded</a:t>
            </a:r>
            <a:r>
              <a:rPr sz="1165" b="1" spc="19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Systems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15" name="object 10"/>
          <p:cNvSpPr/>
          <p:nvPr/>
        </p:nvSpPr>
        <p:spPr>
          <a:xfrm>
            <a:off x="9681703" y="4672224"/>
            <a:ext cx="2856454" cy="815191"/>
          </a:xfrm>
          <a:custGeom>
            <a:avLst/>
            <a:gdLst/>
            <a:ahLst/>
            <a:cxnLst/>
            <a:rect l="l" t="t" r="r" b="b"/>
            <a:pathLst>
              <a:path w="2207259" h="629920">
                <a:moveTo>
                  <a:pt x="91440" y="629412"/>
                </a:moveTo>
                <a:lnTo>
                  <a:pt x="77724" y="629412"/>
                </a:lnTo>
                <a:lnTo>
                  <a:pt x="67056" y="626364"/>
                </a:lnTo>
                <a:lnTo>
                  <a:pt x="59436" y="623316"/>
                </a:lnTo>
                <a:lnTo>
                  <a:pt x="51816" y="615695"/>
                </a:lnTo>
                <a:lnTo>
                  <a:pt x="50291" y="606552"/>
                </a:lnTo>
                <a:lnTo>
                  <a:pt x="50291" y="594360"/>
                </a:lnTo>
                <a:lnTo>
                  <a:pt x="92964" y="569976"/>
                </a:lnTo>
                <a:lnTo>
                  <a:pt x="131064" y="566928"/>
                </a:lnTo>
                <a:lnTo>
                  <a:pt x="152400" y="565404"/>
                </a:lnTo>
                <a:lnTo>
                  <a:pt x="173736" y="565404"/>
                </a:lnTo>
                <a:lnTo>
                  <a:pt x="193548" y="563880"/>
                </a:lnTo>
                <a:lnTo>
                  <a:pt x="227075" y="563880"/>
                </a:lnTo>
                <a:lnTo>
                  <a:pt x="416052" y="550163"/>
                </a:lnTo>
                <a:lnTo>
                  <a:pt x="600456" y="536448"/>
                </a:lnTo>
                <a:lnTo>
                  <a:pt x="629412" y="534924"/>
                </a:lnTo>
                <a:lnTo>
                  <a:pt x="690371" y="528828"/>
                </a:lnTo>
                <a:lnTo>
                  <a:pt x="719328" y="525780"/>
                </a:lnTo>
                <a:lnTo>
                  <a:pt x="746760" y="518160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90955" y="519684"/>
                </a:lnTo>
                <a:lnTo>
                  <a:pt x="803147" y="519684"/>
                </a:lnTo>
                <a:lnTo>
                  <a:pt x="818388" y="521208"/>
                </a:lnTo>
                <a:lnTo>
                  <a:pt x="851916" y="519684"/>
                </a:lnTo>
                <a:lnTo>
                  <a:pt x="867155" y="518160"/>
                </a:lnTo>
                <a:lnTo>
                  <a:pt x="1051560" y="510539"/>
                </a:lnTo>
                <a:lnTo>
                  <a:pt x="1235964" y="499872"/>
                </a:lnTo>
                <a:lnTo>
                  <a:pt x="1603248" y="481584"/>
                </a:lnTo>
                <a:lnTo>
                  <a:pt x="1786128" y="473963"/>
                </a:lnTo>
                <a:lnTo>
                  <a:pt x="1964436" y="467867"/>
                </a:lnTo>
                <a:lnTo>
                  <a:pt x="2142744" y="463295"/>
                </a:lnTo>
                <a:lnTo>
                  <a:pt x="2136648" y="413004"/>
                </a:lnTo>
                <a:lnTo>
                  <a:pt x="2129028" y="362712"/>
                </a:lnTo>
                <a:lnTo>
                  <a:pt x="2118360" y="310895"/>
                </a:lnTo>
                <a:lnTo>
                  <a:pt x="2110740" y="260604"/>
                </a:lnTo>
                <a:lnTo>
                  <a:pt x="2100072" y="211836"/>
                </a:lnTo>
                <a:lnTo>
                  <a:pt x="2093976" y="166116"/>
                </a:lnTo>
                <a:lnTo>
                  <a:pt x="2089404" y="120396"/>
                </a:lnTo>
                <a:lnTo>
                  <a:pt x="2087880" y="77724"/>
                </a:lnTo>
                <a:lnTo>
                  <a:pt x="2061972" y="67056"/>
                </a:lnTo>
                <a:lnTo>
                  <a:pt x="2031492" y="60960"/>
                </a:lnTo>
                <a:lnTo>
                  <a:pt x="2002536" y="56387"/>
                </a:lnTo>
                <a:lnTo>
                  <a:pt x="1970532" y="53339"/>
                </a:lnTo>
                <a:lnTo>
                  <a:pt x="1938528" y="53339"/>
                </a:lnTo>
                <a:lnTo>
                  <a:pt x="1905000" y="54864"/>
                </a:lnTo>
                <a:lnTo>
                  <a:pt x="1876044" y="56387"/>
                </a:lnTo>
                <a:lnTo>
                  <a:pt x="1776984" y="59436"/>
                </a:lnTo>
                <a:lnTo>
                  <a:pt x="1581912" y="71628"/>
                </a:lnTo>
                <a:lnTo>
                  <a:pt x="1482852" y="73152"/>
                </a:lnTo>
                <a:lnTo>
                  <a:pt x="1344168" y="74676"/>
                </a:lnTo>
                <a:lnTo>
                  <a:pt x="1207008" y="77724"/>
                </a:lnTo>
                <a:lnTo>
                  <a:pt x="1069847" y="86868"/>
                </a:lnTo>
                <a:lnTo>
                  <a:pt x="952499" y="94488"/>
                </a:lnTo>
                <a:lnTo>
                  <a:pt x="835151" y="99060"/>
                </a:lnTo>
                <a:lnTo>
                  <a:pt x="600456" y="105155"/>
                </a:lnTo>
                <a:lnTo>
                  <a:pt x="484632" y="109728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4968"/>
                </a:lnTo>
                <a:lnTo>
                  <a:pt x="190500" y="128016"/>
                </a:lnTo>
                <a:lnTo>
                  <a:pt x="147828" y="132588"/>
                </a:lnTo>
                <a:lnTo>
                  <a:pt x="126491" y="134112"/>
                </a:lnTo>
                <a:lnTo>
                  <a:pt x="106679" y="132588"/>
                </a:lnTo>
                <a:lnTo>
                  <a:pt x="91440" y="208788"/>
                </a:lnTo>
                <a:lnTo>
                  <a:pt x="80771" y="286512"/>
                </a:lnTo>
                <a:lnTo>
                  <a:pt x="74675" y="365760"/>
                </a:lnTo>
                <a:lnTo>
                  <a:pt x="71628" y="448056"/>
                </a:lnTo>
                <a:lnTo>
                  <a:pt x="74675" y="531876"/>
                </a:lnTo>
                <a:lnTo>
                  <a:pt x="67056" y="537972"/>
                </a:lnTo>
                <a:lnTo>
                  <a:pt x="64008" y="547115"/>
                </a:lnTo>
                <a:lnTo>
                  <a:pt x="59436" y="554736"/>
                </a:lnTo>
                <a:lnTo>
                  <a:pt x="53340" y="563880"/>
                </a:lnTo>
                <a:lnTo>
                  <a:pt x="48767" y="571500"/>
                </a:lnTo>
                <a:lnTo>
                  <a:pt x="6095" y="550163"/>
                </a:lnTo>
                <a:lnTo>
                  <a:pt x="0" y="522732"/>
                </a:lnTo>
                <a:lnTo>
                  <a:pt x="1524" y="510539"/>
                </a:lnTo>
                <a:lnTo>
                  <a:pt x="3048" y="493776"/>
                </a:lnTo>
                <a:lnTo>
                  <a:pt x="7620" y="478536"/>
                </a:lnTo>
                <a:lnTo>
                  <a:pt x="10667" y="463295"/>
                </a:lnTo>
                <a:lnTo>
                  <a:pt x="12191" y="448056"/>
                </a:lnTo>
                <a:lnTo>
                  <a:pt x="15240" y="432815"/>
                </a:lnTo>
                <a:lnTo>
                  <a:pt x="15240" y="411480"/>
                </a:lnTo>
                <a:lnTo>
                  <a:pt x="13716" y="391667"/>
                </a:lnTo>
                <a:lnTo>
                  <a:pt x="10667" y="370332"/>
                </a:lnTo>
                <a:lnTo>
                  <a:pt x="10667" y="347472"/>
                </a:lnTo>
                <a:lnTo>
                  <a:pt x="12191" y="309372"/>
                </a:lnTo>
                <a:lnTo>
                  <a:pt x="16764" y="269748"/>
                </a:lnTo>
                <a:lnTo>
                  <a:pt x="22860" y="230124"/>
                </a:lnTo>
                <a:lnTo>
                  <a:pt x="33528" y="156972"/>
                </a:lnTo>
                <a:lnTo>
                  <a:pt x="35052" y="120396"/>
                </a:lnTo>
                <a:lnTo>
                  <a:pt x="35052" y="86868"/>
                </a:lnTo>
                <a:lnTo>
                  <a:pt x="193548" y="76200"/>
                </a:lnTo>
                <a:lnTo>
                  <a:pt x="358140" y="65532"/>
                </a:lnTo>
                <a:lnTo>
                  <a:pt x="525779" y="57912"/>
                </a:lnTo>
                <a:lnTo>
                  <a:pt x="1392936" y="27432"/>
                </a:lnTo>
                <a:lnTo>
                  <a:pt x="1737360" y="12192"/>
                </a:lnTo>
                <a:lnTo>
                  <a:pt x="1929384" y="0"/>
                </a:lnTo>
                <a:lnTo>
                  <a:pt x="1956816" y="0"/>
                </a:lnTo>
                <a:lnTo>
                  <a:pt x="2019300" y="0"/>
                </a:lnTo>
                <a:lnTo>
                  <a:pt x="2080260" y="6096"/>
                </a:lnTo>
                <a:lnTo>
                  <a:pt x="2136648" y="18288"/>
                </a:lnTo>
                <a:lnTo>
                  <a:pt x="2157984" y="27432"/>
                </a:lnTo>
                <a:lnTo>
                  <a:pt x="2156460" y="77724"/>
                </a:lnTo>
                <a:lnTo>
                  <a:pt x="2165604" y="172211"/>
                </a:lnTo>
                <a:lnTo>
                  <a:pt x="2174748" y="217931"/>
                </a:lnTo>
                <a:lnTo>
                  <a:pt x="2191512" y="307848"/>
                </a:lnTo>
                <a:lnTo>
                  <a:pt x="2199132" y="353567"/>
                </a:lnTo>
                <a:lnTo>
                  <a:pt x="2205228" y="400812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80844" y="505967"/>
                </a:lnTo>
                <a:lnTo>
                  <a:pt x="2153412" y="512063"/>
                </a:lnTo>
                <a:lnTo>
                  <a:pt x="2122932" y="516636"/>
                </a:lnTo>
                <a:lnTo>
                  <a:pt x="2089404" y="519684"/>
                </a:lnTo>
                <a:lnTo>
                  <a:pt x="2016252" y="519684"/>
                </a:lnTo>
                <a:lnTo>
                  <a:pt x="1941576" y="518160"/>
                </a:lnTo>
                <a:lnTo>
                  <a:pt x="1869948" y="518160"/>
                </a:lnTo>
                <a:lnTo>
                  <a:pt x="1770888" y="519684"/>
                </a:lnTo>
                <a:lnTo>
                  <a:pt x="1557528" y="528828"/>
                </a:lnTo>
                <a:lnTo>
                  <a:pt x="1214628" y="547115"/>
                </a:lnTo>
                <a:lnTo>
                  <a:pt x="1098803" y="554736"/>
                </a:lnTo>
                <a:lnTo>
                  <a:pt x="999743" y="560832"/>
                </a:lnTo>
                <a:lnTo>
                  <a:pt x="900684" y="563880"/>
                </a:lnTo>
                <a:lnTo>
                  <a:pt x="804672" y="569976"/>
                </a:lnTo>
                <a:lnTo>
                  <a:pt x="711708" y="577595"/>
                </a:lnTo>
                <a:lnTo>
                  <a:pt x="603503" y="586739"/>
                </a:lnTo>
                <a:lnTo>
                  <a:pt x="286512" y="609600"/>
                </a:lnTo>
                <a:lnTo>
                  <a:pt x="176783" y="617220"/>
                </a:lnTo>
                <a:lnTo>
                  <a:pt x="167640" y="618743"/>
                </a:lnTo>
                <a:lnTo>
                  <a:pt x="156971" y="620268"/>
                </a:lnTo>
                <a:lnTo>
                  <a:pt x="144779" y="623316"/>
                </a:lnTo>
                <a:lnTo>
                  <a:pt x="131064" y="624839"/>
                </a:lnTo>
                <a:lnTo>
                  <a:pt x="117348" y="627887"/>
                </a:lnTo>
                <a:lnTo>
                  <a:pt x="91440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6" name="object 11"/>
          <p:cNvSpPr txBox="1"/>
          <p:nvPr/>
        </p:nvSpPr>
        <p:spPr>
          <a:xfrm>
            <a:off x="10402774" y="4921958"/>
            <a:ext cx="1500542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Medical </a:t>
            </a:r>
            <a:r>
              <a:rPr sz="1165" b="1" spc="-13" dirty="0">
                <a:latin typeface="Comic Sans MS"/>
                <a:cs typeface="Comic Sans MS"/>
              </a:rPr>
              <a:t>Applications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17" name="object 12"/>
          <p:cNvSpPr/>
          <p:nvPr/>
        </p:nvSpPr>
        <p:spPr>
          <a:xfrm>
            <a:off x="9539702" y="3289689"/>
            <a:ext cx="2856454" cy="816834"/>
          </a:xfrm>
          <a:custGeom>
            <a:avLst/>
            <a:gdLst/>
            <a:ahLst/>
            <a:cxnLst/>
            <a:rect l="l" t="t" r="r" b="b"/>
            <a:pathLst>
              <a:path w="2207259" h="631189">
                <a:moveTo>
                  <a:pt x="89916" y="630935"/>
                </a:moveTo>
                <a:lnTo>
                  <a:pt x="51816" y="617220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4" y="571500"/>
                </a:lnTo>
                <a:lnTo>
                  <a:pt x="111252" y="569976"/>
                </a:lnTo>
                <a:lnTo>
                  <a:pt x="131064" y="566928"/>
                </a:lnTo>
                <a:lnTo>
                  <a:pt x="173736" y="566928"/>
                </a:lnTo>
                <a:lnTo>
                  <a:pt x="193548" y="565404"/>
                </a:lnTo>
                <a:lnTo>
                  <a:pt x="227075" y="565404"/>
                </a:lnTo>
                <a:lnTo>
                  <a:pt x="416052" y="551687"/>
                </a:lnTo>
                <a:lnTo>
                  <a:pt x="600456" y="536448"/>
                </a:lnTo>
                <a:lnTo>
                  <a:pt x="659891" y="533400"/>
                </a:lnTo>
                <a:lnTo>
                  <a:pt x="719328" y="527304"/>
                </a:lnTo>
                <a:lnTo>
                  <a:pt x="745236" y="519684"/>
                </a:lnTo>
                <a:lnTo>
                  <a:pt x="771143" y="510539"/>
                </a:lnTo>
                <a:lnTo>
                  <a:pt x="778764" y="516636"/>
                </a:lnTo>
                <a:lnTo>
                  <a:pt x="790955" y="521208"/>
                </a:lnTo>
                <a:lnTo>
                  <a:pt x="803147" y="521208"/>
                </a:lnTo>
                <a:lnTo>
                  <a:pt x="818388" y="522732"/>
                </a:lnTo>
                <a:lnTo>
                  <a:pt x="851916" y="521208"/>
                </a:lnTo>
                <a:lnTo>
                  <a:pt x="867155" y="519684"/>
                </a:lnTo>
                <a:lnTo>
                  <a:pt x="1603248" y="483108"/>
                </a:lnTo>
                <a:lnTo>
                  <a:pt x="1786128" y="475487"/>
                </a:lnTo>
                <a:lnTo>
                  <a:pt x="1964436" y="469391"/>
                </a:lnTo>
                <a:lnTo>
                  <a:pt x="2142744" y="464819"/>
                </a:lnTo>
                <a:lnTo>
                  <a:pt x="2136648" y="414528"/>
                </a:lnTo>
                <a:lnTo>
                  <a:pt x="2129028" y="364236"/>
                </a:lnTo>
                <a:lnTo>
                  <a:pt x="2118360" y="312419"/>
                </a:lnTo>
                <a:lnTo>
                  <a:pt x="2109216" y="262128"/>
                </a:lnTo>
                <a:lnTo>
                  <a:pt x="2100072" y="213359"/>
                </a:lnTo>
                <a:lnTo>
                  <a:pt x="2087880" y="121920"/>
                </a:lnTo>
                <a:lnTo>
                  <a:pt x="2087880" y="79248"/>
                </a:lnTo>
                <a:lnTo>
                  <a:pt x="2061972" y="68580"/>
                </a:lnTo>
                <a:lnTo>
                  <a:pt x="2031492" y="62484"/>
                </a:lnTo>
                <a:lnTo>
                  <a:pt x="2002536" y="56387"/>
                </a:lnTo>
                <a:lnTo>
                  <a:pt x="1969008" y="54864"/>
                </a:lnTo>
                <a:lnTo>
                  <a:pt x="1937004" y="54864"/>
                </a:lnTo>
                <a:lnTo>
                  <a:pt x="1905000" y="56387"/>
                </a:lnTo>
                <a:lnTo>
                  <a:pt x="1876044" y="56387"/>
                </a:lnTo>
                <a:lnTo>
                  <a:pt x="1776984" y="60960"/>
                </a:lnTo>
                <a:lnTo>
                  <a:pt x="1581912" y="73152"/>
                </a:lnTo>
                <a:lnTo>
                  <a:pt x="1481328" y="74676"/>
                </a:lnTo>
                <a:lnTo>
                  <a:pt x="1344168" y="74676"/>
                </a:lnTo>
                <a:lnTo>
                  <a:pt x="1207008" y="79248"/>
                </a:lnTo>
                <a:lnTo>
                  <a:pt x="1069847" y="88391"/>
                </a:lnTo>
                <a:lnTo>
                  <a:pt x="835151" y="100584"/>
                </a:lnTo>
                <a:lnTo>
                  <a:pt x="600456" y="106679"/>
                </a:lnTo>
                <a:lnTo>
                  <a:pt x="484632" y="111252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6491"/>
                </a:lnTo>
                <a:lnTo>
                  <a:pt x="190500" y="129539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106679" y="132588"/>
                </a:lnTo>
                <a:lnTo>
                  <a:pt x="89916" y="208788"/>
                </a:lnTo>
                <a:lnTo>
                  <a:pt x="80771" y="288036"/>
                </a:lnTo>
                <a:lnTo>
                  <a:pt x="74675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6" y="539495"/>
                </a:lnTo>
                <a:lnTo>
                  <a:pt x="64008" y="547115"/>
                </a:lnTo>
                <a:lnTo>
                  <a:pt x="57912" y="556260"/>
                </a:lnTo>
                <a:lnTo>
                  <a:pt x="53340" y="565404"/>
                </a:lnTo>
                <a:lnTo>
                  <a:pt x="48767" y="573024"/>
                </a:lnTo>
                <a:lnTo>
                  <a:pt x="39624" y="579119"/>
                </a:lnTo>
                <a:lnTo>
                  <a:pt x="24383" y="571500"/>
                </a:lnTo>
                <a:lnTo>
                  <a:pt x="13716" y="562356"/>
                </a:lnTo>
                <a:lnTo>
                  <a:pt x="6095" y="551687"/>
                </a:lnTo>
                <a:lnTo>
                  <a:pt x="1524" y="537972"/>
                </a:lnTo>
                <a:lnTo>
                  <a:pt x="0" y="524256"/>
                </a:lnTo>
                <a:lnTo>
                  <a:pt x="3048" y="495300"/>
                </a:lnTo>
                <a:lnTo>
                  <a:pt x="7620" y="478536"/>
                </a:lnTo>
                <a:lnTo>
                  <a:pt x="9144" y="464819"/>
                </a:lnTo>
                <a:lnTo>
                  <a:pt x="12191" y="448056"/>
                </a:lnTo>
                <a:lnTo>
                  <a:pt x="15240" y="434339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1856"/>
                </a:lnTo>
                <a:lnTo>
                  <a:pt x="9144" y="348995"/>
                </a:lnTo>
                <a:lnTo>
                  <a:pt x="12191" y="309372"/>
                </a:lnTo>
                <a:lnTo>
                  <a:pt x="16764" y="271272"/>
                </a:lnTo>
                <a:lnTo>
                  <a:pt x="22860" y="231648"/>
                </a:lnTo>
                <a:lnTo>
                  <a:pt x="33528" y="156972"/>
                </a:lnTo>
                <a:lnTo>
                  <a:pt x="35052" y="121920"/>
                </a:lnTo>
                <a:lnTo>
                  <a:pt x="35052" y="88391"/>
                </a:lnTo>
                <a:lnTo>
                  <a:pt x="193548" y="77724"/>
                </a:lnTo>
                <a:lnTo>
                  <a:pt x="358140" y="67056"/>
                </a:lnTo>
                <a:lnTo>
                  <a:pt x="525779" y="59436"/>
                </a:lnTo>
                <a:lnTo>
                  <a:pt x="1392936" y="28956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5000" y="3048"/>
                </a:lnTo>
                <a:lnTo>
                  <a:pt x="1956816" y="0"/>
                </a:lnTo>
                <a:lnTo>
                  <a:pt x="2017776" y="0"/>
                </a:lnTo>
                <a:lnTo>
                  <a:pt x="2080260" y="6096"/>
                </a:lnTo>
                <a:lnTo>
                  <a:pt x="2109216" y="12192"/>
                </a:lnTo>
                <a:lnTo>
                  <a:pt x="2136648" y="19812"/>
                </a:lnTo>
                <a:lnTo>
                  <a:pt x="2157984" y="28956"/>
                </a:lnTo>
                <a:lnTo>
                  <a:pt x="2156460" y="79248"/>
                </a:lnTo>
                <a:lnTo>
                  <a:pt x="2165604" y="173736"/>
                </a:lnTo>
                <a:lnTo>
                  <a:pt x="2174748" y="219456"/>
                </a:lnTo>
                <a:lnTo>
                  <a:pt x="2191512" y="309372"/>
                </a:lnTo>
                <a:lnTo>
                  <a:pt x="2199132" y="355091"/>
                </a:lnTo>
                <a:lnTo>
                  <a:pt x="2205228" y="402336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79320" y="507491"/>
                </a:lnTo>
                <a:lnTo>
                  <a:pt x="2153412" y="513587"/>
                </a:lnTo>
                <a:lnTo>
                  <a:pt x="2122932" y="518160"/>
                </a:lnTo>
                <a:lnTo>
                  <a:pt x="2087880" y="521208"/>
                </a:lnTo>
                <a:lnTo>
                  <a:pt x="2016252" y="521208"/>
                </a:lnTo>
                <a:lnTo>
                  <a:pt x="1941576" y="519684"/>
                </a:lnTo>
                <a:lnTo>
                  <a:pt x="1869948" y="519684"/>
                </a:lnTo>
                <a:lnTo>
                  <a:pt x="1770888" y="521208"/>
                </a:lnTo>
                <a:lnTo>
                  <a:pt x="1665732" y="525780"/>
                </a:lnTo>
                <a:lnTo>
                  <a:pt x="1557528" y="528828"/>
                </a:lnTo>
                <a:lnTo>
                  <a:pt x="1330451" y="541019"/>
                </a:lnTo>
                <a:lnTo>
                  <a:pt x="1098803" y="556260"/>
                </a:lnTo>
                <a:lnTo>
                  <a:pt x="999743" y="562356"/>
                </a:lnTo>
                <a:lnTo>
                  <a:pt x="900684" y="565404"/>
                </a:lnTo>
                <a:lnTo>
                  <a:pt x="804672" y="571500"/>
                </a:lnTo>
                <a:lnTo>
                  <a:pt x="710183" y="579119"/>
                </a:lnTo>
                <a:lnTo>
                  <a:pt x="601979" y="586739"/>
                </a:lnTo>
                <a:lnTo>
                  <a:pt x="498348" y="595884"/>
                </a:lnTo>
                <a:lnTo>
                  <a:pt x="286512" y="611124"/>
                </a:lnTo>
                <a:lnTo>
                  <a:pt x="176783" y="618743"/>
                </a:lnTo>
                <a:lnTo>
                  <a:pt x="167640" y="620268"/>
                </a:lnTo>
                <a:lnTo>
                  <a:pt x="156971" y="621791"/>
                </a:lnTo>
                <a:lnTo>
                  <a:pt x="144779" y="623316"/>
                </a:lnTo>
                <a:lnTo>
                  <a:pt x="117348" y="629412"/>
                </a:lnTo>
                <a:lnTo>
                  <a:pt x="89916" y="630935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8" name="object 13"/>
          <p:cNvSpPr txBox="1"/>
          <p:nvPr/>
        </p:nvSpPr>
        <p:spPr>
          <a:xfrm>
            <a:off x="10337683" y="3541437"/>
            <a:ext cx="1348516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Engg.</a:t>
            </a:r>
            <a:r>
              <a:rPr sz="1165" b="1" spc="6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Applications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19" name="object 14"/>
          <p:cNvSpPr/>
          <p:nvPr/>
        </p:nvSpPr>
        <p:spPr>
          <a:xfrm>
            <a:off x="8030942" y="2374570"/>
            <a:ext cx="2856454" cy="816834"/>
          </a:xfrm>
          <a:custGeom>
            <a:avLst/>
            <a:gdLst/>
            <a:ahLst/>
            <a:cxnLst/>
            <a:rect l="l" t="t" r="r" b="b"/>
            <a:pathLst>
              <a:path w="2207259" h="631189">
                <a:moveTo>
                  <a:pt x="91440" y="630935"/>
                </a:moveTo>
                <a:lnTo>
                  <a:pt x="51816" y="617220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4" y="571500"/>
                </a:lnTo>
                <a:lnTo>
                  <a:pt x="111252" y="569976"/>
                </a:lnTo>
                <a:lnTo>
                  <a:pt x="132587" y="566928"/>
                </a:lnTo>
                <a:lnTo>
                  <a:pt x="173736" y="566928"/>
                </a:lnTo>
                <a:lnTo>
                  <a:pt x="193548" y="565404"/>
                </a:lnTo>
                <a:lnTo>
                  <a:pt x="227075" y="565404"/>
                </a:lnTo>
                <a:lnTo>
                  <a:pt x="416052" y="550163"/>
                </a:lnTo>
                <a:lnTo>
                  <a:pt x="600456" y="536448"/>
                </a:lnTo>
                <a:lnTo>
                  <a:pt x="659891" y="533400"/>
                </a:lnTo>
                <a:lnTo>
                  <a:pt x="719328" y="527304"/>
                </a:lnTo>
                <a:lnTo>
                  <a:pt x="746760" y="519684"/>
                </a:lnTo>
                <a:lnTo>
                  <a:pt x="771143" y="510539"/>
                </a:lnTo>
                <a:lnTo>
                  <a:pt x="778764" y="516636"/>
                </a:lnTo>
                <a:lnTo>
                  <a:pt x="790955" y="521208"/>
                </a:lnTo>
                <a:lnTo>
                  <a:pt x="803147" y="521208"/>
                </a:lnTo>
                <a:lnTo>
                  <a:pt x="819912" y="522732"/>
                </a:lnTo>
                <a:lnTo>
                  <a:pt x="851916" y="521208"/>
                </a:lnTo>
                <a:lnTo>
                  <a:pt x="868680" y="519684"/>
                </a:lnTo>
                <a:lnTo>
                  <a:pt x="1051560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6128" y="475487"/>
                </a:lnTo>
                <a:lnTo>
                  <a:pt x="1965960" y="469391"/>
                </a:lnTo>
                <a:lnTo>
                  <a:pt x="2142744" y="464819"/>
                </a:lnTo>
                <a:lnTo>
                  <a:pt x="2136648" y="414528"/>
                </a:lnTo>
                <a:lnTo>
                  <a:pt x="2129028" y="364236"/>
                </a:lnTo>
                <a:lnTo>
                  <a:pt x="2118360" y="312419"/>
                </a:lnTo>
                <a:lnTo>
                  <a:pt x="2110740" y="262128"/>
                </a:lnTo>
                <a:lnTo>
                  <a:pt x="2100072" y="213359"/>
                </a:lnTo>
                <a:lnTo>
                  <a:pt x="2093976" y="166116"/>
                </a:lnTo>
                <a:lnTo>
                  <a:pt x="2089404" y="121920"/>
                </a:lnTo>
                <a:lnTo>
                  <a:pt x="2087880" y="79248"/>
                </a:lnTo>
                <a:lnTo>
                  <a:pt x="2061972" y="68580"/>
                </a:lnTo>
                <a:lnTo>
                  <a:pt x="2033016" y="62484"/>
                </a:lnTo>
                <a:lnTo>
                  <a:pt x="2002536" y="56387"/>
                </a:lnTo>
                <a:lnTo>
                  <a:pt x="1970532" y="54864"/>
                </a:lnTo>
                <a:lnTo>
                  <a:pt x="1938528" y="54864"/>
                </a:lnTo>
                <a:lnTo>
                  <a:pt x="1906524" y="56387"/>
                </a:lnTo>
                <a:lnTo>
                  <a:pt x="1876044" y="56387"/>
                </a:lnTo>
                <a:lnTo>
                  <a:pt x="1679448" y="65532"/>
                </a:lnTo>
                <a:lnTo>
                  <a:pt x="1581912" y="71628"/>
                </a:lnTo>
                <a:lnTo>
                  <a:pt x="1482852" y="74676"/>
                </a:lnTo>
                <a:lnTo>
                  <a:pt x="1345691" y="74676"/>
                </a:lnTo>
                <a:lnTo>
                  <a:pt x="1207008" y="79248"/>
                </a:lnTo>
                <a:lnTo>
                  <a:pt x="1069847" y="88391"/>
                </a:lnTo>
                <a:lnTo>
                  <a:pt x="835151" y="100584"/>
                </a:lnTo>
                <a:lnTo>
                  <a:pt x="717803" y="102108"/>
                </a:lnTo>
                <a:lnTo>
                  <a:pt x="484632" y="111252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6491"/>
                </a:lnTo>
                <a:lnTo>
                  <a:pt x="190500" y="128016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91440" y="208788"/>
                </a:lnTo>
                <a:lnTo>
                  <a:pt x="80771" y="288036"/>
                </a:lnTo>
                <a:lnTo>
                  <a:pt x="74675" y="367284"/>
                </a:lnTo>
                <a:lnTo>
                  <a:pt x="73152" y="449580"/>
                </a:lnTo>
                <a:lnTo>
                  <a:pt x="74675" y="533400"/>
                </a:lnTo>
                <a:lnTo>
                  <a:pt x="67056" y="539495"/>
                </a:lnTo>
                <a:lnTo>
                  <a:pt x="64008" y="547115"/>
                </a:lnTo>
                <a:lnTo>
                  <a:pt x="59436" y="556260"/>
                </a:lnTo>
                <a:lnTo>
                  <a:pt x="53340" y="565404"/>
                </a:lnTo>
                <a:lnTo>
                  <a:pt x="48767" y="573024"/>
                </a:lnTo>
                <a:lnTo>
                  <a:pt x="6095" y="550163"/>
                </a:lnTo>
                <a:lnTo>
                  <a:pt x="0" y="524256"/>
                </a:lnTo>
                <a:lnTo>
                  <a:pt x="1524" y="510539"/>
                </a:lnTo>
                <a:lnTo>
                  <a:pt x="3048" y="493776"/>
                </a:lnTo>
                <a:lnTo>
                  <a:pt x="7620" y="478536"/>
                </a:lnTo>
                <a:lnTo>
                  <a:pt x="10667" y="464819"/>
                </a:lnTo>
                <a:lnTo>
                  <a:pt x="12191" y="448056"/>
                </a:lnTo>
                <a:lnTo>
                  <a:pt x="15240" y="434339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1856"/>
                </a:lnTo>
                <a:lnTo>
                  <a:pt x="10667" y="348995"/>
                </a:lnTo>
                <a:lnTo>
                  <a:pt x="12191" y="309372"/>
                </a:lnTo>
                <a:lnTo>
                  <a:pt x="16764" y="271272"/>
                </a:lnTo>
                <a:lnTo>
                  <a:pt x="22860" y="231648"/>
                </a:lnTo>
                <a:lnTo>
                  <a:pt x="33528" y="156972"/>
                </a:lnTo>
                <a:lnTo>
                  <a:pt x="35052" y="121920"/>
                </a:lnTo>
                <a:lnTo>
                  <a:pt x="35052" y="88391"/>
                </a:lnTo>
                <a:lnTo>
                  <a:pt x="193548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70203" y="47244"/>
                </a:lnTo>
                <a:lnTo>
                  <a:pt x="1219199" y="35052"/>
                </a:lnTo>
                <a:lnTo>
                  <a:pt x="1394460" y="27432"/>
                </a:lnTo>
                <a:lnTo>
                  <a:pt x="1566672" y="21336"/>
                </a:lnTo>
                <a:lnTo>
                  <a:pt x="1906524" y="3048"/>
                </a:lnTo>
                <a:lnTo>
                  <a:pt x="1956816" y="0"/>
                </a:lnTo>
                <a:lnTo>
                  <a:pt x="2019300" y="0"/>
                </a:lnTo>
                <a:lnTo>
                  <a:pt x="2048256" y="3048"/>
                </a:lnTo>
                <a:lnTo>
                  <a:pt x="2080260" y="6096"/>
                </a:lnTo>
                <a:lnTo>
                  <a:pt x="2110740" y="12192"/>
                </a:lnTo>
                <a:lnTo>
                  <a:pt x="2136648" y="19812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61032" y="126491"/>
                </a:lnTo>
                <a:lnTo>
                  <a:pt x="2165604" y="172211"/>
                </a:lnTo>
                <a:lnTo>
                  <a:pt x="2174748" y="219456"/>
                </a:lnTo>
                <a:lnTo>
                  <a:pt x="2191512" y="309372"/>
                </a:lnTo>
                <a:lnTo>
                  <a:pt x="2199132" y="355091"/>
                </a:lnTo>
                <a:lnTo>
                  <a:pt x="2205228" y="402336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80844" y="505967"/>
                </a:lnTo>
                <a:lnTo>
                  <a:pt x="2153412" y="512063"/>
                </a:lnTo>
                <a:lnTo>
                  <a:pt x="2122932" y="518160"/>
                </a:lnTo>
                <a:lnTo>
                  <a:pt x="2089404" y="521208"/>
                </a:lnTo>
                <a:lnTo>
                  <a:pt x="2016252" y="521208"/>
                </a:lnTo>
                <a:lnTo>
                  <a:pt x="1941576" y="519684"/>
                </a:lnTo>
                <a:lnTo>
                  <a:pt x="1871472" y="519684"/>
                </a:lnTo>
                <a:lnTo>
                  <a:pt x="1770888" y="521208"/>
                </a:lnTo>
                <a:lnTo>
                  <a:pt x="1665732" y="525780"/>
                </a:lnTo>
                <a:lnTo>
                  <a:pt x="1557528" y="528828"/>
                </a:lnTo>
                <a:lnTo>
                  <a:pt x="1330451" y="541019"/>
                </a:lnTo>
                <a:lnTo>
                  <a:pt x="1100328" y="556260"/>
                </a:lnTo>
                <a:lnTo>
                  <a:pt x="999743" y="562356"/>
                </a:lnTo>
                <a:lnTo>
                  <a:pt x="900684" y="565404"/>
                </a:lnTo>
                <a:lnTo>
                  <a:pt x="804672" y="571500"/>
                </a:lnTo>
                <a:lnTo>
                  <a:pt x="711708" y="579119"/>
                </a:lnTo>
                <a:lnTo>
                  <a:pt x="603503" y="586739"/>
                </a:lnTo>
                <a:lnTo>
                  <a:pt x="498348" y="595884"/>
                </a:lnTo>
                <a:lnTo>
                  <a:pt x="286512" y="611124"/>
                </a:lnTo>
                <a:lnTo>
                  <a:pt x="176783" y="618743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2587" y="624839"/>
                </a:lnTo>
                <a:lnTo>
                  <a:pt x="117348" y="629412"/>
                </a:lnTo>
                <a:lnTo>
                  <a:pt x="91440" y="630935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0" name="object 15"/>
          <p:cNvSpPr txBox="1"/>
          <p:nvPr/>
        </p:nvSpPr>
        <p:spPr>
          <a:xfrm>
            <a:off x="8886189" y="2624395"/>
            <a:ext cx="1235112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Design</a:t>
            </a:r>
            <a:r>
              <a:rPr sz="1165" b="1" spc="6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Database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21" name="object 16"/>
          <p:cNvSpPr/>
          <p:nvPr/>
        </p:nvSpPr>
        <p:spPr>
          <a:xfrm>
            <a:off x="5441397" y="7531965"/>
            <a:ext cx="2856454" cy="815191"/>
          </a:xfrm>
          <a:custGeom>
            <a:avLst/>
            <a:gdLst/>
            <a:ahLst/>
            <a:cxnLst/>
            <a:rect l="l" t="t" r="r" b="b"/>
            <a:pathLst>
              <a:path w="2207260" h="629920">
                <a:moveTo>
                  <a:pt x="89916" y="629412"/>
                </a:moveTo>
                <a:lnTo>
                  <a:pt x="77724" y="629412"/>
                </a:lnTo>
                <a:lnTo>
                  <a:pt x="67056" y="627887"/>
                </a:lnTo>
                <a:lnTo>
                  <a:pt x="57912" y="623316"/>
                </a:lnTo>
                <a:lnTo>
                  <a:pt x="51816" y="615695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4" y="571500"/>
                </a:lnTo>
                <a:lnTo>
                  <a:pt x="111252" y="569976"/>
                </a:lnTo>
                <a:lnTo>
                  <a:pt x="131064" y="566928"/>
                </a:lnTo>
                <a:lnTo>
                  <a:pt x="152400" y="565404"/>
                </a:lnTo>
                <a:lnTo>
                  <a:pt x="211836" y="565404"/>
                </a:lnTo>
                <a:lnTo>
                  <a:pt x="227075" y="563880"/>
                </a:lnTo>
                <a:lnTo>
                  <a:pt x="416052" y="550163"/>
                </a:lnTo>
                <a:lnTo>
                  <a:pt x="600456" y="536448"/>
                </a:lnTo>
                <a:lnTo>
                  <a:pt x="659891" y="533400"/>
                </a:lnTo>
                <a:lnTo>
                  <a:pt x="690371" y="528828"/>
                </a:lnTo>
                <a:lnTo>
                  <a:pt x="719328" y="525780"/>
                </a:lnTo>
                <a:lnTo>
                  <a:pt x="745236" y="519684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90955" y="519684"/>
                </a:lnTo>
                <a:lnTo>
                  <a:pt x="803147" y="521208"/>
                </a:lnTo>
                <a:lnTo>
                  <a:pt x="818388" y="521208"/>
                </a:lnTo>
                <a:lnTo>
                  <a:pt x="851916" y="519684"/>
                </a:lnTo>
                <a:lnTo>
                  <a:pt x="867155" y="519684"/>
                </a:lnTo>
                <a:lnTo>
                  <a:pt x="1050036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6128" y="475487"/>
                </a:lnTo>
                <a:lnTo>
                  <a:pt x="1964436" y="469391"/>
                </a:lnTo>
                <a:lnTo>
                  <a:pt x="2142744" y="464819"/>
                </a:lnTo>
                <a:lnTo>
                  <a:pt x="2136648" y="414528"/>
                </a:lnTo>
                <a:lnTo>
                  <a:pt x="2129028" y="362712"/>
                </a:lnTo>
                <a:lnTo>
                  <a:pt x="2118360" y="312419"/>
                </a:lnTo>
                <a:lnTo>
                  <a:pt x="2100072" y="211836"/>
                </a:lnTo>
                <a:lnTo>
                  <a:pt x="2093976" y="166116"/>
                </a:lnTo>
                <a:lnTo>
                  <a:pt x="2087880" y="121920"/>
                </a:lnTo>
                <a:lnTo>
                  <a:pt x="2087880" y="79248"/>
                </a:lnTo>
                <a:lnTo>
                  <a:pt x="2061972" y="67056"/>
                </a:lnTo>
                <a:lnTo>
                  <a:pt x="2031492" y="60960"/>
                </a:lnTo>
                <a:lnTo>
                  <a:pt x="2002536" y="56387"/>
                </a:lnTo>
                <a:lnTo>
                  <a:pt x="1969008" y="54864"/>
                </a:lnTo>
                <a:lnTo>
                  <a:pt x="1905000" y="54864"/>
                </a:lnTo>
                <a:lnTo>
                  <a:pt x="1876044" y="56387"/>
                </a:lnTo>
                <a:lnTo>
                  <a:pt x="1776984" y="59436"/>
                </a:lnTo>
                <a:lnTo>
                  <a:pt x="1581912" y="71628"/>
                </a:lnTo>
                <a:lnTo>
                  <a:pt x="1481328" y="73152"/>
                </a:lnTo>
                <a:lnTo>
                  <a:pt x="1344168" y="74676"/>
                </a:lnTo>
                <a:lnTo>
                  <a:pt x="1207008" y="79248"/>
                </a:lnTo>
                <a:lnTo>
                  <a:pt x="1069847" y="86868"/>
                </a:lnTo>
                <a:lnTo>
                  <a:pt x="952499" y="94488"/>
                </a:lnTo>
                <a:lnTo>
                  <a:pt x="835151" y="99060"/>
                </a:lnTo>
                <a:lnTo>
                  <a:pt x="600456" y="105155"/>
                </a:lnTo>
                <a:lnTo>
                  <a:pt x="484632" y="111252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4968"/>
                </a:lnTo>
                <a:lnTo>
                  <a:pt x="190500" y="128016"/>
                </a:lnTo>
                <a:lnTo>
                  <a:pt x="147828" y="132588"/>
                </a:lnTo>
                <a:lnTo>
                  <a:pt x="126491" y="135636"/>
                </a:lnTo>
                <a:lnTo>
                  <a:pt x="106679" y="132588"/>
                </a:lnTo>
                <a:lnTo>
                  <a:pt x="89916" y="208788"/>
                </a:lnTo>
                <a:lnTo>
                  <a:pt x="80771" y="286512"/>
                </a:lnTo>
                <a:lnTo>
                  <a:pt x="74675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6" y="537972"/>
                </a:lnTo>
                <a:lnTo>
                  <a:pt x="64008" y="547115"/>
                </a:lnTo>
                <a:lnTo>
                  <a:pt x="57912" y="556260"/>
                </a:lnTo>
                <a:lnTo>
                  <a:pt x="53340" y="565404"/>
                </a:lnTo>
                <a:lnTo>
                  <a:pt x="48767" y="571500"/>
                </a:lnTo>
                <a:lnTo>
                  <a:pt x="39624" y="577595"/>
                </a:lnTo>
                <a:lnTo>
                  <a:pt x="24383" y="571500"/>
                </a:lnTo>
                <a:lnTo>
                  <a:pt x="13716" y="560832"/>
                </a:lnTo>
                <a:lnTo>
                  <a:pt x="6095" y="550163"/>
                </a:lnTo>
                <a:lnTo>
                  <a:pt x="1524" y="537972"/>
                </a:lnTo>
                <a:lnTo>
                  <a:pt x="0" y="522732"/>
                </a:lnTo>
                <a:lnTo>
                  <a:pt x="1524" y="510539"/>
                </a:lnTo>
                <a:lnTo>
                  <a:pt x="3048" y="493776"/>
                </a:lnTo>
                <a:lnTo>
                  <a:pt x="7620" y="478536"/>
                </a:lnTo>
                <a:lnTo>
                  <a:pt x="9144" y="463295"/>
                </a:lnTo>
                <a:lnTo>
                  <a:pt x="15240" y="432815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0332"/>
                </a:lnTo>
                <a:lnTo>
                  <a:pt x="9144" y="348995"/>
                </a:lnTo>
                <a:lnTo>
                  <a:pt x="12191" y="309372"/>
                </a:lnTo>
                <a:lnTo>
                  <a:pt x="16764" y="269748"/>
                </a:lnTo>
                <a:lnTo>
                  <a:pt x="22860" y="231648"/>
                </a:lnTo>
                <a:lnTo>
                  <a:pt x="33528" y="156972"/>
                </a:lnTo>
                <a:lnTo>
                  <a:pt x="35052" y="121920"/>
                </a:lnTo>
                <a:lnTo>
                  <a:pt x="35052" y="86868"/>
                </a:lnTo>
                <a:lnTo>
                  <a:pt x="193548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70203" y="47244"/>
                </a:lnTo>
                <a:lnTo>
                  <a:pt x="1219199" y="35052"/>
                </a:lnTo>
                <a:lnTo>
                  <a:pt x="1392936" y="27432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5000" y="3048"/>
                </a:lnTo>
                <a:lnTo>
                  <a:pt x="1929384" y="0"/>
                </a:lnTo>
                <a:lnTo>
                  <a:pt x="1956816" y="0"/>
                </a:lnTo>
                <a:lnTo>
                  <a:pt x="2017776" y="0"/>
                </a:lnTo>
                <a:lnTo>
                  <a:pt x="2080260" y="6096"/>
                </a:lnTo>
                <a:lnTo>
                  <a:pt x="2109216" y="10668"/>
                </a:lnTo>
                <a:lnTo>
                  <a:pt x="2136648" y="18288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65604" y="172211"/>
                </a:lnTo>
                <a:lnTo>
                  <a:pt x="2174748" y="217931"/>
                </a:lnTo>
                <a:lnTo>
                  <a:pt x="2191512" y="307848"/>
                </a:lnTo>
                <a:lnTo>
                  <a:pt x="2199132" y="355091"/>
                </a:lnTo>
                <a:lnTo>
                  <a:pt x="2205228" y="400812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53412" y="512063"/>
                </a:lnTo>
                <a:lnTo>
                  <a:pt x="2087880" y="519684"/>
                </a:lnTo>
                <a:lnTo>
                  <a:pt x="2052828" y="521208"/>
                </a:lnTo>
                <a:lnTo>
                  <a:pt x="2016252" y="521208"/>
                </a:lnTo>
                <a:lnTo>
                  <a:pt x="1941576" y="519684"/>
                </a:lnTo>
                <a:lnTo>
                  <a:pt x="1869948" y="519684"/>
                </a:lnTo>
                <a:lnTo>
                  <a:pt x="1770888" y="521208"/>
                </a:lnTo>
                <a:lnTo>
                  <a:pt x="1665732" y="525780"/>
                </a:lnTo>
                <a:lnTo>
                  <a:pt x="1557528" y="528828"/>
                </a:lnTo>
                <a:lnTo>
                  <a:pt x="1214628" y="547115"/>
                </a:lnTo>
                <a:lnTo>
                  <a:pt x="1098803" y="556260"/>
                </a:lnTo>
                <a:lnTo>
                  <a:pt x="900684" y="565404"/>
                </a:lnTo>
                <a:lnTo>
                  <a:pt x="710183" y="577595"/>
                </a:lnTo>
                <a:lnTo>
                  <a:pt x="498348" y="595884"/>
                </a:lnTo>
                <a:lnTo>
                  <a:pt x="393191" y="601980"/>
                </a:lnTo>
                <a:lnTo>
                  <a:pt x="286512" y="609600"/>
                </a:lnTo>
                <a:lnTo>
                  <a:pt x="176783" y="617220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4" y="624839"/>
                </a:lnTo>
                <a:lnTo>
                  <a:pt x="117348" y="627887"/>
                </a:lnTo>
                <a:lnTo>
                  <a:pt x="89916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2" name="object 17"/>
          <p:cNvSpPr txBox="1"/>
          <p:nvPr/>
        </p:nvSpPr>
        <p:spPr>
          <a:xfrm>
            <a:off x="6718734" y="7781719"/>
            <a:ext cx="389516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spc="-26" dirty="0">
                <a:latin typeface="Comic Sans MS"/>
                <a:cs typeface="Comic Sans MS"/>
              </a:rPr>
              <a:t>IDEs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2017596" y="7054684"/>
            <a:ext cx="2853989" cy="815191"/>
          </a:xfrm>
          <a:custGeom>
            <a:avLst/>
            <a:gdLst/>
            <a:ahLst/>
            <a:cxnLst/>
            <a:rect l="l" t="t" r="r" b="b"/>
            <a:pathLst>
              <a:path w="2205354" h="629920">
                <a:moveTo>
                  <a:pt x="89916" y="629412"/>
                </a:moveTo>
                <a:lnTo>
                  <a:pt x="77724" y="629412"/>
                </a:lnTo>
                <a:lnTo>
                  <a:pt x="67055" y="627887"/>
                </a:lnTo>
                <a:lnTo>
                  <a:pt x="57912" y="623316"/>
                </a:lnTo>
                <a:lnTo>
                  <a:pt x="51816" y="615695"/>
                </a:lnTo>
                <a:lnTo>
                  <a:pt x="48767" y="608076"/>
                </a:lnTo>
                <a:lnTo>
                  <a:pt x="48767" y="595884"/>
                </a:lnTo>
                <a:lnTo>
                  <a:pt x="91440" y="571500"/>
                </a:lnTo>
                <a:lnTo>
                  <a:pt x="111251" y="569976"/>
                </a:lnTo>
                <a:lnTo>
                  <a:pt x="131063" y="566928"/>
                </a:lnTo>
                <a:lnTo>
                  <a:pt x="150875" y="565404"/>
                </a:lnTo>
                <a:lnTo>
                  <a:pt x="210312" y="565404"/>
                </a:lnTo>
                <a:lnTo>
                  <a:pt x="227075" y="563880"/>
                </a:lnTo>
                <a:lnTo>
                  <a:pt x="416051" y="550163"/>
                </a:lnTo>
                <a:lnTo>
                  <a:pt x="598932" y="536448"/>
                </a:lnTo>
                <a:lnTo>
                  <a:pt x="659891" y="533400"/>
                </a:lnTo>
                <a:lnTo>
                  <a:pt x="690371" y="528828"/>
                </a:lnTo>
                <a:lnTo>
                  <a:pt x="717804" y="525780"/>
                </a:lnTo>
                <a:lnTo>
                  <a:pt x="745235" y="519684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90956" y="519684"/>
                </a:lnTo>
                <a:lnTo>
                  <a:pt x="803148" y="521208"/>
                </a:lnTo>
                <a:lnTo>
                  <a:pt x="818387" y="521208"/>
                </a:lnTo>
                <a:lnTo>
                  <a:pt x="851916" y="519684"/>
                </a:lnTo>
                <a:lnTo>
                  <a:pt x="867156" y="519684"/>
                </a:lnTo>
                <a:lnTo>
                  <a:pt x="1050035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4603" y="475487"/>
                </a:lnTo>
                <a:lnTo>
                  <a:pt x="1964435" y="469391"/>
                </a:lnTo>
                <a:lnTo>
                  <a:pt x="2141219" y="464819"/>
                </a:lnTo>
                <a:lnTo>
                  <a:pt x="2135123" y="414528"/>
                </a:lnTo>
                <a:lnTo>
                  <a:pt x="2127503" y="362712"/>
                </a:lnTo>
                <a:lnTo>
                  <a:pt x="2100071" y="211836"/>
                </a:lnTo>
                <a:lnTo>
                  <a:pt x="2087879" y="120396"/>
                </a:lnTo>
                <a:lnTo>
                  <a:pt x="2087879" y="79248"/>
                </a:lnTo>
                <a:lnTo>
                  <a:pt x="2060447" y="67056"/>
                </a:lnTo>
                <a:lnTo>
                  <a:pt x="2031491" y="60960"/>
                </a:lnTo>
                <a:lnTo>
                  <a:pt x="2001011" y="56387"/>
                </a:lnTo>
                <a:lnTo>
                  <a:pt x="1969007" y="54864"/>
                </a:lnTo>
                <a:lnTo>
                  <a:pt x="1904999" y="54864"/>
                </a:lnTo>
                <a:lnTo>
                  <a:pt x="1876043" y="56387"/>
                </a:lnTo>
                <a:lnTo>
                  <a:pt x="1776984" y="59436"/>
                </a:lnTo>
                <a:lnTo>
                  <a:pt x="1580387" y="71628"/>
                </a:lnTo>
                <a:lnTo>
                  <a:pt x="1481328" y="73152"/>
                </a:lnTo>
                <a:lnTo>
                  <a:pt x="1344167" y="74676"/>
                </a:lnTo>
                <a:lnTo>
                  <a:pt x="1205483" y="79248"/>
                </a:lnTo>
                <a:lnTo>
                  <a:pt x="1068323" y="86868"/>
                </a:lnTo>
                <a:lnTo>
                  <a:pt x="952500" y="94488"/>
                </a:lnTo>
                <a:lnTo>
                  <a:pt x="835152" y="99060"/>
                </a:lnTo>
                <a:lnTo>
                  <a:pt x="600455" y="105155"/>
                </a:lnTo>
                <a:lnTo>
                  <a:pt x="483108" y="111252"/>
                </a:lnTo>
                <a:lnTo>
                  <a:pt x="367283" y="118872"/>
                </a:lnTo>
                <a:lnTo>
                  <a:pt x="251459" y="132588"/>
                </a:lnTo>
                <a:lnTo>
                  <a:pt x="231647" y="126491"/>
                </a:lnTo>
                <a:lnTo>
                  <a:pt x="210312" y="124968"/>
                </a:lnTo>
                <a:lnTo>
                  <a:pt x="188975" y="128016"/>
                </a:lnTo>
                <a:lnTo>
                  <a:pt x="147828" y="132588"/>
                </a:lnTo>
                <a:lnTo>
                  <a:pt x="126491" y="135636"/>
                </a:lnTo>
                <a:lnTo>
                  <a:pt x="105155" y="132588"/>
                </a:lnTo>
                <a:lnTo>
                  <a:pt x="89916" y="208788"/>
                </a:lnTo>
                <a:lnTo>
                  <a:pt x="80771" y="286512"/>
                </a:lnTo>
                <a:lnTo>
                  <a:pt x="73151" y="365760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5" y="537972"/>
                </a:lnTo>
                <a:lnTo>
                  <a:pt x="62483" y="547115"/>
                </a:lnTo>
                <a:lnTo>
                  <a:pt x="57912" y="554736"/>
                </a:lnTo>
                <a:lnTo>
                  <a:pt x="53340" y="565404"/>
                </a:lnTo>
                <a:lnTo>
                  <a:pt x="48767" y="571500"/>
                </a:lnTo>
                <a:lnTo>
                  <a:pt x="39624" y="577595"/>
                </a:lnTo>
                <a:lnTo>
                  <a:pt x="24383" y="571500"/>
                </a:lnTo>
                <a:lnTo>
                  <a:pt x="13716" y="560832"/>
                </a:lnTo>
                <a:lnTo>
                  <a:pt x="6096" y="550163"/>
                </a:lnTo>
                <a:lnTo>
                  <a:pt x="1524" y="537972"/>
                </a:lnTo>
                <a:lnTo>
                  <a:pt x="0" y="522732"/>
                </a:lnTo>
                <a:lnTo>
                  <a:pt x="0" y="510539"/>
                </a:lnTo>
                <a:lnTo>
                  <a:pt x="3047" y="493776"/>
                </a:lnTo>
                <a:lnTo>
                  <a:pt x="9143" y="463295"/>
                </a:lnTo>
                <a:lnTo>
                  <a:pt x="10667" y="448056"/>
                </a:lnTo>
                <a:lnTo>
                  <a:pt x="13716" y="432815"/>
                </a:lnTo>
                <a:lnTo>
                  <a:pt x="13716" y="393191"/>
                </a:lnTo>
                <a:lnTo>
                  <a:pt x="10667" y="370332"/>
                </a:lnTo>
                <a:lnTo>
                  <a:pt x="9143" y="348995"/>
                </a:lnTo>
                <a:lnTo>
                  <a:pt x="10667" y="309372"/>
                </a:lnTo>
                <a:lnTo>
                  <a:pt x="16763" y="269748"/>
                </a:lnTo>
                <a:lnTo>
                  <a:pt x="21336" y="231648"/>
                </a:lnTo>
                <a:lnTo>
                  <a:pt x="33528" y="156972"/>
                </a:lnTo>
                <a:lnTo>
                  <a:pt x="35051" y="120396"/>
                </a:lnTo>
                <a:lnTo>
                  <a:pt x="35051" y="86868"/>
                </a:lnTo>
                <a:lnTo>
                  <a:pt x="193547" y="76200"/>
                </a:lnTo>
                <a:lnTo>
                  <a:pt x="358140" y="67056"/>
                </a:lnTo>
                <a:lnTo>
                  <a:pt x="696467" y="51816"/>
                </a:lnTo>
                <a:lnTo>
                  <a:pt x="868679" y="47244"/>
                </a:lnTo>
                <a:lnTo>
                  <a:pt x="1219200" y="35052"/>
                </a:lnTo>
                <a:lnTo>
                  <a:pt x="1737360" y="12192"/>
                </a:lnTo>
                <a:lnTo>
                  <a:pt x="1904999" y="3048"/>
                </a:lnTo>
                <a:lnTo>
                  <a:pt x="1929383" y="0"/>
                </a:lnTo>
                <a:lnTo>
                  <a:pt x="1955291" y="0"/>
                </a:lnTo>
                <a:lnTo>
                  <a:pt x="2017775" y="0"/>
                </a:lnTo>
                <a:lnTo>
                  <a:pt x="2078735" y="6096"/>
                </a:lnTo>
                <a:lnTo>
                  <a:pt x="2109215" y="10668"/>
                </a:lnTo>
                <a:lnTo>
                  <a:pt x="2135123" y="18288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59508" y="124968"/>
                </a:lnTo>
                <a:lnTo>
                  <a:pt x="2165603" y="172211"/>
                </a:lnTo>
                <a:lnTo>
                  <a:pt x="2173223" y="217931"/>
                </a:lnTo>
                <a:lnTo>
                  <a:pt x="2191511" y="307848"/>
                </a:lnTo>
                <a:lnTo>
                  <a:pt x="2199131" y="355091"/>
                </a:lnTo>
                <a:lnTo>
                  <a:pt x="2205227" y="400812"/>
                </a:lnTo>
                <a:lnTo>
                  <a:pt x="2205227" y="448056"/>
                </a:lnTo>
                <a:lnTo>
                  <a:pt x="2203703" y="496823"/>
                </a:lnTo>
                <a:lnTo>
                  <a:pt x="2151887" y="512063"/>
                </a:lnTo>
                <a:lnTo>
                  <a:pt x="2087879" y="519684"/>
                </a:lnTo>
                <a:lnTo>
                  <a:pt x="2052827" y="521208"/>
                </a:lnTo>
                <a:lnTo>
                  <a:pt x="2016251" y="521208"/>
                </a:lnTo>
                <a:lnTo>
                  <a:pt x="1941575" y="519684"/>
                </a:lnTo>
                <a:lnTo>
                  <a:pt x="1869947" y="519684"/>
                </a:lnTo>
                <a:lnTo>
                  <a:pt x="1770887" y="521208"/>
                </a:lnTo>
                <a:lnTo>
                  <a:pt x="1665731" y="525780"/>
                </a:lnTo>
                <a:lnTo>
                  <a:pt x="1556004" y="528828"/>
                </a:lnTo>
                <a:lnTo>
                  <a:pt x="1444752" y="534924"/>
                </a:lnTo>
                <a:lnTo>
                  <a:pt x="1213104" y="547115"/>
                </a:lnTo>
                <a:lnTo>
                  <a:pt x="1098804" y="554736"/>
                </a:lnTo>
                <a:lnTo>
                  <a:pt x="998219" y="560832"/>
                </a:lnTo>
                <a:lnTo>
                  <a:pt x="900683" y="565404"/>
                </a:lnTo>
                <a:lnTo>
                  <a:pt x="803148" y="571500"/>
                </a:lnTo>
                <a:lnTo>
                  <a:pt x="710183" y="577595"/>
                </a:lnTo>
                <a:lnTo>
                  <a:pt x="601979" y="586739"/>
                </a:lnTo>
                <a:lnTo>
                  <a:pt x="496824" y="595884"/>
                </a:lnTo>
                <a:lnTo>
                  <a:pt x="391667" y="601980"/>
                </a:lnTo>
                <a:lnTo>
                  <a:pt x="286512" y="609600"/>
                </a:lnTo>
                <a:lnTo>
                  <a:pt x="175259" y="617220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3" y="624839"/>
                </a:lnTo>
                <a:lnTo>
                  <a:pt x="115824" y="627887"/>
                </a:lnTo>
                <a:lnTo>
                  <a:pt x="89916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4" name="object 19"/>
          <p:cNvSpPr txBox="1"/>
          <p:nvPr/>
        </p:nvSpPr>
        <p:spPr>
          <a:xfrm>
            <a:off x="2663826" y="7304445"/>
            <a:ext cx="1653391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Computation</a:t>
            </a:r>
            <a:r>
              <a:rPr sz="1165" b="1" spc="-65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Platforms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25" name="object 20"/>
          <p:cNvSpPr/>
          <p:nvPr/>
        </p:nvSpPr>
        <p:spPr>
          <a:xfrm>
            <a:off x="1015700" y="6044900"/>
            <a:ext cx="2856454" cy="816834"/>
          </a:xfrm>
          <a:custGeom>
            <a:avLst/>
            <a:gdLst/>
            <a:ahLst/>
            <a:cxnLst/>
            <a:rect l="l" t="t" r="r" b="b"/>
            <a:pathLst>
              <a:path w="2207260" h="631189">
                <a:moveTo>
                  <a:pt x="91440" y="630935"/>
                </a:moveTo>
                <a:lnTo>
                  <a:pt x="51816" y="617220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4" y="571500"/>
                </a:lnTo>
                <a:lnTo>
                  <a:pt x="111252" y="569976"/>
                </a:lnTo>
                <a:lnTo>
                  <a:pt x="131064" y="566928"/>
                </a:lnTo>
                <a:lnTo>
                  <a:pt x="173736" y="566928"/>
                </a:lnTo>
                <a:lnTo>
                  <a:pt x="193548" y="565404"/>
                </a:lnTo>
                <a:lnTo>
                  <a:pt x="211836" y="565404"/>
                </a:lnTo>
                <a:lnTo>
                  <a:pt x="227075" y="563880"/>
                </a:lnTo>
                <a:lnTo>
                  <a:pt x="416052" y="550163"/>
                </a:lnTo>
                <a:lnTo>
                  <a:pt x="600456" y="536448"/>
                </a:lnTo>
                <a:lnTo>
                  <a:pt x="659891" y="533400"/>
                </a:lnTo>
                <a:lnTo>
                  <a:pt x="719328" y="525780"/>
                </a:lnTo>
                <a:lnTo>
                  <a:pt x="771143" y="510539"/>
                </a:lnTo>
                <a:lnTo>
                  <a:pt x="778764" y="516636"/>
                </a:lnTo>
                <a:lnTo>
                  <a:pt x="790955" y="519684"/>
                </a:lnTo>
                <a:lnTo>
                  <a:pt x="803147" y="521208"/>
                </a:lnTo>
                <a:lnTo>
                  <a:pt x="818388" y="522732"/>
                </a:lnTo>
                <a:lnTo>
                  <a:pt x="851916" y="519684"/>
                </a:lnTo>
                <a:lnTo>
                  <a:pt x="867155" y="519684"/>
                </a:lnTo>
                <a:lnTo>
                  <a:pt x="1050036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6128" y="475487"/>
                </a:lnTo>
                <a:lnTo>
                  <a:pt x="1964436" y="469391"/>
                </a:lnTo>
                <a:lnTo>
                  <a:pt x="2142744" y="464819"/>
                </a:lnTo>
                <a:lnTo>
                  <a:pt x="2136648" y="414528"/>
                </a:lnTo>
                <a:lnTo>
                  <a:pt x="2129028" y="362712"/>
                </a:lnTo>
                <a:lnTo>
                  <a:pt x="2118360" y="312419"/>
                </a:lnTo>
                <a:lnTo>
                  <a:pt x="2110740" y="262128"/>
                </a:lnTo>
                <a:lnTo>
                  <a:pt x="2100072" y="213359"/>
                </a:lnTo>
                <a:lnTo>
                  <a:pt x="2093976" y="166116"/>
                </a:lnTo>
                <a:lnTo>
                  <a:pt x="2087880" y="121920"/>
                </a:lnTo>
                <a:lnTo>
                  <a:pt x="2087880" y="79248"/>
                </a:lnTo>
                <a:lnTo>
                  <a:pt x="2061972" y="68580"/>
                </a:lnTo>
                <a:lnTo>
                  <a:pt x="2031492" y="62484"/>
                </a:lnTo>
                <a:lnTo>
                  <a:pt x="2002536" y="56387"/>
                </a:lnTo>
                <a:lnTo>
                  <a:pt x="1970532" y="54864"/>
                </a:lnTo>
                <a:lnTo>
                  <a:pt x="1937004" y="54864"/>
                </a:lnTo>
                <a:lnTo>
                  <a:pt x="1905000" y="56387"/>
                </a:lnTo>
                <a:lnTo>
                  <a:pt x="1876044" y="56387"/>
                </a:lnTo>
                <a:lnTo>
                  <a:pt x="1776984" y="59436"/>
                </a:lnTo>
                <a:lnTo>
                  <a:pt x="1581912" y="71628"/>
                </a:lnTo>
                <a:lnTo>
                  <a:pt x="1481328" y="73152"/>
                </a:lnTo>
                <a:lnTo>
                  <a:pt x="1344168" y="74676"/>
                </a:lnTo>
                <a:lnTo>
                  <a:pt x="1207008" y="79248"/>
                </a:lnTo>
                <a:lnTo>
                  <a:pt x="1069847" y="88391"/>
                </a:lnTo>
                <a:lnTo>
                  <a:pt x="835151" y="100584"/>
                </a:lnTo>
                <a:lnTo>
                  <a:pt x="717803" y="102108"/>
                </a:lnTo>
                <a:lnTo>
                  <a:pt x="484632" y="111252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6491"/>
                </a:lnTo>
                <a:lnTo>
                  <a:pt x="190500" y="128016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91440" y="208788"/>
                </a:lnTo>
                <a:lnTo>
                  <a:pt x="80771" y="286512"/>
                </a:lnTo>
                <a:lnTo>
                  <a:pt x="74675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6" y="537972"/>
                </a:lnTo>
                <a:lnTo>
                  <a:pt x="64008" y="547115"/>
                </a:lnTo>
                <a:lnTo>
                  <a:pt x="57912" y="556260"/>
                </a:lnTo>
                <a:lnTo>
                  <a:pt x="53340" y="565404"/>
                </a:lnTo>
                <a:lnTo>
                  <a:pt x="48767" y="573024"/>
                </a:lnTo>
                <a:lnTo>
                  <a:pt x="39624" y="579119"/>
                </a:lnTo>
                <a:lnTo>
                  <a:pt x="24383" y="571500"/>
                </a:lnTo>
                <a:lnTo>
                  <a:pt x="13716" y="562356"/>
                </a:lnTo>
                <a:lnTo>
                  <a:pt x="6095" y="550163"/>
                </a:lnTo>
                <a:lnTo>
                  <a:pt x="1524" y="537972"/>
                </a:lnTo>
                <a:lnTo>
                  <a:pt x="0" y="524256"/>
                </a:lnTo>
                <a:lnTo>
                  <a:pt x="1524" y="510539"/>
                </a:lnTo>
                <a:lnTo>
                  <a:pt x="3048" y="493776"/>
                </a:lnTo>
                <a:lnTo>
                  <a:pt x="7620" y="478536"/>
                </a:lnTo>
                <a:lnTo>
                  <a:pt x="10667" y="463295"/>
                </a:lnTo>
                <a:lnTo>
                  <a:pt x="12191" y="448056"/>
                </a:lnTo>
                <a:lnTo>
                  <a:pt x="15240" y="434339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1856"/>
                </a:lnTo>
                <a:lnTo>
                  <a:pt x="10667" y="348995"/>
                </a:lnTo>
                <a:lnTo>
                  <a:pt x="12191" y="309372"/>
                </a:lnTo>
                <a:lnTo>
                  <a:pt x="16764" y="271272"/>
                </a:lnTo>
                <a:lnTo>
                  <a:pt x="22860" y="231648"/>
                </a:lnTo>
                <a:lnTo>
                  <a:pt x="33528" y="156972"/>
                </a:lnTo>
                <a:lnTo>
                  <a:pt x="35052" y="121920"/>
                </a:lnTo>
                <a:lnTo>
                  <a:pt x="35052" y="88391"/>
                </a:lnTo>
                <a:lnTo>
                  <a:pt x="193548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70203" y="47244"/>
                </a:lnTo>
                <a:lnTo>
                  <a:pt x="1219199" y="35052"/>
                </a:lnTo>
                <a:lnTo>
                  <a:pt x="1392936" y="27432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5000" y="3048"/>
                </a:lnTo>
                <a:lnTo>
                  <a:pt x="1956816" y="0"/>
                </a:lnTo>
                <a:lnTo>
                  <a:pt x="2017776" y="0"/>
                </a:lnTo>
                <a:lnTo>
                  <a:pt x="2080260" y="6096"/>
                </a:lnTo>
                <a:lnTo>
                  <a:pt x="2110740" y="12192"/>
                </a:lnTo>
                <a:lnTo>
                  <a:pt x="2136648" y="19812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61032" y="126491"/>
                </a:lnTo>
                <a:lnTo>
                  <a:pt x="2165604" y="172211"/>
                </a:lnTo>
                <a:lnTo>
                  <a:pt x="2174748" y="217931"/>
                </a:lnTo>
                <a:lnTo>
                  <a:pt x="2191512" y="309372"/>
                </a:lnTo>
                <a:lnTo>
                  <a:pt x="2199132" y="355091"/>
                </a:lnTo>
                <a:lnTo>
                  <a:pt x="2205228" y="402336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80844" y="505967"/>
                </a:lnTo>
                <a:lnTo>
                  <a:pt x="2153412" y="512063"/>
                </a:lnTo>
                <a:lnTo>
                  <a:pt x="2122932" y="518160"/>
                </a:lnTo>
                <a:lnTo>
                  <a:pt x="2052828" y="521208"/>
                </a:lnTo>
                <a:lnTo>
                  <a:pt x="2016252" y="521208"/>
                </a:lnTo>
                <a:lnTo>
                  <a:pt x="1941576" y="519684"/>
                </a:lnTo>
                <a:lnTo>
                  <a:pt x="1869948" y="519684"/>
                </a:lnTo>
                <a:lnTo>
                  <a:pt x="1770888" y="521208"/>
                </a:lnTo>
                <a:lnTo>
                  <a:pt x="1665732" y="525780"/>
                </a:lnTo>
                <a:lnTo>
                  <a:pt x="1557528" y="528828"/>
                </a:lnTo>
                <a:lnTo>
                  <a:pt x="1330451" y="541019"/>
                </a:lnTo>
                <a:lnTo>
                  <a:pt x="1098803" y="556260"/>
                </a:lnTo>
                <a:lnTo>
                  <a:pt x="999743" y="562356"/>
                </a:lnTo>
                <a:lnTo>
                  <a:pt x="900684" y="565404"/>
                </a:lnTo>
                <a:lnTo>
                  <a:pt x="804672" y="571500"/>
                </a:lnTo>
                <a:lnTo>
                  <a:pt x="711708" y="579119"/>
                </a:lnTo>
                <a:lnTo>
                  <a:pt x="603503" y="586739"/>
                </a:lnTo>
                <a:lnTo>
                  <a:pt x="498348" y="595884"/>
                </a:lnTo>
                <a:lnTo>
                  <a:pt x="393191" y="601980"/>
                </a:lnTo>
                <a:lnTo>
                  <a:pt x="286512" y="611124"/>
                </a:lnTo>
                <a:lnTo>
                  <a:pt x="176783" y="618743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4" y="624839"/>
                </a:lnTo>
                <a:lnTo>
                  <a:pt x="117348" y="629412"/>
                </a:lnTo>
                <a:lnTo>
                  <a:pt x="91440" y="630935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6" name="object 21"/>
          <p:cNvSpPr txBox="1"/>
          <p:nvPr/>
        </p:nvSpPr>
        <p:spPr>
          <a:xfrm>
            <a:off x="1687576" y="6294684"/>
            <a:ext cx="1600798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Design</a:t>
            </a:r>
            <a:r>
              <a:rPr sz="1165" b="1" spc="6" dirty="0">
                <a:latin typeface="Comic Sans MS"/>
                <a:cs typeface="Comic Sans MS"/>
              </a:rPr>
              <a:t> </a:t>
            </a:r>
            <a:r>
              <a:rPr sz="1165" b="1" dirty="0">
                <a:latin typeface="Comic Sans MS"/>
                <a:cs typeface="Comic Sans MS"/>
              </a:rPr>
              <a:t>Web</a:t>
            </a:r>
            <a:r>
              <a:rPr sz="1165" b="1" spc="-13" dirty="0">
                <a:latin typeface="Comic Sans MS"/>
                <a:cs typeface="Comic Sans MS"/>
              </a:rPr>
              <a:t> Browsers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840173" y="4875364"/>
            <a:ext cx="2853989" cy="815191"/>
          </a:xfrm>
          <a:custGeom>
            <a:avLst/>
            <a:gdLst/>
            <a:ahLst/>
            <a:cxnLst/>
            <a:rect l="l" t="t" r="r" b="b"/>
            <a:pathLst>
              <a:path w="2205355" h="629920">
                <a:moveTo>
                  <a:pt x="89916" y="629412"/>
                </a:moveTo>
                <a:lnTo>
                  <a:pt x="77724" y="629412"/>
                </a:lnTo>
                <a:lnTo>
                  <a:pt x="67055" y="627887"/>
                </a:lnTo>
                <a:lnTo>
                  <a:pt x="57912" y="623316"/>
                </a:lnTo>
                <a:lnTo>
                  <a:pt x="51816" y="615695"/>
                </a:lnTo>
                <a:lnTo>
                  <a:pt x="48767" y="608076"/>
                </a:lnTo>
                <a:lnTo>
                  <a:pt x="48767" y="595884"/>
                </a:lnTo>
                <a:lnTo>
                  <a:pt x="91440" y="571500"/>
                </a:lnTo>
                <a:lnTo>
                  <a:pt x="111251" y="569976"/>
                </a:lnTo>
                <a:lnTo>
                  <a:pt x="131063" y="566928"/>
                </a:lnTo>
                <a:lnTo>
                  <a:pt x="150875" y="565404"/>
                </a:lnTo>
                <a:lnTo>
                  <a:pt x="210312" y="565404"/>
                </a:lnTo>
                <a:lnTo>
                  <a:pt x="227075" y="563880"/>
                </a:lnTo>
                <a:lnTo>
                  <a:pt x="416051" y="550163"/>
                </a:lnTo>
                <a:lnTo>
                  <a:pt x="598932" y="536448"/>
                </a:lnTo>
                <a:lnTo>
                  <a:pt x="659891" y="533400"/>
                </a:lnTo>
                <a:lnTo>
                  <a:pt x="690371" y="528828"/>
                </a:lnTo>
                <a:lnTo>
                  <a:pt x="717804" y="525780"/>
                </a:lnTo>
                <a:lnTo>
                  <a:pt x="745235" y="519684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90956" y="519684"/>
                </a:lnTo>
                <a:lnTo>
                  <a:pt x="803148" y="521208"/>
                </a:lnTo>
                <a:lnTo>
                  <a:pt x="818387" y="521208"/>
                </a:lnTo>
                <a:lnTo>
                  <a:pt x="851916" y="519684"/>
                </a:lnTo>
                <a:lnTo>
                  <a:pt x="867156" y="519684"/>
                </a:lnTo>
                <a:lnTo>
                  <a:pt x="1050035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4603" y="475487"/>
                </a:lnTo>
                <a:lnTo>
                  <a:pt x="1964435" y="469391"/>
                </a:lnTo>
                <a:lnTo>
                  <a:pt x="2141219" y="464819"/>
                </a:lnTo>
                <a:lnTo>
                  <a:pt x="2135123" y="414528"/>
                </a:lnTo>
                <a:lnTo>
                  <a:pt x="2127503" y="362712"/>
                </a:lnTo>
                <a:lnTo>
                  <a:pt x="2100071" y="211836"/>
                </a:lnTo>
                <a:lnTo>
                  <a:pt x="2093975" y="166116"/>
                </a:lnTo>
                <a:lnTo>
                  <a:pt x="2087879" y="121920"/>
                </a:lnTo>
                <a:lnTo>
                  <a:pt x="2087879" y="79248"/>
                </a:lnTo>
                <a:lnTo>
                  <a:pt x="2060447" y="67056"/>
                </a:lnTo>
                <a:lnTo>
                  <a:pt x="2031491" y="60960"/>
                </a:lnTo>
                <a:lnTo>
                  <a:pt x="2001011" y="56387"/>
                </a:lnTo>
                <a:lnTo>
                  <a:pt x="1969007" y="54864"/>
                </a:lnTo>
                <a:lnTo>
                  <a:pt x="1904999" y="54864"/>
                </a:lnTo>
                <a:lnTo>
                  <a:pt x="1876043" y="56387"/>
                </a:lnTo>
                <a:lnTo>
                  <a:pt x="1776984" y="59436"/>
                </a:lnTo>
                <a:lnTo>
                  <a:pt x="1580387" y="71628"/>
                </a:lnTo>
                <a:lnTo>
                  <a:pt x="1481328" y="73152"/>
                </a:lnTo>
                <a:lnTo>
                  <a:pt x="1344167" y="74676"/>
                </a:lnTo>
                <a:lnTo>
                  <a:pt x="1205483" y="79248"/>
                </a:lnTo>
                <a:lnTo>
                  <a:pt x="1068323" y="86868"/>
                </a:lnTo>
                <a:lnTo>
                  <a:pt x="952500" y="94488"/>
                </a:lnTo>
                <a:lnTo>
                  <a:pt x="835152" y="99060"/>
                </a:lnTo>
                <a:lnTo>
                  <a:pt x="600455" y="105155"/>
                </a:lnTo>
                <a:lnTo>
                  <a:pt x="483108" y="111252"/>
                </a:lnTo>
                <a:lnTo>
                  <a:pt x="367283" y="118872"/>
                </a:lnTo>
                <a:lnTo>
                  <a:pt x="251459" y="132588"/>
                </a:lnTo>
                <a:lnTo>
                  <a:pt x="231647" y="126491"/>
                </a:lnTo>
                <a:lnTo>
                  <a:pt x="210312" y="124968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89916" y="208788"/>
                </a:lnTo>
                <a:lnTo>
                  <a:pt x="80771" y="286512"/>
                </a:lnTo>
                <a:lnTo>
                  <a:pt x="73151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5" y="537972"/>
                </a:lnTo>
                <a:lnTo>
                  <a:pt x="53340" y="565404"/>
                </a:lnTo>
                <a:lnTo>
                  <a:pt x="48767" y="571500"/>
                </a:lnTo>
                <a:lnTo>
                  <a:pt x="39624" y="577595"/>
                </a:lnTo>
                <a:lnTo>
                  <a:pt x="24383" y="571500"/>
                </a:lnTo>
                <a:lnTo>
                  <a:pt x="13716" y="562356"/>
                </a:lnTo>
                <a:lnTo>
                  <a:pt x="6096" y="550163"/>
                </a:lnTo>
                <a:lnTo>
                  <a:pt x="1524" y="537972"/>
                </a:lnTo>
                <a:lnTo>
                  <a:pt x="0" y="522732"/>
                </a:lnTo>
                <a:lnTo>
                  <a:pt x="0" y="510539"/>
                </a:lnTo>
                <a:lnTo>
                  <a:pt x="3047" y="493776"/>
                </a:lnTo>
                <a:lnTo>
                  <a:pt x="9143" y="463295"/>
                </a:lnTo>
                <a:lnTo>
                  <a:pt x="10667" y="448056"/>
                </a:lnTo>
                <a:lnTo>
                  <a:pt x="13716" y="432815"/>
                </a:lnTo>
                <a:lnTo>
                  <a:pt x="13716" y="393191"/>
                </a:lnTo>
                <a:lnTo>
                  <a:pt x="10667" y="370332"/>
                </a:lnTo>
                <a:lnTo>
                  <a:pt x="9143" y="348995"/>
                </a:lnTo>
                <a:lnTo>
                  <a:pt x="10667" y="309372"/>
                </a:lnTo>
                <a:lnTo>
                  <a:pt x="16763" y="269748"/>
                </a:lnTo>
                <a:lnTo>
                  <a:pt x="21336" y="231648"/>
                </a:lnTo>
                <a:lnTo>
                  <a:pt x="33528" y="156972"/>
                </a:lnTo>
                <a:lnTo>
                  <a:pt x="35051" y="121920"/>
                </a:lnTo>
                <a:lnTo>
                  <a:pt x="35051" y="86868"/>
                </a:lnTo>
                <a:lnTo>
                  <a:pt x="193547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68679" y="47244"/>
                </a:lnTo>
                <a:lnTo>
                  <a:pt x="1219200" y="35052"/>
                </a:lnTo>
                <a:lnTo>
                  <a:pt x="1392935" y="27432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4999" y="3048"/>
                </a:lnTo>
                <a:lnTo>
                  <a:pt x="1929383" y="0"/>
                </a:lnTo>
                <a:lnTo>
                  <a:pt x="1955291" y="0"/>
                </a:lnTo>
                <a:lnTo>
                  <a:pt x="2017775" y="0"/>
                </a:lnTo>
                <a:lnTo>
                  <a:pt x="2078735" y="6096"/>
                </a:lnTo>
                <a:lnTo>
                  <a:pt x="2109215" y="10668"/>
                </a:lnTo>
                <a:lnTo>
                  <a:pt x="2135123" y="18288"/>
                </a:lnTo>
                <a:lnTo>
                  <a:pt x="2156460" y="28956"/>
                </a:lnTo>
                <a:lnTo>
                  <a:pt x="2156460" y="77724"/>
                </a:lnTo>
                <a:lnTo>
                  <a:pt x="2159508" y="124968"/>
                </a:lnTo>
                <a:lnTo>
                  <a:pt x="2165603" y="172211"/>
                </a:lnTo>
                <a:lnTo>
                  <a:pt x="2173223" y="217931"/>
                </a:lnTo>
                <a:lnTo>
                  <a:pt x="2191511" y="307848"/>
                </a:lnTo>
                <a:lnTo>
                  <a:pt x="2199131" y="355091"/>
                </a:lnTo>
                <a:lnTo>
                  <a:pt x="2205227" y="400812"/>
                </a:lnTo>
                <a:lnTo>
                  <a:pt x="2205227" y="448056"/>
                </a:lnTo>
                <a:lnTo>
                  <a:pt x="2203703" y="496823"/>
                </a:lnTo>
                <a:lnTo>
                  <a:pt x="2151887" y="512063"/>
                </a:lnTo>
                <a:lnTo>
                  <a:pt x="2052827" y="521208"/>
                </a:lnTo>
                <a:lnTo>
                  <a:pt x="2016251" y="521208"/>
                </a:lnTo>
                <a:lnTo>
                  <a:pt x="1941575" y="519684"/>
                </a:lnTo>
                <a:lnTo>
                  <a:pt x="1869947" y="519684"/>
                </a:lnTo>
                <a:lnTo>
                  <a:pt x="1770887" y="521208"/>
                </a:lnTo>
                <a:lnTo>
                  <a:pt x="1665731" y="525780"/>
                </a:lnTo>
                <a:lnTo>
                  <a:pt x="1556004" y="528828"/>
                </a:lnTo>
                <a:lnTo>
                  <a:pt x="1444752" y="534924"/>
                </a:lnTo>
                <a:lnTo>
                  <a:pt x="1213104" y="547115"/>
                </a:lnTo>
                <a:lnTo>
                  <a:pt x="1098804" y="556260"/>
                </a:lnTo>
                <a:lnTo>
                  <a:pt x="998219" y="562356"/>
                </a:lnTo>
                <a:lnTo>
                  <a:pt x="900683" y="565404"/>
                </a:lnTo>
                <a:lnTo>
                  <a:pt x="803148" y="571500"/>
                </a:lnTo>
                <a:lnTo>
                  <a:pt x="710183" y="577595"/>
                </a:lnTo>
                <a:lnTo>
                  <a:pt x="601979" y="586739"/>
                </a:lnTo>
                <a:lnTo>
                  <a:pt x="496824" y="595884"/>
                </a:lnTo>
                <a:lnTo>
                  <a:pt x="391667" y="601980"/>
                </a:lnTo>
                <a:lnTo>
                  <a:pt x="286512" y="609600"/>
                </a:lnTo>
                <a:lnTo>
                  <a:pt x="175259" y="617220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3" y="624839"/>
                </a:lnTo>
                <a:lnTo>
                  <a:pt x="115824" y="627887"/>
                </a:lnTo>
                <a:lnTo>
                  <a:pt x="89916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8" name="object 23"/>
          <p:cNvSpPr txBox="1"/>
          <p:nvPr/>
        </p:nvSpPr>
        <p:spPr>
          <a:xfrm>
            <a:off x="1622513" y="5125144"/>
            <a:ext cx="1378099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Game </a:t>
            </a:r>
            <a:r>
              <a:rPr sz="1165" b="1" spc="-13" dirty="0">
                <a:latin typeface="Comic Sans MS"/>
                <a:cs typeface="Comic Sans MS"/>
              </a:rPr>
              <a:t>Development</a:t>
            </a:r>
            <a:endParaRPr sz="1165" dirty="0">
              <a:latin typeface="Comic Sans MS"/>
              <a:cs typeface="Comic Sans MS"/>
            </a:endParaRPr>
          </a:p>
        </p:txBody>
      </p:sp>
      <p:sp>
        <p:nvSpPr>
          <p:cNvPr id="29" name="object 24"/>
          <p:cNvSpPr/>
          <p:nvPr/>
        </p:nvSpPr>
        <p:spPr>
          <a:xfrm>
            <a:off x="1962375" y="2366682"/>
            <a:ext cx="2853989" cy="815191"/>
          </a:xfrm>
          <a:custGeom>
            <a:avLst/>
            <a:gdLst/>
            <a:ahLst/>
            <a:cxnLst/>
            <a:rect l="l" t="t" r="r" b="b"/>
            <a:pathLst>
              <a:path w="2205354" h="629919">
                <a:moveTo>
                  <a:pt x="89916" y="629412"/>
                </a:moveTo>
                <a:lnTo>
                  <a:pt x="51816" y="615695"/>
                </a:lnTo>
                <a:lnTo>
                  <a:pt x="48767" y="606552"/>
                </a:lnTo>
                <a:lnTo>
                  <a:pt x="48767" y="594360"/>
                </a:lnTo>
                <a:lnTo>
                  <a:pt x="91440" y="569976"/>
                </a:lnTo>
                <a:lnTo>
                  <a:pt x="150875" y="565404"/>
                </a:lnTo>
                <a:lnTo>
                  <a:pt x="172212" y="565404"/>
                </a:lnTo>
                <a:lnTo>
                  <a:pt x="192024" y="563880"/>
                </a:lnTo>
                <a:lnTo>
                  <a:pt x="227075" y="563880"/>
                </a:lnTo>
                <a:lnTo>
                  <a:pt x="416051" y="550163"/>
                </a:lnTo>
                <a:lnTo>
                  <a:pt x="598932" y="536448"/>
                </a:lnTo>
                <a:lnTo>
                  <a:pt x="627887" y="533400"/>
                </a:lnTo>
                <a:lnTo>
                  <a:pt x="659891" y="531876"/>
                </a:lnTo>
                <a:lnTo>
                  <a:pt x="690371" y="528828"/>
                </a:lnTo>
                <a:lnTo>
                  <a:pt x="717804" y="525780"/>
                </a:lnTo>
                <a:lnTo>
                  <a:pt x="745235" y="518160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89431" y="519684"/>
                </a:lnTo>
                <a:lnTo>
                  <a:pt x="803148" y="519684"/>
                </a:lnTo>
                <a:lnTo>
                  <a:pt x="818387" y="521208"/>
                </a:lnTo>
                <a:lnTo>
                  <a:pt x="851916" y="519684"/>
                </a:lnTo>
                <a:lnTo>
                  <a:pt x="867156" y="518160"/>
                </a:lnTo>
                <a:lnTo>
                  <a:pt x="1050035" y="510539"/>
                </a:lnTo>
                <a:lnTo>
                  <a:pt x="1234439" y="499872"/>
                </a:lnTo>
                <a:lnTo>
                  <a:pt x="1603248" y="481584"/>
                </a:lnTo>
                <a:lnTo>
                  <a:pt x="1784603" y="473963"/>
                </a:lnTo>
                <a:lnTo>
                  <a:pt x="1964435" y="467867"/>
                </a:lnTo>
                <a:lnTo>
                  <a:pt x="2141219" y="463295"/>
                </a:lnTo>
                <a:lnTo>
                  <a:pt x="2135123" y="413004"/>
                </a:lnTo>
                <a:lnTo>
                  <a:pt x="2127503" y="362712"/>
                </a:lnTo>
                <a:lnTo>
                  <a:pt x="2118360" y="310895"/>
                </a:lnTo>
                <a:lnTo>
                  <a:pt x="2109215" y="260604"/>
                </a:lnTo>
                <a:lnTo>
                  <a:pt x="2100071" y="211836"/>
                </a:lnTo>
                <a:lnTo>
                  <a:pt x="2087879" y="120396"/>
                </a:lnTo>
                <a:lnTo>
                  <a:pt x="2086355" y="77724"/>
                </a:lnTo>
                <a:lnTo>
                  <a:pt x="2031491" y="60960"/>
                </a:lnTo>
                <a:lnTo>
                  <a:pt x="1969007" y="53339"/>
                </a:lnTo>
                <a:lnTo>
                  <a:pt x="1937003" y="53339"/>
                </a:lnTo>
                <a:lnTo>
                  <a:pt x="1904999" y="54864"/>
                </a:lnTo>
                <a:lnTo>
                  <a:pt x="1876043" y="54864"/>
                </a:lnTo>
                <a:lnTo>
                  <a:pt x="1776984" y="59436"/>
                </a:lnTo>
                <a:lnTo>
                  <a:pt x="1580387" y="71628"/>
                </a:lnTo>
                <a:lnTo>
                  <a:pt x="1481328" y="73152"/>
                </a:lnTo>
                <a:lnTo>
                  <a:pt x="1344167" y="73152"/>
                </a:lnTo>
                <a:lnTo>
                  <a:pt x="1205483" y="77724"/>
                </a:lnTo>
                <a:lnTo>
                  <a:pt x="952500" y="94488"/>
                </a:lnTo>
                <a:lnTo>
                  <a:pt x="835152" y="99060"/>
                </a:lnTo>
                <a:lnTo>
                  <a:pt x="600455" y="105155"/>
                </a:lnTo>
                <a:lnTo>
                  <a:pt x="483108" y="109728"/>
                </a:lnTo>
                <a:lnTo>
                  <a:pt x="367283" y="117348"/>
                </a:lnTo>
                <a:lnTo>
                  <a:pt x="251459" y="132588"/>
                </a:lnTo>
                <a:lnTo>
                  <a:pt x="231647" y="126491"/>
                </a:lnTo>
                <a:lnTo>
                  <a:pt x="210312" y="124968"/>
                </a:lnTo>
                <a:lnTo>
                  <a:pt x="188975" y="128016"/>
                </a:lnTo>
                <a:lnTo>
                  <a:pt x="147828" y="132588"/>
                </a:lnTo>
                <a:lnTo>
                  <a:pt x="126491" y="134112"/>
                </a:lnTo>
                <a:lnTo>
                  <a:pt x="105155" y="132588"/>
                </a:lnTo>
                <a:lnTo>
                  <a:pt x="89916" y="208788"/>
                </a:lnTo>
                <a:lnTo>
                  <a:pt x="80771" y="286512"/>
                </a:lnTo>
                <a:lnTo>
                  <a:pt x="73151" y="365760"/>
                </a:lnTo>
                <a:lnTo>
                  <a:pt x="71628" y="448056"/>
                </a:lnTo>
                <a:lnTo>
                  <a:pt x="74675" y="531876"/>
                </a:lnTo>
                <a:lnTo>
                  <a:pt x="67055" y="537972"/>
                </a:lnTo>
                <a:lnTo>
                  <a:pt x="62483" y="545591"/>
                </a:lnTo>
                <a:lnTo>
                  <a:pt x="53340" y="563880"/>
                </a:lnTo>
                <a:lnTo>
                  <a:pt x="48767" y="571500"/>
                </a:lnTo>
                <a:lnTo>
                  <a:pt x="6096" y="550163"/>
                </a:lnTo>
                <a:lnTo>
                  <a:pt x="0" y="522732"/>
                </a:lnTo>
                <a:lnTo>
                  <a:pt x="0" y="510539"/>
                </a:lnTo>
                <a:lnTo>
                  <a:pt x="3047" y="493776"/>
                </a:lnTo>
                <a:lnTo>
                  <a:pt x="9143" y="463295"/>
                </a:lnTo>
                <a:lnTo>
                  <a:pt x="10667" y="448056"/>
                </a:lnTo>
                <a:lnTo>
                  <a:pt x="13716" y="432815"/>
                </a:lnTo>
                <a:lnTo>
                  <a:pt x="13716" y="391667"/>
                </a:lnTo>
                <a:lnTo>
                  <a:pt x="10667" y="370332"/>
                </a:lnTo>
                <a:lnTo>
                  <a:pt x="9143" y="347472"/>
                </a:lnTo>
                <a:lnTo>
                  <a:pt x="10667" y="309372"/>
                </a:lnTo>
                <a:lnTo>
                  <a:pt x="16763" y="269748"/>
                </a:lnTo>
                <a:lnTo>
                  <a:pt x="21336" y="230124"/>
                </a:lnTo>
                <a:lnTo>
                  <a:pt x="32004" y="155448"/>
                </a:lnTo>
                <a:lnTo>
                  <a:pt x="35051" y="120396"/>
                </a:lnTo>
                <a:lnTo>
                  <a:pt x="35051" y="86868"/>
                </a:lnTo>
                <a:lnTo>
                  <a:pt x="193547" y="76200"/>
                </a:lnTo>
                <a:lnTo>
                  <a:pt x="358140" y="65532"/>
                </a:lnTo>
                <a:lnTo>
                  <a:pt x="525779" y="57912"/>
                </a:lnTo>
                <a:lnTo>
                  <a:pt x="1392935" y="27432"/>
                </a:lnTo>
                <a:lnTo>
                  <a:pt x="1565148" y="19812"/>
                </a:lnTo>
                <a:lnTo>
                  <a:pt x="1904999" y="1524"/>
                </a:lnTo>
                <a:lnTo>
                  <a:pt x="1929383" y="0"/>
                </a:lnTo>
                <a:lnTo>
                  <a:pt x="1955291" y="0"/>
                </a:lnTo>
                <a:lnTo>
                  <a:pt x="2017775" y="0"/>
                </a:lnTo>
                <a:lnTo>
                  <a:pt x="2048255" y="1524"/>
                </a:lnTo>
                <a:lnTo>
                  <a:pt x="2078735" y="4572"/>
                </a:lnTo>
                <a:lnTo>
                  <a:pt x="2109215" y="10668"/>
                </a:lnTo>
                <a:lnTo>
                  <a:pt x="2135123" y="18288"/>
                </a:lnTo>
                <a:lnTo>
                  <a:pt x="2156460" y="27432"/>
                </a:lnTo>
                <a:lnTo>
                  <a:pt x="2156460" y="77724"/>
                </a:lnTo>
                <a:lnTo>
                  <a:pt x="2159508" y="124968"/>
                </a:lnTo>
                <a:lnTo>
                  <a:pt x="2165603" y="172211"/>
                </a:lnTo>
                <a:lnTo>
                  <a:pt x="2173223" y="217931"/>
                </a:lnTo>
                <a:lnTo>
                  <a:pt x="2191511" y="307848"/>
                </a:lnTo>
                <a:lnTo>
                  <a:pt x="2199131" y="353567"/>
                </a:lnTo>
                <a:lnTo>
                  <a:pt x="2205227" y="400812"/>
                </a:lnTo>
                <a:lnTo>
                  <a:pt x="2205227" y="448056"/>
                </a:lnTo>
                <a:lnTo>
                  <a:pt x="2202179" y="495300"/>
                </a:lnTo>
                <a:lnTo>
                  <a:pt x="2151887" y="512063"/>
                </a:lnTo>
                <a:lnTo>
                  <a:pt x="2087879" y="519684"/>
                </a:lnTo>
                <a:lnTo>
                  <a:pt x="2016251" y="519684"/>
                </a:lnTo>
                <a:lnTo>
                  <a:pt x="1941575" y="518160"/>
                </a:lnTo>
                <a:lnTo>
                  <a:pt x="1869947" y="518160"/>
                </a:lnTo>
                <a:lnTo>
                  <a:pt x="1770887" y="519684"/>
                </a:lnTo>
                <a:lnTo>
                  <a:pt x="1665731" y="524256"/>
                </a:lnTo>
                <a:lnTo>
                  <a:pt x="1444752" y="533400"/>
                </a:lnTo>
                <a:lnTo>
                  <a:pt x="1328927" y="539495"/>
                </a:lnTo>
                <a:lnTo>
                  <a:pt x="1098804" y="554736"/>
                </a:lnTo>
                <a:lnTo>
                  <a:pt x="998219" y="560832"/>
                </a:lnTo>
                <a:lnTo>
                  <a:pt x="900683" y="563880"/>
                </a:lnTo>
                <a:lnTo>
                  <a:pt x="803148" y="569976"/>
                </a:lnTo>
                <a:lnTo>
                  <a:pt x="710183" y="577595"/>
                </a:lnTo>
                <a:lnTo>
                  <a:pt x="601979" y="586739"/>
                </a:lnTo>
                <a:lnTo>
                  <a:pt x="286512" y="609600"/>
                </a:lnTo>
                <a:lnTo>
                  <a:pt x="175259" y="617220"/>
                </a:lnTo>
                <a:lnTo>
                  <a:pt x="167640" y="618743"/>
                </a:lnTo>
                <a:lnTo>
                  <a:pt x="156971" y="620268"/>
                </a:lnTo>
                <a:lnTo>
                  <a:pt x="143255" y="623316"/>
                </a:lnTo>
                <a:lnTo>
                  <a:pt x="131063" y="624839"/>
                </a:lnTo>
                <a:lnTo>
                  <a:pt x="115824" y="627887"/>
                </a:lnTo>
                <a:lnTo>
                  <a:pt x="89916" y="62941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0" name="object 25"/>
          <p:cNvSpPr txBox="1"/>
          <p:nvPr/>
        </p:nvSpPr>
        <p:spPr>
          <a:xfrm>
            <a:off x="2667778" y="2616491"/>
            <a:ext cx="1528482" cy="197535"/>
          </a:xfrm>
          <a:prstGeom prst="rect">
            <a:avLst/>
          </a:prstGeom>
        </p:spPr>
        <p:txBody>
          <a:bodyPr vert="horz" wrap="square" lIns="0" tIns="18079" rIns="0" bIns="0" rtlCol="0">
            <a:spAutoFit/>
          </a:bodyPr>
          <a:lstStyle/>
          <a:p>
            <a:pPr marL="16435" defTabSz="1183325">
              <a:spcBef>
                <a:spcPts val="142"/>
              </a:spcBef>
            </a:pPr>
            <a:r>
              <a:rPr sz="1165" b="1" dirty="0">
                <a:latin typeface="Comic Sans MS"/>
                <a:cs typeface="Comic Sans MS"/>
              </a:rPr>
              <a:t>Desktop</a:t>
            </a:r>
            <a:r>
              <a:rPr sz="1165" b="1" spc="-6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Applications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31" name="object 26"/>
          <p:cNvSpPr/>
          <p:nvPr/>
        </p:nvSpPr>
        <p:spPr>
          <a:xfrm>
            <a:off x="1015700" y="3408023"/>
            <a:ext cx="2856454" cy="816834"/>
          </a:xfrm>
          <a:custGeom>
            <a:avLst/>
            <a:gdLst/>
            <a:ahLst/>
            <a:cxnLst/>
            <a:rect l="l" t="t" r="r" b="b"/>
            <a:pathLst>
              <a:path w="2207260" h="631189">
                <a:moveTo>
                  <a:pt x="91440" y="630935"/>
                </a:moveTo>
                <a:lnTo>
                  <a:pt x="51816" y="615695"/>
                </a:lnTo>
                <a:lnTo>
                  <a:pt x="50291" y="608076"/>
                </a:lnTo>
                <a:lnTo>
                  <a:pt x="50291" y="595884"/>
                </a:lnTo>
                <a:lnTo>
                  <a:pt x="92964" y="571500"/>
                </a:lnTo>
                <a:lnTo>
                  <a:pt x="111252" y="569976"/>
                </a:lnTo>
                <a:lnTo>
                  <a:pt x="131064" y="566928"/>
                </a:lnTo>
                <a:lnTo>
                  <a:pt x="152400" y="565404"/>
                </a:lnTo>
                <a:lnTo>
                  <a:pt x="211836" y="565404"/>
                </a:lnTo>
                <a:lnTo>
                  <a:pt x="227075" y="563880"/>
                </a:lnTo>
                <a:lnTo>
                  <a:pt x="416052" y="550163"/>
                </a:lnTo>
                <a:lnTo>
                  <a:pt x="600456" y="536448"/>
                </a:lnTo>
                <a:lnTo>
                  <a:pt x="659891" y="533400"/>
                </a:lnTo>
                <a:lnTo>
                  <a:pt x="690371" y="530352"/>
                </a:lnTo>
                <a:lnTo>
                  <a:pt x="719328" y="525780"/>
                </a:lnTo>
                <a:lnTo>
                  <a:pt x="745236" y="519684"/>
                </a:lnTo>
                <a:lnTo>
                  <a:pt x="771143" y="510539"/>
                </a:lnTo>
                <a:lnTo>
                  <a:pt x="778764" y="515112"/>
                </a:lnTo>
                <a:lnTo>
                  <a:pt x="790955" y="519684"/>
                </a:lnTo>
                <a:lnTo>
                  <a:pt x="803147" y="521208"/>
                </a:lnTo>
                <a:lnTo>
                  <a:pt x="818388" y="521208"/>
                </a:lnTo>
                <a:lnTo>
                  <a:pt x="851916" y="519684"/>
                </a:lnTo>
                <a:lnTo>
                  <a:pt x="867155" y="519684"/>
                </a:lnTo>
                <a:lnTo>
                  <a:pt x="1050036" y="510539"/>
                </a:lnTo>
                <a:lnTo>
                  <a:pt x="1235964" y="499872"/>
                </a:lnTo>
                <a:lnTo>
                  <a:pt x="1603248" y="483108"/>
                </a:lnTo>
                <a:lnTo>
                  <a:pt x="1786128" y="475487"/>
                </a:lnTo>
                <a:lnTo>
                  <a:pt x="1964436" y="469391"/>
                </a:lnTo>
                <a:lnTo>
                  <a:pt x="2142744" y="464819"/>
                </a:lnTo>
                <a:lnTo>
                  <a:pt x="2136648" y="414528"/>
                </a:lnTo>
                <a:lnTo>
                  <a:pt x="2129028" y="362712"/>
                </a:lnTo>
                <a:lnTo>
                  <a:pt x="2118360" y="312419"/>
                </a:lnTo>
                <a:lnTo>
                  <a:pt x="2110740" y="262128"/>
                </a:lnTo>
                <a:lnTo>
                  <a:pt x="2100072" y="211836"/>
                </a:lnTo>
                <a:lnTo>
                  <a:pt x="2093976" y="166116"/>
                </a:lnTo>
                <a:lnTo>
                  <a:pt x="2087880" y="121920"/>
                </a:lnTo>
                <a:lnTo>
                  <a:pt x="2087880" y="79248"/>
                </a:lnTo>
                <a:lnTo>
                  <a:pt x="2061972" y="67056"/>
                </a:lnTo>
                <a:lnTo>
                  <a:pt x="2031492" y="60960"/>
                </a:lnTo>
                <a:lnTo>
                  <a:pt x="2002536" y="56387"/>
                </a:lnTo>
                <a:lnTo>
                  <a:pt x="1970532" y="54864"/>
                </a:lnTo>
                <a:lnTo>
                  <a:pt x="1905000" y="54864"/>
                </a:lnTo>
                <a:lnTo>
                  <a:pt x="1876044" y="56387"/>
                </a:lnTo>
                <a:lnTo>
                  <a:pt x="1776984" y="59436"/>
                </a:lnTo>
                <a:lnTo>
                  <a:pt x="1581912" y="71628"/>
                </a:lnTo>
                <a:lnTo>
                  <a:pt x="1481328" y="73152"/>
                </a:lnTo>
                <a:lnTo>
                  <a:pt x="1344168" y="74676"/>
                </a:lnTo>
                <a:lnTo>
                  <a:pt x="1207008" y="79248"/>
                </a:lnTo>
                <a:lnTo>
                  <a:pt x="1069847" y="86868"/>
                </a:lnTo>
                <a:lnTo>
                  <a:pt x="952499" y="94488"/>
                </a:lnTo>
                <a:lnTo>
                  <a:pt x="835151" y="99060"/>
                </a:lnTo>
                <a:lnTo>
                  <a:pt x="600456" y="105155"/>
                </a:lnTo>
                <a:lnTo>
                  <a:pt x="484632" y="111252"/>
                </a:lnTo>
                <a:lnTo>
                  <a:pt x="368808" y="118872"/>
                </a:lnTo>
                <a:lnTo>
                  <a:pt x="252983" y="132588"/>
                </a:lnTo>
                <a:lnTo>
                  <a:pt x="231648" y="126491"/>
                </a:lnTo>
                <a:lnTo>
                  <a:pt x="210312" y="124968"/>
                </a:lnTo>
                <a:lnTo>
                  <a:pt x="190500" y="128016"/>
                </a:lnTo>
                <a:lnTo>
                  <a:pt x="147828" y="134112"/>
                </a:lnTo>
                <a:lnTo>
                  <a:pt x="126491" y="135636"/>
                </a:lnTo>
                <a:lnTo>
                  <a:pt x="106679" y="132588"/>
                </a:lnTo>
                <a:lnTo>
                  <a:pt x="91440" y="208788"/>
                </a:lnTo>
                <a:lnTo>
                  <a:pt x="80771" y="286512"/>
                </a:lnTo>
                <a:lnTo>
                  <a:pt x="74675" y="367284"/>
                </a:lnTo>
                <a:lnTo>
                  <a:pt x="71628" y="449580"/>
                </a:lnTo>
                <a:lnTo>
                  <a:pt x="74675" y="533400"/>
                </a:lnTo>
                <a:lnTo>
                  <a:pt x="67056" y="537972"/>
                </a:lnTo>
                <a:lnTo>
                  <a:pt x="64008" y="547115"/>
                </a:lnTo>
                <a:lnTo>
                  <a:pt x="57912" y="556260"/>
                </a:lnTo>
                <a:lnTo>
                  <a:pt x="53340" y="565404"/>
                </a:lnTo>
                <a:lnTo>
                  <a:pt x="48767" y="571500"/>
                </a:lnTo>
                <a:lnTo>
                  <a:pt x="39624" y="577595"/>
                </a:lnTo>
                <a:lnTo>
                  <a:pt x="24383" y="571500"/>
                </a:lnTo>
                <a:lnTo>
                  <a:pt x="13716" y="562356"/>
                </a:lnTo>
                <a:lnTo>
                  <a:pt x="6095" y="550163"/>
                </a:lnTo>
                <a:lnTo>
                  <a:pt x="1524" y="537972"/>
                </a:lnTo>
                <a:lnTo>
                  <a:pt x="0" y="524256"/>
                </a:lnTo>
                <a:lnTo>
                  <a:pt x="1524" y="510539"/>
                </a:lnTo>
                <a:lnTo>
                  <a:pt x="3048" y="493776"/>
                </a:lnTo>
                <a:lnTo>
                  <a:pt x="7620" y="478536"/>
                </a:lnTo>
                <a:lnTo>
                  <a:pt x="10667" y="463295"/>
                </a:lnTo>
                <a:lnTo>
                  <a:pt x="12191" y="448056"/>
                </a:lnTo>
                <a:lnTo>
                  <a:pt x="15240" y="432815"/>
                </a:lnTo>
                <a:lnTo>
                  <a:pt x="15240" y="413004"/>
                </a:lnTo>
                <a:lnTo>
                  <a:pt x="13716" y="393191"/>
                </a:lnTo>
                <a:lnTo>
                  <a:pt x="10667" y="370332"/>
                </a:lnTo>
                <a:lnTo>
                  <a:pt x="10667" y="348995"/>
                </a:lnTo>
                <a:lnTo>
                  <a:pt x="12191" y="309372"/>
                </a:lnTo>
                <a:lnTo>
                  <a:pt x="16764" y="269748"/>
                </a:lnTo>
                <a:lnTo>
                  <a:pt x="22860" y="231648"/>
                </a:lnTo>
                <a:lnTo>
                  <a:pt x="33528" y="156972"/>
                </a:lnTo>
                <a:lnTo>
                  <a:pt x="35052" y="121920"/>
                </a:lnTo>
                <a:lnTo>
                  <a:pt x="35052" y="86868"/>
                </a:lnTo>
                <a:lnTo>
                  <a:pt x="193548" y="77724"/>
                </a:lnTo>
                <a:lnTo>
                  <a:pt x="358140" y="67056"/>
                </a:lnTo>
                <a:lnTo>
                  <a:pt x="696467" y="51816"/>
                </a:lnTo>
                <a:lnTo>
                  <a:pt x="870203" y="47244"/>
                </a:lnTo>
                <a:lnTo>
                  <a:pt x="1219199" y="35052"/>
                </a:lnTo>
                <a:lnTo>
                  <a:pt x="1392936" y="27432"/>
                </a:lnTo>
                <a:lnTo>
                  <a:pt x="1565148" y="21336"/>
                </a:lnTo>
                <a:lnTo>
                  <a:pt x="1737360" y="12192"/>
                </a:lnTo>
                <a:lnTo>
                  <a:pt x="1905000" y="3048"/>
                </a:lnTo>
                <a:lnTo>
                  <a:pt x="1956816" y="0"/>
                </a:lnTo>
                <a:lnTo>
                  <a:pt x="2017776" y="0"/>
                </a:lnTo>
                <a:lnTo>
                  <a:pt x="2080260" y="6096"/>
                </a:lnTo>
                <a:lnTo>
                  <a:pt x="2110740" y="10668"/>
                </a:lnTo>
                <a:lnTo>
                  <a:pt x="2136648" y="19812"/>
                </a:lnTo>
                <a:lnTo>
                  <a:pt x="2157984" y="28956"/>
                </a:lnTo>
                <a:lnTo>
                  <a:pt x="2156460" y="77724"/>
                </a:lnTo>
                <a:lnTo>
                  <a:pt x="2165604" y="172211"/>
                </a:lnTo>
                <a:lnTo>
                  <a:pt x="2174748" y="217931"/>
                </a:lnTo>
                <a:lnTo>
                  <a:pt x="2191512" y="309372"/>
                </a:lnTo>
                <a:lnTo>
                  <a:pt x="2199132" y="355091"/>
                </a:lnTo>
                <a:lnTo>
                  <a:pt x="2205228" y="400812"/>
                </a:lnTo>
                <a:lnTo>
                  <a:pt x="2206752" y="448056"/>
                </a:lnTo>
                <a:lnTo>
                  <a:pt x="2203704" y="496823"/>
                </a:lnTo>
                <a:lnTo>
                  <a:pt x="2180844" y="505967"/>
                </a:lnTo>
                <a:lnTo>
                  <a:pt x="2153412" y="512063"/>
                </a:lnTo>
                <a:lnTo>
                  <a:pt x="2122932" y="518160"/>
                </a:lnTo>
                <a:lnTo>
                  <a:pt x="2052828" y="521208"/>
                </a:lnTo>
                <a:lnTo>
                  <a:pt x="2016252" y="521208"/>
                </a:lnTo>
                <a:lnTo>
                  <a:pt x="1941576" y="519684"/>
                </a:lnTo>
                <a:lnTo>
                  <a:pt x="1869948" y="519684"/>
                </a:lnTo>
                <a:lnTo>
                  <a:pt x="1770888" y="521208"/>
                </a:lnTo>
                <a:lnTo>
                  <a:pt x="1665732" y="525780"/>
                </a:lnTo>
                <a:lnTo>
                  <a:pt x="1557528" y="528828"/>
                </a:lnTo>
                <a:lnTo>
                  <a:pt x="1330451" y="541019"/>
                </a:lnTo>
                <a:lnTo>
                  <a:pt x="1098803" y="556260"/>
                </a:lnTo>
                <a:lnTo>
                  <a:pt x="999743" y="562356"/>
                </a:lnTo>
                <a:lnTo>
                  <a:pt x="900684" y="565404"/>
                </a:lnTo>
                <a:lnTo>
                  <a:pt x="804672" y="571500"/>
                </a:lnTo>
                <a:lnTo>
                  <a:pt x="711708" y="577595"/>
                </a:lnTo>
                <a:lnTo>
                  <a:pt x="603503" y="586739"/>
                </a:lnTo>
                <a:lnTo>
                  <a:pt x="498348" y="595884"/>
                </a:lnTo>
                <a:lnTo>
                  <a:pt x="393191" y="601980"/>
                </a:lnTo>
                <a:lnTo>
                  <a:pt x="286512" y="609600"/>
                </a:lnTo>
                <a:lnTo>
                  <a:pt x="176783" y="618743"/>
                </a:lnTo>
                <a:lnTo>
                  <a:pt x="167640" y="618743"/>
                </a:lnTo>
                <a:lnTo>
                  <a:pt x="156971" y="621791"/>
                </a:lnTo>
                <a:lnTo>
                  <a:pt x="131064" y="624839"/>
                </a:lnTo>
                <a:lnTo>
                  <a:pt x="117348" y="627887"/>
                </a:lnTo>
                <a:lnTo>
                  <a:pt x="91440" y="630935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2" name="object 27"/>
          <p:cNvSpPr txBox="1"/>
          <p:nvPr/>
        </p:nvSpPr>
        <p:spPr>
          <a:xfrm>
            <a:off x="1381871" y="3628238"/>
            <a:ext cx="2211369" cy="370988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745330" marR="6574" indent="-729717" defTabSz="1183325">
              <a:lnSpc>
                <a:spcPct val="101099"/>
              </a:lnSpc>
              <a:spcBef>
                <a:spcPts val="129"/>
              </a:spcBef>
            </a:pPr>
            <a:r>
              <a:rPr sz="1165" b="1" dirty="0">
                <a:latin typeface="Comic Sans MS"/>
                <a:cs typeface="Comic Sans MS"/>
              </a:rPr>
              <a:t>Design</a:t>
            </a:r>
            <a:r>
              <a:rPr sz="1165" b="1" spc="6" dirty="0">
                <a:latin typeface="Comic Sans MS"/>
                <a:cs typeface="Comic Sans MS"/>
              </a:rPr>
              <a:t> </a:t>
            </a:r>
            <a:r>
              <a:rPr sz="1165" b="1" spc="-13" dirty="0">
                <a:latin typeface="Comic Sans MS"/>
                <a:cs typeface="Comic Sans MS"/>
              </a:rPr>
              <a:t>Compilers/Programming Languages</a:t>
            </a:r>
            <a:endParaRPr sz="1165">
              <a:latin typeface="Comic Sans MS"/>
              <a:cs typeface="Comic Sans MS"/>
            </a:endParaRPr>
          </a:p>
        </p:txBody>
      </p:sp>
      <p:sp>
        <p:nvSpPr>
          <p:cNvPr id="33" name="object 28"/>
          <p:cNvSpPr/>
          <p:nvPr/>
        </p:nvSpPr>
        <p:spPr>
          <a:xfrm>
            <a:off x="6549794" y="5680037"/>
            <a:ext cx="373081" cy="1765151"/>
          </a:xfrm>
          <a:custGeom>
            <a:avLst/>
            <a:gdLst/>
            <a:ahLst/>
            <a:cxnLst/>
            <a:rect l="l" t="t" r="r" b="b"/>
            <a:pathLst>
              <a:path w="288289" h="1363979">
                <a:moveTo>
                  <a:pt x="163068" y="1363979"/>
                </a:moveTo>
                <a:lnTo>
                  <a:pt x="126492" y="1331975"/>
                </a:lnTo>
                <a:lnTo>
                  <a:pt x="106680" y="1280159"/>
                </a:lnTo>
                <a:lnTo>
                  <a:pt x="88392" y="1220724"/>
                </a:lnTo>
                <a:lnTo>
                  <a:pt x="79248" y="1188720"/>
                </a:lnTo>
                <a:lnTo>
                  <a:pt x="68580" y="1162812"/>
                </a:lnTo>
                <a:lnTo>
                  <a:pt x="53340" y="1130808"/>
                </a:lnTo>
                <a:lnTo>
                  <a:pt x="36576" y="1107948"/>
                </a:lnTo>
                <a:lnTo>
                  <a:pt x="22860" y="1085087"/>
                </a:lnTo>
                <a:lnTo>
                  <a:pt x="10668" y="1060704"/>
                </a:lnTo>
                <a:lnTo>
                  <a:pt x="3048" y="1037843"/>
                </a:lnTo>
                <a:lnTo>
                  <a:pt x="0" y="1007364"/>
                </a:lnTo>
                <a:lnTo>
                  <a:pt x="0" y="993647"/>
                </a:lnTo>
                <a:lnTo>
                  <a:pt x="3048" y="989075"/>
                </a:lnTo>
                <a:lnTo>
                  <a:pt x="6096" y="989075"/>
                </a:lnTo>
                <a:lnTo>
                  <a:pt x="21336" y="996695"/>
                </a:lnTo>
                <a:lnTo>
                  <a:pt x="24384" y="996695"/>
                </a:lnTo>
                <a:lnTo>
                  <a:pt x="27432" y="986027"/>
                </a:lnTo>
                <a:lnTo>
                  <a:pt x="28956" y="969264"/>
                </a:lnTo>
                <a:lnTo>
                  <a:pt x="27432" y="961643"/>
                </a:lnTo>
                <a:lnTo>
                  <a:pt x="24384" y="954024"/>
                </a:lnTo>
                <a:lnTo>
                  <a:pt x="15240" y="950975"/>
                </a:lnTo>
                <a:lnTo>
                  <a:pt x="10668" y="946404"/>
                </a:lnTo>
                <a:lnTo>
                  <a:pt x="9144" y="935735"/>
                </a:lnTo>
                <a:lnTo>
                  <a:pt x="10668" y="920495"/>
                </a:lnTo>
                <a:lnTo>
                  <a:pt x="25908" y="908304"/>
                </a:lnTo>
                <a:lnTo>
                  <a:pt x="45720" y="897635"/>
                </a:lnTo>
                <a:lnTo>
                  <a:pt x="68580" y="897635"/>
                </a:lnTo>
                <a:lnTo>
                  <a:pt x="77724" y="925068"/>
                </a:lnTo>
                <a:lnTo>
                  <a:pt x="85344" y="952500"/>
                </a:lnTo>
                <a:lnTo>
                  <a:pt x="92964" y="982979"/>
                </a:lnTo>
                <a:lnTo>
                  <a:pt x="102108" y="1007364"/>
                </a:lnTo>
                <a:lnTo>
                  <a:pt x="112776" y="1028700"/>
                </a:lnTo>
                <a:lnTo>
                  <a:pt x="118872" y="893064"/>
                </a:lnTo>
                <a:lnTo>
                  <a:pt x="120396" y="755904"/>
                </a:lnTo>
                <a:lnTo>
                  <a:pt x="120396" y="359663"/>
                </a:lnTo>
                <a:lnTo>
                  <a:pt x="123444" y="234695"/>
                </a:lnTo>
                <a:lnTo>
                  <a:pt x="129540" y="117348"/>
                </a:lnTo>
                <a:lnTo>
                  <a:pt x="141732" y="4572"/>
                </a:lnTo>
                <a:lnTo>
                  <a:pt x="156972" y="0"/>
                </a:lnTo>
                <a:lnTo>
                  <a:pt x="169164" y="4572"/>
                </a:lnTo>
                <a:lnTo>
                  <a:pt x="178308" y="10668"/>
                </a:lnTo>
                <a:lnTo>
                  <a:pt x="196596" y="33528"/>
                </a:lnTo>
                <a:lnTo>
                  <a:pt x="204216" y="47244"/>
                </a:lnTo>
                <a:lnTo>
                  <a:pt x="201168" y="166116"/>
                </a:lnTo>
                <a:lnTo>
                  <a:pt x="196596" y="288036"/>
                </a:lnTo>
                <a:lnTo>
                  <a:pt x="187452" y="545591"/>
                </a:lnTo>
                <a:lnTo>
                  <a:pt x="185928" y="669035"/>
                </a:lnTo>
                <a:lnTo>
                  <a:pt x="187452" y="792479"/>
                </a:lnTo>
                <a:lnTo>
                  <a:pt x="193548" y="909827"/>
                </a:lnTo>
                <a:lnTo>
                  <a:pt x="237744" y="775716"/>
                </a:lnTo>
                <a:lnTo>
                  <a:pt x="257556" y="787908"/>
                </a:lnTo>
                <a:lnTo>
                  <a:pt x="271272" y="803147"/>
                </a:lnTo>
                <a:lnTo>
                  <a:pt x="281940" y="824483"/>
                </a:lnTo>
                <a:lnTo>
                  <a:pt x="288036" y="847343"/>
                </a:lnTo>
                <a:lnTo>
                  <a:pt x="288036" y="877824"/>
                </a:lnTo>
                <a:lnTo>
                  <a:pt x="286512" y="909827"/>
                </a:lnTo>
                <a:lnTo>
                  <a:pt x="280416" y="943356"/>
                </a:lnTo>
                <a:lnTo>
                  <a:pt x="272796" y="979931"/>
                </a:lnTo>
                <a:lnTo>
                  <a:pt x="242316" y="1097279"/>
                </a:lnTo>
                <a:lnTo>
                  <a:pt x="233172" y="1138427"/>
                </a:lnTo>
                <a:lnTo>
                  <a:pt x="220980" y="1181100"/>
                </a:lnTo>
                <a:lnTo>
                  <a:pt x="213360" y="1220724"/>
                </a:lnTo>
                <a:lnTo>
                  <a:pt x="205740" y="1261871"/>
                </a:lnTo>
                <a:lnTo>
                  <a:pt x="201168" y="1299971"/>
                </a:lnTo>
                <a:lnTo>
                  <a:pt x="198120" y="1338071"/>
                </a:lnTo>
                <a:lnTo>
                  <a:pt x="178308" y="1359408"/>
                </a:lnTo>
                <a:lnTo>
                  <a:pt x="163068" y="136397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4" name="object 29"/>
          <p:cNvSpPr/>
          <p:nvPr/>
        </p:nvSpPr>
        <p:spPr>
          <a:xfrm>
            <a:off x="3703858" y="2490949"/>
            <a:ext cx="5938894" cy="4684059"/>
          </a:xfrm>
          <a:custGeom>
            <a:avLst/>
            <a:gdLst/>
            <a:ahLst/>
            <a:cxnLst/>
            <a:rect l="l" t="t" r="r" b="b"/>
            <a:pathLst>
              <a:path w="4589145" h="3619500">
                <a:moveTo>
                  <a:pt x="1359408" y="1940052"/>
                </a:moveTo>
                <a:lnTo>
                  <a:pt x="1353312" y="1926336"/>
                </a:lnTo>
                <a:lnTo>
                  <a:pt x="1239012" y="1923288"/>
                </a:lnTo>
                <a:lnTo>
                  <a:pt x="1121664" y="1926336"/>
                </a:lnTo>
                <a:lnTo>
                  <a:pt x="996696" y="1933956"/>
                </a:lnTo>
                <a:lnTo>
                  <a:pt x="601980" y="1965960"/>
                </a:lnTo>
                <a:lnTo>
                  <a:pt x="466344" y="1976628"/>
                </a:lnTo>
                <a:lnTo>
                  <a:pt x="329184" y="1982724"/>
                </a:lnTo>
                <a:lnTo>
                  <a:pt x="348996" y="1969008"/>
                </a:lnTo>
                <a:lnTo>
                  <a:pt x="374904" y="1958340"/>
                </a:lnTo>
                <a:lnTo>
                  <a:pt x="403860" y="1947672"/>
                </a:lnTo>
                <a:lnTo>
                  <a:pt x="429768" y="1938528"/>
                </a:lnTo>
                <a:lnTo>
                  <a:pt x="457200" y="1926336"/>
                </a:lnTo>
                <a:lnTo>
                  <a:pt x="455676" y="1903476"/>
                </a:lnTo>
                <a:lnTo>
                  <a:pt x="443484" y="1885188"/>
                </a:lnTo>
                <a:lnTo>
                  <a:pt x="429768" y="1871472"/>
                </a:lnTo>
                <a:lnTo>
                  <a:pt x="414528" y="1871472"/>
                </a:lnTo>
                <a:lnTo>
                  <a:pt x="403860" y="1872996"/>
                </a:lnTo>
                <a:lnTo>
                  <a:pt x="399288" y="1877568"/>
                </a:lnTo>
                <a:lnTo>
                  <a:pt x="396240" y="1888236"/>
                </a:lnTo>
                <a:lnTo>
                  <a:pt x="390144" y="1891284"/>
                </a:lnTo>
                <a:lnTo>
                  <a:pt x="382524" y="1892808"/>
                </a:lnTo>
                <a:lnTo>
                  <a:pt x="364236" y="1894332"/>
                </a:lnTo>
                <a:lnTo>
                  <a:pt x="353568" y="1891284"/>
                </a:lnTo>
                <a:lnTo>
                  <a:pt x="353568" y="1888236"/>
                </a:lnTo>
                <a:lnTo>
                  <a:pt x="361188" y="1871472"/>
                </a:lnTo>
                <a:lnTo>
                  <a:pt x="361188" y="1868424"/>
                </a:lnTo>
                <a:lnTo>
                  <a:pt x="356616" y="1865376"/>
                </a:lnTo>
                <a:lnTo>
                  <a:pt x="341376" y="1866900"/>
                </a:lnTo>
                <a:lnTo>
                  <a:pt x="312420" y="1874520"/>
                </a:lnTo>
                <a:lnTo>
                  <a:pt x="289560" y="1882140"/>
                </a:lnTo>
                <a:lnTo>
                  <a:pt x="243840" y="1912620"/>
                </a:lnTo>
                <a:lnTo>
                  <a:pt x="222504" y="1930908"/>
                </a:lnTo>
                <a:lnTo>
                  <a:pt x="192024" y="1949196"/>
                </a:lnTo>
                <a:lnTo>
                  <a:pt x="167640" y="1961388"/>
                </a:lnTo>
                <a:lnTo>
                  <a:pt x="135636" y="1973580"/>
                </a:lnTo>
                <a:lnTo>
                  <a:pt x="106680" y="1985772"/>
                </a:lnTo>
                <a:lnTo>
                  <a:pt x="51816" y="2008632"/>
                </a:lnTo>
                <a:lnTo>
                  <a:pt x="12192" y="2033016"/>
                </a:lnTo>
                <a:lnTo>
                  <a:pt x="0" y="2060448"/>
                </a:lnTo>
                <a:lnTo>
                  <a:pt x="6096" y="2075688"/>
                </a:lnTo>
                <a:lnTo>
                  <a:pt x="28956" y="2092452"/>
                </a:lnTo>
                <a:lnTo>
                  <a:pt x="67056" y="2092452"/>
                </a:lnTo>
                <a:lnTo>
                  <a:pt x="105156" y="2093976"/>
                </a:lnTo>
                <a:lnTo>
                  <a:pt x="146304" y="2097024"/>
                </a:lnTo>
                <a:lnTo>
                  <a:pt x="187452" y="2103120"/>
                </a:lnTo>
                <a:lnTo>
                  <a:pt x="231648" y="2110740"/>
                </a:lnTo>
                <a:lnTo>
                  <a:pt x="272796" y="2116836"/>
                </a:lnTo>
                <a:lnTo>
                  <a:pt x="313944" y="2124456"/>
                </a:lnTo>
                <a:lnTo>
                  <a:pt x="391668" y="2138172"/>
                </a:lnTo>
                <a:lnTo>
                  <a:pt x="428244" y="2142744"/>
                </a:lnTo>
                <a:lnTo>
                  <a:pt x="463296" y="2144268"/>
                </a:lnTo>
                <a:lnTo>
                  <a:pt x="495300" y="2144268"/>
                </a:lnTo>
                <a:lnTo>
                  <a:pt x="547116" y="2133600"/>
                </a:lnTo>
                <a:lnTo>
                  <a:pt x="580644" y="2106168"/>
                </a:lnTo>
                <a:lnTo>
                  <a:pt x="592836" y="2086356"/>
                </a:lnTo>
                <a:lnTo>
                  <a:pt x="454152" y="2052828"/>
                </a:lnTo>
                <a:lnTo>
                  <a:pt x="571500" y="2037588"/>
                </a:lnTo>
                <a:lnTo>
                  <a:pt x="694944" y="2025396"/>
                </a:lnTo>
                <a:lnTo>
                  <a:pt x="816864" y="2016252"/>
                </a:lnTo>
                <a:lnTo>
                  <a:pt x="1075944" y="2004060"/>
                </a:lnTo>
                <a:lnTo>
                  <a:pt x="1315212" y="1991868"/>
                </a:lnTo>
                <a:lnTo>
                  <a:pt x="1327404" y="1982724"/>
                </a:lnTo>
                <a:lnTo>
                  <a:pt x="1350264" y="1962912"/>
                </a:lnTo>
                <a:lnTo>
                  <a:pt x="1354836" y="1953768"/>
                </a:lnTo>
                <a:lnTo>
                  <a:pt x="1359408" y="1940052"/>
                </a:lnTo>
                <a:close/>
              </a:path>
              <a:path w="4589145" h="3619500">
                <a:moveTo>
                  <a:pt x="1392923" y="2193036"/>
                </a:moveTo>
                <a:lnTo>
                  <a:pt x="1389875" y="2179320"/>
                </a:lnTo>
                <a:lnTo>
                  <a:pt x="1379207" y="2168652"/>
                </a:lnTo>
                <a:lnTo>
                  <a:pt x="1274051" y="2212848"/>
                </a:lnTo>
                <a:lnTo>
                  <a:pt x="1168895" y="2264664"/>
                </a:lnTo>
                <a:lnTo>
                  <a:pt x="1057643" y="2322576"/>
                </a:lnTo>
                <a:lnTo>
                  <a:pt x="711695" y="2516124"/>
                </a:lnTo>
                <a:lnTo>
                  <a:pt x="591299" y="2581656"/>
                </a:lnTo>
                <a:lnTo>
                  <a:pt x="470903" y="2644140"/>
                </a:lnTo>
                <a:lnTo>
                  <a:pt x="483095" y="2624328"/>
                </a:lnTo>
                <a:lnTo>
                  <a:pt x="501383" y="2602992"/>
                </a:lnTo>
                <a:lnTo>
                  <a:pt x="522719" y="2581656"/>
                </a:lnTo>
                <a:lnTo>
                  <a:pt x="544055" y="2561844"/>
                </a:lnTo>
                <a:lnTo>
                  <a:pt x="563867" y="2540508"/>
                </a:lnTo>
                <a:lnTo>
                  <a:pt x="553199" y="2519172"/>
                </a:lnTo>
                <a:lnTo>
                  <a:pt x="533387" y="2508504"/>
                </a:lnTo>
                <a:lnTo>
                  <a:pt x="515099" y="2500884"/>
                </a:lnTo>
                <a:lnTo>
                  <a:pt x="501383" y="2506980"/>
                </a:lnTo>
                <a:lnTo>
                  <a:pt x="492239" y="2513076"/>
                </a:lnTo>
                <a:lnTo>
                  <a:pt x="490715" y="2519172"/>
                </a:lnTo>
                <a:lnTo>
                  <a:pt x="492239" y="2529840"/>
                </a:lnTo>
                <a:lnTo>
                  <a:pt x="487667" y="2535936"/>
                </a:lnTo>
                <a:lnTo>
                  <a:pt x="481571" y="2540508"/>
                </a:lnTo>
                <a:lnTo>
                  <a:pt x="466331" y="2548128"/>
                </a:lnTo>
                <a:lnTo>
                  <a:pt x="454139" y="2551176"/>
                </a:lnTo>
                <a:lnTo>
                  <a:pt x="452615" y="2548128"/>
                </a:lnTo>
                <a:lnTo>
                  <a:pt x="452615" y="2529840"/>
                </a:lnTo>
                <a:lnTo>
                  <a:pt x="451091" y="2526792"/>
                </a:lnTo>
                <a:lnTo>
                  <a:pt x="446519" y="2526792"/>
                </a:lnTo>
                <a:lnTo>
                  <a:pt x="432803" y="2534412"/>
                </a:lnTo>
                <a:lnTo>
                  <a:pt x="409943" y="2552700"/>
                </a:lnTo>
                <a:lnTo>
                  <a:pt x="391655" y="2569464"/>
                </a:lnTo>
                <a:lnTo>
                  <a:pt x="364223" y="2615184"/>
                </a:lnTo>
                <a:lnTo>
                  <a:pt x="352031" y="2641092"/>
                </a:lnTo>
                <a:lnTo>
                  <a:pt x="330695" y="2670048"/>
                </a:lnTo>
                <a:lnTo>
                  <a:pt x="313931" y="2691384"/>
                </a:lnTo>
                <a:lnTo>
                  <a:pt x="269735" y="2738628"/>
                </a:lnTo>
                <a:lnTo>
                  <a:pt x="246875" y="2759964"/>
                </a:lnTo>
                <a:lnTo>
                  <a:pt x="228587" y="2782824"/>
                </a:lnTo>
                <a:lnTo>
                  <a:pt x="211823" y="2802636"/>
                </a:lnTo>
                <a:lnTo>
                  <a:pt x="202679" y="2820924"/>
                </a:lnTo>
                <a:lnTo>
                  <a:pt x="198107" y="2837688"/>
                </a:lnTo>
                <a:lnTo>
                  <a:pt x="202679" y="2851404"/>
                </a:lnTo>
                <a:lnTo>
                  <a:pt x="213347" y="2862072"/>
                </a:lnTo>
                <a:lnTo>
                  <a:pt x="242303" y="2868168"/>
                </a:lnTo>
                <a:lnTo>
                  <a:pt x="277355" y="2851404"/>
                </a:lnTo>
                <a:lnTo>
                  <a:pt x="312407" y="2837688"/>
                </a:lnTo>
                <a:lnTo>
                  <a:pt x="352031" y="2823972"/>
                </a:lnTo>
                <a:lnTo>
                  <a:pt x="391655" y="2811780"/>
                </a:lnTo>
                <a:lnTo>
                  <a:pt x="434327" y="2801112"/>
                </a:lnTo>
                <a:lnTo>
                  <a:pt x="473951" y="2790444"/>
                </a:lnTo>
                <a:lnTo>
                  <a:pt x="591299" y="2759964"/>
                </a:lnTo>
                <a:lnTo>
                  <a:pt x="626351" y="2747772"/>
                </a:lnTo>
                <a:lnTo>
                  <a:pt x="658355" y="2737104"/>
                </a:lnTo>
                <a:lnTo>
                  <a:pt x="713219" y="2706624"/>
                </a:lnTo>
                <a:lnTo>
                  <a:pt x="745223" y="2671572"/>
                </a:lnTo>
                <a:lnTo>
                  <a:pt x="752843" y="2628900"/>
                </a:lnTo>
                <a:lnTo>
                  <a:pt x="614159" y="2654808"/>
                </a:lnTo>
                <a:lnTo>
                  <a:pt x="713219" y="2593848"/>
                </a:lnTo>
                <a:lnTo>
                  <a:pt x="819899" y="2531364"/>
                </a:lnTo>
                <a:lnTo>
                  <a:pt x="929627" y="2473452"/>
                </a:lnTo>
                <a:lnTo>
                  <a:pt x="1043927" y="2412492"/>
                </a:lnTo>
                <a:lnTo>
                  <a:pt x="1266431" y="2299716"/>
                </a:lnTo>
                <a:lnTo>
                  <a:pt x="1371587" y="2243328"/>
                </a:lnTo>
                <a:lnTo>
                  <a:pt x="1379207" y="2231136"/>
                </a:lnTo>
                <a:lnTo>
                  <a:pt x="1391399" y="2203704"/>
                </a:lnTo>
                <a:lnTo>
                  <a:pt x="1392923" y="2193036"/>
                </a:lnTo>
                <a:close/>
              </a:path>
              <a:path w="4589145" h="3619500">
                <a:moveTo>
                  <a:pt x="1429499" y="1734312"/>
                </a:moveTo>
                <a:lnTo>
                  <a:pt x="1333487" y="1674876"/>
                </a:lnTo>
                <a:lnTo>
                  <a:pt x="1231379" y="1618488"/>
                </a:lnTo>
                <a:lnTo>
                  <a:pt x="1118603" y="1560576"/>
                </a:lnTo>
                <a:lnTo>
                  <a:pt x="761987" y="1388364"/>
                </a:lnTo>
                <a:lnTo>
                  <a:pt x="640067" y="1328928"/>
                </a:lnTo>
                <a:lnTo>
                  <a:pt x="519671" y="1264920"/>
                </a:lnTo>
                <a:lnTo>
                  <a:pt x="542531" y="1263396"/>
                </a:lnTo>
                <a:lnTo>
                  <a:pt x="569963" y="1266444"/>
                </a:lnTo>
                <a:lnTo>
                  <a:pt x="600443" y="1272540"/>
                </a:lnTo>
                <a:lnTo>
                  <a:pt x="627875" y="1278636"/>
                </a:lnTo>
                <a:lnTo>
                  <a:pt x="656831" y="1281684"/>
                </a:lnTo>
                <a:lnTo>
                  <a:pt x="667499" y="1260348"/>
                </a:lnTo>
                <a:lnTo>
                  <a:pt x="665975" y="1237488"/>
                </a:lnTo>
                <a:lnTo>
                  <a:pt x="661403" y="1219200"/>
                </a:lnTo>
                <a:lnTo>
                  <a:pt x="649211" y="1211580"/>
                </a:lnTo>
                <a:lnTo>
                  <a:pt x="638543" y="1208532"/>
                </a:lnTo>
                <a:lnTo>
                  <a:pt x="632447" y="1210056"/>
                </a:lnTo>
                <a:lnTo>
                  <a:pt x="624827" y="1216152"/>
                </a:lnTo>
                <a:lnTo>
                  <a:pt x="617207" y="1217676"/>
                </a:lnTo>
                <a:lnTo>
                  <a:pt x="609587" y="1214628"/>
                </a:lnTo>
                <a:lnTo>
                  <a:pt x="594347" y="1205484"/>
                </a:lnTo>
                <a:lnTo>
                  <a:pt x="586727" y="1197864"/>
                </a:lnTo>
                <a:lnTo>
                  <a:pt x="588251" y="1194816"/>
                </a:lnTo>
                <a:lnTo>
                  <a:pt x="601967" y="1185672"/>
                </a:lnTo>
                <a:lnTo>
                  <a:pt x="603491" y="1182624"/>
                </a:lnTo>
                <a:lnTo>
                  <a:pt x="600443" y="1178052"/>
                </a:lnTo>
                <a:lnTo>
                  <a:pt x="588251" y="1170432"/>
                </a:lnTo>
                <a:lnTo>
                  <a:pt x="559295" y="1162812"/>
                </a:lnTo>
                <a:lnTo>
                  <a:pt x="534911" y="1158240"/>
                </a:lnTo>
                <a:lnTo>
                  <a:pt x="481571" y="1161288"/>
                </a:lnTo>
                <a:lnTo>
                  <a:pt x="452615" y="1165860"/>
                </a:lnTo>
                <a:lnTo>
                  <a:pt x="417563" y="1165860"/>
                </a:lnTo>
                <a:lnTo>
                  <a:pt x="390131" y="1164336"/>
                </a:lnTo>
                <a:lnTo>
                  <a:pt x="356603" y="1158240"/>
                </a:lnTo>
                <a:lnTo>
                  <a:pt x="326123" y="1155192"/>
                </a:lnTo>
                <a:lnTo>
                  <a:pt x="295643" y="1149096"/>
                </a:lnTo>
                <a:lnTo>
                  <a:pt x="266687" y="1146048"/>
                </a:lnTo>
                <a:lnTo>
                  <a:pt x="240779" y="1144524"/>
                </a:lnTo>
                <a:lnTo>
                  <a:pt x="220967" y="1147572"/>
                </a:lnTo>
                <a:lnTo>
                  <a:pt x="204203" y="1152144"/>
                </a:lnTo>
                <a:lnTo>
                  <a:pt x="195059" y="1164336"/>
                </a:lnTo>
                <a:lnTo>
                  <a:pt x="193535" y="1181100"/>
                </a:lnTo>
                <a:lnTo>
                  <a:pt x="204203" y="1207008"/>
                </a:lnTo>
                <a:lnTo>
                  <a:pt x="237731" y="1225296"/>
                </a:lnTo>
                <a:lnTo>
                  <a:pt x="269735" y="1246632"/>
                </a:lnTo>
                <a:lnTo>
                  <a:pt x="303263" y="1271016"/>
                </a:lnTo>
                <a:lnTo>
                  <a:pt x="335267" y="1296924"/>
                </a:lnTo>
                <a:lnTo>
                  <a:pt x="368795" y="1324356"/>
                </a:lnTo>
                <a:lnTo>
                  <a:pt x="432803" y="1379220"/>
                </a:lnTo>
                <a:lnTo>
                  <a:pt x="493763" y="1429512"/>
                </a:lnTo>
                <a:lnTo>
                  <a:pt x="551675" y="1472184"/>
                </a:lnTo>
                <a:lnTo>
                  <a:pt x="606539" y="1499616"/>
                </a:lnTo>
                <a:lnTo>
                  <a:pt x="630923" y="1505712"/>
                </a:lnTo>
                <a:lnTo>
                  <a:pt x="653783" y="1505712"/>
                </a:lnTo>
                <a:lnTo>
                  <a:pt x="673595" y="1499616"/>
                </a:lnTo>
                <a:lnTo>
                  <a:pt x="693407" y="1487424"/>
                </a:lnTo>
                <a:lnTo>
                  <a:pt x="591299" y="1388364"/>
                </a:lnTo>
                <a:lnTo>
                  <a:pt x="699503" y="1434084"/>
                </a:lnTo>
                <a:lnTo>
                  <a:pt x="812279" y="1487424"/>
                </a:lnTo>
                <a:lnTo>
                  <a:pt x="922007" y="1540764"/>
                </a:lnTo>
                <a:lnTo>
                  <a:pt x="1150607" y="1661160"/>
                </a:lnTo>
                <a:lnTo>
                  <a:pt x="1363967" y="1772412"/>
                </a:lnTo>
                <a:lnTo>
                  <a:pt x="1379207" y="1770888"/>
                </a:lnTo>
                <a:lnTo>
                  <a:pt x="1408163" y="1766316"/>
                </a:lnTo>
                <a:lnTo>
                  <a:pt x="1418831" y="1760220"/>
                </a:lnTo>
                <a:lnTo>
                  <a:pt x="1427975" y="1751076"/>
                </a:lnTo>
                <a:lnTo>
                  <a:pt x="1429499" y="1734312"/>
                </a:lnTo>
                <a:close/>
              </a:path>
              <a:path w="4589145" h="3619500">
                <a:moveTo>
                  <a:pt x="1699260" y="1511795"/>
                </a:moveTo>
                <a:lnTo>
                  <a:pt x="1636776" y="1415783"/>
                </a:lnTo>
                <a:lnTo>
                  <a:pt x="1569720" y="1321295"/>
                </a:lnTo>
                <a:lnTo>
                  <a:pt x="1491996" y="1220711"/>
                </a:lnTo>
                <a:lnTo>
                  <a:pt x="1243584" y="912863"/>
                </a:lnTo>
                <a:lnTo>
                  <a:pt x="1159764" y="804659"/>
                </a:lnTo>
                <a:lnTo>
                  <a:pt x="1077468" y="696455"/>
                </a:lnTo>
                <a:lnTo>
                  <a:pt x="1100328" y="705599"/>
                </a:lnTo>
                <a:lnTo>
                  <a:pt x="1123188" y="719315"/>
                </a:lnTo>
                <a:lnTo>
                  <a:pt x="1147572" y="737603"/>
                </a:lnTo>
                <a:lnTo>
                  <a:pt x="1170432" y="754367"/>
                </a:lnTo>
                <a:lnTo>
                  <a:pt x="1196340" y="771131"/>
                </a:lnTo>
                <a:lnTo>
                  <a:pt x="1213104" y="755891"/>
                </a:lnTo>
                <a:lnTo>
                  <a:pt x="1222248" y="736079"/>
                </a:lnTo>
                <a:lnTo>
                  <a:pt x="1226820" y="716267"/>
                </a:lnTo>
                <a:lnTo>
                  <a:pt x="1217676" y="704075"/>
                </a:lnTo>
                <a:lnTo>
                  <a:pt x="1210056" y="696455"/>
                </a:lnTo>
                <a:lnTo>
                  <a:pt x="1203960" y="694931"/>
                </a:lnTo>
                <a:lnTo>
                  <a:pt x="1193292" y="697979"/>
                </a:lnTo>
                <a:lnTo>
                  <a:pt x="1187196" y="694931"/>
                </a:lnTo>
                <a:lnTo>
                  <a:pt x="1181100" y="688835"/>
                </a:lnTo>
                <a:lnTo>
                  <a:pt x="1170432" y="675119"/>
                </a:lnTo>
                <a:lnTo>
                  <a:pt x="1167384" y="664451"/>
                </a:lnTo>
                <a:lnTo>
                  <a:pt x="1168908" y="662927"/>
                </a:lnTo>
                <a:lnTo>
                  <a:pt x="1187196" y="659879"/>
                </a:lnTo>
                <a:lnTo>
                  <a:pt x="1188720" y="658355"/>
                </a:lnTo>
                <a:lnTo>
                  <a:pt x="1188720" y="652259"/>
                </a:lnTo>
                <a:lnTo>
                  <a:pt x="1179576" y="641591"/>
                </a:lnTo>
                <a:lnTo>
                  <a:pt x="1138428" y="606539"/>
                </a:lnTo>
                <a:lnTo>
                  <a:pt x="1088136" y="586727"/>
                </a:lnTo>
                <a:lnTo>
                  <a:pt x="1060704" y="577583"/>
                </a:lnTo>
                <a:lnTo>
                  <a:pt x="1028700" y="562343"/>
                </a:lnTo>
                <a:lnTo>
                  <a:pt x="1004316" y="550151"/>
                </a:lnTo>
                <a:lnTo>
                  <a:pt x="976884" y="530339"/>
                </a:lnTo>
                <a:lnTo>
                  <a:pt x="950976" y="513575"/>
                </a:lnTo>
                <a:lnTo>
                  <a:pt x="900684" y="480047"/>
                </a:lnTo>
                <a:lnTo>
                  <a:pt x="858012" y="461759"/>
                </a:lnTo>
                <a:lnTo>
                  <a:pt x="841248" y="460235"/>
                </a:lnTo>
                <a:lnTo>
                  <a:pt x="829056" y="466331"/>
                </a:lnTo>
                <a:lnTo>
                  <a:pt x="819912" y="480047"/>
                </a:lnTo>
                <a:lnTo>
                  <a:pt x="818388" y="507479"/>
                </a:lnTo>
                <a:lnTo>
                  <a:pt x="839724" y="539483"/>
                </a:lnTo>
                <a:lnTo>
                  <a:pt x="861060" y="573011"/>
                </a:lnTo>
                <a:lnTo>
                  <a:pt x="879348" y="609587"/>
                </a:lnTo>
                <a:lnTo>
                  <a:pt x="899160" y="646163"/>
                </a:lnTo>
                <a:lnTo>
                  <a:pt x="917448" y="685787"/>
                </a:lnTo>
                <a:lnTo>
                  <a:pt x="950976" y="761987"/>
                </a:lnTo>
                <a:lnTo>
                  <a:pt x="984504" y="833615"/>
                </a:lnTo>
                <a:lnTo>
                  <a:pt x="1018032" y="897623"/>
                </a:lnTo>
                <a:lnTo>
                  <a:pt x="1056132" y="946391"/>
                </a:lnTo>
                <a:lnTo>
                  <a:pt x="1095756" y="970775"/>
                </a:lnTo>
                <a:lnTo>
                  <a:pt x="1117092" y="973823"/>
                </a:lnTo>
                <a:lnTo>
                  <a:pt x="1139952" y="972299"/>
                </a:lnTo>
                <a:lnTo>
                  <a:pt x="1091184" y="838187"/>
                </a:lnTo>
                <a:lnTo>
                  <a:pt x="1168908" y="926579"/>
                </a:lnTo>
                <a:lnTo>
                  <a:pt x="1246632" y="1022591"/>
                </a:lnTo>
                <a:lnTo>
                  <a:pt x="1322832" y="1118603"/>
                </a:lnTo>
                <a:lnTo>
                  <a:pt x="1402080" y="1223759"/>
                </a:lnTo>
                <a:lnTo>
                  <a:pt x="1478280" y="1325867"/>
                </a:lnTo>
                <a:lnTo>
                  <a:pt x="1551432" y="1423403"/>
                </a:lnTo>
                <a:lnTo>
                  <a:pt x="1623060" y="1517891"/>
                </a:lnTo>
                <a:lnTo>
                  <a:pt x="1638300" y="1522463"/>
                </a:lnTo>
                <a:lnTo>
                  <a:pt x="1665732" y="1530083"/>
                </a:lnTo>
                <a:lnTo>
                  <a:pt x="1677924" y="1528559"/>
                </a:lnTo>
                <a:lnTo>
                  <a:pt x="1690116" y="1523987"/>
                </a:lnTo>
                <a:lnTo>
                  <a:pt x="1699260" y="1511795"/>
                </a:lnTo>
                <a:close/>
              </a:path>
              <a:path w="4589145" h="3619500">
                <a:moveTo>
                  <a:pt x="1752587" y="2441435"/>
                </a:moveTo>
                <a:lnTo>
                  <a:pt x="1749539" y="2429243"/>
                </a:lnTo>
                <a:lnTo>
                  <a:pt x="1741919" y="2418575"/>
                </a:lnTo>
                <a:lnTo>
                  <a:pt x="1728203" y="2412479"/>
                </a:lnTo>
                <a:lnTo>
                  <a:pt x="1648955" y="2494775"/>
                </a:lnTo>
                <a:lnTo>
                  <a:pt x="1571231" y="2583180"/>
                </a:lnTo>
                <a:lnTo>
                  <a:pt x="1490459" y="2679192"/>
                </a:lnTo>
                <a:lnTo>
                  <a:pt x="1246619" y="2991599"/>
                </a:lnTo>
                <a:lnTo>
                  <a:pt x="1161275" y="3098292"/>
                </a:lnTo>
                <a:lnTo>
                  <a:pt x="1072883" y="3201911"/>
                </a:lnTo>
                <a:lnTo>
                  <a:pt x="1077455" y="3179051"/>
                </a:lnTo>
                <a:lnTo>
                  <a:pt x="1086599" y="3153156"/>
                </a:lnTo>
                <a:lnTo>
                  <a:pt x="1097267" y="3124200"/>
                </a:lnTo>
                <a:lnTo>
                  <a:pt x="1109459" y="3098292"/>
                </a:lnTo>
                <a:lnTo>
                  <a:pt x="1118603" y="3070860"/>
                </a:lnTo>
                <a:lnTo>
                  <a:pt x="1100315" y="3055607"/>
                </a:lnTo>
                <a:lnTo>
                  <a:pt x="1078979" y="3052559"/>
                </a:lnTo>
                <a:lnTo>
                  <a:pt x="1059167" y="3052559"/>
                </a:lnTo>
                <a:lnTo>
                  <a:pt x="1048499" y="3064751"/>
                </a:lnTo>
                <a:lnTo>
                  <a:pt x="1043927" y="3073908"/>
                </a:lnTo>
                <a:lnTo>
                  <a:pt x="1043927" y="3078467"/>
                </a:lnTo>
                <a:lnTo>
                  <a:pt x="1048499" y="3089148"/>
                </a:lnTo>
                <a:lnTo>
                  <a:pt x="1048499" y="3095244"/>
                </a:lnTo>
                <a:lnTo>
                  <a:pt x="1043927" y="3102851"/>
                </a:lnTo>
                <a:lnTo>
                  <a:pt x="1031735" y="3116567"/>
                </a:lnTo>
                <a:lnTo>
                  <a:pt x="1022591" y="3122663"/>
                </a:lnTo>
                <a:lnTo>
                  <a:pt x="1019543" y="3119615"/>
                </a:lnTo>
                <a:lnTo>
                  <a:pt x="1013447" y="3104375"/>
                </a:lnTo>
                <a:lnTo>
                  <a:pt x="1010399" y="3101327"/>
                </a:lnTo>
                <a:lnTo>
                  <a:pt x="981443" y="3140951"/>
                </a:lnTo>
                <a:lnTo>
                  <a:pt x="967727" y="3189719"/>
                </a:lnTo>
                <a:lnTo>
                  <a:pt x="963155" y="3246107"/>
                </a:lnTo>
                <a:lnTo>
                  <a:pt x="955535" y="3279648"/>
                </a:lnTo>
                <a:lnTo>
                  <a:pt x="947915" y="3307067"/>
                </a:lnTo>
                <a:lnTo>
                  <a:pt x="934199" y="3337560"/>
                </a:lnTo>
                <a:lnTo>
                  <a:pt x="912863" y="3395459"/>
                </a:lnTo>
                <a:lnTo>
                  <a:pt x="896099" y="3448812"/>
                </a:lnTo>
                <a:lnTo>
                  <a:pt x="894575" y="3468611"/>
                </a:lnTo>
                <a:lnTo>
                  <a:pt x="896099" y="3485375"/>
                </a:lnTo>
                <a:lnTo>
                  <a:pt x="906767" y="3496056"/>
                </a:lnTo>
                <a:lnTo>
                  <a:pt x="920483" y="3502152"/>
                </a:lnTo>
                <a:lnTo>
                  <a:pt x="949439" y="3497567"/>
                </a:lnTo>
                <a:lnTo>
                  <a:pt x="975347" y="3468611"/>
                </a:lnTo>
                <a:lnTo>
                  <a:pt x="1002779" y="3441192"/>
                </a:lnTo>
                <a:lnTo>
                  <a:pt x="1033259" y="3413760"/>
                </a:lnTo>
                <a:lnTo>
                  <a:pt x="1065263" y="3387852"/>
                </a:lnTo>
                <a:lnTo>
                  <a:pt x="1100315" y="3361944"/>
                </a:lnTo>
                <a:lnTo>
                  <a:pt x="1132319" y="3336023"/>
                </a:lnTo>
                <a:lnTo>
                  <a:pt x="1165847" y="3310115"/>
                </a:lnTo>
                <a:lnTo>
                  <a:pt x="1228331" y="3262871"/>
                </a:lnTo>
                <a:lnTo>
                  <a:pt x="1257287" y="3238500"/>
                </a:lnTo>
                <a:lnTo>
                  <a:pt x="1304531" y="3191256"/>
                </a:lnTo>
                <a:lnTo>
                  <a:pt x="1331963" y="3145523"/>
                </a:lnTo>
                <a:lnTo>
                  <a:pt x="1338059" y="3122663"/>
                </a:lnTo>
                <a:lnTo>
                  <a:pt x="1335011" y="3101327"/>
                </a:lnTo>
                <a:lnTo>
                  <a:pt x="1327391" y="3080004"/>
                </a:lnTo>
                <a:lnTo>
                  <a:pt x="1210043" y="3157715"/>
                </a:lnTo>
                <a:lnTo>
                  <a:pt x="1277099" y="3061703"/>
                </a:lnTo>
                <a:lnTo>
                  <a:pt x="1429499" y="2866644"/>
                </a:lnTo>
                <a:lnTo>
                  <a:pt x="1595615" y="2670035"/>
                </a:lnTo>
                <a:lnTo>
                  <a:pt x="1674863" y="2577071"/>
                </a:lnTo>
                <a:lnTo>
                  <a:pt x="1751063" y="2485631"/>
                </a:lnTo>
                <a:lnTo>
                  <a:pt x="1752587" y="2470391"/>
                </a:lnTo>
                <a:lnTo>
                  <a:pt x="1752587" y="2441435"/>
                </a:lnTo>
                <a:close/>
              </a:path>
              <a:path w="4589145" h="3619500">
                <a:moveTo>
                  <a:pt x="2497823" y="356603"/>
                </a:moveTo>
                <a:lnTo>
                  <a:pt x="2487155" y="303263"/>
                </a:lnTo>
                <a:lnTo>
                  <a:pt x="2461247" y="256019"/>
                </a:lnTo>
                <a:lnTo>
                  <a:pt x="2444483" y="233159"/>
                </a:lnTo>
                <a:lnTo>
                  <a:pt x="2429243" y="201155"/>
                </a:lnTo>
                <a:lnTo>
                  <a:pt x="2418575" y="175247"/>
                </a:lnTo>
                <a:lnTo>
                  <a:pt x="2409431" y="143243"/>
                </a:lnTo>
                <a:lnTo>
                  <a:pt x="2400287" y="112763"/>
                </a:lnTo>
                <a:lnTo>
                  <a:pt x="2391143" y="83820"/>
                </a:lnTo>
                <a:lnTo>
                  <a:pt x="2380475" y="56375"/>
                </a:lnTo>
                <a:lnTo>
                  <a:pt x="2371331" y="32004"/>
                </a:lnTo>
                <a:lnTo>
                  <a:pt x="2360663" y="15227"/>
                </a:lnTo>
                <a:lnTo>
                  <a:pt x="2348471" y="3035"/>
                </a:lnTo>
                <a:lnTo>
                  <a:pt x="2334755" y="0"/>
                </a:lnTo>
                <a:lnTo>
                  <a:pt x="2317991" y="4559"/>
                </a:lnTo>
                <a:lnTo>
                  <a:pt x="2299703" y="25908"/>
                </a:lnTo>
                <a:lnTo>
                  <a:pt x="2296655" y="64008"/>
                </a:lnTo>
                <a:lnTo>
                  <a:pt x="2292083" y="102108"/>
                </a:lnTo>
                <a:lnTo>
                  <a:pt x="2284463" y="143243"/>
                </a:lnTo>
                <a:lnTo>
                  <a:pt x="2275319" y="182867"/>
                </a:lnTo>
                <a:lnTo>
                  <a:pt x="2264651" y="225552"/>
                </a:lnTo>
                <a:lnTo>
                  <a:pt x="2255507" y="266700"/>
                </a:lnTo>
                <a:lnTo>
                  <a:pt x="2225027" y="384048"/>
                </a:lnTo>
                <a:lnTo>
                  <a:pt x="2217407" y="420611"/>
                </a:lnTo>
                <a:lnTo>
                  <a:pt x="2211311" y="454152"/>
                </a:lnTo>
                <a:lnTo>
                  <a:pt x="2209787" y="486143"/>
                </a:lnTo>
                <a:lnTo>
                  <a:pt x="2209787" y="516623"/>
                </a:lnTo>
                <a:lnTo>
                  <a:pt x="2215883" y="539496"/>
                </a:lnTo>
                <a:lnTo>
                  <a:pt x="2225027" y="560819"/>
                </a:lnTo>
                <a:lnTo>
                  <a:pt x="2240267" y="576059"/>
                </a:lnTo>
                <a:lnTo>
                  <a:pt x="2260079" y="588251"/>
                </a:lnTo>
                <a:lnTo>
                  <a:pt x="2304275" y="454152"/>
                </a:lnTo>
                <a:lnTo>
                  <a:pt x="2310371" y="571500"/>
                </a:lnTo>
                <a:lnTo>
                  <a:pt x="2310371" y="818375"/>
                </a:lnTo>
                <a:lnTo>
                  <a:pt x="2301227" y="1075931"/>
                </a:lnTo>
                <a:lnTo>
                  <a:pt x="2296655" y="1197851"/>
                </a:lnTo>
                <a:lnTo>
                  <a:pt x="2293607" y="1316723"/>
                </a:lnTo>
                <a:lnTo>
                  <a:pt x="2301227" y="1330439"/>
                </a:lnTo>
                <a:lnTo>
                  <a:pt x="2317991" y="1353299"/>
                </a:lnTo>
                <a:lnTo>
                  <a:pt x="2328659" y="1359395"/>
                </a:lnTo>
                <a:lnTo>
                  <a:pt x="2340851" y="1363967"/>
                </a:lnTo>
                <a:lnTo>
                  <a:pt x="2356091" y="1359395"/>
                </a:lnTo>
                <a:lnTo>
                  <a:pt x="2368283" y="1246619"/>
                </a:lnTo>
                <a:lnTo>
                  <a:pt x="2374379" y="1129271"/>
                </a:lnTo>
                <a:lnTo>
                  <a:pt x="2377427" y="1004316"/>
                </a:lnTo>
                <a:lnTo>
                  <a:pt x="2377427" y="608063"/>
                </a:lnTo>
                <a:lnTo>
                  <a:pt x="2378951" y="470903"/>
                </a:lnTo>
                <a:lnTo>
                  <a:pt x="2385047" y="335267"/>
                </a:lnTo>
                <a:lnTo>
                  <a:pt x="2395715" y="356603"/>
                </a:lnTo>
                <a:lnTo>
                  <a:pt x="2404859" y="382511"/>
                </a:lnTo>
                <a:lnTo>
                  <a:pt x="2412479" y="411467"/>
                </a:lnTo>
                <a:lnTo>
                  <a:pt x="2420099" y="438899"/>
                </a:lnTo>
                <a:lnTo>
                  <a:pt x="2429243" y="466344"/>
                </a:lnTo>
                <a:lnTo>
                  <a:pt x="2452103" y="466344"/>
                </a:lnTo>
                <a:lnTo>
                  <a:pt x="2471915" y="455663"/>
                </a:lnTo>
                <a:lnTo>
                  <a:pt x="2487155" y="443471"/>
                </a:lnTo>
                <a:lnTo>
                  <a:pt x="2488679" y="428244"/>
                </a:lnTo>
                <a:lnTo>
                  <a:pt x="2487155" y="417563"/>
                </a:lnTo>
                <a:lnTo>
                  <a:pt x="2482583" y="413004"/>
                </a:lnTo>
                <a:lnTo>
                  <a:pt x="2473439" y="409943"/>
                </a:lnTo>
                <a:lnTo>
                  <a:pt x="2470391" y="402323"/>
                </a:lnTo>
                <a:lnTo>
                  <a:pt x="2468867" y="394703"/>
                </a:lnTo>
                <a:lnTo>
                  <a:pt x="2470391" y="377952"/>
                </a:lnTo>
                <a:lnTo>
                  <a:pt x="2473439" y="367271"/>
                </a:lnTo>
                <a:lnTo>
                  <a:pt x="2476487" y="367271"/>
                </a:lnTo>
                <a:lnTo>
                  <a:pt x="2491727" y="374904"/>
                </a:lnTo>
                <a:lnTo>
                  <a:pt x="2494775" y="374904"/>
                </a:lnTo>
                <a:lnTo>
                  <a:pt x="2497823" y="371843"/>
                </a:lnTo>
                <a:lnTo>
                  <a:pt x="2497823" y="356603"/>
                </a:lnTo>
                <a:close/>
              </a:path>
              <a:path w="4589145" h="3619500">
                <a:moveTo>
                  <a:pt x="3372599" y="545579"/>
                </a:moveTo>
                <a:lnTo>
                  <a:pt x="3369551" y="528815"/>
                </a:lnTo>
                <a:lnTo>
                  <a:pt x="3358883" y="518147"/>
                </a:lnTo>
                <a:lnTo>
                  <a:pt x="3343643" y="513575"/>
                </a:lnTo>
                <a:lnTo>
                  <a:pt x="3316211" y="521195"/>
                </a:lnTo>
                <a:lnTo>
                  <a:pt x="3293351" y="551675"/>
                </a:lnTo>
                <a:lnTo>
                  <a:pt x="3268967" y="582155"/>
                </a:lnTo>
                <a:lnTo>
                  <a:pt x="3211055" y="640067"/>
                </a:lnTo>
                <a:lnTo>
                  <a:pt x="3177527" y="670547"/>
                </a:lnTo>
                <a:lnTo>
                  <a:pt x="3148571" y="699503"/>
                </a:lnTo>
                <a:lnTo>
                  <a:pt x="3116567" y="726935"/>
                </a:lnTo>
                <a:lnTo>
                  <a:pt x="3058655" y="780275"/>
                </a:lnTo>
                <a:lnTo>
                  <a:pt x="3008363" y="832091"/>
                </a:lnTo>
                <a:lnTo>
                  <a:pt x="2974835" y="883907"/>
                </a:lnTo>
                <a:lnTo>
                  <a:pt x="2962643" y="929627"/>
                </a:lnTo>
                <a:lnTo>
                  <a:pt x="2967215" y="949439"/>
                </a:lnTo>
                <a:lnTo>
                  <a:pt x="2976359" y="970775"/>
                </a:lnTo>
                <a:lnTo>
                  <a:pt x="3087611" y="882383"/>
                </a:lnTo>
                <a:lnTo>
                  <a:pt x="3028175" y="984491"/>
                </a:lnTo>
                <a:lnTo>
                  <a:pt x="2961119" y="1088123"/>
                </a:lnTo>
                <a:lnTo>
                  <a:pt x="2892539" y="1191755"/>
                </a:lnTo>
                <a:lnTo>
                  <a:pt x="2817863" y="1298435"/>
                </a:lnTo>
                <a:lnTo>
                  <a:pt x="2744711" y="1403591"/>
                </a:lnTo>
                <a:lnTo>
                  <a:pt x="2674607" y="1502651"/>
                </a:lnTo>
                <a:lnTo>
                  <a:pt x="2607551" y="1600187"/>
                </a:lnTo>
                <a:lnTo>
                  <a:pt x="2606027" y="1615427"/>
                </a:lnTo>
                <a:lnTo>
                  <a:pt x="2609075" y="1644383"/>
                </a:lnTo>
                <a:lnTo>
                  <a:pt x="2613647" y="1655051"/>
                </a:lnTo>
                <a:lnTo>
                  <a:pt x="2621267" y="1665719"/>
                </a:lnTo>
                <a:lnTo>
                  <a:pt x="2636507" y="1670291"/>
                </a:lnTo>
                <a:lnTo>
                  <a:pt x="2708135" y="1581899"/>
                </a:lnTo>
                <a:lnTo>
                  <a:pt x="2776715" y="1487411"/>
                </a:lnTo>
                <a:lnTo>
                  <a:pt x="2848343" y="1383779"/>
                </a:lnTo>
                <a:lnTo>
                  <a:pt x="3064751" y="1051547"/>
                </a:lnTo>
                <a:lnTo>
                  <a:pt x="3139427" y="937247"/>
                </a:lnTo>
                <a:lnTo>
                  <a:pt x="3218675" y="825995"/>
                </a:lnTo>
                <a:lnTo>
                  <a:pt x="3217151" y="850379"/>
                </a:lnTo>
                <a:lnTo>
                  <a:pt x="3200387" y="906767"/>
                </a:lnTo>
                <a:lnTo>
                  <a:pt x="3191243" y="932675"/>
                </a:lnTo>
                <a:lnTo>
                  <a:pt x="3185147" y="961631"/>
                </a:lnTo>
                <a:lnTo>
                  <a:pt x="3203435" y="973823"/>
                </a:lnTo>
                <a:lnTo>
                  <a:pt x="3226295" y="976871"/>
                </a:lnTo>
                <a:lnTo>
                  <a:pt x="3246107" y="973823"/>
                </a:lnTo>
                <a:lnTo>
                  <a:pt x="3255251" y="961631"/>
                </a:lnTo>
                <a:lnTo>
                  <a:pt x="3259823" y="952487"/>
                </a:lnTo>
                <a:lnTo>
                  <a:pt x="3258299" y="946391"/>
                </a:lnTo>
                <a:lnTo>
                  <a:pt x="3252203" y="937247"/>
                </a:lnTo>
                <a:lnTo>
                  <a:pt x="3253727" y="929627"/>
                </a:lnTo>
                <a:lnTo>
                  <a:pt x="3256775" y="922007"/>
                </a:lnTo>
                <a:lnTo>
                  <a:pt x="3267443" y="908291"/>
                </a:lnTo>
                <a:lnTo>
                  <a:pt x="3276587" y="902195"/>
                </a:lnTo>
                <a:lnTo>
                  <a:pt x="3278111" y="903719"/>
                </a:lnTo>
                <a:lnTo>
                  <a:pt x="3287255" y="918959"/>
                </a:lnTo>
                <a:lnTo>
                  <a:pt x="3290303" y="920483"/>
                </a:lnTo>
                <a:lnTo>
                  <a:pt x="3316211" y="879335"/>
                </a:lnTo>
                <a:lnTo>
                  <a:pt x="3323831" y="829043"/>
                </a:lnTo>
                <a:lnTo>
                  <a:pt x="3326879" y="801611"/>
                </a:lnTo>
                <a:lnTo>
                  <a:pt x="3325355" y="774179"/>
                </a:lnTo>
                <a:lnTo>
                  <a:pt x="3329927" y="739127"/>
                </a:lnTo>
                <a:lnTo>
                  <a:pt x="3334499" y="711695"/>
                </a:lnTo>
                <a:lnTo>
                  <a:pt x="3345167" y="679691"/>
                </a:lnTo>
                <a:lnTo>
                  <a:pt x="3352787" y="649211"/>
                </a:lnTo>
                <a:lnTo>
                  <a:pt x="3361931" y="618731"/>
                </a:lnTo>
                <a:lnTo>
                  <a:pt x="3368027" y="591299"/>
                </a:lnTo>
                <a:lnTo>
                  <a:pt x="3372599" y="565391"/>
                </a:lnTo>
                <a:lnTo>
                  <a:pt x="3372599" y="545579"/>
                </a:lnTo>
                <a:close/>
              </a:path>
              <a:path w="4589145" h="3619500">
                <a:moveTo>
                  <a:pt x="3842004" y="3570719"/>
                </a:moveTo>
                <a:lnTo>
                  <a:pt x="3820668" y="3538715"/>
                </a:lnTo>
                <a:lnTo>
                  <a:pt x="3800856" y="3505187"/>
                </a:lnTo>
                <a:lnTo>
                  <a:pt x="3764280" y="3432035"/>
                </a:lnTo>
                <a:lnTo>
                  <a:pt x="3745992" y="3390887"/>
                </a:lnTo>
                <a:lnTo>
                  <a:pt x="3712464" y="3314687"/>
                </a:lnTo>
                <a:lnTo>
                  <a:pt x="3681984" y="3241535"/>
                </a:lnTo>
                <a:lnTo>
                  <a:pt x="3665220" y="3209531"/>
                </a:lnTo>
                <a:lnTo>
                  <a:pt x="3630168" y="3151619"/>
                </a:lnTo>
                <a:lnTo>
                  <a:pt x="3593592" y="3113519"/>
                </a:lnTo>
                <a:lnTo>
                  <a:pt x="3550920" y="3099803"/>
                </a:lnTo>
                <a:lnTo>
                  <a:pt x="3528060" y="3102851"/>
                </a:lnTo>
                <a:lnTo>
                  <a:pt x="3575304" y="3235439"/>
                </a:lnTo>
                <a:lnTo>
                  <a:pt x="3499104" y="3147047"/>
                </a:lnTo>
                <a:lnTo>
                  <a:pt x="3421380" y="3049511"/>
                </a:lnTo>
                <a:lnTo>
                  <a:pt x="3346704" y="2951975"/>
                </a:lnTo>
                <a:lnTo>
                  <a:pt x="3270504" y="2846819"/>
                </a:lnTo>
                <a:lnTo>
                  <a:pt x="3195828" y="2743187"/>
                </a:lnTo>
                <a:lnTo>
                  <a:pt x="3124200" y="2644127"/>
                </a:lnTo>
                <a:lnTo>
                  <a:pt x="3054096" y="2548115"/>
                </a:lnTo>
                <a:lnTo>
                  <a:pt x="3038856" y="2543543"/>
                </a:lnTo>
                <a:lnTo>
                  <a:pt x="3011424" y="2535923"/>
                </a:lnTo>
                <a:lnTo>
                  <a:pt x="2999232" y="2535923"/>
                </a:lnTo>
                <a:lnTo>
                  <a:pt x="2987040" y="2540495"/>
                </a:lnTo>
                <a:lnTo>
                  <a:pt x="2977896" y="2552687"/>
                </a:lnTo>
                <a:lnTo>
                  <a:pt x="3037332" y="2650223"/>
                </a:lnTo>
                <a:lnTo>
                  <a:pt x="3104388" y="2746235"/>
                </a:lnTo>
                <a:lnTo>
                  <a:pt x="3179064" y="2846819"/>
                </a:lnTo>
                <a:lnTo>
                  <a:pt x="3422904" y="3159239"/>
                </a:lnTo>
                <a:lnTo>
                  <a:pt x="3506724" y="3267443"/>
                </a:lnTo>
                <a:lnTo>
                  <a:pt x="3585972" y="3378695"/>
                </a:lnTo>
                <a:lnTo>
                  <a:pt x="3563112" y="3369551"/>
                </a:lnTo>
                <a:lnTo>
                  <a:pt x="3515868" y="3336023"/>
                </a:lnTo>
                <a:lnTo>
                  <a:pt x="3493008" y="3317735"/>
                </a:lnTo>
                <a:lnTo>
                  <a:pt x="3468624" y="3302495"/>
                </a:lnTo>
                <a:lnTo>
                  <a:pt x="3450336" y="3316211"/>
                </a:lnTo>
                <a:lnTo>
                  <a:pt x="3441192" y="3337547"/>
                </a:lnTo>
                <a:lnTo>
                  <a:pt x="3438144" y="3357359"/>
                </a:lnTo>
                <a:lnTo>
                  <a:pt x="3445764" y="3369551"/>
                </a:lnTo>
                <a:lnTo>
                  <a:pt x="3453384" y="3377171"/>
                </a:lnTo>
                <a:lnTo>
                  <a:pt x="3459480" y="3377171"/>
                </a:lnTo>
                <a:lnTo>
                  <a:pt x="3470148" y="3374123"/>
                </a:lnTo>
                <a:lnTo>
                  <a:pt x="3476244" y="3377171"/>
                </a:lnTo>
                <a:lnTo>
                  <a:pt x="3482340" y="3383267"/>
                </a:lnTo>
                <a:lnTo>
                  <a:pt x="3491484" y="3398507"/>
                </a:lnTo>
                <a:lnTo>
                  <a:pt x="3496056" y="3409175"/>
                </a:lnTo>
                <a:lnTo>
                  <a:pt x="3493008" y="3410699"/>
                </a:lnTo>
                <a:lnTo>
                  <a:pt x="3476244" y="3413747"/>
                </a:lnTo>
                <a:lnTo>
                  <a:pt x="3473196" y="3415271"/>
                </a:lnTo>
                <a:lnTo>
                  <a:pt x="3473196" y="3419843"/>
                </a:lnTo>
                <a:lnTo>
                  <a:pt x="3482340" y="3432035"/>
                </a:lnTo>
                <a:lnTo>
                  <a:pt x="3503676" y="3453371"/>
                </a:lnTo>
                <a:lnTo>
                  <a:pt x="3523488" y="3467087"/>
                </a:lnTo>
                <a:lnTo>
                  <a:pt x="3549396" y="3477755"/>
                </a:lnTo>
                <a:lnTo>
                  <a:pt x="3573780" y="3488423"/>
                </a:lnTo>
                <a:lnTo>
                  <a:pt x="3601212" y="3497567"/>
                </a:lnTo>
                <a:lnTo>
                  <a:pt x="3633216" y="3512807"/>
                </a:lnTo>
                <a:lnTo>
                  <a:pt x="3657600" y="3526523"/>
                </a:lnTo>
                <a:lnTo>
                  <a:pt x="3683508" y="3546335"/>
                </a:lnTo>
                <a:lnTo>
                  <a:pt x="3709416" y="3563099"/>
                </a:lnTo>
                <a:lnTo>
                  <a:pt x="3735324" y="3581387"/>
                </a:lnTo>
                <a:lnTo>
                  <a:pt x="3759708" y="3596627"/>
                </a:lnTo>
                <a:lnTo>
                  <a:pt x="3781044" y="3610343"/>
                </a:lnTo>
                <a:lnTo>
                  <a:pt x="3800856" y="3616439"/>
                </a:lnTo>
                <a:lnTo>
                  <a:pt x="3817620" y="3619487"/>
                </a:lnTo>
                <a:lnTo>
                  <a:pt x="3831336" y="3611867"/>
                </a:lnTo>
                <a:lnTo>
                  <a:pt x="3840480" y="3599675"/>
                </a:lnTo>
                <a:lnTo>
                  <a:pt x="3842004" y="3570719"/>
                </a:lnTo>
                <a:close/>
              </a:path>
              <a:path w="4589145" h="3619500">
                <a:moveTo>
                  <a:pt x="4183367" y="2782824"/>
                </a:moveTo>
                <a:lnTo>
                  <a:pt x="4177271" y="2758440"/>
                </a:lnTo>
                <a:lnTo>
                  <a:pt x="4151363" y="2740152"/>
                </a:lnTo>
                <a:lnTo>
                  <a:pt x="4125455" y="2720340"/>
                </a:lnTo>
                <a:lnTo>
                  <a:pt x="4075163" y="2673096"/>
                </a:lnTo>
                <a:lnTo>
                  <a:pt x="4050779" y="2645664"/>
                </a:lnTo>
                <a:lnTo>
                  <a:pt x="4024871" y="2619756"/>
                </a:lnTo>
                <a:lnTo>
                  <a:pt x="3956291" y="2545080"/>
                </a:lnTo>
                <a:lnTo>
                  <a:pt x="3912095" y="2505456"/>
                </a:lnTo>
                <a:lnTo>
                  <a:pt x="3867899" y="2478024"/>
                </a:lnTo>
                <a:lnTo>
                  <a:pt x="3848087" y="2473452"/>
                </a:lnTo>
                <a:lnTo>
                  <a:pt x="3826751" y="2473452"/>
                </a:lnTo>
                <a:lnTo>
                  <a:pt x="3809987" y="2479548"/>
                </a:lnTo>
                <a:lnTo>
                  <a:pt x="3790175" y="2491740"/>
                </a:lnTo>
                <a:lnTo>
                  <a:pt x="3864851" y="2586228"/>
                </a:lnTo>
                <a:lnTo>
                  <a:pt x="3777983" y="2542032"/>
                </a:lnTo>
                <a:lnTo>
                  <a:pt x="3688067" y="2493264"/>
                </a:lnTo>
                <a:lnTo>
                  <a:pt x="3599675" y="2441448"/>
                </a:lnTo>
                <a:lnTo>
                  <a:pt x="3506711" y="2383536"/>
                </a:lnTo>
                <a:lnTo>
                  <a:pt x="3331451" y="2273808"/>
                </a:lnTo>
                <a:lnTo>
                  <a:pt x="3246107" y="2221992"/>
                </a:lnTo>
                <a:lnTo>
                  <a:pt x="3208007" y="2229612"/>
                </a:lnTo>
                <a:lnTo>
                  <a:pt x="3185147" y="2258568"/>
                </a:lnTo>
                <a:lnTo>
                  <a:pt x="3259823" y="2314956"/>
                </a:lnTo>
                <a:lnTo>
                  <a:pt x="3342119" y="2369820"/>
                </a:lnTo>
                <a:lnTo>
                  <a:pt x="3432035" y="2424684"/>
                </a:lnTo>
                <a:lnTo>
                  <a:pt x="3718547" y="2586228"/>
                </a:lnTo>
                <a:lnTo>
                  <a:pt x="3816083" y="2644140"/>
                </a:lnTo>
                <a:lnTo>
                  <a:pt x="3912095" y="2705100"/>
                </a:lnTo>
                <a:lnTo>
                  <a:pt x="3892283" y="2705100"/>
                </a:lnTo>
                <a:lnTo>
                  <a:pt x="3869423" y="2702052"/>
                </a:lnTo>
                <a:lnTo>
                  <a:pt x="3843515" y="2697480"/>
                </a:lnTo>
                <a:lnTo>
                  <a:pt x="3819131" y="2692908"/>
                </a:lnTo>
                <a:lnTo>
                  <a:pt x="3794747" y="2689860"/>
                </a:lnTo>
                <a:lnTo>
                  <a:pt x="3782555" y="2709672"/>
                </a:lnTo>
                <a:lnTo>
                  <a:pt x="3781031" y="2731008"/>
                </a:lnTo>
                <a:lnTo>
                  <a:pt x="3782555" y="2749296"/>
                </a:lnTo>
                <a:lnTo>
                  <a:pt x="3793223" y="2756916"/>
                </a:lnTo>
                <a:lnTo>
                  <a:pt x="3800843" y="2759964"/>
                </a:lnTo>
                <a:lnTo>
                  <a:pt x="3806939" y="2758440"/>
                </a:lnTo>
                <a:lnTo>
                  <a:pt x="3814559" y="2750820"/>
                </a:lnTo>
                <a:lnTo>
                  <a:pt x="3820655" y="2750820"/>
                </a:lnTo>
                <a:lnTo>
                  <a:pt x="3828275" y="2753868"/>
                </a:lnTo>
                <a:lnTo>
                  <a:pt x="3838943" y="2761488"/>
                </a:lnTo>
                <a:lnTo>
                  <a:pt x="3845039" y="2769108"/>
                </a:lnTo>
                <a:lnTo>
                  <a:pt x="3843515" y="2772156"/>
                </a:lnTo>
                <a:lnTo>
                  <a:pt x="3829799" y="2781300"/>
                </a:lnTo>
                <a:lnTo>
                  <a:pt x="3828275" y="2784348"/>
                </a:lnTo>
                <a:lnTo>
                  <a:pt x="3829799" y="2788920"/>
                </a:lnTo>
                <a:lnTo>
                  <a:pt x="3840467" y="2795016"/>
                </a:lnTo>
                <a:lnTo>
                  <a:pt x="3864851" y="2802636"/>
                </a:lnTo>
                <a:lnTo>
                  <a:pt x="3884663" y="2807208"/>
                </a:lnTo>
                <a:lnTo>
                  <a:pt x="3931907" y="2804160"/>
                </a:lnTo>
                <a:lnTo>
                  <a:pt x="3956291" y="2799588"/>
                </a:lnTo>
                <a:lnTo>
                  <a:pt x="4011155" y="2799588"/>
                </a:lnTo>
                <a:lnTo>
                  <a:pt x="4038587" y="2805684"/>
                </a:lnTo>
                <a:lnTo>
                  <a:pt x="4066019" y="2808732"/>
                </a:lnTo>
                <a:lnTo>
                  <a:pt x="4091927" y="2813304"/>
                </a:lnTo>
                <a:lnTo>
                  <a:pt x="4116311" y="2816352"/>
                </a:lnTo>
                <a:lnTo>
                  <a:pt x="4137647" y="2817876"/>
                </a:lnTo>
                <a:lnTo>
                  <a:pt x="4155935" y="2814828"/>
                </a:lnTo>
                <a:lnTo>
                  <a:pt x="4171175" y="2810256"/>
                </a:lnTo>
                <a:lnTo>
                  <a:pt x="4178795" y="2798064"/>
                </a:lnTo>
                <a:lnTo>
                  <a:pt x="4183367" y="2782824"/>
                </a:lnTo>
                <a:close/>
              </a:path>
              <a:path w="4589145" h="3619500">
                <a:moveTo>
                  <a:pt x="4430268" y="1219187"/>
                </a:moveTo>
                <a:lnTo>
                  <a:pt x="4425696" y="1205471"/>
                </a:lnTo>
                <a:lnTo>
                  <a:pt x="4413504" y="1194803"/>
                </a:lnTo>
                <a:lnTo>
                  <a:pt x="4386072" y="1190231"/>
                </a:lnTo>
                <a:lnTo>
                  <a:pt x="4315968" y="1223759"/>
                </a:lnTo>
                <a:lnTo>
                  <a:pt x="4277868" y="1238999"/>
                </a:lnTo>
                <a:lnTo>
                  <a:pt x="4238244" y="1251191"/>
                </a:lnTo>
                <a:lnTo>
                  <a:pt x="4197096" y="1264907"/>
                </a:lnTo>
                <a:lnTo>
                  <a:pt x="4155948" y="1277099"/>
                </a:lnTo>
                <a:lnTo>
                  <a:pt x="4116324" y="1289291"/>
                </a:lnTo>
                <a:lnTo>
                  <a:pt x="4040124" y="1312151"/>
                </a:lnTo>
                <a:lnTo>
                  <a:pt x="4005072" y="1324343"/>
                </a:lnTo>
                <a:lnTo>
                  <a:pt x="3945636" y="1351775"/>
                </a:lnTo>
                <a:lnTo>
                  <a:pt x="3902964" y="1385303"/>
                </a:lnTo>
                <a:lnTo>
                  <a:pt x="3884676" y="1424927"/>
                </a:lnTo>
                <a:lnTo>
                  <a:pt x="3884676" y="1449311"/>
                </a:lnTo>
                <a:lnTo>
                  <a:pt x="4021836" y="1417307"/>
                </a:lnTo>
                <a:lnTo>
                  <a:pt x="3925824" y="1482839"/>
                </a:lnTo>
                <a:lnTo>
                  <a:pt x="3820668" y="1548371"/>
                </a:lnTo>
                <a:lnTo>
                  <a:pt x="3713988" y="1612379"/>
                </a:lnTo>
                <a:lnTo>
                  <a:pt x="3601212" y="1676387"/>
                </a:lnTo>
                <a:lnTo>
                  <a:pt x="3489960" y="1738871"/>
                </a:lnTo>
                <a:lnTo>
                  <a:pt x="3383280" y="1798307"/>
                </a:lnTo>
                <a:lnTo>
                  <a:pt x="3279648" y="1857743"/>
                </a:lnTo>
                <a:lnTo>
                  <a:pt x="3273552" y="1869935"/>
                </a:lnTo>
                <a:lnTo>
                  <a:pt x="3262884" y="1897367"/>
                </a:lnTo>
                <a:lnTo>
                  <a:pt x="3261360" y="1909559"/>
                </a:lnTo>
                <a:lnTo>
                  <a:pt x="3264408" y="1921751"/>
                </a:lnTo>
                <a:lnTo>
                  <a:pt x="3276600" y="1932419"/>
                </a:lnTo>
                <a:lnTo>
                  <a:pt x="3378708" y="1885175"/>
                </a:lnTo>
                <a:lnTo>
                  <a:pt x="3482340" y="1828787"/>
                </a:lnTo>
                <a:lnTo>
                  <a:pt x="3590544" y="1766303"/>
                </a:lnTo>
                <a:lnTo>
                  <a:pt x="3928872" y="1559039"/>
                </a:lnTo>
                <a:lnTo>
                  <a:pt x="4046220" y="1488935"/>
                </a:lnTo>
                <a:lnTo>
                  <a:pt x="4165092" y="1423403"/>
                </a:lnTo>
                <a:lnTo>
                  <a:pt x="4152900" y="1443215"/>
                </a:lnTo>
                <a:lnTo>
                  <a:pt x="4136136" y="1464551"/>
                </a:lnTo>
                <a:lnTo>
                  <a:pt x="4114800" y="1487411"/>
                </a:lnTo>
                <a:lnTo>
                  <a:pt x="4094988" y="1507223"/>
                </a:lnTo>
                <a:lnTo>
                  <a:pt x="4076700" y="1530083"/>
                </a:lnTo>
                <a:lnTo>
                  <a:pt x="4088892" y="1549895"/>
                </a:lnTo>
                <a:lnTo>
                  <a:pt x="4107180" y="1562087"/>
                </a:lnTo>
                <a:lnTo>
                  <a:pt x="4126992" y="1568183"/>
                </a:lnTo>
                <a:lnTo>
                  <a:pt x="4140708" y="1560563"/>
                </a:lnTo>
                <a:lnTo>
                  <a:pt x="4148328" y="1554467"/>
                </a:lnTo>
                <a:lnTo>
                  <a:pt x="4149852" y="1548371"/>
                </a:lnTo>
                <a:lnTo>
                  <a:pt x="4148328" y="1537703"/>
                </a:lnTo>
                <a:lnTo>
                  <a:pt x="4151376" y="1531607"/>
                </a:lnTo>
                <a:lnTo>
                  <a:pt x="4174236" y="1517891"/>
                </a:lnTo>
                <a:lnTo>
                  <a:pt x="4184904" y="1516367"/>
                </a:lnTo>
                <a:lnTo>
                  <a:pt x="4186428" y="1517891"/>
                </a:lnTo>
                <a:lnTo>
                  <a:pt x="4186428" y="1536179"/>
                </a:lnTo>
                <a:lnTo>
                  <a:pt x="4189476" y="1539227"/>
                </a:lnTo>
                <a:lnTo>
                  <a:pt x="4194048" y="1539227"/>
                </a:lnTo>
                <a:lnTo>
                  <a:pt x="4206240" y="1531607"/>
                </a:lnTo>
                <a:lnTo>
                  <a:pt x="4230624" y="1511795"/>
                </a:lnTo>
                <a:lnTo>
                  <a:pt x="4247388" y="1495031"/>
                </a:lnTo>
                <a:lnTo>
                  <a:pt x="4259580" y="1470647"/>
                </a:lnTo>
                <a:lnTo>
                  <a:pt x="4273296" y="1447787"/>
                </a:lnTo>
                <a:lnTo>
                  <a:pt x="4303776" y="1391399"/>
                </a:lnTo>
                <a:lnTo>
                  <a:pt x="4341876" y="1344155"/>
                </a:lnTo>
                <a:lnTo>
                  <a:pt x="4384548" y="1298435"/>
                </a:lnTo>
                <a:lnTo>
                  <a:pt x="4402836" y="1275575"/>
                </a:lnTo>
                <a:lnTo>
                  <a:pt x="4416552" y="1254239"/>
                </a:lnTo>
                <a:lnTo>
                  <a:pt x="4425696" y="1235951"/>
                </a:lnTo>
                <a:lnTo>
                  <a:pt x="4430268" y="1219187"/>
                </a:lnTo>
                <a:close/>
              </a:path>
              <a:path w="4589145" h="3619500">
                <a:moveTo>
                  <a:pt x="4588751" y="2011667"/>
                </a:moveTo>
                <a:lnTo>
                  <a:pt x="4584179" y="1996427"/>
                </a:lnTo>
                <a:lnTo>
                  <a:pt x="4561319" y="1979663"/>
                </a:lnTo>
                <a:lnTo>
                  <a:pt x="4483595" y="1976615"/>
                </a:lnTo>
                <a:lnTo>
                  <a:pt x="4443971" y="1970519"/>
                </a:lnTo>
                <a:lnTo>
                  <a:pt x="4402823" y="1964423"/>
                </a:lnTo>
                <a:lnTo>
                  <a:pt x="4358627" y="1955279"/>
                </a:lnTo>
                <a:lnTo>
                  <a:pt x="4319003" y="1947659"/>
                </a:lnTo>
                <a:lnTo>
                  <a:pt x="4277855" y="1940039"/>
                </a:lnTo>
                <a:lnTo>
                  <a:pt x="4200131" y="1924799"/>
                </a:lnTo>
                <a:lnTo>
                  <a:pt x="4163555" y="1918703"/>
                </a:lnTo>
                <a:lnTo>
                  <a:pt x="4128503" y="1915655"/>
                </a:lnTo>
                <a:lnTo>
                  <a:pt x="4096499" y="1914131"/>
                </a:lnTo>
                <a:lnTo>
                  <a:pt x="4067543" y="1917179"/>
                </a:lnTo>
                <a:lnTo>
                  <a:pt x="4043159" y="1924799"/>
                </a:lnTo>
                <a:lnTo>
                  <a:pt x="4023347" y="1935467"/>
                </a:lnTo>
                <a:lnTo>
                  <a:pt x="4009631" y="1950707"/>
                </a:lnTo>
                <a:lnTo>
                  <a:pt x="3997439" y="1970519"/>
                </a:lnTo>
                <a:lnTo>
                  <a:pt x="4134599" y="2008619"/>
                </a:lnTo>
                <a:lnTo>
                  <a:pt x="4017251" y="2020811"/>
                </a:lnTo>
                <a:lnTo>
                  <a:pt x="3893807" y="2028431"/>
                </a:lnTo>
                <a:lnTo>
                  <a:pt x="3770363" y="2034527"/>
                </a:lnTo>
                <a:lnTo>
                  <a:pt x="3512807" y="2040623"/>
                </a:lnTo>
                <a:lnTo>
                  <a:pt x="3272015" y="2046719"/>
                </a:lnTo>
                <a:lnTo>
                  <a:pt x="3259823" y="2054339"/>
                </a:lnTo>
                <a:lnTo>
                  <a:pt x="3236963" y="2074151"/>
                </a:lnTo>
                <a:lnTo>
                  <a:pt x="3230867" y="2083295"/>
                </a:lnTo>
                <a:lnTo>
                  <a:pt x="3227819" y="2097011"/>
                </a:lnTo>
                <a:lnTo>
                  <a:pt x="3232391" y="2110727"/>
                </a:lnTo>
                <a:lnTo>
                  <a:pt x="3346691" y="2116823"/>
                </a:lnTo>
                <a:lnTo>
                  <a:pt x="3464039" y="2116823"/>
                </a:lnTo>
                <a:lnTo>
                  <a:pt x="3589007" y="2112251"/>
                </a:lnTo>
                <a:lnTo>
                  <a:pt x="3985247" y="2089391"/>
                </a:lnTo>
                <a:lnTo>
                  <a:pt x="4120883" y="2083295"/>
                </a:lnTo>
                <a:lnTo>
                  <a:pt x="4258043" y="2081771"/>
                </a:lnTo>
                <a:lnTo>
                  <a:pt x="4236707" y="2093963"/>
                </a:lnTo>
                <a:lnTo>
                  <a:pt x="4183367" y="2113775"/>
                </a:lnTo>
                <a:lnTo>
                  <a:pt x="4155935" y="2121395"/>
                </a:lnTo>
                <a:lnTo>
                  <a:pt x="4128503" y="2133587"/>
                </a:lnTo>
                <a:lnTo>
                  <a:pt x="4130027" y="2156447"/>
                </a:lnTo>
                <a:lnTo>
                  <a:pt x="4140695" y="2176259"/>
                </a:lnTo>
                <a:lnTo>
                  <a:pt x="4154411" y="2189975"/>
                </a:lnTo>
                <a:lnTo>
                  <a:pt x="4169651" y="2189975"/>
                </a:lnTo>
                <a:lnTo>
                  <a:pt x="4180319" y="2188451"/>
                </a:lnTo>
                <a:lnTo>
                  <a:pt x="4184891" y="2183879"/>
                </a:lnTo>
                <a:lnTo>
                  <a:pt x="4187939" y="2173211"/>
                </a:lnTo>
                <a:lnTo>
                  <a:pt x="4194035" y="2170163"/>
                </a:lnTo>
                <a:lnTo>
                  <a:pt x="4203179" y="2168639"/>
                </a:lnTo>
                <a:lnTo>
                  <a:pt x="4219943" y="2168639"/>
                </a:lnTo>
                <a:lnTo>
                  <a:pt x="4230611" y="2171687"/>
                </a:lnTo>
                <a:lnTo>
                  <a:pt x="4230611" y="2174735"/>
                </a:lnTo>
                <a:lnTo>
                  <a:pt x="4222991" y="2189975"/>
                </a:lnTo>
                <a:lnTo>
                  <a:pt x="4222991" y="2194547"/>
                </a:lnTo>
                <a:lnTo>
                  <a:pt x="4227563" y="2197595"/>
                </a:lnTo>
                <a:lnTo>
                  <a:pt x="4242803" y="2196071"/>
                </a:lnTo>
                <a:lnTo>
                  <a:pt x="4271759" y="2189975"/>
                </a:lnTo>
                <a:lnTo>
                  <a:pt x="4296143" y="2182355"/>
                </a:lnTo>
                <a:lnTo>
                  <a:pt x="4317479" y="2167115"/>
                </a:lnTo>
                <a:lnTo>
                  <a:pt x="4340339" y="2153399"/>
                </a:lnTo>
                <a:lnTo>
                  <a:pt x="4363199" y="2135111"/>
                </a:lnTo>
                <a:lnTo>
                  <a:pt x="4393679" y="2118347"/>
                </a:lnTo>
                <a:lnTo>
                  <a:pt x="4419587" y="2106155"/>
                </a:lnTo>
                <a:lnTo>
                  <a:pt x="4450067" y="2095487"/>
                </a:lnTo>
                <a:lnTo>
                  <a:pt x="4479023" y="2083295"/>
                </a:lnTo>
                <a:lnTo>
                  <a:pt x="4535411" y="2061959"/>
                </a:lnTo>
                <a:lnTo>
                  <a:pt x="4575035" y="2039099"/>
                </a:lnTo>
                <a:lnTo>
                  <a:pt x="4587227" y="2025383"/>
                </a:lnTo>
                <a:lnTo>
                  <a:pt x="4588751" y="20116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</p:spTree>
    <p:extLst>
      <p:ext uri="{BB962C8B-B14F-4D97-AF65-F5344CB8AC3E}">
        <p14:creationId xmlns:p14="http://schemas.microsoft.com/office/powerpoint/2010/main" val="325468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431658-842C-B9CD-9BDE-4F87B9D3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EB9A7EF-2E6F-32FA-178A-B6FEC731F59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46FBB13-C0C8-EB2D-3193-F3CAA1AE94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F397FB4-DC16-C993-CDD2-8633B218238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A2FA89D-96EC-D0BA-6F43-27ABFE98170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582BA86-86B8-3F10-FEED-5F4AD903931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Real Things done using C++</a:t>
            </a:r>
          </a:p>
        </p:txBody>
      </p:sp>
    </p:spTree>
    <p:extLst>
      <p:ext uri="{BB962C8B-B14F-4D97-AF65-F5344CB8AC3E}">
        <p14:creationId xmlns:p14="http://schemas.microsoft.com/office/powerpoint/2010/main" val="327200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14C0E0-20A4-C7BF-C93C-A7910996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1847" y="3561858"/>
            <a:ext cx="3035269" cy="21240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0386" y="3321245"/>
            <a:ext cx="2384432" cy="2660544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7456379" y="6231607"/>
            <a:ext cx="4121150" cy="885876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marR="6574" defTabSz="1183325">
              <a:lnSpc>
                <a:spcPct val="102400"/>
              </a:lnSpc>
              <a:spcBef>
                <a:spcPts val="123"/>
              </a:spcBef>
            </a:pP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Apple</a:t>
            </a:r>
            <a:r>
              <a:rPr sz="1876" b="1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OS</a:t>
            </a:r>
            <a:r>
              <a:rPr sz="1876" b="1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X</a:t>
            </a:r>
            <a:r>
              <a:rPr sz="1876" b="1" spc="5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has</a:t>
            </a:r>
            <a:r>
              <a:rPr sz="1876" spc="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u="sng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some</a:t>
            </a:r>
            <a:r>
              <a:rPr sz="1876" u="sng" spc="58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 </a:t>
            </a:r>
            <a:r>
              <a:rPr sz="1876" u="sng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of</a:t>
            </a:r>
            <a:r>
              <a:rPr sz="1876" u="sng" spc="65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 </a:t>
            </a:r>
            <a:r>
              <a:rPr sz="1876" u="sng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its</a:t>
            </a:r>
            <a:r>
              <a:rPr sz="1876" u="sng" spc="39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 </a:t>
            </a:r>
            <a:r>
              <a:rPr sz="1876" u="sng" spc="-26" dirty="0">
                <a:solidFill>
                  <a:srgbClr val="3A3A3A"/>
                </a:solidFill>
                <a:uFill>
                  <a:solidFill>
                    <a:srgbClr val="3A3A3A"/>
                  </a:solidFill>
                </a:uFill>
                <a:latin typeface="Comic Sans MS"/>
                <a:cs typeface="Comic Sans MS"/>
              </a:rPr>
              <a:t>parts</a:t>
            </a:r>
            <a:r>
              <a:rPr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written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in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C++.</a:t>
            </a:r>
            <a:r>
              <a:rPr sz="1876" spc="5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Similarly,</a:t>
            </a:r>
            <a:r>
              <a:rPr sz="1876" spc="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some</a:t>
            </a:r>
            <a:r>
              <a:rPr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parts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of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the</a:t>
            </a:r>
            <a:r>
              <a:rPr sz="1876" spc="7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iPod</a:t>
            </a:r>
            <a:r>
              <a:rPr sz="1876" spc="5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are</a:t>
            </a:r>
            <a:r>
              <a:rPr sz="1876" spc="4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also</a:t>
            </a:r>
            <a:r>
              <a:rPr sz="1876" spc="7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written</a:t>
            </a:r>
            <a:r>
              <a:rPr sz="1876" spc="3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in</a:t>
            </a:r>
            <a:r>
              <a:rPr sz="1876" spc="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C++.</a:t>
            </a:r>
            <a:endParaRPr sz="1876" dirty="0">
              <a:latin typeface="Comic Sans MS"/>
              <a:cs typeface="Comic Sans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914461" y="6162586"/>
            <a:ext cx="6002169" cy="1198979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marR="194756" defTabSz="1183325">
              <a:lnSpc>
                <a:spcPct val="102800"/>
              </a:lnSpc>
              <a:spcBef>
                <a:spcPts val="116"/>
              </a:spcBef>
            </a:pP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Most</a:t>
            </a:r>
            <a:r>
              <a:rPr lang="en-GB" sz="1876" spc="9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of</a:t>
            </a:r>
            <a:r>
              <a:rPr lang="en-GB"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the</a:t>
            </a:r>
            <a:r>
              <a:rPr lang="en-GB" sz="1876" spc="97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software</a:t>
            </a:r>
            <a:r>
              <a:rPr lang="en-GB" sz="1876" spc="10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from</a:t>
            </a:r>
            <a:r>
              <a:rPr lang="en-GB"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Microsoft</a:t>
            </a:r>
            <a:r>
              <a:rPr lang="en-GB" sz="1876" spc="5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is</a:t>
            </a:r>
            <a:r>
              <a:rPr lang="en-GB" sz="1876" spc="5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spc="-13" dirty="0">
                <a:solidFill>
                  <a:srgbClr val="3A3A3A"/>
                </a:solidFill>
                <a:latin typeface="Comic Sans MS"/>
                <a:cs typeface="Comic Sans MS"/>
              </a:rPr>
              <a:t>developed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using</a:t>
            </a:r>
            <a:r>
              <a:rPr lang="en-GB"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C++</a:t>
            </a:r>
            <a:r>
              <a:rPr lang="en-GB" sz="1876" spc="5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(</a:t>
            </a:r>
            <a:r>
              <a:rPr lang="en-GB" sz="1876" dirty="0" err="1">
                <a:solidFill>
                  <a:srgbClr val="3A3A3A"/>
                </a:solidFill>
                <a:latin typeface="Comic Sans MS"/>
                <a:cs typeface="Comic Sans MS"/>
              </a:rPr>
              <a:t>flavors</a:t>
            </a:r>
            <a:r>
              <a:rPr lang="en-GB" sz="1876" spc="9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of</a:t>
            </a:r>
            <a:r>
              <a:rPr lang="en-GB" sz="1876" spc="9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Visual</a:t>
            </a:r>
            <a:r>
              <a:rPr lang="en-GB" sz="1876" spc="97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C++).</a:t>
            </a:r>
            <a:endParaRPr lang="en-GB" sz="1876" dirty="0">
              <a:latin typeface="Comic Sans MS"/>
              <a:cs typeface="Comic Sans MS"/>
            </a:endParaRPr>
          </a:p>
          <a:p>
            <a:pPr marL="16435" marR="6574" defTabSz="1183325">
              <a:lnSpc>
                <a:spcPts val="2315"/>
              </a:lnSpc>
              <a:spcBef>
                <a:spcPts val="65"/>
              </a:spcBef>
            </a:pP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Applications</a:t>
            </a:r>
            <a:r>
              <a:rPr lang="en-GB" sz="1876" spc="1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like</a:t>
            </a:r>
            <a:r>
              <a:rPr lang="en-GB" sz="1876" spc="5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b="1" dirty="0">
                <a:solidFill>
                  <a:srgbClr val="3A3A3A"/>
                </a:solidFill>
                <a:latin typeface="Comic Sans MS"/>
                <a:cs typeface="Comic Sans MS"/>
              </a:rPr>
              <a:t>Windows</a:t>
            </a:r>
            <a:r>
              <a:rPr lang="en-GB" sz="1876" b="1" spc="97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b="1" dirty="0">
                <a:solidFill>
                  <a:srgbClr val="3A3A3A"/>
                </a:solidFill>
                <a:latin typeface="Comic Sans MS"/>
                <a:cs typeface="Comic Sans MS"/>
              </a:rPr>
              <a:t>95,</a:t>
            </a:r>
            <a:r>
              <a:rPr lang="en-GB" sz="1876" b="1" spc="10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b="1" dirty="0">
                <a:solidFill>
                  <a:srgbClr val="3A3A3A"/>
                </a:solidFill>
                <a:latin typeface="Comic Sans MS"/>
                <a:cs typeface="Comic Sans MS"/>
              </a:rPr>
              <a:t>ME,</a:t>
            </a:r>
            <a:r>
              <a:rPr lang="en-GB" sz="1876" b="1" spc="10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b="1" dirty="0">
                <a:solidFill>
                  <a:srgbClr val="3A3A3A"/>
                </a:solidFill>
                <a:latin typeface="Comic Sans MS"/>
                <a:cs typeface="Comic Sans MS"/>
              </a:rPr>
              <a:t>98;</a:t>
            </a:r>
            <a:r>
              <a:rPr lang="en-GB" sz="1876" b="1" spc="5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b="1" dirty="0">
                <a:solidFill>
                  <a:srgbClr val="3A3A3A"/>
                </a:solidFill>
                <a:latin typeface="Comic Sans MS"/>
                <a:cs typeface="Comic Sans MS"/>
              </a:rPr>
              <a:t>XP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,</a:t>
            </a:r>
            <a:r>
              <a:rPr lang="en-GB" sz="1876" spc="7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etc.</a:t>
            </a:r>
            <a:r>
              <a:rPr lang="en-GB"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spc="-32" dirty="0">
                <a:solidFill>
                  <a:srgbClr val="3A3A3A"/>
                </a:solidFill>
                <a:latin typeface="Comic Sans MS"/>
                <a:cs typeface="Comic Sans MS"/>
              </a:rPr>
              <a:t>are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written</a:t>
            </a:r>
            <a:r>
              <a:rPr lang="en-GB" sz="1876" spc="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dirty="0">
                <a:solidFill>
                  <a:srgbClr val="3A3A3A"/>
                </a:solidFill>
                <a:latin typeface="Comic Sans MS"/>
                <a:cs typeface="Comic Sans MS"/>
              </a:rPr>
              <a:t>in</a:t>
            </a:r>
            <a:r>
              <a:rPr lang="en-GB" sz="1876" spc="5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C++.</a:t>
            </a:r>
            <a:endParaRPr lang="en-GB" sz="1876" dirty="0">
              <a:latin typeface="Comic Sans MS"/>
              <a:cs typeface="Comic Sans MS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A521CA59-0330-C116-3157-6376F16DF32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Operating</a:t>
            </a:r>
            <a:r>
              <a:rPr lang="sv-SE" sz="4000" b="1" spc="-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Systems:</a:t>
            </a:r>
          </a:p>
        </p:txBody>
      </p:sp>
    </p:spTree>
    <p:extLst>
      <p:ext uri="{BB962C8B-B14F-4D97-AF65-F5344CB8AC3E}">
        <p14:creationId xmlns:p14="http://schemas.microsoft.com/office/powerpoint/2010/main" val="278865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A0BF2E-183D-ED66-F103-CBC9D073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C8890CD5-2A9F-7CF9-122C-8933BB60A752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spc="-13" dirty="0" err="1">
                <a:solidFill>
                  <a:srgbClr val="292929"/>
                </a:solidFill>
                <a:latin typeface="Comic Sans MS" panose="030F0702030302020204" pitchFamily="66" charset="0"/>
              </a:rPr>
              <a:t>Applications</a:t>
            </a:r>
            <a:r>
              <a:rPr lang="sv-SE" sz="4000" b="1" spc="-13" dirty="0">
                <a:solidFill>
                  <a:srgbClr val="292929"/>
                </a:solidFill>
                <a:latin typeface="Comic Sans MS" panose="030F0702030302020204" pitchFamily="66" charset="0"/>
              </a:rPr>
              <a:t>:</a:t>
            </a: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21" y="2729244"/>
            <a:ext cx="2039290" cy="233512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731043" y="5334518"/>
            <a:ext cx="3588646" cy="885876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marR="6574" defTabSz="1183325">
              <a:lnSpc>
                <a:spcPct val="102400"/>
              </a:lnSpc>
              <a:spcBef>
                <a:spcPts val="123"/>
              </a:spcBef>
            </a:pP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Most</a:t>
            </a:r>
            <a:r>
              <a:rPr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of</a:t>
            </a:r>
            <a:r>
              <a:rPr sz="1876" spc="7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the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applications</a:t>
            </a:r>
            <a:r>
              <a:rPr sz="1876" spc="4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of</a:t>
            </a:r>
            <a:r>
              <a:rPr sz="1876" spc="7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32" dirty="0">
                <a:solidFill>
                  <a:srgbClr val="3A3A3A"/>
                </a:solidFill>
                <a:latin typeface="Comic Sans MS"/>
                <a:cs typeface="Comic Sans MS"/>
              </a:rPr>
              <a:t>the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adobe</a:t>
            </a:r>
            <a:r>
              <a:rPr sz="1876" spc="110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systems</a:t>
            </a:r>
            <a:r>
              <a:rPr sz="1876" spc="110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13" dirty="0">
                <a:solidFill>
                  <a:srgbClr val="3A3A3A"/>
                </a:solidFill>
                <a:latin typeface="Comic Sans MS"/>
                <a:cs typeface="Comic Sans MS"/>
              </a:rPr>
              <a:t>including </a:t>
            </a: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Illustrator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,</a:t>
            </a:r>
            <a:r>
              <a:rPr sz="1876" spc="136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Photoshop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,</a:t>
            </a:r>
            <a:r>
              <a:rPr sz="1876" spc="18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etc.</a:t>
            </a:r>
            <a:endParaRPr sz="1876" dirty="0">
              <a:latin typeface="Comic Sans MS"/>
              <a:cs typeface="Comic Sans MS"/>
            </a:endParaRPr>
          </a:p>
        </p:txBody>
      </p:sp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3457" y="6670099"/>
            <a:ext cx="1333230" cy="1392397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1427" y="2654629"/>
            <a:ext cx="1613287" cy="1143895"/>
          </a:xfrm>
          <a:prstGeom prst="rect">
            <a:avLst/>
          </a:prstGeom>
        </p:spPr>
      </p:pic>
      <p:sp>
        <p:nvSpPr>
          <p:cNvPr id="10" name="object 7"/>
          <p:cNvSpPr txBox="1"/>
          <p:nvPr/>
        </p:nvSpPr>
        <p:spPr>
          <a:xfrm>
            <a:off x="4527658" y="4119311"/>
            <a:ext cx="3355265" cy="595673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marR="6574" defTabSz="1183325">
              <a:lnSpc>
                <a:spcPct val="102800"/>
              </a:lnSpc>
              <a:spcBef>
                <a:spcPts val="116"/>
              </a:spcBef>
            </a:pP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Core</a:t>
            </a:r>
            <a:r>
              <a:rPr sz="1876" spc="78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Functions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are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written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32" dirty="0">
                <a:solidFill>
                  <a:srgbClr val="3A3A3A"/>
                </a:solidFill>
                <a:latin typeface="Comic Sans MS"/>
                <a:cs typeface="Comic Sans MS"/>
              </a:rPr>
              <a:t>in C++</a:t>
            </a:r>
            <a:endParaRPr sz="1876">
              <a:latin typeface="Comic Sans MS"/>
              <a:cs typeface="Comic Sans MS"/>
            </a:endParaRPr>
          </a:p>
        </p:txBody>
      </p:sp>
      <p:pic>
        <p:nvPicPr>
          <p:cNvPr id="11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66508" y="2840019"/>
            <a:ext cx="1585676" cy="1644843"/>
          </a:xfrm>
          <a:prstGeom prst="rect">
            <a:avLst/>
          </a:prstGeom>
        </p:spPr>
      </p:pic>
      <p:sp>
        <p:nvSpPr>
          <p:cNvPr id="12" name="object 9"/>
          <p:cNvSpPr txBox="1"/>
          <p:nvPr/>
        </p:nvSpPr>
        <p:spPr>
          <a:xfrm>
            <a:off x="9103172" y="4720914"/>
            <a:ext cx="3665892" cy="1180316"/>
          </a:xfrm>
          <a:prstGeom prst="rect">
            <a:avLst/>
          </a:prstGeom>
        </p:spPr>
        <p:txBody>
          <a:bodyPr vert="horz" wrap="square" lIns="0" tIns="15614" rIns="0" bIns="0" rtlCol="0">
            <a:spAutoFit/>
          </a:bodyPr>
          <a:lstStyle/>
          <a:p>
            <a:pPr marL="16435" marR="6574" defTabSz="1183325">
              <a:lnSpc>
                <a:spcPct val="102499"/>
              </a:lnSpc>
              <a:spcBef>
                <a:spcPts val="123"/>
              </a:spcBef>
            </a:pP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Amazon</a:t>
            </a:r>
            <a:r>
              <a:rPr sz="1876" spc="10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was</a:t>
            </a:r>
            <a:r>
              <a:rPr sz="1876" spc="123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primarily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written</a:t>
            </a:r>
            <a:r>
              <a:rPr sz="1876" spc="110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32" dirty="0">
                <a:solidFill>
                  <a:srgbClr val="3A3A3A"/>
                </a:solidFill>
                <a:latin typeface="Comic Sans MS"/>
                <a:cs typeface="Comic Sans MS"/>
              </a:rPr>
              <a:t>in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C++.</a:t>
            </a:r>
            <a:r>
              <a:rPr sz="1876" spc="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Now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C++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is</a:t>
            </a:r>
            <a:r>
              <a:rPr sz="1876" spc="52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13" dirty="0">
                <a:solidFill>
                  <a:srgbClr val="3A3A3A"/>
                </a:solidFill>
                <a:latin typeface="Comic Sans MS"/>
                <a:cs typeface="Comic Sans MS"/>
              </a:rPr>
              <a:t>mainly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responsible</a:t>
            </a:r>
            <a:r>
              <a:rPr sz="1876" spc="65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for</a:t>
            </a:r>
            <a:r>
              <a:rPr sz="1876" spc="10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spc="-13" dirty="0">
                <a:solidFill>
                  <a:srgbClr val="3A3A3A"/>
                </a:solidFill>
                <a:latin typeface="Comic Sans MS"/>
                <a:cs typeface="Comic Sans MS"/>
              </a:rPr>
              <a:t>processing requests.</a:t>
            </a:r>
            <a:endParaRPr sz="1876">
              <a:latin typeface="Comic Sans MS"/>
              <a:cs typeface="Comic Sans MS"/>
            </a:endParaRPr>
          </a:p>
        </p:txBody>
      </p:sp>
      <p:pic>
        <p:nvPicPr>
          <p:cNvPr id="13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4426" y="5265868"/>
            <a:ext cx="1581733" cy="1581733"/>
          </a:xfrm>
          <a:prstGeom prst="rect">
            <a:avLst/>
          </a:prstGeom>
        </p:spPr>
      </p:pic>
      <p:sp>
        <p:nvSpPr>
          <p:cNvPr id="14" name="object 11"/>
          <p:cNvSpPr txBox="1"/>
          <p:nvPr/>
        </p:nvSpPr>
        <p:spPr>
          <a:xfrm>
            <a:off x="4815563" y="7148699"/>
            <a:ext cx="3513044" cy="595673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marR="6574" defTabSz="1183325">
              <a:lnSpc>
                <a:spcPct val="102800"/>
              </a:lnSpc>
              <a:spcBef>
                <a:spcPts val="116"/>
              </a:spcBef>
            </a:pP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Microsoft</a:t>
            </a:r>
            <a:r>
              <a:rPr sz="1876" spc="9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products</a:t>
            </a:r>
            <a:r>
              <a:rPr sz="1876" spc="116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like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b="1" spc="-26" dirty="0">
                <a:solidFill>
                  <a:srgbClr val="3A3A3A"/>
                </a:solidFill>
                <a:latin typeface="Comic Sans MS"/>
                <a:cs typeface="Comic Sans MS"/>
              </a:rPr>
              <a:t>Word</a:t>
            </a:r>
            <a:r>
              <a:rPr sz="1876" spc="-26" dirty="0">
                <a:solidFill>
                  <a:srgbClr val="3A3A3A"/>
                </a:solidFill>
                <a:latin typeface="Comic Sans MS"/>
                <a:cs typeface="Comic Sans MS"/>
              </a:rPr>
              <a:t>, </a:t>
            </a:r>
            <a:r>
              <a:rPr sz="1876" b="1" dirty="0">
                <a:solidFill>
                  <a:srgbClr val="3A3A3A"/>
                </a:solidFill>
                <a:latin typeface="Comic Sans MS"/>
                <a:cs typeface="Comic Sans MS"/>
              </a:rPr>
              <a:t>Excel</a:t>
            </a:r>
            <a:r>
              <a:rPr sz="1876" dirty="0">
                <a:solidFill>
                  <a:srgbClr val="3A3A3A"/>
                </a:solidFill>
                <a:latin typeface="Comic Sans MS"/>
                <a:cs typeface="Comic Sans MS"/>
              </a:rPr>
              <a:t>,</a:t>
            </a:r>
            <a:r>
              <a:rPr sz="1876" spc="84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sz="1876" b="1" spc="-13" dirty="0">
                <a:solidFill>
                  <a:srgbClr val="3A3A3A"/>
                </a:solidFill>
                <a:latin typeface="Comic Sans MS"/>
                <a:cs typeface="Comic Sans MS"/>
              </a:rPr>
              <a:t>PowerPoint</a:t>
            </a:r>
            <a:r>
              <a:rPr sz="1876" spc="-13" dirty="0">
                <a:solidFill>
                  <a:srgbClr val="3A3A3A"/>
                </a:solidFill>
                <a:latin typeface="Comic Sans MS"/>
                <a:cs typeface="Comic Sans MS"/>
              </a:rPr>
              <a:t>…etc</a:t>
            </a:r>
            <a:endParaRPr sz="1876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8196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940AD8-BF5C-4DC8-ACAB-DB84FEB4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598DFFAE-8E83-9D2C-A154-E5E905D5EB0C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Browsers:</a:t>
            </a:r>
            <a:endParaRPr lang="sv-SE" sz="40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1789" y="5975874"/>
            <a:ext cx="3376466" cy="11438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9323" y="5940374"/>
            <a:ext cx="3573690" cy="978227"/>
          </a:xfrm>
          <a:prstGeom prst="rect">
            <a:avLst/>
          </a:prstGeom>
        </p:spPr>
      </p:pic>
      <p:pic>
        <p:nvPicPr>
          <p:cNvPr id="8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7875" y="3254189"/>
            <a:ext cx="1548247" cy="1526509"/>
          </a:xfrm>
          <a:prstGeom prst="rect">
            <a:avLst/>
          </a:prstGeom>
        </p:spPr>
      </p:pic>
      <p:pic>
        <p:nvPicPr>
          <p:cNvPr id="9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7600" y="2877492"/>
            <a:ext cx="1903206" cy="190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42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228746-AA57-2237-5DF4-166389E7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394FFFCD-EFAE-2180-76C9-6DFF4EE03E37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Database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:</a:t>
            </a:r>
            <a:endParaRPr lang="sv-SE" sz="4000" b="1" spc="-13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066" y="3439579"/>
            <a:ext cx="3538190" cy="2465293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7950" y="3810197"/>
            <a:ext cx="3889458" cy="189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5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6A00D4-829B-047E-64F6-1D8E78B6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59F5AC92-2F4B-0FA8-F65D-99928801EB26}"/>
              </a:ext>
            </a:extLst>
          </p:cNvPr>
          <p:cNvSpPr txBox="1"/>
          <p:nvPr/>
        </p:nvSpPr>
        <p:spPr>
          <a:xfrm>
            <a:off x="381000" y="888075"/>
            <a:ext cx="12352767" cy="19308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Gaming</a:t>
            </a:r>
            <a:r>
              <a:rPr lang="sv-SE" sz="4000" b="1" spc="-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Engines:</a:t>
            </a:r>
          </a:p>
          <a:p>
            <a:pPr marL="16435">
              <a:spcBef>
                <a:spcPts val="175"/>
              </a:spcBef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>
              <a:spcBef>
                <a:spcPts val="175"/>
              </a:spcBef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A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game</a:t>
            </a:r>
            <a:r>
              <a:rPr lang="en-GB" sz="2400" spc="9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engine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</a:t>
            </a:r>
            <a:r>
              <a:rPr lang="en-GB" sz="2400" spc="104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dedicated</a:t>
            </a:r>
            <a:r>
              <a:rPr lang="en-GB" sz="2400" spc="7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software</a:t>
            </a:r>
            <a:r>
              <a:rPr lang="en-GB" sz="2400" spc="9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</a:t>
            </a:r>
            <a:r>
              <a:rPr lang="en-GB" sz="2400" spc="7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architecture,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84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program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that</a:t>
            </a:r>
            <a:r>
              <a:rPr lang="en-GB" sz="2400" spc="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developers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use</a:t>
            </a:r>
            <a:r>
              <a:rPr lang="en-GB" sz="2400" spc="7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</a:t>
            </a:r>
            <a:r>
              <a:rPr lang="en-GB" sz="2400" spc="71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creating</a:t>
            </a:r>
            <a:r>
              <a:rPr lang="en-GB" sz="2400" spc="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games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400" y="3810000"/>
            <a:ext cx="2751977" cy="1747120"/>
          </a:xfrm>
          <a:prstGeom prst="rect">
            <a:avLst/>
          </a:prstGeom>
        </p:spPr>
      </p:pic>
      <p:pic>
        <p:nvPicPr>
          <p:cNvPr id="6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8260" y="6477000"/>
            <a:ext cx="2248347" cy="1735566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8260" y="3999693"/>
            <a:ext cx="1862881" cy="1863162"/>
          </a:xfrm>
          <a:prstGeom prst="rect">
            <a:avLst/>
          </a:prstGeom>
        </p:spPr>
      </p:pic>
      <p:pic>
        <p:nvPicPr>
          <p:cNvPr id="8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9791" y="6342027"/>
            <a:ext cx="3302266" cy="15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1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92CA14-1C01-A95F-4388-27DB12D7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26401A7F-2DE3-E96D-712A-CE6C57E41ABE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>
              <a:spcBef>
                <a:spcPts val="175"/>
              </a:spcBef>
            </a:pP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IDEs:</a:t>
            </a:r>
            <a:endParaRPr lang="en-GB" sz="2400" b="1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5524" y="3411139"/>
            <a:ext cx="5522259" cy="179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37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B59DE8-393B-E7BC-90B2-329FFE8D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9DE7D625-2E45-B756-51BB-B390B81C7A61}"/>
              </a:ext>
            </a:extLst>
          </p:cNvPr>
          <p:cNvSpPr txBox="1"/>
          <p:nvPr/>
        </p:nvSpPr>
        <p:spPr>
          <a:xfrm>
            <a:off x="381000" y="888075"/>
            <a:ext cx="12352767" cy="19308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Enterprise</a:t>
            </a:r>
            <a:r>
              <a:rPr lang="sv-SE" sz="4000" b="1" spc="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13" dirty="0">
                <a:latin typeface="Comic Sans MS" panose="030F0702030302020204" pitchFamily="66" charset="0"/>
                <a:cs typeface="Comic Sans MS"/>
              </a:rPr>
              <a:t>Software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pPr marL="16435">
              <a:spcBef>
                <a:spcPts val="175"/>
              </a:spcBef>
            </a:pPr>
            <a:endParaRPr lang="en-GB" sz="2400" dirty="0">
              <a:solidFill>
                <a:srgbClr val="3A3A3A"/>
              </a:solidFill>
              <a:latin typeface="Comic Sans MS" panose="030F0702030302020204" pitchFamily="66" charset="0"/>
              <a:cs typeface="Calibri"/>
            </a:endParaRPr>
          </a:p>
          <a:p>
            <a:pPr marL="16435">
              <a:spcBef>
                <a:spcPts val="175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used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developing</a:t>
            </a:r>
            <a:r>
              <a:rPr lang="en-GB" sz="2400" spc="-84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many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enterprise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software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as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well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as</a:t>
            </a:r>
            <a:r>
              <a:rPr lang="en-GB" sz="2400" spc="-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advanced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applications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like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flight</a:t>
            </a:r>
            <a:r>
              <a:rPr lang="en-GB" sz="2400" b="1" spc="-7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simulation</a:t>
            </a:r>
            <a:r>
              <a:rPr lang="en-GB" sz="2400" b="1" spc="-97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radar</a:t>
            </a:r>
            <a:r>
              <a:rPr lang="en-GB" sz="2400" b="1" spc="-52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processing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563" y="3962221"/>
            <a:ext cx="3784720" cy="2518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6979" y="3962222"/>
            <a:ext cx="3358717" cy="25205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0390" y="3962221"/>
            <a:ext cx="3356744" cy="25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0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BFB552-8A7F-17B6-4EFD-0906F3C9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95F77270-16EC-D689-E9C4-6ECA0D48C11F}"/>
              </a:ext>
            </a:extLst>
          </p:cNvPr>
          <p:cNvSpPr txBox="1"/>
          <p:nvPr/>
        </p:nvSpPr>
        <p:spPr>
          <a:xfrm>
            <a:off x="381000" y="888075"/>
            <a:ext cx="12352767" cy="15486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Compilers</a:t>
            </a:r>
            <a:r>
              <a:rPr lang="sv-SE" sz="4000" b="1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sv-SE" sz="4000" b="1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sv-SE" sz="4000" b="1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13" dirty="0" err="1">
                <a:latin typeface="Comic Sans MS" panose="030F0702030302020204" pitchFamily="66" charset="0"/>
                <a:cs typeface="Comic Sans MS"/>
              </a:rPr>
              <a:t>Languages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pPr marL="16435">
              <a:spcBef>
                <a:spcPts val="175"/>
              </a:spcBef>
            </a:pPr>
            <a:endParaRPr lang="en-GB" sz="2400" dirty="0">
              <a:solidFill>
                <a:srgbClr val="3A3A3A"/>
              </a:solidFill>
              <a:latin typeface="Comic Sans MS" panose="030F0702030302020204" pitchFamily="66" charset="0"/>
              <a:cs typeface="Calibri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Compilers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various</a:t>
            </a:r>
            <a:r>
              <a:rPr lang="en-GB" sz="2400" b="1" spc="-52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high-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level</a:t>
            </a:r>
            <a:r>
              <a:rPr lang="en-GB" sz="2400" b="1" spc="-65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2400" b="1" spc="-45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2400" b="1" spc="-329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are written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either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in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2400" spc="-6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or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C++.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2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29" y="4579529"/>
            <a:ext cx="2177346" cy="1857846"/>
          </a:xfrm>
          <a:prstGeom prst="rect">
            <a:avLst/>
          </a:prstGeom>
        </p:spPr>
      </p:pic>
      <p:grpSp>
        <p:nvGrpSpPr>
          <p:cNvPr id="3" name="object 5"/>
          <p:cNvGrpSpPr/>
          <p:nvPr/>
        </p:nvGrpSpPr>
        <p:grpSpPr>
          <a:xfrm>
            <a:off x="6362430" y="3218687"/>
            <a:ext cx="5830421" cy="5472953"/>
            <a:chOff x="4764023" y="2487167"/>
            <a:chExt cx="4505325" cy="4229100"/>
          </a:xfrm>
        </p:grpSpPr>
        <p:pic>
          <p:nvPicPr>
            <p:cNvPr id="7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4023" y="2968752"/>
              <a:ext cx="1810512" cy="1539240"/>
            </a:xfrm>
            <a:prstGeom prst="rect">
              <a:avLst/>
            </a:prstGeom>
          </p:spPr>
        </p:pic>
        <p:pic>
          <p:nvPicPr>
            <p:cNvPr id="8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7175" y="6044184"/>
              <a:ext cx="2185416" cy="672083"/>
            </a:xfrm>
            <a:prstGeom prst="rect">
              <a:avLst/>
            </a:prstGeom>
          </p:spPr>
        </p:pic>
        <p:sp>
          <p:nvSpPr>
            <p:cNvPr id="9" name="object 8"/>
            <p:cNvSpPr/>
            <p:nvPr/>
          </p:nvSpPr>
          <p:spPr>
            <a:xfrm>
              <a:off x="4850891" y="4960619"/>
              <a:ext cx="2158365" cy="1094740"/>
            </a:xfrm>
            <a:custGeom>
              <a:avLst/>
              <a:gdLst/>
              <a:ahLst/>
              <a:cxnLst/>
              <a:rect l="l" t="t" r="r" b="b"/>
              <a:pathLst>
                <a:path w="2158365" h="1094739">
                  <a:moveTo>
                    <a:pt x="2063495" y="1094231"/>
                  </a:moveTo>
                  <a:lnTo>
                    <a:pt x="92964" y="1094231"/>
                  </a:lnTo>
                  <a:lnTo>
                    <a:pt x="56578" y="1086754"/>
                  </a:lnTo>
                  <a:lnTo>
                    <a:pt x="27051" y="1066419"/>
                  </a:lnTo>
                  <a:lnTo>
                    <a:pt x="7239" y="1036367"/>
                  </a:lnTo>
                  <a:lnTo>
                    <a:pt x="0" y="999744"/>
                  </a:lnTo>
                  <a:lnTo>
                    <a:pt x="0" y="94487"/>
                  </a:lnTo>
                  <a:lnTo>
                    <a:pt x="7239" y="57864"/>
                  </a:lnTo>
                  <a:lnTo>
                    <a:pt x="27051" y="27812"/>
                  </a:lnTo>
                  <a:lnTo>
                    <a:pt x="56578" y="7477"/>
                  </a:lnTo>
                  <a:lnTo>
                    <a:pt x="92964" y="0"/>
                  </a:lnTo>
                  <a:lnTo>
                    <a:pt x="2063495" y="0"/>
                  </a:lnTo>
                  <a:lnTo>
                    <a:pt x="2100119" y="7477"/>
                  </a:lnTo>
                  <a:lnTo>
                    <a:pt x="2130170" y="27812"/>
                  </a:lnTo>
                  <a:lnTo>
                    <a:pt x="2150506" y="57864"/>
                  </a:lnTo>
                  <a:lnTo>
                    <a:pt x="2157983" y="94487"/>
                  </a:lnTo>
                  <a:lnTo>
                    <a:pt x="2157983" y="999744"/>
                  </a:lnTo>
                  <a:lnTo>
                    <a:pt x="2150506" y="1036367"/>
                  </a:lnTo>
                  <a:lnTo>
                    <a:pt x="2130170" y="1066419"/>
                  </a:lnTo>
                  <a:lnTo>
                    <a:pt x="2100119" y="1086754"/>
                  </a:lnTo>
                  <a:lnTo>
                    <a:pt x="2063495" y="1094231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10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6319" y="2487167"/>
              <a:ext cx="4422647" cy="3569207"/>
            </a:xfrm>
            <a:prstGeom prst="rect">
              <a:avLst/>
            </a:prstGeom>
          </p:spPr>
        </p:pic>
      </p:grpSp>
      <p:pic>
        <p:nvPicPr>
          <p:cNvPr id="11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40307" y="4358639"/>
            <a:ext cx="1704010" cy="1877567"/>
          </a:xfrm>
          <a:prstGeom prst="rect">
            <a:avLst/>
          </a:prstGeom>
        </p:spPr>
      </p:pic>
      <p:pic>
        <p:nvPicPr>
          <p:cNvPr id="12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84355" y="6752934"/>
            <a:ext cx="1913067" cy="15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4D307D-9316-1632-3D88-41B876E7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1807394C-D611-C6B8-9727-64E860DF9E81}"/>
              </a:ext>
            </a:extLst>
          </p:cNvPr>
          <p:cNvSpPr txBox="1"/>
          <p:nvPr/>
        </p:nvSpPr>
        <p:spPr>
          <a:xfrm>
            <a:off x="381000" y="888075"/>
            <a:ext cx="12352767" cy="15486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Embedded</a:t>
            </a:r>
            <a:r>
              <a:rPr lang="sv-SE" sz="4000" b="1" spc="5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Systems</a:t>
            </a:r>
          </a:p>
          <a:p>
            <a:pPr marL="16435" defTabSz="1183325">
              <a:spcBef>
                <a:spcPts val="175"/>
              </a:spcBef>
            </a:pPr>
            <a:endParaRPr lang="en-GB" sz="2400" dirty="0">
              <a:solidFill>
                <a:srgbClr val="3A3A3A"/>
              </a:solidFill>
              <a:latin typeface="Comic Sans MS" panose="030F0702030302020204" pitchFamily="66" charset="0"/>
              <a:cs typeface="Calibri"/>
            </a:endParaRPr>
          </a:p>
          <a:p>
            <a:pPr marL="16435" defTabSz="1183325">
              <a:spcBef>
                <a:spcPts val="136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CARs,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Flights,</a:t>
            </a:r>
            <a:r>
              <a:rPr lang="en-GB" sz="2400" spc="-97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Medical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Machines,</a:t>
            </a:r>
            <a:r>
              <a:rPr lang="en-GB" sz="2400" spc="-91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omic Sans MS"/>
              </a:rPr>
              <a:t>others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16979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05F4B5-8541-219B-DE21-812C5243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98CD8E13-3F68-1144-FC86-174B6B0FA026}"/>
              </a:ext>
            </a:extLst>
          </p:cNvPr>
          <p:cNvSpPr txBox="1"/>
          <p:nvPr/>
        </p:nvSpPr>
        <p:spPr>
          <a:xfrm>
            <a:off x="381000" y="888075"/>
            <a:ext cx="12352767" cy="33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Libraries</a:t>
            </a:r>
            <a:endParaRPr lang="en-GB" sz="2400" b="1" dirty="0">
              <a:solidFill>
                <a:srgbClr val="3A3A3A"/>
              </a:solidFill>
              <a:latin typeface="Comic Sans MS" panose="030F0702030302020204" pitchFamily="66" charset="0"/>
              <a:cs typeface="Calibri"/>
            </a:endParaRPr>
          </a:p>
          <a:p>
            <a:pPr marL="16435" marR="216121">
              <a:spcBef>
                <a:spcPts val="136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marR="216121">
              <a:spcBef>
                <a:spcPts val="136"/>
              </a:spcBef>
            </a:pP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When</a:t>
            </a:r>
            <a:r>
              <a:rPr lang="en-GB" sz="2400" b="0" spc="-52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we</a:t>
            </a:r>
            <a:r>
              <a:rPr lang="en-GB" sz="2400" b="0" spc="-39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require</a:t>
            </a:r>
            <a:r>
              <a:rPr lang="en-GB" sz="2400" b="0" spc="-39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very</a:t>
            </a:r>
            <a:r>
              <a:rPr lang="en-GB" sz="2400" b="0" spc="-39" dirty="0">
                <a:latin typeface="Comic Sans MS" panose="030F0702030302020204" pitchFamily="66" charset="0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</a:rPr>
              <a:t>high-</a:t>
            </a:r>
            <a:r>
              <a:rPr lang="en-GB" sz="2400" dirty="0">
                <a:latin typeface="Comic Sans MS" panose="030F0702030302020204" pitchFamily="66" charset="0"/>
              </a:rPr>
              <a:t>level</a:t>
            </a:r>
            <a:r>
              <a:rPr lang="en-GB" sz="2400" spc="-97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mathematical</a:t>
            </a:r>
            <a:r>
              <a:rPr lang="en-GB" sz="2400" spc="-91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computations,</a:t>
            </a:r>
            <a:r>
              <a:rPr lang="en-GB" sz="2400" spc="-91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performance</a:t>
            </a:r>
            <a:r>
              <a:rPr lang="en-GB" sz="2400" spc="-104" dirty="0">
                <a:latin typeface="Comic Sans MS" panose="030F0702030302020204" pitchFamily="66" charset="0"/>
              </a:rPr>
              <a:t> </a:t>
            </a:r>
            <a:r>
              <a:rPr lang="en-GB" sz="2400" spc="-32" dirty="0">
                <a:latin typeface="Comic Sans MS" panose="030F0702030302020204" pitchFamily="66" charset="0"/>
              </a:rPr>
              <a:t>and </a:t>
            </a:r>
            <a:r>
              <a:rPr lang="en-GB" sz="2400" dirty="0">
                <a:latin typeface="Comic Sans MS" panose="030F0702030302020204" pitchFamily="66" charset="0"/>
              </a:rPr>
              <a:t>speed</a:t>
            </a:r>
            <a:r>
              <a:rPr lang="en-GB" sz="2400" spc="-58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become</a:t>
            </a:r>
            <a:r>
              <a:rPr lang="en-GB" sz="2400" b="0" spc="-52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important.</a:t>
            </a:r>
            <a:r>
              <a:rPr lang="en-GB" sz="2400" b="0" spc="-58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Hence</a:t>
            </a:r>
            <a:r>
              <a:rPr lang="en-GB" sz="2400" b="0" spc="-26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most</a:t>
            </a:r>
            <a:r>
              <a:rPr lang="en-GB" sz="2400" b="0" spc="-39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b="0" spc="-52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b="0" spc="-32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libraries</a:t>
            </a:r>
            <a:r>
              <a:rPr lang="en-GB" sz="2400" b="0" spc="-45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use</a:t>
            </a:r>
            <a:r>
              <a:rPr lang="en-GB" sz="2400" b="0" spc="-26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b="0" spc="-19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as</a:t>
            </a:r>
            <a:r>
              <a:rPr lang="en-GB" sz="2400" b="0" spc="-26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their</a:t>
            </a:r>
            <a:r>
              <a:rPr lang="en-GB" sz="2400" b="0" spc="-39" dirty="0">
                <a:latin typeface="Comic Sans MS" panose="030F0702030302020204" pitchFamily="66" charset="0"/>
              </a:rPr>
              <a:t> </a:t>
            </a:r>
            <a:r>
              <a:rPr lang="en-GB" sz="2400" b="0" spc="-26" dirty="0">
                <a:latin typeface="Comic Sans MS" panose="030F0702030302020204" pitchFamily="66" charset="0"/>
              </a:rPr>
              <a:t>core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programming</a:t>
            </a:r>
            <a:r>
              <a:rPr lang="en-GB" sz="2400" b="0" spc="-65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language.</a:t>
            </a:r>
            <a:r>
              <a:rPr lang="en-GB" sz="2400" b="0" spc="-52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Most</a:t>
            </a:r>
            <a:r>
              <a:rPr lang="en-GB" sz="2400" spc="-71" dirty="0">
                <a:latin typeface="Comic Sans MS" panose="030F0702030302020204" pitchFamily="66" charset="0"/>
              </a:rPr>
              <a:t> </a:t>
            </a:r>
            <a:r>
              <a:rPr lang="en-GB" sz="2400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high-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level</a:t>
            </a:r>
            <a:r>
              <a:rPr lang="en-GB" sz="2400" spc="-9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machine</a:t>
            </a:r>
            <a:r>
              <a:rPr lang="en-GB" sz="2400" spc="-97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language</a:t>
            </a:r>
            <a:r>
              <a:rPr lang="en-GB" sz="2400" spc="-7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libraries</a:t>
            </a:r>
            <a:r>
              <a:rPr lang="en-GB" sz="2400" spc="-4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use</a:t>
            </a:r>
            <a:r>
              <a:rPr lang="en-GB" sz="2400" spc="-52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C++</a:t>
            </a:r>
            <a:r>
              <a:rPr lang="en-GB" sz="2400" spc="-32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spc="-32" dirty="0">
                <a:latin typeface="Comic Sans MS" panose="030F0702030302020204" pitchFamily="66" charset="0"/>
              </a:rPr>
              <a:t>as </a:t>
            </a:r>
            <a:r>
              <a:rPr lang="en-GB" sz="2400" spc="-13" dirty="0">
                <a:latin typeface="Comic Sans MS" panose="030F0702030302020204" pitchFamily="66" charset="0"/>
              </a:rPr>
              <a:t>backend</a:t>
            </a: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 marL="71491" marR="6574"/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C++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is</a:t>
            </a:r>
            <a:r>
              <a:rPr lang="en-GB" sz="2400" u="sng" spc="-3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faster</a:t>
            </a:r>
            <a:r>
              <a:rPr lang="en-GB" sz="2400" u="sng" spc="-5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than</a:t>
            </a:r>
            <a:r>
              <a:rPr lang="en-GB" sz="2400" u="sng" spc="-3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most</a:t>
            </a:r>
            <a:r>
              <a:rPr lang="en-GB" sz="2400" u="sng" spc="-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of</a:t>
            </a:r>
            <a:r>
              <a:rPr lang="en-GB" sz="24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the</a:t>
            </a:r>
            <a:r>
              <a:rPr lang="en-GB" sz="24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other</a:t>
            </a:r>
            <a:r>
              <a:rPr lang="en-GB" sz="2400" u="sng" spc="-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programming</a:t>
            </a:r>
            <a:r>
              <a:rPr lang="en-GB" sz="2400" u="sng" spc="-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languages</a:t>
            </a:r>
            <a:r>
              <a:rPr lang="en-GB" sz="2400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b="0" spc="-32" dirty="0">
                <a:latin typeface="Comic Sans MS" panose="030F0702030302020204" pitchFamily="66" charset="0"/>
              </a:rPr>
              <a:t> </a:t>
            </a:r>
            <a:r>
              <a:rPr lang="en-GB" sz="2400" b="0" dirty="0">
                <a:latin typeface="Comic Sans MS" panose="030F0702030302020204" pitchFamily="66" charset="0"/>
                <a:cs typeface="Comic Sans MS"/>
              </a:rPr>
              <a:t>also</a:t>
            </a:r>
            <a:r>
              <a:rPr lang="en-GB" sz="2400" b="0" spc="-45" dirty="0">
                <a:latin typeface="Comic Sans MS" panose="030F0702030302020204" pitchFamily="66" charset="0"/>
              </a:rPr>
              <a:t> </a:t>
            </a:r>
            <a:r>
              <a:rPr lang="en-GB" sz="2400" b="0" spc="-13" dirty="0">
                <a:latin typeface="Comic Sans MS" panose="030F0702030302020204" pitchFamily="66" charset="0"/>
              </a:rPr>
              <a:t>supports </a:t>
            </a:r>
            <a:r>
              <a:rPr lang="en-GB" sz="24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multithreading</a:t>
            </a:r>
            <a:r>
              <a:rPr lang="en-GB" sz="2400" b="0" u="sng" spc="-10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b="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with</a:t>
            </a:r>
            <a:r>
              <a:rPr lang="en-GB" sz="2400" b="0" u="sng" spc="-7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 </a:t>
            </a:r>
            <a:r>
              <a:rPr lang="en-GB" sz="2400" b="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</a:rPr>
              <a:t>concurrency</a:t>
            </a:r>
            <a:r>
              <a:rPr lang="en-GB" sz="2400" b="0" spc="-13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237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F9A0DB-402B-14EB-ACE6-3D68A6C0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B58FC2A5-C03D-C400-1055-EC91ADA76CCE}"/>
              </a:ext>
            </a:extLst>
          </p:cNvPr>
          <p:cNvSpPr txBox="1"/>
          <p:nvPr/>
        </p:nvSpPr>
        <p:spPr>
          <a:xfrm>
            <a:off x="381000" y="888075"/>
            <a:ext cx="12352767" cy="37775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Banking</a:t>
            </a:r>
            <a:r>
              <a:rPr lang="sv-SE" sz="4000" b="1" spc="-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Applications</a:t>
            </a:r>
            <a:endParaRPr lang="sv-SE" sz="4000" b="1" spc="-13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As</a:t>
            </a:r>
            <a:r>
              <a:rPr lang="en-GB" sz="2400" spc="-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aids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concurrency,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it</a:t>
            </a:r>
            <a:r>
              <a:rPr lang="en-GB" sz="2400" b="1" spc="-39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becomes</a:t>
            </a:r>
            <a:r>
              <a:rPr lang="en-GB" sz="2400" b="1" spc="-26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the</a:t>
            </a:r>
            <a:r>
              <a:rPr lang="en-GB" sz="2400" b="1" spc="-32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default</a:t>
            </a:r>
            <a:r>
              <a:rPr lang="en-GB" sz="2400" b="1" spc="-32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choice</a:t>
            </a:r>
            <a:r>
              <a:rPr lang="en-GB" sz="2400" b="1" spc="-32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for</a:t>
            </a:r>
            <a:r>
              <a:rPr lang="en-GB" sz="2400" b="1" spc="-39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banking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applications</a:t>
            </a:r>
            <a:r>
              <a:rPr lang="en-GB" sz="240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require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multi-threading,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concurrency,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high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performance.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Infosys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Finacle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–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popular</a:t>
            </a:r>
            <a:r>
              <a:rPr lang="en-GB" sz="2400" spc="-7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core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banking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application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uses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as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backend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programming languages.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1085" y="3048000"/>
            <a:ext cx="3534246" cy="6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1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C732FB-DEB0-BB7C-AADE-12195A83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2AF2C6BE-4E11-8B33-C25F-47DD324ACBF8}"/>
              </a:ext>
            </a:extLst>
          </p:cNvPr>
          <p:cNvSpPr txBox="1"/>
          <p:nvPr/>
        </p:nvSpPr>
        <p:spPr>
          <a:xfrm>
            <a:off x="381000" y="888075"/>
            <a:ext cx="12352767" cy="37775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Advanced</a:t>
            </a:r>
            <a:r>
              <a:rPr lang="sv-SE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Computation</a:t>
            </a:r>
            <a:r>
              <a:rPr lang="sv-SE" sz="4000" b="1" spc="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And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 Graphics</a:t>
            </a: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useful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developing</a:t>
            </a:r>
            <a:r>
              <a:rPr lang="en-GB" sz="2400" spc="-97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application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requires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high-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performance</a:t>
            </a:r>
            <a:r>
              <a:rPr lang="en-GB" sz="2400" b="1" spc="-39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image</a:t>
            </a:r>
            <a:r>
              <a:rPr lang="en-GB" sz="2400" b="1" spc="-19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processing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,</a:t>
            </a:r>
            <a:r>
              <a:rPr lang="en-GB" sz="2400" spc="-39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real-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time</a:t>
            </a:r>
            <a:r>
              <a:rPr lang="en-GB" sz="240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physical</a:t>
            </a:r>
            <a:r>
              <a:rPr lang="en-GB" sz="240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simulations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,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mobile</a:t>
            </a:r>
            <a:r>
              <a:rPr lang="en-GB" sz="240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sensor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applications</a:t>
            </a:r>
            <a:r>
              <a:rPr lang="en-GB" sz="2400" b="1" spc="-78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need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high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performance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647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speed.</a:t>
            </a:r>
            <a:endParaRPr lang="en-GB" sz="2400" spc="-13" dirty="0">
              <a:latin typeface="Comic Sans MS" panose="030F0702030302020204" pitchFamily="66" charset="0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Maya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3D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software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from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Alias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system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developed</a:t>
            </a:r>
            <a:r>
              <a:rPr lang="en-GB" sz="2400" spc="-97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for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animation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,</a:t>
            </a:r>
            <a:r>
              <a:rPr lang="en-GB" sz="2400" spc="-84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virtual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reality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,</a:t>
            </a:r>
            <a:r>
              <a:rPr lang="en-GB" sz="2400" spc="-58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3D</a:t>
            </a:r>
            <a:r>
              <a:rPr lang="en-GB" sz="2400" b="1" spc="-52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alibri"/>
              </a:rPr>
              <a:t>graphics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,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environments.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</p:txBody>
      </p:sp>
      <p:pic>
        <p:nvPicPr>
          <p:cNvPr id="2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3048000"/>
            <a:ext cx="2607294" cy="89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89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4ECD26-04F5-F8D3-D086-9AF93C6F4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CB1B9004-FA14-9000-A740-096309DC933A}"/>
              </a:ext>
            </a:extLst>
          </p:cNvPr>
          <p:cNvSpPr txBox="1"/>
          <p:nvPr/>
        </p:nvSpPr>
        <p:spPr>
          <a:xfrm>
            <a:off x="381000" y="888075"/>
            <a:ext cx="12352767" cy="52189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Cloud/</a:t>
            </a:r>
            <a:r>
              <a:rPr lang="sv-SE" sz="40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Distributed</a:t>
            </a:r>
            <a:r>
              <a:rPr lang="sv-SE" sz="4000" b="1" spc="4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Systems</a:t>
            </a: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marR="6574" defTabSz="1183325">
              <a:spcBef>
                <a:spcPts val="136"/>
              </a:spcBef>
            </a:pP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Cloud</a:t>
            </a:r>
            <a:r>
              <a:rPr lang="en-GB" sz="2400" b="1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storage</a:t>
            </a:r>
            <a:r>
              <a:rPr lang="en-GB" sz="2400" b="1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systems</a:t>
            </a:r>
            <a:r>
              <a:rPr lang="en-GB" sz="2400" b="1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are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extensively</a:t>
            </a:r>
            <a:r>
              <a:rPr lang="en-GB" sz="2400" spc="-9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used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nowadays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work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close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to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the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hardware.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becomes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default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choice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for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implementing</a:t>
            </a:r>
            <a:r>
              <a:rPr lang="en-GB" sz="2400" spc="-7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such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systems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as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it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close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to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the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hardware.</a:t>
            </a:r>
            <a:r>
              <a:rPr lang="en-GB" sz="2400" spc="-84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also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provides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multithreading</a:t>
            </a:r>
            <a:r>
              <a:rPr lang="en-GB" sz="2400" spc="-7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support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can</a:t>
            </a:r>
            <a:r>
              <a:rPr lang="en-GB" sz="2400" spc="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build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concurrent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applications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load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tolerance.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>
              <a:spcBef>
                <a:spcPts val="6"/>
              </a:spcBef>
            </a:pPr>
            <a:endParaRPr lang="en-GB" sz="2400" spc="-13" dirty="0">
              <a:latin typeface="Comic Sans MS" panose="030F0702030302020204" pitchFamily="66" charset="0"/>
            </a:endParaRPr>
          </a:p>
          <a:p>
            <a:pPr marL="16435" marR="239130" defTabSz="1183325">
              <a:spcBef>
                <a:spcPts val="136"/>
              </a:spcBef>
            </a:pP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Bloomberg</a:t>
            </a:r>
            <a:r>
              <a:rPr lang="en-GB" sz="2400" b="1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distributed</a:t>
            </a:r>
            <a:r>
              <a:rPr lang="en-GB" sz="2400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RDBMS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application</a:t>
            </a:r>
            <a:r>
              <a:rPr lang="en-GB" sz="2400" spc="-97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that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used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for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accurately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providing</a:t>
            </a:r>
            <a:r>
              <a:rPr lang="en-GB" sz="2400" b="1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real-</a:t>
            </a:r>
            <a:r>
              <a:rPr lang="en-GB" sz="2400" b="1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time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financial</a:t>
            </a:r>
            <a:r>
              <a:rPr lang="en-GB" sz="2400" b="1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information</a:t>
            </a:r>
            <a:r>
              <a:rPr lang="en-GB" sz="2400" b="1" spc="-6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news</a:t>
            </a:r>
            <a:r>
              <a:rPr lang="en-GB" sz="2400" b="1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to</a:t>
            </a:r>
            <a:r>
              <a:rPr lang="en-GB" sz="2400" b="1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investors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  <a:p>
            <a:pPr marL="16435" marR="6574" defTabSz="1183325">
              <a:spcBef>
                <a:spcPts val="2562"/>
              </a:spcBef>
            </a:pP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While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Bloomberg’s</a:t>
            </a:r>
            <a:r>
              <a:rPr lang="en-GB" sz="2400" spc="-5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RDBMS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is</a:t>
            </a:r>
            <a:r>
              <a:rPr lang="en-GB" sz="2400" spc="-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written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C,</a:t>
            </a:r>
            <a:r>
              <a:rPr lang="en-GB" sz="2400" spc="-45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its</a:t>
            </a:r>
            <a:r>
              <a:rPr lang="en-GB" sz="2400" spc="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development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13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environment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and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set</a:t>
            </a:r>
            <a:r>
              <a:rPr lang="en-GB" sz="2400" spc="-1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of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libraries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32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are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written</a:t>
            </a:r>
            <a:r>
              <a:rPr lang="en-GB" sz="2400" spc="-58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in</a:t>
            </a:r>
            <a:r>
              <a:rPr lang="en-GB" sz="2400" spc="-39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 </a:t>
            </a:r>
            <a:r>
              <a:rPr lang="en-GB" sz="2400" spc="-26" dirty="0">
                <a:solidFill>
                  <a:srgbClr val="3A3A3A"/>
                </a:solidFill>
                <a:latin typeface="Comic Sans MS" panose="030F0702030302020204" pitchFamily="66" charset="0"/>
                <a:cs typeface="Calibri"/>
              </a:rPr>
              <a:t>C++.</a:t>
            </a:r>
            <a:endParaRPr lang="en-GB" sz="2400" dirty="0">
              <a:latin typeface="Comic Sans MS" panose="030F0702030302020204" pitchFamily="66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992" y="3200400"/>
            <a:ext cx="3465216" cy="8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05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BA1C38-BFD8-FA03-4512-75B02317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DF8EDCEB-0D43-B45F-9A29-FE7745DD723F}"/>
              </a:ext>
            </a:extLst>
          </p:cNvPr>
          <p:cNvSpPr txBox="1"/>
          <p:nvPr/>
        </p:nvSpPr>
        <p:spPr>
          <a:xfrm>
            <a:off x="381000" y="888075"/>
            <a:ext cx="12352767" cy="30260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Therefore,</a:t>
            </a:r>
            <a:r>
              <a:rPr lang="en-GB" sz="4000" b="1" spc="-4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when</a:t>
            </a:r>
            <a:r>
              <a:rPr lang="en-GB" sz="4000" b="1" spc="3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you</a:t>
            </a:r>
            <a:r>
              <a:rPr lang="en-GB" sz="4000" b="1" spc="45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talk</a:t>
            </a:r>
            <a:r>
              <a:rPr lang="en-GB" sz="4000" b="1" spc="5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13" dirty="0">
                <a:solidFill>
                  <a:srgbClr val="000000"/>
                </a:solidFill>
                <a:latin typeface="Comic Sans MS" panose="030F0702030302020204" pitchFamily="66" charset="0"/>
              </a:rPr>
              <a:t>about…</a:t>
            </a: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382937" indent="-366502" defTabSz="1183325">
              <a:spcBef>
                <a:spcPts val="136"/>
              </a:spcBef>
              <a:buFont typeface="Arial MT"/>
              <a:buChar char="•"/>
              <a:tabLst>
                <a:tab pos="382937" algn="l"/>
              </a:tabLst>
            </a:pP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Performance</a:t>
            </a:r>
            <a:endParaRPr lang="en-GB" sz="2400" dirty="0">
              <a:latin typeface="Comic Sans MS"/>
              <a:cs typeface="Comic Sans MS"/>
            </a:endParaRPr>
          </a:p>
          <a:p>
            <a:pPr marL="382937" indent="-366502" defTabSz="1183325">
              <a:buFont typeface="Arial MT"/>
              <a:buChar char="•"/>
              <a:tabLst>
                <a:tab pos="382937" algn="l"/>
              </a:tabLst>
            </a:pP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Speed</a:t>
            </a:r>
            <a:endParaRPr lang="en-GB" sz="2400" dirty="0">
              <a:latin typeface="Comic Sans MS"/>
              <a:cs typeface="Comic Sans MS"/>
            </a:endParaRPr>
          </a:p>
          <a:p>
            <a:pPr marL="382937" indent="-366502" defTabSz="1183325">
              <a:buFont typeface="Arial MT"/>
              <a:buChar char="•"/>
              <a:tabLst>
                <a:tab pos="382937" algn="l"/>
              </a:tabLst>
            </a:pPr>
            <a:r>
              <a:rPr lang="en-GB" sz="2400" b="1" dirty="0">
                <a:solidFill>
                  <a:srgbClr val="3A3A3A"/>
                </a:solidFill>
                <a:latin typeface="Comic Sans MS"/>
                <a:cs typeface="Comic Sans MS"/>
              </a:rPr>
              <a:t>Cross</a:t>
            </a:r>
            <a:r>
              <a:rPr lang="en-GB" sz="2400" b="1" spc="-39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Platform/Adaptable</a:t>
            </a:r>
            <a:endParaRPr lang="en-GB" sz="2400" dirty="0">
              <a:latin typeface="Comic Sans MS"/>
              <a:cs typeface="Comic Sans MS"/>
            </a:endParaRPr>
          </a:p>
          <a:p>
            <a:pPr marL="382937" indent="-366502" defTabSz="1183325">
              <a:buFont typeface="Arial MT"/>
              <a:buChar char="•"/>
              <a:tabLst>
                <a:tab pos="382937" algn="l"/>
              </a:tabLst>
            </a:pP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High-</a:t>
            </a:r>
            <a:r>
              <a:rPr lang="en-GB" sz="2400" b="1" dirty="0">
                <a:solidFill>
                  <a:srgbClr val="3A3A3A"/>
                </a:solidFill>
                <a:latin typeface="Comic Sans MS"/>
                <a:cs typeface="Comic Sans MS"/>
              </a:rPr>
              <a:t>level</a:t>
            </a:r>
            <a:r>
              <a:rPr lang="en-GB" sz="2400" b="1" spc="-97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/>
                <a:cs typeface="Comic Sans MS"/>
              </a:rPr>
              <a:t>mathematical</a:t>
            </a:r>
            <a:r>
              <a:rPr lang="en-GB" sz="2400" b="1" spc="-97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computations</a:t>
            </a:r>
            <a:endParaRPr lang="en-GB" sz="2400" dirty="0">
              <a:latin typeface="Comic Sans MS"/>
              <a:cs typeface="Comic Sans MS"/>
            </a:endParaRPr>
          </a:p>
          <a:p>
            <a:pPr marL="382937" indent="-366502" defTabSz="1183325">
              <a:buFont typeface="Arial MT"/>
              <a:buChar char="•"/>
              <a:tabLst>
                <a:tab pos="382937" algn="l"/>
              </a:tabLst>
            </a:pPr>
            <a:r>
              <a:rPr lang="en-GB" sz="2400" b="1" dirty="0">
                <a:solidFill>
                  <a:srgbClr val="3A3A3A"/>
                </a:solidFill>
                <a:latin typeface="Comic Sans MS"/>
                <a:cs typeface="Comic Sans MS"/>
              </a:rPr>
              <a:t>Multithreading</a:t>
            </a:r>
            <a:r>
              <a:rPr lang="en-GB" sz="2400" b="1" spc="-116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3A3A3A"/>
                </a:solidFill>
                <a:latin typeface="Comic Sans MS"/>
                <a:cs typeface="Comic Sans MS"/>
              </a:rPr>
              <a:t>with</a:t>
            </a:r>
            <a:r>
              <a:rPr lang="en-GB" sz="2400" b="1" spc="-91" dirty="0">
                <a:solidFill>
                  <a:srgbClr val="3A3A3A"/>
                </a:solidFill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solidFill>
                  <a:srgbClr val="3A3A3A"/>
                </a:solidFill>
                <a:latin typeface="Comic Sans MS"/>
                <a:cs typeface="Comic Sans MS"/>
              </a:rPr>
              <a:t>concurrency</a:t>
            </a:r>
            <a:endParaRPr lang="en-GB" sz="24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2666" y="5224535"/>
            <a:ext cx="4127888" cy="1973132"/>
          </a:xfrm>
          <a:prstGeom prst="rect">
            <a:avLst/>
          </a:prstGeom>
        </p:spPr>
      </p:pic>
      <p:sp>
        <p:nvSpPr>
          <p:cNvPr id="2" name="object 5"/>
          <p:cNvSpPr txBox="1"/>
          <p:nvPr/>
        </p:nvSpPr>
        <p:spPr>
          <a:xfrm>
            <a:off x="6217927" y="6083731"/>
            <a:ext cx="1566284" cy="739396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4659" spc="-13" dirty="0">
                <a:latin typeface="Comic Sans MS"/>
                <a:cs typeface="Comic Sans MS"/>
              </a:rPr>
              <a:t>IT’s…</a:t>
            </a:r>
            <a:endParaRPr sz="4659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277491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D10256-8DAC-B0A4-A7A7-414EC1F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59280D4-07F9-D5DE-BB18-314BA35DE332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CF93169-CA28-D3A3-70B2-7A8EEEFC5E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C9A266A-0B15-22F4-CF01-845A2EE29BB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6AB8078-460F-FC4D-64E0-E6F53FAD8332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2920272F-F3DF-7036-55C1-7A831BB93246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Why C++ not C?</a:t>
            </a:r>
          </a:p>
        </p:txBody>
      </p:sp>
    </p:spTree>
    <p:extLst>
      <p:ext uri="{BB962C8B-B14F-4D97-AF65-F5344CB8AC3E}">
        <p14:creationId xmlns:p14="http://schemas.microsoft.com/office/powerpoint/2010/main" val="1121632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5A2B73-45FA-4140-A4A0-43AB4D8A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92542404-44F1-A792-2C88-1658DA034819}"/>
              </a:ext>
            </a:extLst>
          </p:cNvPr>
          <p:cNvSpPr txBox="1"/>
          <p:nvPr/>
        </p:nvSpPr>
        <p:spPr>
          <a:xfrm>
            <a:off x="381000" y="888075"/>
            <a:ext cx="12352767" cy="92046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</a:t>
            </a:r>
            <a:r>
              <a:rPr lang="sv-SE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vs</a:t>
            </a:r>
            <a:r>
              <a:rPr lang="sv-SE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32" dirty="0">
                <a:solidFill>
                  <a:srgbClr val="000000"/>
                </a:solidFill>
                <a:latin typeface="Comic Sans MS" panose="030F0702030302020204" pitchFamily="66" charset="0"/>
              </a:rPr>
              <a:t>C++</a:t>
            </a: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36"/>
              </a:spcBef>
              <a:tabLst>
                <a:tab pos="382937" algn="l"/>
              </a:tabLst>
            </a:pPr>
            <a:r>
              <a:rPr lang="sv-SE" sz="2400" b="1" spc="-13" dirty="0" err="1">
                <a:latin typeface="Comic Sans MS" panose="030F0702030302020204" pitchFamily="66" charset="0"/>
                <a:cs typeface="Comic Sans MS"/>
              </a:rPr>
              <a:t>Similarities</a:t>
            </a:r>
            <a:endParaRPr lang="sv-SE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601524" indent="-305692" defTabSz="1183325">
              <a:spcBef>
                <a:spcPts val="136"/>
              </a:spcBef>
              <a:buFont typeface="Arial MT"/>
              <a:buChar char="•"/>
              <a:tabLst>
                <a:tab pos="601524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Both</a:t>
            </a:r>
            <a:r>
              <a:rPr lang="en-GB" sz="2400" spc="-4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1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2400" spc="-3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have</a:t>
            </a:r>
            <a:r>
              <a:rPr lang="en-GB" sz="2400" spc="-1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similar</a:t>
            </a:r>
            <a:r>
              <a:rPr lang="en-GB" sz="2400" b="1" spc="-58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Syntax/Grammar/Code</a:t>
            </a:r>
            <a:r>
              <a:rPr lang="en-GB" sz="2400" b="1" spc="-84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Structure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601524" indent="-305692" defTabSz="1183325">
              <a:buFont typeface="Arial MT"/>
              <a:buChar char="•"/>
              <a:tabLst>
                <a:tab pos="601524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compilation</a:t>
            </a:r>
            <a:r>
              <a:rPr lang="en-GB" sz="2400" b="1" spc="-33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-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both</a:t>
            </a:r>
            <a:r>
              <a:rPr lang="en-GB" sz="2400" spc="-5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similar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601524" marR="6574" indent="-306513" defTabSz="1183325">
              <a:buFont typeface="Arial MT"/>
              <a:buChar char="•"/>
              <a:tabLst>
                <a:tab pos="601524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Both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Mid-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level</a:t>
            </a:r>
            <a:r>
              <a:rPr lang="en-GB" sz="2400" b="1" spc="-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languages</a:t>
            </a:r>
            <a:r>
              <a:rPr lang="en-GB" sz="2400" b="1" spc="-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that</a:t>
            </a:r>
            <a:r>
              <a:rPr lang="en-GB" sz="2400" b="1" spc="-58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b="1" spc="-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close</a:t>
            </a:r>
            <a:r>
              <a:rPr lang="en-GB" sz="2400" b="1" spc="-3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2400" b="1" spc="-1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hardware</a:t>
            </a:r>
            <a:r>
              <a:rPr lang="en-GB" sz="2400" b="1" spc="-78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able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to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program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7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manipulate</a:t>
            </a:r>
            <a:r>
              <a:rPr lang="en-GB" sz="2400" spc="-97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underlying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hardware</a:t>
            </a:r>
            <a:r>
              <a:rPr lang="en-GB" sz="2400" spc="-84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resources.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534"/>
              </a:spcBef>
            </a:pPr>
            <a:r>
              <a:rPr lang="en-GB" sz="3600" b="1" spc="-13" dirty="0">
                <a:latin typeface="Comic Sans MS" panose="030F0702030302020204" pitchFamily="66" charset="0"/>
                <a:cs typeface="Comic Sans MS"/>
              </a:rPr>
              <a:t>Differences..</a:t>
            </a:r>
            <a:endParaRPr lang="en-GB" sz="3600" dirty="0">
              <a:latin typeface="Comic Sans MS" panose="030F0702030302020204" pitchFamily="66" charset="0"/>
              <a:cs typeface="Comic Sans MS"/>
            </a:endParaRPr>
          </a:p>
          <a:p>
            <a:pPr marL="2816971" defTabSz="1183325">
              <a:spcBef>
                <a:spcPts val="524"/>
              </a:spcBef>
              <a:tabLst>
                <a:tab pos="8169052" algn="l"/>
              </a:tabLst>
            </a:pPr>
            <a:r>
              <a:rPr lang="en-GB" sz="3600" b="1" spc="-65" dirty="0"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3600" b="1" dirty="0">
                <a:latin typeface="Comic Sans MS" panose="030F0702030302020204" pitchFamily="66" charset="0"/>
                <a:cs typeface="Comic Sans MS"/>
              </a:rPr>
              <a:t>	</a:t>
            </a:r>
            <a:r>
              <a:rPr lang="en-GB" sz="3600" b="1" spc="-32" dirty="0">
                <a:latin typeface="Comic Sans MS" panose="030F0702030302020204" pitchFamily="66" charset="0"/>
                <a:cs typeface="Comic Sans MS"/>
              </a:rPr>
              <a:t>C++</a:t>
            </a:r>
            <a:endParaRPr lang="en-GB" sz="36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was</a:t>
            </a:r>
            <a:r>
              <a:rPr lang="en-GB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developed</a:t>
            </a:r>
            <a:r>
              <a:rPr lang="en-GB" sz="2400" spc="-71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by</a:t>
            </a:r>
            <a:r>
              <a:rPr lang="en-GB" sz="2400" spc="-3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Dennis</a:t>
            </a:r>
            <a:r>
              <a:rPr lang="en-GB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Ritchie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	C++</a:t>
            </a:r>
            <a:r>
              <a:rPr lang="en-GB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was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developed</a:t>
            </a:r>
            <a:r>
              <a:rPr lang="en-GB" sz="2400" spc="-71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by</a:t>
            </a:r>
            <a:r>
              <a:rPr lang="en-GB" sz="2400" spc="-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Bjarne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between</a:t>
            </a:r>
            <a:r>
              <a:rPr lang="en-GB" sz="2400" spc="-78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spc="-4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year</a:t>
            </a:r>
            <a:r>
              <a:rPr lang="en-GB" sz="2400" spc="-4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1969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3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1973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at	</a:t>
            </a:r>
            <a:r>
              <a:rPr lang="sv-SE" sz="2400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Stroustrup</a:t>
            </a:r>
            <a:r>
              <a:rPr lang="sv-SE" sz="2400" spc="-3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in</a:t>
            </a:r>
            <a:r>
              <a:rPr lang="sv-SE" sz="2400" spc="-84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1979.</a:t>
            </a:r>
            <a:endParaRPr lang="sv-SE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sv-SE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AT&amp;T</a:t>
            </a:r>
            <a:r>
              <a:rPr lang="sv-SE" sz="2400" spc="-3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Bell</a:t>
            </a:r>
            <a:r>
              <a:rPr lang="sv-SE" sz="2400" spc="-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spc="-26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Labs</a:t>
            </a:r>
            <a:r>
              <a:rPr lang="sv-SE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.				</a:t>
            </a:r>
            <a:r>
              <a:rPr lang="sv-SE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C++</a:t>
            </a:r>
            <a:r>
              <a:rPr lang="sv-SE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Superset</a:t>
            </a:r>
            <a:r>
              <a:rPr lang="sv-SE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of</a:t>
            </a:r>
            <a:r>
              <a:rPr lang="sv-SE" sz="2400" spc="-5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C.</a:t>
            </a:r>
            <a:endParaRPr lang="sv-SE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C</a:t>
            </a:r>
            <a:r>
              <a:rPr lang="en-GB" sz="2400" spc="-1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2400" spc="-19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</a:t>
            </a:r>
            <a:r>
              <a:rPr lang="en-GB" sz="2400" spc="-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subset</a:t>
            </a:r>
            <a:r>
              <a:rPr lang="en-GB" sz="2400" spc="-32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of</a:t>
            </a:r>
            <a:r>
              <a:rPr lang="en-GB" sz="2400" spc="-4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C++.			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Supports</a:t>
            </a:r>
            <a:r>
              <a:rPr lang="en-GB" sz="2400" spc="-6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both</a:t>
            </a:r>
            <a:r>
              <a:rPr lang="en-GB" sz="2400" spc="-71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Procedural</a:t>
            </a:r>
            <a:r>
              <a:rPr lang="en-GB" sz="2400" spc="-84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and</a:t>
            </a:r>
            <a:r>
              <a:rPr lang="en-GB" sz="2400" spc="-4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26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OOP.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sv-SE" sz="2400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Procedural</a:t>
            </a:r>
            <a:r>
              <a:rPr lang="sv-SE" sz="2400" spc="-65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spc="-13" dirty="0" err="1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Language</a:t>
            </a:r>
            <a:r>
              <a:rPr lang="sv-SE" sz="2400" spc="-13" dirty="0">
                <a:solidFill>
                  <a:srgbClr val="263138"/>
                </a:solidFill>
                <a:latin typeface="Comic Sans MS" panose="030F0702030302020204" pitchFamily="66" charset="0"/>
                <a:cs typeface="Comic Sans MS"/>
              </a:rPr>
              <a:t>.</a:t>
            </a:r>
          </a:p>
          <a:p>
            <a:pPr marL="16435" defTabSz="1183325">
              <a:tabLst>
                <a:tab pos="382937" algn="l"/>
              </a:tabLst>
            </a:pPr>
            <a:endParaRPr lang="sv-SE" sz="2400" spc="-13" dirty="0">
              <a:solidFill>
                <a:srgbClr val="263138"/>
              </a:solidFill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That’s</a:t>
            </a:r>
            <a:r>
              <a:rPr lang="en-GB" sz="2400" b="1" spc="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why</a:t>
            </a:r>
            <a:r>
              <a:rPr lang="en-GB" sz="2400" b="1" spc="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b="1" spc="58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should</a:t>
            </a:r>
            <a:r>
              <a:rPr lang="en-GB" sz="2400" b="1" spc="7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learn</a:t>
            </a:r>
            <a:r>
              <a:rPr lang="en-GB" sz="2400" b="1" spc="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C++</a:t>
            </a:r>
            <a:r>
              <a:rPr lang="en-GB" sz="2400" b="1" spc="3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not</a:t>
            </a:r>
            <a:r>
              <a:rPr lang="en-GB" sz="2400" b="1" spc="5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C,</a:t>
            </a:r>
            <a:r>
              <a:rPr lang="en-GB" sz="2400" b="1" spc="5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b="1" spc="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will</a:t>
            </a:r>
            <a:r>
              <a:rPr lang="en-GB" sz="2400" b="1" spc="45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take</a:t>
            </a:r>
            <a:r>
              <a:rPr lang="en-GB" sz="2400" b="1" spc="32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the</a:t>
            </a:r>
            <a:r>
              <a:rPr lang="en-GB" sz="2400" b="1" spc="3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same</a:t>
            </a:r>
            <a:r>
              <a:rPr lang="en-GB" sz="2400" b="1" spc="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efforts</a:t>
            </a:r>
          </a:p>
          <a:p>
            <a:pPr marL="16435" defTabSz="1183325">
              <a:tabLst>
                <a:tab pos="382937" algn="l"/>
              </a:tabLst>
            </a:pPr>
            <a:endParaRPr lang="en-GB" sz="2400" b="1" spc="-13" dirty="0">
              <a:solidFill>
                <a:srgbClr val="FF0000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Similarities:</a:t>
            </a:r>
            <a:r>
              <a:rPr lang="en-GB" sz="2400" dirty="0">
                <a:latin typeface="Comic Sans MS" panose="030F0702030302020204" pitchFamily="66" charset="0"/>
              </a:rPr>
              <a:t> syntax/grammar/compilation; both mid-level and close to hardware.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Differences: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C is procedural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C++ is a superset</a:t>
            </a:r>
            <a:r>
              <a:rPr lang="en-GB" sz="2400" dirty="0">
                <a:latin typeface="Comic Sans MS" panose="030F0702030302020204" pitchFamily="66" charset="0"/>
              </a:rPr>
              <a:t> that supports both </a:t>
            </a:r>
            <a:r>
              <a:rPr lang="en-GB" sz="2400" b="1" dirty="0">
                <a:latin typeface="Comic Sans MS" panose="030F0702030302020204" pitchFamily="66" charset="0"/>
              </a:rPr>
              <a:t>procedural + OOP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Conclusion 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i="1" dirty="0">
                <a:latin typeface="Comic Sans MS" panose="030F0702030302020204" pitchFamily="66" charset="0"/>
              </a:rPr>
              <a:t>Learn C++ (not C) — same effort, broader power.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853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D4B0DA-F1E5-1B3A-EBD0-EC684469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8E29917-8059-7C51-439D-232FFDD327E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FBE3CC3-F86C-A100-4E2E-D44025EB0E3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5670438-43F3-75D7-90BE-251808C5DFE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9018C82-0EAE-2514-C8E5-31B882430348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C22C43B6-9F21-2CED-7E32-7CC1B527E2CE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Why to start with C++ not JAVA?</a:t>
            </a:r>
          </a:p>
        </p:txBody>
      </p:sp>
    </p:spTree>
    <p:extLst>
      <p:ext uri="{BB962C8B-B14F-4D97-AF65-F5344CB8AC3E}">
        <p14:creationId xmlns:p14="http://schemas.microsoft.com/office/powerpoint/2010/main" val="1946677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D2E4E3-0DDB-E449-B8C2-5360D070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2ECB400A-9646-E22E-D7DD-ED31BEE01ECA}"/>
              </a:ext>
            </a:extLst>
          </p:cNvPr>
          <p:cNvSpPr txBox="1"/>
          <p:nvPr/>
        </p:nvSpPr>
        <p:spPr>
          <a:xfrm>
            <a:off x="381000" y="888075"/>
            <a:ext cx="12352767" cy="62833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C++</a:t>
            </a:r>
            <a:r>
              <a:rPr lang="sv-SE" sz="4000" b="1" spc="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vs</a:t>
            </a:r>
            <a:r>
              <a:rPr lang="sv-SE" sz="4000" b="1" spc="71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Java</a:t>
            </a:r>
          </a:p>
          <a:p>
            <a:pPr marL="16435" defTabSz="1183325">
              <a:spcBef>
                <a:spcPts val="175"/>
              </a:spcBef>
            </a:pPr>
            <a:endParaRPr lang="en-GB" sz="2400" b="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36"/>
              </a:spcBef>
              <a:tabLst>
                <a:tab pos="382937" algn="l"/>
              </a:tabLst>
            </a:pPr>
            <a:r>
              <a:rPr lang="sv-SE" sz="2400" b="1" spc="-13" dirty="0" err="1">
                <a:latin typeface="Comic Sans MS" panose="030F0702030302020204" pitchFamily="66" charset="0"/>
                <a:cs typeface="Comic Sans MS"/>
              </a:rPr>
              <a:t>Similarities</a:t>
            </a:r>
            <a:endParaRPr lang="sv-SE" sz="24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endParaRPr lang="en-GB" sz="2400" dirty="0">
              <a:latin typeface="Comic Sans MS" panose="030F0702030302020204" pitchFamily="66" charset="0"/>
              <a:cs typeface="Comic Sans MS"/>
            </a:endParaRPr>
          </a:p>
          <a:p>
            <a:pPr marL="322127" indent="-305692" defTabSz="1183325">
              <a:spcBef>
                <a:spcPts val="136"/>
              </a:spcBef>
              <a:buFont typeface="Arial MT"/>
              <a:buChar char="•"/>
              <a:tabLst>
                <a:tab pos="322127" algn="l"/>
              </a:tabLst>
            </a:pP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Both</a:t>
            </a:r>
            <a:r>
              <a:rPr lang="en-GB" sz="2400" spc="-52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the</a:t>
            </a:r>
            <a:r>
              <a:rPr lang="en-GB" sz="2400" spc="-26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great</a:t>
            </a:r>
            <a:r>
              <a:rPr lang="en-GB" sz="2400" spc="-32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spc="-13" dirty="0">
                <a:solidFill>
                  <a:srgbClr val="263138"/>
                </a:solidFill>
                <a:latin typeface="Comic Sans MS"/>
                <a:cs typeface="Comic Sans MS"/>
              </a:rPr>
              <a:t>languages.</a:t>
            </a:r>
            <a:endParaRPr lang="en-GB" sz="2400" dirty="0">
              <a:latin typeface="Comic Sans MS"/>
              <a:cs typeface="Comic Sans MS"/>
            </a:endParaRPr>
          </a:p>
          <a:p>
            <a:pPr marL="16435" defTabSz="1183325">
              <a:spcBef>
                <a:spcPts val="2562"/>
              </a:spcBef>
            </a:pP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However,</a:t>
            </a:r>
            <a:r>
              <a:rPr lang="en-GB" sz="2400" spc="-58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its</a:t>
            </a:r>
            <a:r>
              <a:rPr lang="en-GB" sz="2400" spc="-52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recommended</a:t>
            </a:r>
            <a:r>
              <a:rPr lang="en-GB" sz="2400" spc="-65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to</a:t>
            </a:r>
            <a:r>
              <a:rPr lang="en-GB" sz="2400" spc="-32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start</a:t>
            </a:r>
            <a:r>
              <a:rPr lang="en-GB" sz="2400" spc="-39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with</a:t>
            </a:r>
            <a:r>
              <a:rPr lang="en-GB" sz="2400" spc="-65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C++</a:t>
            </a:r>
            <a:r>
              <a:rPr lang="en-GB" sz="2400" spc="-19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spc="-13" dirty="0">
                <a:solidFill>
                  <a:srgbClr val="263138"/>
                </a:solidFill>
                <a:latin typeface="Comic Sans MS"/>
                <a:cs typeface="Comic Sans MS"/>
              </a:rPr>
              <a:t>because:</a:t>
            </a:r>
            <a:endParaRPr lang="en-GB" sz="2400" dirty="0">
              <a:latin typeface="Comic Sans MS"/>
              <a:cs typeface="Comic Sans MS"/>
            </a:endParaRPr>
          </a:p>
          <a:p>
            <a:pPr marL="2816971" defTabSz="1183325">
              <a:spcBef>
                <a:spcPts val="524"/>
              </a:spcBef>
              <a:tabLst>
                <a:tab pos="8169052" algn="l"/>
              </a:tabLst>
            </a:pPr>
            <a:r>
              <a:rPr lang="en-GB" sz="3600" b="1" spc="-32" dirty="0">
                <a:latin typeface="Comic Sans MS" panose="030F0702030302020204" pitchFamily="66" charset="0"/>
                <a:cs typeface="Comic Sans MS"/>
              </a:rPr>
              <a:t>C++	</a:t>
            </a:r>
            <a:r>
              <a:rPr lang="sv-SE" sz="3600" b="1" spc="-26" dirty="0">
                <a:latin typeface="Comic Sans MS"/>
                <a:cs typeface="Comic Sans MS"/>
              </a:rPr>
              <a:t> Java</a:t>
            </a:r>
            <a:endParaRPr lang="en-GB" sz="36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414"/>
              </a:spcBef>
            </a:pP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Supports</a:t>
            </a:r>
            <a:r>
              <a:rPr lang="en-GB" sz="2400" spc="-65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both</a:t>
            </a:r>
            <a:r>
              <a:rPr lang="en-GB" sz="2400" spc="-71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Procedural</a:t>
            </a:r>
            <a:r>
              <a:rPr lang="en-GB" sz="2400" spc="-84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263138"/>
                </a:solidFill>
                <a:latin typeface="Comic Sans MS"/>
                <a:cs typeface="Comic Sans MS"/>
              </a:rPr>
              <a:t>and</a:t>
            </a:r>
            <a:r>
              <a:rPr lang="en-GB" sz="2400" spc="-45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en-GB" sz="2400" spc="-26" dirty="0">
                <a:solidFill>
                  <a:srgbClr val="263138"/>
                </a:solidFill>
                <a:latin typeface="Comic Sans MS"/>
                <a:cs typeface="Comic Sans MS"/>
              </a:rPr>
              <a:t>OOP.	</a:t>
            </a:r>
            <a:r>
              <a:rPr lang="sv-SE" sz="2400" dirty="0">
                <a:solidFill>
                  <a:srgbClr val="263138"/>
                </a:solidFill>
                <a:latin typeface="Comic Sans MS"/>
                <a:cs typeface="Comic Sans MS"/>
              </a:rPr>
              <a:t>Supports</a:t>
            </a:r>
            <a:r>
              <a:rPr lang="sv-SE" sz="2400" spc="-71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sv-SE" sz="2400" dirty="0" err="1">
                <a:solidFill>
                  <a:srgbClr val="263138"/>
                </a:solidFill>
                <a:latin typeface="Comic Sans MS"/>
                <a:cs typeface="Comic Sans MS"/>
              </a:rPr>
              <a:t>Only</a:t>
            </a:r>
            <a:r>
              <a:rPr lang="sv-SE" sz="2400" spc="-52" dirty="0">
                <a:solidFill>
                  <a:srgbClr val="263138"/>
                </a:solidFill>
                <a:latin typeface="Comic Sans MS"/>
                <a:cs typeface="Comic Sans MS"/>
              </a:rPr>
              <a:t> </a:t>
            </a:r>
            <a:r>
              <a:rPr lang="sv-SE" sz="2400" spc="-26" dirty="0">
                <a:solidFill>
                  <a:srgbClr val="263138"/>
                </a:solidFill>
                <a:latin typeface="Comic Sans MS"/>
                <a:cs typeface="Comic Sans MS"/>
              </a:rPr>
              <a:t>OOP.</a:t>
            </a:r>
            <a:endParaRPr lang="sv-SE" sz="2400" dirty="0">
              <a:latin typeface="Comic Sans MS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endParaRPr lang="sv-SE" sz="2400" spc="-13" dirty="0">
              <a:solidFill>
                <a:srgbClr val="263138"/>
              </a:solidFill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36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That’s</a:t>
            </a:r>
            <a:r>
              <a:rPr lang="en-GB" sz="2400" b="1" spc="-5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why</a:t>
            </a:r>
            <a:r>
              <a:rPr lang="en-GB" sz="2400" b="1" spc="-71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you</a:t>
            </a:r>
            <a:r>
              <a:rPr lang="en-GB" sz="2400" b="1" spc="-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should</a:t>
            </a:r>
            <a:r>
              <a:rPr lang="en-GB" sz="2400" b="1" spc="-7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start</a:t>
            </a:r>
            <a:r>
              <a:rPr lang="en-GB" sz="2400" b="1" spc="-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with</a:t>
            </a:r>
            <a:r>
              <a:rPr lang="en-GB" sz="2400" b="1" spc="-5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C++,</a:t>
            </a:r>
            <a:r>
              <a:rPr lang="en-GB" sz="2400" b="1" spc="-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you</a:t>
            </a:r>
            <a:r>
              <a:rPr lang="en-GB" sz="2400" b="1" spc="-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will</a:t>
            </a:r>
            <a:r>
              <a:rPr lang="en-GB" sz="2400" b="1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learn</a:t>
            </a:r>
            <a:r>
              <a:rPr lang="en-GB" sz="2400" b="1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all</a:t>
            </a:r>
            <a:r>
              <a:rPr lang="en-GB" sz="2400" b="1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types</a:t>
            </a:r>
            <a:r>
              <a:rPr lang="en-GB" sz="2400" b="1" spc="-5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lang="en-GB" sz="2400" b="1" spc="-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solidFill>
                  <a:srgbClr val="FF0000"/>
                </a:solidFill>
                <a:latin typeface="Comic Sans MS"/>
                <a:cs typeface="Comic Sans MS"/>
              </a:rPr>
              <a:t>programming.</a:t>
            </a:r>
          </a:p>
          <a:p>
            <a:pPr marL="16435" defTabSz="1183325">
              <a:spcBef>
                <a:spcPts val="136"/>
              </a:spcBef>
            </a:pPr>
            <a:endParaRPr lang="en-GB" sz="2400" b="1" spc="-13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C++ supports procedural + OOP</a:t>
            </a:r>
            <a:r>
              <a:rPr lang="en-GB" sz="2400" dirty="0">
                <a:latin typeface="Comic Sans MS" panose="030F0702030302020204" pitchFamily="66" charset="0"/>
              </a:rPr>
              <a:t>, while </a:t>
            </a:r>
            <a:r>
              <a:rPr lang="en-GB" sz="2400" b="1" dirty="0">
                <a:latin typeface="Comic Sans MS" panose="030F0702030302020204" pitchFamily="66" charset="0"/>
              </a:rPr>
              <a:t>Java is OOP-only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Both are great; slides recommend </a:t>
            </a:r>
            <a:r>
              <a:rPr lang="en-GB" sz="2400" b="1" dirty="0">
                <a:latin typeface="Comic Sans MS" panose="030F0702030302020204" pitchFamily="66" charset="0"/>
              </a:rPr>
              <a:t>starting with C++</a:t>
            </a:r>
            <a:r>
              <a:rPr lang="en-GB" sz="2400" dirty="0">
                <a:latin typeface="Comic Sans MS" panose="030F0702030302020204" pitchFamily="66" charset="0"/>
              </a:rPr>
              <a:t> so you learn </a:t>
            </a:r>
            <a:r>
              <a:rPr lang="en-GB" sz="2400" b="1" dirty="0">
                <a:latin typeface="Comic Sans MS" panose="030F0702030302020204" pitchFamily="66" charset="0"/>
              </a:rPr>
              <a:t>all types of programming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7222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75E263-87C7-91B8-F27D-CBA8AC4C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E6464862-0D45-6CE1-5A4E-55DF7C946B13}"/>
              </a:ext>
            </a:extLst>
          </p:cNvPr>
          <p:cNvSpPr txBox="1"/>
          <p:nvPr/>
        </p:nvSpPr>
        <p:spPr>
          <a:xfrm>
            <a:off x="381000" y="888075"/>
            <a:ext cx="12352767" cy="15230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Will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n-GB" sz="4000" b="1" spc="13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work</a:t>
            </a:r>
            <a:r>
              <a:rPr lang="en-GB" sz="4000" b="1" spc="3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C++?</a:t>
            </a:r>
            <a:endParaRPr lang="sv-SE" sz="2400" b="1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tabLst>
                <a:tab pos="382937" algn="l"/>
              </a:tabLst>
            </a:pPr>
            <a:endParaRPr lang="sv-SE" sz="2400" spc="-13" dirty="0">
              <a:solidFill>
                <a:srgbClr val="263138"/>
              </a:solidFill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136"/>
              </a:spcBef>
              <a:buFont typeface="Arial MT"/>
              <a:buChar char="•"/>
              <a:tabLst>
                <a:tab pos="261318" algn="l"/>
              </a:tabLst>
            </a:pPr>
            <a:r>
              <a:rPr lang="sv-SE" sz="2400" dirty="0" err="1">
                <a:latin typeface="Comic Sans MS" panose="030F0702030302020204" pitchFamily="66" charset="0"/>
                <a:cs typeface="Comic Sans MS"/>
              </a:rPr>
              <a:t>Yes</a:t>
            </a:r>
            <a:r>
              <a:rPr lang="sv-SE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dirty="0">
                <a:latin typeface="Comic Sans MS" panose="030F0702030302020204" pitchFamily="66" charset="0"/>
                <a:cs typeface="Comic Sans MS"/>
              </a:rPr>
              <a:t>and</a:t>
            </a:r>
            <a:r>
              <a:rPr lang="sv-SE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2400" spc="-32" dirty="0">
                <a:latin typeface="Comic Sans MS" panose="030F0702030302020204" pitchFamily="66" charset="0"/>
                <a:cs typeface="Comic Sans MS"/>
              </a:rPr>
              <a:t>No.</a:t>
            </a:r>
            <a:endParaRPr lang="sv-SE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2540" y="1552325"/>
            <a:ext cx="2530377" cy="121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6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906C1-A68B-7750-AFD6-F5BD96CB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563046F4-0AE8-7F67-57C0-9D4654F838BB}"/>
              </a:ext>
            </a:extLst>
          </p:cNvPr>
          <p:cNvSpPr txBox="1"/>
          <p:nvPr/>
        </p:nvSpPr>
        <p:spPr>
          <a:xfrm>
            <a:off x="381000" y="888075"/>
            <a:ext cx="12352767" cy="15486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Is</a:t>
            </a:r>
            <a:r>
              <a:rPr lang="en-GB" sz="4000" b="1" spc="26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it</a:t>
            </a:r>
            <a:r>
              <a:rPr lang="en-GB" sz="4000" b="1" spc="52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outdated</a:t>
            </a:r>
            <a:r>
              <a:rPr lang="en-GB" sz="4000" b="1" spc="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and</a:t>
            </a:r>
            <a:r>
              <a:rPr lang="en-GB" sz="4000" b="1" spc="19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solidFill>
                  <a:srgbClr val="000000"/>
                </a:solidFill>
                <a:latin typeface="Comic Sans MS" panose="030F0702030302020204" pitchFamily="66" charset="0"/>
              </a:rPr>
              <a:t>not </a:t>
            </a:r>
            <a:r>
              <a:rPr lang="en-GB" sz="4000" b="1" spc="-26" dirty="0">
                <a:solidFill>
                  <a:srgbClr val="000000"/>
                </a:solidFill>
                <a:latin typeface="Comic Sans MS" panose="030F0702030302020204" pitchFamily="66" charset="0"/>
              </a:rPr>
              <a:t>used</a:t>
            </a:r>
          </a:p>
          <a:p>
            <a:pPr marL="16435" defTabSz="1183325">
              <a:spcBef>
                <a:spcPts val="175"/>
              </a:spcBef>
            </a:pPr>
            <a:endParaRPr lang="sv-SE" sz="2400" spc="-13" dirty="0">
              <a:solidFill>
                <a:srgbClr val="263138"/>
              </a:solidFill>
              <a:latin typeface="Comic Sans MS" panose="030F0702030302020204" pitchFamily="66" charset="0"/>
              <a:cs typeface="Comic Sans MS"/>
            </a:endParaRPr>
          </a:p>
          <a:p>
            <a:pPr marL="261318" indent="-244883" defTabSz="1183325">
              <a:spcBef>
                <a:spcPts val="136"/>
              </a:spcBef>
              <a:buFont typeface="Arial MT"/>
              <a:buChar char="•"/>
              <a:tabLst>
                <a:tab pos="261318" algn="l"/>
              </a:tabLst>
            </a:pPr>
            <a:r>
              <a:rPr lang="en-GB" sz="2400" dirty="0">
                <a:latin typeface="Comic Sans MS" panose="030F0702030302020204" pitchFamily="66" charset="0"/>
                <a:cs typeface="Comic Sans MS"/>
              </a:rPr>
              <a:t>No,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still</a:t>
            </a:r>
            <a:r>
              <a:rPr lang="en-GB" sz="24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widely</a:t>
            </a:r>
            <a:r>
              <a:rPr lang="en-GB" sz="2400" spc="-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used</a:t>
            </a:r>
            <a:r>
              <a:rPr lang="en-GB" sz="24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high</a:t>
            </a:r>
            <a:r>
              <a:rPr lang="en-GB" sz="24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performance</a:t>
            </a:r>
            <a:r>
              <a:rPr lang="en-GB" sz="2400" spc="-5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systems.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29507C7-9299-AA71-035F-CB35854918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2540" y="1552325"/>
            <a:ext cx="2530377" cy="12106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7946" y="4013498"/>
            <a:ext cx="3015546" cy="35717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0239" y="4013498"/>
            <a:ext cx="4691946" cy="350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76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E8608D-B919-A70F-A01F-12D110744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">
            <a:extLst>
              <a:ext uri="{FF2B5EF4-FFF2-40B4-BE49-F238E27FC236}">
                <a16:creationId xmlns:a16="http://schemas.microsoft.com/office/drawing/2014/main" id="{3824B7E7-1F85-683A-DC91-FA9857F9CACB}"/>
              </a:ext>
            </a:extLst>
          </p:cNvPr>
          <p:cNvSpPr txBox="1"/>
          <p:nvPr/>
        </p:nvSpPr>
        <p:spPr>
          <a:xfrm>
            <a:off x="381000" y="888075"/>
            <a:ext cx="12352767" cy="19094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And</a:t>
            </a:r>
            <a:r>
              <a:rPr lang="sv-SE" sz="4000" b="1" spc="-65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remember</a:t>
            </a:r>
            <a:r>
              <a:rPr lang="sv-SE" sz="4000" b="1" spc="-19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4000" b="1" spc="-13" dirty="0">
                <a:solidFill>
                  <a:srgbClr val="FF0000"/>
                </a:solidFill>
                <a:latin typeface="Comic Sans MS" panose="030F0702030302020204" pitchFamily="66" charset="0"/>
              </a:rPr>
              <a:t>!!!!!</a:t>
            </a:r>
          </a:p>
          <a:p>
            <a:pPr marL="16435" defTabSz="1183325">
              <a:spcBef>
                <a:spcPts val="175"/>
              </a:spcBef>
            </a:pPr>
            <a:endParaRPr lang="sv-SE" sz="2400" spc="-13" dirty="0">
              <a:solidFill>
                <a:srgbClr val="263138"/>
              </a:solidFill>
              <a:latin typeface="Comic Sans MS" panose="030F0702030302020204" pitchFamily="66" charset="0"/>
              <a:cs typeface="Comic Sans MS"/>
            </a:endParaRPr>
          </a:p>
          <a:p>
            <a:pPr marL="16435" marR="6574" indent="1644" algn="ctr" defTabSz="1183325">
              <a:lnSpc>
                <a:spcPct val="100699"/>
              </a:lnSpc>
              <a:spcBef>
                <a:spcPts val="129"/>
              </a:spcBef>
            </a:pP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IF</a:t>
            </a:r>
            <a:r>
              <a:rPr lang="en-GB" sz="2400" b="1" spc="-2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b="1" spc="19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learn</a:t>
            </a:r>
            <a:r>
              <a:rPr lang="en-GB" sz="2400" b="1" spc="13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2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C++,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you</a:t>
            </a:r>
            <a:r>
              <a:rPr lang="en-GB" sz="2400" b="1" spc="13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can learn </a:t>
            </a:r>
            <a:r>
              <a:rPr lang="en-GB" sz="2400" b="1" spc="-32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any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other</a:t>
            </a:r>
            <a:r>
              <a:rPr lang="en-GB" sz="2400" b="1" spc="2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13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programming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language</a:t>
            </a:r>
            <a:r>
              <a:rPr lang="en-GB" sz="2400" b="1" spc="-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easily</a:t>
            </a:r>
            <a:r>
              <a:rPr lang="en-GB" sz="2400" b="1" spc="-13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32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in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almost</a:t>
            </a:r>
            <a:r>
              <a:rPr lang="en-GB" sz="2400" b="1" spc="-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not</a:t>
            </a:r>
            <a:r>
              <a:rPr lang="en-GB" sz="2400" b="1" spc="32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spc="-26" dirty="0">
                <a:solidFill>
                  <a:srgbClr val="4472C3"/>
                </a:solidFill>
                <a:latin typeface="Comic Sans MS" panose="030F0702030302020204" pitchFamily="66" charset="0"/>
                <a:cs typeface="Comic Sans MS"/>
              </a:rPr>
              <a:t>time.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43996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4F0967-B59A-C373-57CD-715AC949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95" y="1376620"/>
            <a:ext cx="6748988" cy="59660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3078" y="3169381"/>
            <a:ext cx="5760898" cy="55222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04335" y="1630466"/>
            <a:ext cx="4266602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526818" marR="6574" indent="-1511205" defTabSz="1183325">
              <a:lnSpc>
                <a:spcPct val="100400"/>
              </a:lnSpc>
              <a:spcBef>
                <a:spcPts val="136"/>
              </a:spcBef>
            </a:pPr>
            <a:r>
              <a:rPr sz="2976" b="1" dirty="0">
                <a:solidFill>
                  <a:srgbClr val="4472C3"/>
                </a:solidFill>
                <a:latin typeface="Comic Sans MS"/>
                <a:cs typeface="Comic Sans MS"/>
              </a:rPr>
              <a:t>C++</a:t>
            </a:r>
            <a:r>
              <a:rPr sz="2976" b="1" spc="6" dirty="0">
                <a:solidFill>
                  <a:srgbClr val="4472C3"/>
                </a:solidFill>
                <a:latin typeface="Comic Sans MS"/>
                <a:cs typeface="Comic Sans MS"/>
              </a:rPr>
              <a:t> </a:t>
            </a:r>
            <a:r>
              <a:rPr sz="2976" b="1" dirty="0">
                <a:solidFill>
                  <a:srgbClr val="4472C3"/>
                </a:solidFill>
                <a:latin typeface="Comic Sans MS"/>
                <a:cs typeface="Comic Sans MS"/>
              </a:rPr>
              <a:t>Developer</a:t>
            </a:r>
            <a:r>
              <a:rPr sz="2976" b="1" spc="-26" dirty="0">
                <a:solidFill>
                  <a:srgbClr val="4472C3"/>
                </a:solidFill>
                <a:latin typeface="Comic Sans MS"/>
                <a:cs typeface="Comic Sans MS"/>
              </a:rPr>
              <a:t> </a:t>
            </a:r>
            <a:r>
              <a:rPr sz="2976" b="1" spc="-13" dirty="0">
                <a:solidFill>
                  <a:srgbClr val="4472C3"/>
                </a:solidFill>
                <a:latin typeface="Comic Sans MS"/>
                <a:cs typeface="Comic Sans MS"/>
              </a:rPr>
              <a:t>learning Python</a:t>
            </a:r>
            <a:endParaRPr sz="2976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4186" y="7290631"/>
            <a:ext cx="3192556" cy="93331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406768" marR="6574" indent="-391155" defTabSz="1183325">
              <a:lnSpc>
                <a:spcPct val="100400"/>
              </a:lnSpc>
              <a:spcBef>
                <a:spcPts val="136"/>
              </a:spcBef>
            </a:pPr>
            <a:r>
              <a:rPr sz="2976" b="1" dirty="0">
                <a:solidFill>
                  <a:srgbClr val="4472C3"/>
                </a:solidFill>
                <a:latin typeface="Comic Sans MS"/>
                <a:cs typeface="Comic Sans MS"/>
              </a:rPr>
              <a:t>Python</a:t>
            </a:r>
            <a:r>
              <a:rPr sz="2976" b="1" spc="-19" dirty="0">
                <a:solidFill>
                  <a:srgbClr val="4472C3"/>
                </a:solidFill>
                <a:latin typeface="Comic Sans MS"/>
                <a:cs typeface="Comic Sans MS"/>
              </a:rPr>
              <a:t> </a:t>
            </a:r>
            <a:r>
              <a:rPr sz="2976" b="1" spc="-13" dirty="0">
                <a:solidFill>
                  <a:srgbClr val="4472C3"/>
                </a:solidFill>
                <a:latin typeface="Comic Sans MS"/>
                <a:cs typeface="Comic Sans MS"/>
              </a:rPr>
              <a:t>Developer </a:t>
            </a:r>
            <a:r>
              <a:rPr sz="2976" b="1" dirty="0">
                <a:solidFill>
                  <a:srgbClr val="4472C3"/>
                </a:solidFill>
                <a:latin typeface="Comic Sans MS"/>
                <a:cs typeface="Comic Sans MS"/>
              </a:rPr>
              <a:t>Learning</a:t>
            </a:r>
            <a:r>
              <a:rPr sz="2976" b="1" spc="-19" dirty="0">
                <a:solidFill>
                  <a:srgbClr val="4472C3"/>
                </a:solidFill>
                <a:latin typeface="Comic Sans MS"/>
                <a:cs typeface="Comic Sans MS"/>
              </a:rPr>
              <a:t> </a:t>
            </a:r>
            <a:r>
              <a:rPr sz="2976" b="1" spc="-32" dirty="0">
                <a:solidFill>
                  <a:srgbClr val="4472C3"/>
                </a:solidFill>
                <a:latin typeface="Comic Sans MS"/>
                <a:cs typeface="Comic Sans MS"/>
              </a:rPr>
              <a:t>C++</a:t>
            </a:r>
            <a:endParaRPr sz="2976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1499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4EFB9C-3696-AC7B-BC16-83F55085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95" y="1376620"/>
            <a:ext cx="6748988" cy="59660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3078" y="3169381"/>
            <a:ext cx="5760898" cy="5522259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F6E0E08D-7D30-FE32-57FD-00F8AAD95FA4}"/>
              </a:ext>
            </a:extLst>
          </p:cNvPr>
          <p:cNvSpPr txBox="1"/>
          <p:nvPr/>
        </p:nvSpPr>
        <p:spPr>
          <a:xfrm>
            <a:off x="381000" y="7979540"/>
            <a:ext cx="12352767" cy="2002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“Yes and No”</a:t>
            </a:r>
            <a:r>
              <a:rPr lang="en-GB" sz="2400" dirty="0">
                <a:latin typeface="Comic Sans MS" panose="030F0702030302020204" pitchFamily="66" charset="0"/>
              </a:rPr>
              <a:t> (depends on role).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Not outdated</a:t>
            </a:r>
            <a:r>
              <a:rPr lang="en-GB" sz="2400" dirty="0">
                <a:latin typeface="Comic Sans MS" panose="030F0702030302020204" pitchFamily="66" charset="0"/>
              </a:rPr>
              <a:t> — </a:t>
            </a:r>
            <a:r>
              <a:rPr lang="en-GB" sz="2400" b="1" dirty="0">
                <a:latin typeface="Comic Sans MS" panose="030F0702030302020204" pitchFamily="66" charset="0"/>
              </a:rPr>
              <a:t>widely used</a:t>
            </a:r>
            <a:r>
              <a:rPr lang="en-GB" sz="2400" dirty="0">
                <a:latin typeface="Comic Sans MS" panose="030F0702030302020204" pitchFamily="66" charset="0"/>
              </a:rPr>
              <a:t> in </a:t>
            </a:r>
            <a:r>
              <a:rPr lang="en-GB" sz="2400" b="1" dirty="0">
                <a:latin typeface="Comic Sans MS" panose="030F0702030302020204" pitchFamily="66" charset="0"/>
              </a:rPr>
              <a:t>high-performance systems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Even if you don't work using C++ , it will give you the keys to all programming languages and programming foundations.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C++ = Salary ++</a:t>
            </a:r>
            <a:r>
              <a:rPr lang="en-GB" sz="2400" dirty="0">
                <a:latin typeface="Comic Sans MS" panose="030F0702030302020204" pitchFamily="66" charset="0"/>
              </a:rPr>
              <a:t> even if you don't work using it!</a:t>
            </a:r>
          </a:p>
        </p:txBody>
      </p:sp>
    </p:spTree>
    <p:extLst>
      <p:ext uri="{BB962C8B-B14F-4D97-AF65-F5344CB8AC3E}">
        <p14:creationId xmlns:p14="http://schemas.microsoft.com/office/powerpoint/2010/main" val="564331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A55B52-D749-51A0-B013-0517EBA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B162AE0-C703-E3E8-FBC1-0CB15570AE27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🔗 </a:t>
            </a:r>
            <a:r>
              <a:rPr lang="en-GB" sz="4000" b="1" dirty="0">
                <a:latin typeface="Comic Sans MS" panose="030F0702030302020204" pitchFamily="66" charset="0"/>
              </a:rPr>
              <a:t>Interconnection</a:t>
            </a:r>
            <a:endParaRPr lang="en-GB" sz="4000" dirty="0">
              <a:latin typeface="Comic Sans MS" panose="030F0702030302020204" pitchFamily="66" charset="0"/>
            </a:endParaRPr>
          </a:p>
          <a:p>
            <a:br>
              <a:rPr lang="sv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C++ = mid-</a:t>
            </a:r>
            <a:r>
              <a:rPr lang="sv-SE" sz="2400" b="1" dirty="0" err="1">
                <a:latin typeface="Comic Sans MS" panose="030F0702030302020204" pitchFamily="66" charset="0"/>
              </a:rPr>
              <a:t>level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control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performance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memory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control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concurrency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Paradigm </a:t>
            </a:r>
            <a:r>
              <a:rPr lang="sv-SE" sz="2400" b="1" dirty="0" err="1">
                <a:latin typeface="Comic Sans MS" panose="030F0702030302020204" pitchFamily="66" charset="0"/>
              </a:rPr>
              <a:t>coverage</a:t>
            </a:r>
            <a:r>
              <a:rPr lang="sv-SE" sz="2400" b="1" dirty="0">
                <a:latin typeface="Comic Sans MS" panose="030F0702030302020204" pitchFamily="66" charset="0"/>
              </a:rPr>
              <a:t> (</a:t>
            </a:r>
            <a:r>
              <a:rPr lang="sv-SE" sz="2400" b="1" dirty="0" err="1">
                <a:latin typeface="Comic Sans MS" panose="030F0702030302020204" pitchFamily="66" charset="0"/>
              </a:rPr>
              <a:t>procedural</a:t>
            </a:r>
            <a:r>
              <a:rPr lang="sv-SE" sz="2400" b="1" dirty="0">
                <a:latin typeface="Comic Sans MS" panose="030F0702030302020204" pitchFamily="66" charset="0"/>
              </a:rPr>
              <a:t> + OOP)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broader</a:t>
            </a:r>
            <a:r>
              <a:rPr lang="sv-SE" sz="2400" dirty="0">
                <a:latin typeface="Comic Sans MS" panose="030F0702030302020204" pitchFamily="66" charset="0"/>
              </a:rPr>
              <a:t> mental </a:t>
            </a:r>
            <a:r>
              <a:rPr lang="sv-SE" sz="2400" dirty="0" err="1">
                <a:latin typeface="Comic Sans MS" panose="030F0702030302020204" pitchFamily="66" charset="0"/>
              </a:rPr>
              <a:t>model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than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single</a:t>
            </a:r>
            <a:r>
              <a:rPr lang="sv-SE" sz="2400" dirty="0">
                <a:latin typeface="Comic Sans MS" panose="030F0702030302020204" pitchFamily="66" charset="0"/>
              </a:rPr>
              <a:t>-	paradigm starts.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🔹 </a:t>
            </a:r>
            <a:r>
              <a:rPr lang="sv-SE" sz="2400" b="1" dirty="0">
                <a:latin typeface="Comic Sans MS" panose="030F0702030302020204" pitchFamily="66" charset="0"/>
              </a:rPr>
              <a:t>Industry </a:t>
            </a:r>
            <a:r>
              <a:rPr lang="sv-SE" sz="2400" b="1" dirty="0" err="1">
                <a:latin typeface="Comic Sans MS" panose="030F0702030302020204" pitchFamily="66" charset="0"/>
              </a:rPr>
              <a:t>uses</a:t>
            </a:r>
            <a:r>
              <a:rPr lang="sv-SE" sz="2400" dirty="0">
                <a:latin typeface="Comic Sans MS" panose="030F0702030302020204" pitchFamily="66" charset="0"/>
              </a:rPr>
              <a:t> (OS, browsers, </a:t>
            </a:r>
            <a:r>
              <a:rPr lang="sv-SE" sz="2400" dirty="0" err="1">
                <a:latin typeface="Comic Sans MS" panose="030F0702030302020204" pitchFamily="66" charset="0"/>
              </a:rPr>
              <a:t>engines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finance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graphics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cloud</a:t>
            </a:r>
            <a:r>
              <a:rPr lang="sv-SE" sz="2400" dirty="0">
                <a:latin typeface="Comic Sans MS" panose="030F0702030302020204" pitchFamily="66" charset="0"/>
              </a:rPr>
              <a:t>) → long-term 	</a:t>
            </a:r>
            <a:r>
              <a:rPr lang="sv-SE" sz="2400" dirty="0" err="1">
                <a:latin typeface="Comic Sans MS" panose="030F0702030302020204" pitchFamily="66" charset="0"/>
              </a:rPr>
              <a:t>relevance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By </a:t>
            </a:r>
            <a:r>
              <a:rPr lang="sv-SE" sz="2400" dirty="0" err="1">
                <a:latin typeface="Comic Sans MS" panose="030F0702030302020204" pitchFamily="66" charset="0"/>
              </a:rPr>
              <a:t>starting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 C++,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build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transferable fundamentals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that</a:t>
            </a:r>
            <a:r>
              <a:rPr lang="sv-SE" sz="2400" dirty="0">
                <a:latin typeface="Comic Sans MS" panose="030F0702030302020204" pitchFamily="66" charset="0"/>
              </a:rPr>
              <a:t> make </a:t>
            </a:r>
            <a:r>
              <a:rPr lang="sv-SE" sz="2400" dirty="0" err="1">
                <a:latin typeface="Comic Sans MS" panose="030F0702030302020204" pitchFamily="66" charset="0"/>
              </a:rPr>
              <a:t>every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other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language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easier</a:t>
            </a:r>
            <a:r>
              <a:rPr lang="sv-SE" sz="2400" dirty="0">
                <a:latin typeface="Comic Sans MS" panose="030F0702030302020204" pitchFamily="66" charset="0"/>
              </a:rPr>
              <a:t>. </a:t>
            </a:r>
            <a:r>
              <a:rPr lang="en-SE" sz="2400" dirty="0">
                <a:latin typeface="Comic Sans MS" panose="030F0702030302020204" pitchFamily="66" charset="0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2532901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Give three reasons to start with C++.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Name five domains where C++ is used 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What paradigms does C++ support, and why does that matter when compared 	to Java?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Why do the slides say “Learn C++ not C” for beginners?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Explain two performance reasons C++ is chosen for infrastructure (libraries / 	cloud / banking).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6️⃣ </a:t>
            </a:r>
            <a:r>
              <a:rPr lang="en-GB" sz="2400" b="1" dirty="0">
                <a:latin typeface="Comic Sans MS" panose="030F0702030302020204" pitchFamily="66" charset="0"/>
              </a:rPr>
              <a:t>True or False:</a:t>
            </a:r>
            <a:r>
              <a:rPr lang="en-GB" sz="2400" dirty="0">
                <a:latin typeface="Comic Sans MS" panose="030F0702030302020204" pitchFamily="66" charset="0"/>
              </a:rPr>
              <a:t> “C++ is outdated.”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Explain your answer.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Give three reasons to start with C++.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Cross-platform and </a:t>
            </a:r>
            <a:r>
              <a:rPr lang="en-GB" sz="2400" b="1" dirty="0">
                <a:latin typeface="Comic Sans MS" panose="030F0702030302020204" pitchFamily="66" charset="0"/>
              </a:rPr>
              <a:t>high-performance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Teaches both </a:t>
            </a:r>
            <a:r>
              <a:rPr lang="en-GB" sz="2400" b="1" dirty="0">
                <a:latin typeface="Comic Sans MS" panose="030F0702030302020204" pitchFamily="66" charset="0"/>
              </a:rPr>
              <a:t>procedural + OOP</a:t>
            </a:r>
            <a:r>
              <a:rPr lang="en-GB" sz="2400" dirty="0">
                <a:latin typeface="Comic Sans MS" panose="030F0702030302020204" pitchFamily="66" charset="0"/>
              </a:rPr>
              <a:t> programming styles.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Builds </a:t>
            </a:r>
            <a:r>
              <a:rPr lang="en-GB" sz="2400" b="1" dirty="0">
                <a:latin typeface="Comic Sans MS" panose="030F0702030302020204" pitchFamily="66" charset="0"/>
              </a:rPr>
              <a:t>core fundamentals</a:t>
            </a:r>
            <a:r>
              <a:rPr lang="en-GB" sz="2400" dirty="0">
                <a:latin typeface="Comic Sans MS" panose="030F0702030302020204" pitchFamily="66" charset="0"/>
              </a:rPr>
              <a:t>, making other languages easy to learn.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Name five domains where C++ is used 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 Operating systems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Web browsers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Game engines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Enterprise / banking systems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Embedded &amp; medical systems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Databases, IDEs, graphics tools (e.g., Maya), and cloud computing.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What paradigms does C++ support, and why does that matter when compared 	to Java?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 C++ supports </a:t>
            </a:r>
            <a:r>
              <a:rPr lang="en-GB" sz="2400" b="1" dirty="0">
                <a:latin typeface="Comic Sans MS" panose="030F0702030302020204" pitchFamily="66" charset="0"/>
              </a:rPr>
              <a:t>Procedural + Object-Oriented Programming (OOP)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Java is </a:t>
            </a:r>
            <a:r>
              <a:rPr lang="en-GB" sz="2400" b="1" dirty="0">
                <a:latin typeface="Comic Sans MS" panose="030F0702030302020204" pitchFamily="66" charset="0"/>
              </a:rPr>
              <a:t>OOP-only</a:t>
            </a:r>
            <a:r>
              <a:rPr lang="en-GB" sz="2400" dirty="0">
                <a:latin typeface="Comic Sans MS" panose="030F0702030302020204" pitchFamily="66" charset="0"/>
              </a:rPr>
              <a:t>, so C++ provides a </a:t>
            </a:r>
            <a:r>
              <a:rPr lang="en-GB" sz="2400" b="1" dirty="0">
                <a:latin typeface="Comic Sans MS" panose="030F0702030302020204" pitchFamily="66" charset="0"/>
              </a:rPr>
              <a:t>broader foundation</a:t>
            </a:r>
            <a:r>
              <a:rPr lang="en-GB" sz="2400" dirty="0">
                <a:latin typeface="Comic Sans MS" panose="030F0702030302020204" pitchFamily="66" charset="0"/>
              </a:rPr>
              <a:t> for beginners.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Why “Learn C++ not C” for beginners?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Same learning effort, but </a:t>
            </a:r>
            <a:r>
              <a:rPr lang="en-GB" sz="2400" b="1" dirty="0">
                <a:latin typeface="Comic Sans MS" panose="030F0702030302020204" pitchFamily="66" charset="0"/>
              </a:rPr>
              <a:t>C++ is a superset</a:t>
            </a:r>
            <a:r>
              <a:rPr lang="en-GB" sz="2400" dirty="0">
                <a:latin typeface="Comic Sans MS" panose="030F0702030302020204" pitchFamily="66" charset="0"/>
              </a:rPr>
              <a:t> of C.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Covers </a:t>
            </a:r>
            <a:r>
              <a:rPr lang="en-GB" sz="2400" b="1" dirty="0">
                <a:latin typeface="Comic Sans MS" panose="030F0702030302020204" pitchFamily="66" charset="0"/>
              </a:rPr>
              <a:t>more paradigms</a:t>
            </a:r>
            <a:r>
              <a:rPr lang="en-GB" sz="2400" dirty="0">
                <a:latin typeface="Comic Sans MS" panose="030F0702030302020204" pitchFamily="66" charset="0"/>
              </a:rPr>
              <a:t> and teaches </a:t>
            </a:r>
            <a:r>
              <a:rPr lang="en-GB" sz="2400" b="1" dirty="0">
                <a:latin typeface="Comic Sans MS" panose="030F0702030302020204" pitchFamily="66" charset="0"/>
              </a:rPr>
              <a:t>stronger concepts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86B3B1-D370-1E19-B601-77B5846B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7F774B2-A4D0-C82A-CF62-3AC7D59F85CC}"/>
              </a:ext>
            </a:extLst>
          </p:cNvPr>
          <p:cNvSpPr txBox="1"/>
          <p:nvPr/>
        </p:nvSpPr>
        <p:spPr>
          <a:xfrm>
            <a:off x="381000" y="888075"/>
            <a:ext cx="12352767" cy="38493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Explain two performance reasons C++ is chosen for infrastructure (libraries / 	cloud / banking).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Closer to hardware</a:t>
            </a:r>
            <a:r>
              <a:rPr lang="en-GB" sz="2400" dirty="0">
                <a:latin typeface="Comic Sans MS" panose="030F0702030302020204" pitchFamily="66" charset="0"/>
              </a:rPr>
              <a:t> for faster execution and better memory control.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Supports </a:t>
            </a:r>
            <a:r>
              <a:rPr lang="en-GB" sz="2400" b="1" dirty="0">
                <a:latin typeface="Comic Sans MS" panose="030F0702030302020204" pitchFamily="66" charset="0"/>
              </a:rPr>
              <a:t>multithreading and concurrency</a:t>
            </a:r>
            <a:r>
              <a:rPr lang="en-GB" sz="2400" dirty="0">
                <a:latin typeface="Comic Sans MS" panose="030F0702030302020204" pitchFamily="66" charset="0"/>
              </a:rPr>
              <a:t> for scalable, high-performance 	systems.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 </a:t>
            </a:r>
            <a:r>
              <a:rPr lang="en-GB" sz="2400" b="1" dirty="0">
                <a:latin typeface="Comic Sans MS" panose="030F0702030302020204" pitchFamily="66" charset="0"/>
              </a:rPr>
              <a:t>True or False:</a:t>
            </a:r>
            <a:r>
              <a:rPr lang="en-GB" sz="2400" dirty="0">
                <a:latin typeface="Comic Sans MS" panose="030F0702030302020204" pitchFamily="66" charset="0"/>
              </a:rPr>
              <a:t> “C++ is outdated.”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Explain your answer.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❌ </a:t>
            </a:r>
            <a:r>
              <a:rPr lang="en-GB" sz="2400" b="1" dirty="0">
                <a:latin typeface="Comic Sans MS" panose="030F0702030302020204" pitchFamily="66" charset="0"/>
              </a:rPr>
              <a:t>False.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C++ is </a:t>
            </a:r>
            <a:r>
              <a:rPr lang="en-GB" sz="2400" b="1" dirty="0">
                <a:latin typeface="Comic Sans MS" panose="030F0702030302020204" pitchFamily="66" charset="0"/>
              </a:rPr>
              <a:t>still widely used</a:t>
            </a:r>
            <a:r>
              <a:rPr lang="en-GB" sz="2400" dirty="0">
                <a:latin typeface="Comic Sans MS" panose="030F0702030302020204" pitchFamily="66" charset="0"/>
              </a:rPr>
              <a:t> in performance-critical systems (OS, finance, cloud, 	graphics, and gaming).</a:t>
            </a:r>
          </a:p>
        </p:txBody>
      </p:sp>
    </p:spTree>
    <p:extLst>
      <p:ext uri="{BB962C8B-B14F-4D97-AF65-F5344CB8AC3E}">
        <p14:creationId xmlns:p14="http://schemas.microsoft.com/office/powerpoint/2010/main" val="4054622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Start with </a:t>
            </a:r>
            <a:r>
              <a:rPr lang="en-GB" sz="2400" b="1" dirty="0">
                <a:latin typeface="Comic Sans MS" panose="030F0702030302020204" pitchFamily="66" charset="0"/>
              </a:rPr>
              <a:t>C++</a:t>
            </a:r>
            <a:r>
              <a:rPr lang="en-GB" sz="2400" dirty="0">
                <a:latin typeface="Comic Sans MS" panose="030F0702030302020204" pitchFamily="66" charset="0"/>
              </a:rPr>
              <a:t> to gain </a:t>
            </a:r>
            <a:r>
              <a:rPr lang="en-GB" sz="2400" b="1" dirty="0">
                <a:latin typeface="Comic Sans MS" panose="030F0702030302020204" pitchFamily="66" charset="0"/>
              </a:rPr>
              <a:t>deep, transferable fundamentals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C++ powers </a:t>
            </a:r>
            <a:r>
              <a:rPr lang="en-GB" sz="2400" b="1" dirty="0">
                <a:latin typeface="Comic Sans MS" panose="030F0702030302020204" pitchFamily="66" charset="0"/>
              </a:rPr>
              <a:t>OS, browsers, engines, finance, embedded, graphics, cloud</a:t>
            </a:r>
            <a:r>
              <a:rPr lang="en-GB" sz="2400" dirty="0">
                <a:latin typeface="Comic Sans MS" panose="030F0702030302020204" pitchFamily="66" charset="0"/>
              </a:rPr>
              <a:t> — 	proving long-term value.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With C++ as your base, </a:t>
            </a:r>
            <a:r>
              <a:rPr lang="en-GB" sz="2400" b="1" dirty="0">
                <a:latin typeface="Comic Sans MS" panose="030F0702030302020204" pitchFamily="66" charset="0"/>
              </a:rPr>
              <a:t>other languages come quickly</a:t>
            </a:r>
            <a:r>
              <a:rPr lang="en-GB" sz="2400" dirty="0">
                <a:latin typeface="Comic Sans MS" panose="030F0702030302020204" pitchFamily="66" charset="0"/>
              </a:rPr>
              <a:t>, and you can choose the </a:t>
            </a:r>
            <a:r>
              <a:rPr lang="en-GB" sz="2400" b="1">
                <a:latin typeface="Comic Sans MS" panose="030F0702030302020204" pitchFamily="66" charset="0"/>
              </a:rPr>
              <a:t>best 	tool </a:t>
            </a:r>
            <a:r>
              <a:rPr lang="en-GB" sz="2400" b="1" dirty="0">
                <a:latin typeface="Comic Sans MS" panose="030F0702030302020204" pitchFamily="66" charset="0"/>
              </a:rPr>
              <a:t>for each job</a:t>
            </a:r>
            <a:r>
              <a:rPr lang="en-GB" sz="2400" dirty="0">
                <a:latin typeface="Comic Sans MS" panose="030F0702030302020204" pitchFamily="66" charset="0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3931</TotalTime>
  <Words>1892</Words>
  <Application>Microsoft Office PowerPoint</Application>
  <PresentationFormat>Custom</PresentationFormat>
  <Paragraphs>231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397</cp:revision>
  <dcterms:created xsi:type="dcterms:W3CDTF">2025-12-09T17:44:59Z</dcterms:created>
  <dcterms:modified xsi:type="dcterms:W3CDTF">2026-01-16T18:07:50Z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