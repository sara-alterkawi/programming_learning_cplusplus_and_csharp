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media/image2.jpg" ContentType="image/jpeg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575" r:id="rId2"/>
    <p:sldId id="257" r:id="rId3"/>
    <p:sldId id="576" r:id="rId4"/>
    <p:sldId id="543" r:id="rId5"/>
    <p:sldId id="561" r:id="rId6"/>
    <p:sldId id="562" r:id="rId7"/>
    <p:sldId id="563" r:id="rId8"/>
    <p:sldId id="564" r:id="rId9"/>
    <p:sldId id="565" r:id="rId10"/>
    <p:sldId id="566" r:id="rId11"/>
    <p:sldId id="567" r:id="rId12"/>
    <p:sldId id="568" r:id="rId13"/>
    <p:sldId id="569" r:id="rId14"/>
    <p:sldId id="574" r:id="rId15"/>
    <p:sldId id="571" r:id="rId16"/>
    <p:sldId id="572" r:id="rId17"/>
    <p:sldId id="573" r:id="rId18"/>
    <p:sldId id="570" r:id="rId19"/>
    <p:sldId id="560" r:id="rId20"/>
    <p:sldId id="531" r:id="rId21"/>
    <p:sldId id="349" r:id="rId22"/>
    <p:sldId id="542" r:id="rId23"/>
    <p:sldId id="438" r:id="rId24"/>
    <p:sldId id="425" r:id="rId25"/>
  </p:sldIdLst>
  <p:sldSz cx="13411200" cy="10058400"/>
  <p:notesSz cx="7772400" cy="100584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 userDrawn="1">
          <p15:clr>
            <a:srgbClr val="A4A3A4"/>
          </p15:clr>
        </p15:guide>
        <p15:guide id="2" pos="3727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62626"/>
    <a:srgbClr val="292929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41" d="100"/>
          <a:sy n="41" d="100"/>
        </p:scale>
        <p:origin x="15" y="438"/>
      </p:cViewPr>
      <p:guideLst>
        <p:guide orient="horz" pos="2880"/>
        <p:guide pos="3727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005840" y="3118104"/>
            <a:ext cx="11399520" cy="90287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5867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2011680" y="5632706"/>
            <a:ext cx="9387840" cy="47795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106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1/16/2026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331334" y="2514600"/>
            <a:ext cx="12753788" cy="4142104"/>
          </a:xfrm>
          <a:custGeom>
            <a:avLst/>
            <a:gdLst/>
            <a:ahLst/>
            <a:cxnLst/>
            <a:rect l="l" t="t" r="r" b="b"/>
            <a:pathLst>
              <a:path w="7391400" h="4142104">
                <a:moveTo>
                  <a:pt x="0" y="4141597"/>
                </a:moveTo>
                <a:lnTo>
                  <a:pt x="7391146" y="4141597"/>
                </a:lnTo>
                <a:lnTo>
                  <a:pt x="7391146" y="0"/>
                </a:lnTo>
                <a:lnTo>
                  <a:pt x="0" y="0"/>
                </a:lnTo>
                <a:lnTo>
                  <a:pt x="0" y="4141597"/>
                </a:lnTo>
                <a:close/>
              </a:path>
            </a:pathLst>
          </a:custGeom>
          <a:ln w="1219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4117587" y="3823463"/>
            <a:ext cx="7712317" cy="902876"/>
          </a:xfrm>
        </p:spPr>
        <p:txBody>
          <a:bodyPr lIns="0" tIns="0" rIns="0" bIns="0"/>
          <a:lstStyle>
            <a:lvl1pPr>
              <a:defRPr sz="5867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617089" y="3228215"/>
            <a:ext cx="7643507" cy="477951"/>
          </a:xfrm>
        </p:spPr>
        <p:txBody>
          <a:bodyPr lIns="0" tIns="0" rIns="0" bIns="0"/>
          <a:lstStyle>
            <a:lvl1pPr>
              <a:defRPr sz="3106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1/16/2026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4117587" y="3823463"/>
            <a:ext cx="7712317" cy="902876"/>
          </a:xfrm>
        </p:spPr>
        <p:txBody>
          <a:bodyPr lIns="0" tIns="0" rIns="0" bIns="0"/>
          <a:lstStyle>
            <a:lvl1pPr>
              <a:defRPr sz="5867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70560" y="2313434"/>
            <a:ext cx="5833872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906768" y="2313434"/>
            <a:ext cx="5833872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1/16/2026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" y="2209800"/>
            <a:ext cx="13411198" cy="5081016"/>
          </a:xfrm>
          <a:prstGeom prst="rect">
            <a:avLst/>
          </a:prstGeom>
        </p:spPr>
      </p:pic>
      <p:sp>
        <p:nvSpPr>
          <p:cNvPr id="17" name="bg object 17"/>
          <p:cNvSpPr/>
          <p:nvPr/>
        </p:nvSpPr>
        <p:spPr>
          <a:xfrm>
            <a:off x="105186" y="3901439"/>
            <a:ext cx="13306014" cy="789940"/>
          </a:xfrm>
          <a:custGeom>
            <a:avLst/>
            <a:gdLst/>
            <a:ahLst/>
            <a:cxnLst/>
            <a:rect l="l" t="t" r="r" b="b"/>
            <a:pathLst>
              <a:path w="7711440" h="789939">
                <a:moveTo>
                  <a:pt x="0" y="789431"/>
                </a:moveTo>
                <a:lnTo>
                  <a:pt x="7711440" y="789431"/>
                </a:lnTo>
                <a:lnTo>
                  <a:pt x="7711440" y="0"/>
                </a:lnTo>
                <a:lnTo>
                  <a:pt x="0" y="0"/>
                </a:lnTo>
                <a:lnTo>
                  <a:pt x="0" y="789431"/>
                </a:lnTo>
                <a:close/>
              </a:path>
            </a:pathLst>
          </a:custGeom>
          <a:ln w="1219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4117587" y="3823463"/>
            <a:ext cx="7712317" cy="902876"/>
          </a:xfrm>
        </p:spPr>
        <p:txBody>
          <a:bodyPr lIns="0" tIns="0" rIns="0" bIns="0"/>
          <a:lstStyle>
            <a:lvl1pPr>
              <a:defRPr sz="5867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1/16/2026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1/16/2026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4117587" y="3823463"/>
            <a:ext cx="7712317" cy="5232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40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617089" y="3228213"/>
            <a:ext cx="7643507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559808" y="9354314"/>
            <a:ext cx="4291584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70560" y="9354314"/>
            <a:ext cx="3084576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1/16/2026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9656064" y="9354314"/>
            <a:ext cx="3084576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788842">
        <a:defRPr>
          <a:latin typeface="+mn-lt"/>
          <a:ea typeface="+mn-ea"/>
          <a:cs typeface="+mn-cs"/>
        </a:defRPr>
      </a:lvl2pPr>
      <a:lvl3pPr marL="1577682">
        <a:defRPr>
          <a:latin typeface="+mn-lt"/>
          <a:ea typeface="+mn-ea"/>
          <a:cs typeface="+mn-cs"/>
        </a:defRPr>
      </a:lvl3pPr>
      <a:lvl4pPr marL="2366523">
        <a:defRPr>
          <a:latin typeface="+mn-lt"/>
          <a:ea typeface="+mn-ea"/>
          <a:cs typeface="+mn-cs"/>
        </a:defRPr>
      </a:lvl4pPr>
      <a:lvl5pPr marL="3155365">
        <a:defRPr>
          <a:latin typeface="+mn-lt"/>
          <a:ea typeface="+mn-ea"/>
          <a:cs typeface="+mn-cs"/>
        </a:defRPr>
      </a:lvl5pPr>
      <a:lvl6pPr marL="3944207">
        <a:defRPr>
          <a:latin typeface="+mn-lt"/>
          <a:ea typeface="+mn-ea"/>
          <a:cs typeface="+mn-cs"/>
        </a:defRPr>
      </a:lvl6pPr>
      <a:lvl7pPr marL="4733048">
        <a:defRPr>
          <a:latin typeface="+mn-lt"/>
          <a:ea typeface="+mn-ea"/>
          <a:cs typeface="+mn-cs"/>
        </a:defRPr>
      </a:lvl7pPr>
      <a:lvl8pPr marL="5521888">
        <a:defRPr>
          <a:latin typeface="+mn-lt"/>
          <a:ea typeface="+mn-ea"/>
          <a:cs typeface="+mn-cs"/>
        </a:defRPr>
      </a:lvl8pPr>
      <a:lvl9pPr marL="631073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788842">
        <a:defRPr>
          <a:latin typeface="+mn-lt"/>
          <a:ea typeface="+mn-ea"/>
          <a:cs typeface="+mn-cs"/>
        </a:defRPr>
      </a:lvl2pPr>
      <a:lvl3pPr marL="1577682">
        <a:defRPr>
          <a:latin typeface="+mn-lt"/>
          <a:ea typeface="+mn-ea"/>
          <a:cs typeface="+mn-cs"/>
        </a:defRPr>
      </a:lvl3pPr>
      <a:lvl4pPr marL="2366523">
        <a:defRPr>
          <a:latin typeface="+mn-lt"/>
          <a:ea typeface="+mn-ea"/>
          <a:cs typeface="+mn-cs"/>
        </a:defRPr>
      </a:lvl4pPr>
      <a:lvl5pPr marL="3155365">
        <a:defRPr>
          <a:latin typeface="+mn-lt"/>
          <a:ea typeface="+mn-ea"/>
          <a:cs typeface="+mn-cs"/>
        </a:defRPr>
      </a:lvl5pPr>
      <a:lvl6pPr marL="3944207">
        <a:defRPr>
          <a:latin typeface="+mn-lt"/>
          <a:ea typeface="+mn-ea"/>
          <a:cs typeface="+mn-cs"/>
        </a:defRPr>
      </a:lvl6pPr>
      <a:lvl7pPr marL="4733048">
        <a:defRPr>
          <a:latin typeface="+mn-lt"/>
          <a:ea typeface="+mn-ea"/>
          <a:cs typeface="+mn-cs"/>
        </a:defRPr>
      </a:lvl7pPr>
      <a:lvl8pPr marL="5521888">
        <a:defRPr>
          <a:latin typeface="+mn-lt"/>
          <a:ea typeface="+mn-ea"/>
          <a:cs typeface="+mn-cs"/>
        </a:defRPr>
      </a:lvl8pPr>
      <a:lvl9pPr marL="631073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5" Type="http://schemas.openxmlformats.org/officeDocument/2006/relationships/image" Target="../media/image7.jpg"/><Relationship Id="rId4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png"/><Relationship Id="rId5" Type="http://schemas.openxmlformats.org/officeDocument/2006/relationships/image" Target="../media/image11.jpg"/><Relationship Id="rId4" Type="http://schemas.openxmlformats.org/officeDocument/2006/relationships/image" Target="../media/image10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png"/><Relationship Id="rId5" Type="http://schemas.openxmlformats.org/officeDocument/2006/relationships/image" Target="../media/image11.jpg"/><Relationship Id="rId4" Type="http://schemas.openxmlformats.org/officeDocument/2006/relationships/image" Target="../media/image10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5.xml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jpg"/><Relationship Id="rId3" Type="http://schemas.openxmlformats.org/officeDocument/2006/relationships/image" Target="../media/image14.png"/><Relationship Id="rId7" Type="http://schemas.openxmlformats.org/officeDocument/2006/relationships/image" Target="../media/image18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10" Type="http://schemas.openxmlformats.org/officeDocument/2006/relationships/image" Target="../media/image21.jpg"/><Relationship Id="rId4" Type="http://schemas.openxmlformats.org/officeDocument/2006/relationships/image" Target="../media/image15.png"/><Relationship Id="rId9" Type="http://schemas.openxmlformats.org/officeDocument/2006/relationships/image" Target="../media/image20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5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58EB70-F102-BAB5-31FD-19FC3742A4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object 46">
            <a:extLst>
              <a:ext uri="{FF2B5EF4-FFF2-40B4-BE49-F238E27FC236}">
                <a16:creationId xmlns:a16="http://schemas.microsoft.com/office/drawing/2014/main" id="{1FBE4D91-85C7-0256-4A79-65056ECD04F4}"/>
              </a:ext>
            </a:extLst>
          </p:cNvPr>
          <p:cNvSpPr txBox="1">
            <a:spLocks noGrp="1"/>
          </p:cNvSpPr>
          <p:nvPr>
            <p:ph type="sldNum" sz="quarter" idx="7"/>
          </p:nvPr>
        </p:nvSpPr>
        <p:spPr>
          <a:xfrm>
            <a:off x="22501110" y="12821186"/>
            <a:ext cx="518023" cy="29495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5742">
              <a:lnSpc>
                <a:spcPts val="2260"/>
              </a:lnSpc>
            </a:pPr>
            <a:fld id="{81D60167-4931-47E6-BA6A-407CBD079E47}" type="slidenum">
              <a:rPr spc="-86" dirty="0"/>
              <a:pPr marL="65742">
                <a:lnSpc>
                  <a:spcPts val="2260"/>
                </a:lnSpc>
              </a:pPr>
              <a:t>1</a:t>
            </a:fld>
            <a:endParaRPr spc="-86" dirty="0"/>
          </a:p>
        </p:txBody>
      </p:sp>
      <p:pic>
        <p:nvPicPr>
          <p:cNvPr id="47" name="object 25">
            <a:extLst>
              <a:ext uri="{FF2B5EF4-FFF2-40B4-BE49-F238E27FC236}">
                <a16:creationId xmlns:a16="http://schemas.microsoft.com/office/drawing/2014/main" id="{98B72FCF-C42A-5F3E-FCAD-5FE306171E0D}"/>
              </a:ext>
            </a:extLst>
          </p:cNvPr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7" b="17"/>
          <a:stretch/>
        </p:blipFill>
        <p:spPr>
          <a:xfrm>
            <a:off x="1" y="457200"/>
            <a:ext cx="13411199" cy="9021482"/>
          </a:xfrm>
          <a:prstGeom prst="rect">
            <a:avLst/>
          </a:prstGeom>
        </p:spPr>
      </p:pic>
      <p:sp>
        <p:nvSpPr>
          <p:cNvPr id="2" name="object 30">
            <a:extLst>
              <a:ext uri="{FF2B5EF4-FFF2-40B4-BE49-F238E27FC236}">
                <a16:creationId xmlns:a16="http://schemas.microsoft.com/office/drawing/2014/main" id="{4BD18700-0DDF-1B3F-E7EA-DA4C8D0308F5}"/>
              </a:ext>
            </a:extLst>
          </p:cNvPr>
          <p:cNvSpPr txBox="1"/>
          <p:nvPr/>
        </p:nvSpPr>
        <p:spPr>
          <a:xfrm>
            <a:off x="0" y="3338091"/>
            <a:ext cx="13411198" cy="1910779"/>
          </a:xfrm>
          <a:prstGeom prst="rect">
            <a:avLst/>
          </a:prstGeom>
          <a:ln w="12953"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marL="2089760" algn="ctr">
              <a:spcBef>
                <a:spcPts val="505"/>
              </a:spcBef>
            </a:pPr>
            <a:r>
              <a:rPr lang="en-GB" sz="6000" b="1" dirty="0">
                <a:solidFill>
                  <a:srgbClr val="FFCE53"/>
                </a:solidFill>
                <a:latin typeface="Comic Sans MS"/>
              </a:rPr>
              <a:t>Programming Foundations</a:t>
            </a:r>
          </a:p>
          <a:p>
            <a:pPr marL="2089760" algn="ctr">
              <a:spcBef>
                <a:spcPts val="505"/>
              </a:spcBef>
            </a:pPr>
            <a:r>
              <a:rPr lang="en-GB" sz="6000" b="1" dirty="0">
                <a:solidFill>
                  <a:schemeClr val="bg1"/>
                </a:solidFill>
                <a:latin typeface="Comic Sans MS"/>
                <a:cs typeface="Comic Sans MS"/>
              </a:rPr>
              <a:t>Level 1</a:t>
            </a:r>
          </a:p>
        </p:txBody>
      </p:sp>
    </p:spTree>
    <p:extLst>
      <p:ext uri="{BB962C8B-B14F-4D97-AF65-F5344CB8AC3E}">
        <p14:creationId xmlns:p14="http://schemas.microsoft.com/office/powerpoint/2010/main" val="69940191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-10957" y="645359"/>
            <a:ext cx="13422157" cy="8767682"/>
            <a:chOff x="0" y="2209800"/>
            <a:chExt cx="7778750" cy="508127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2209800"/>
              <a:ext cx="7772399" cy="5081016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60960" y="3901439"/>
              <a:ext cx="7711440" cy="1264920"/>
            </a:xfrm>
            <a:custGeom>
              <a:avLst/>
              <a:gdLst/>
              <a:ahLst/>
              <a:cxnLst/>
              <a:rect l="l" t="t" r="r" b="b"/>
              <a:pathLst>
                <a:path w="7711440" h="1264920">
                  <a:moveTo>
                    <a:pt x="0" y="1264919"/>
                  </a:moveTo>
                  <a:lnTo>
                    <a:pt x="7711440" y="1264919"/>
                  </a:lnTo>
                  <a:lnTo>
                    <a:pt x="7711440" y="0"/>
                  </a:lnTo>
                  <a:lnTo>
                    <a:pt x="0" y="0"/>
                  </a:lnTo>
                  <a:lnTo>
                    <a:pt x="0" y="1264919"/>
                  </a:lnTo>
                  <a:close/>
                </a:path>
              </a:pathLst>
            </a:custGeom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13091697" y="12746337"/>
            <a:ext cx="182980" cy="352972"/>
          </a:xfrm>
          <a:prstGeom prst="rect">
            <a:avLst/>
          </a:prstGeom>
        </p:spPr>
        <p:txBody>
          <a:bodyPr vert="horz" wrap="square" lIns="0" tIns="20818" rIns="0" bIns="0" rtlCol="0">
            <a:spAutoFit/>
          </a:bodyPr>
          <a:lstStyle/>
          <a:p>
            <a:pPr marL="21914">
              <a:spcBef>
                <a:spcPts val="164"/>
              </a:spcBef>
            </a:pPr>
            <a:r>
              <a:rPr sz="2157" spc="-86" dirty="0">
                <a:latin typeface="Calibri"/>
                <a:cs typeface="Calibri"/>
              </a:rPr>
              <a:t>2</a:t>
            </a:r>
            <a:endParaRPr sz="2157">
              <a:latin typeface="Calibri"/>
              <a:cs typeface="Calibri"/>
            </a:endParaRPr>
          </a:p>
        </p:txBody>
      </p:sp>
      <p:sp>
        <p:nvSpPr>
          <p:cNvPr id="9" name="object 30">
            <a:extLst>
              <a:ext uri="{FF2B5EF4-FFF2-40B4-BE49-F238E27FC236}">
                <a16:creationId xmlns:a16="http://schemas.microsoft.com/office/drawing/2014/main" id="{3AA9CB0E-53FA-ACBF-E593-FD91CDBB5BFF}"/>
              </a:ext>
            </a:extLst>
          </p:cNvPr>
          <p:cNvSpPr txBox="1"/>
          <p:nvPr/>
        </p:nvSpPr>
        <p:spPr>
          <a:xfrm>
            <a:off x="106432" y="3084218"/>
            <a:ext cx="13304768" cy="2408352"/>
          </a:xfrm>
          <a:prstGeom prst="rect">
            <a:avLst/>
          </a:prstGeom>
          <a:ln w="12953"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marL="2089760" algn="ctr">
              <a:spcBef>
                <a:spcPts val="505"/>
              </a:spcBef>
            </a:pPr>
            <a:r>
              <a:rPr lang="en-GB" sz="4000" spc="-13" dirty="0">
                <a:solidFill>
                  <a:srgbClr val="FFFFFF"/>
                </a:solidFill>
                <a:latin typeface="Comic Sans MS"/>
                <a:cs typeface="Comic Sans MS"/>
              </a:rPr>
              <a:t>Programming Foundations</a:t>
            </a:r>
          </a:p>
          <a:p>
            <a:pPr marL="2089760" algn="ctr">
              <a:spcBef>
                <a:spcPts val="505"/>
              </a:spcBef>
            </a:pPr>
            <a:r>
              <a:rPr lang="sv-SE" sz="2400" spc="-13" dirty="0" err="1">
                <a:solidFill>
                  <a:srgbClr val="FFFFFF"/>
                </a:solidFill>
                <a:latin typeface="Comic Sans MS"/>
                <a:cs typeface="Comic Sans MS"/>
              </a:rPr>
              <a:t>Level</a:t>
            </a:r>
            <a:r>
              <a:rPr lang="sv-SE" sz="2400" spc="-13" dirty="0">
                <a:solidFill>
                  <a:srgbClr val="FFFFFF"/>
                </a:solidFill>
                <a:latin typeface="Comic Sans MS"/>
                <a:cs typeface="Comic Sans MS"/>
              </a:rPr>
              <a:t> 1</a:t>
            </a:r>
          </a:p>
          <a:p>
            <a:pPr marL="2089760" algn="ctr">
              <a:spcBef>
                <a:spcPts val="505"/>
              </a:spcBef>
            </a:pPr>
            <a:r>
              <a:rPr lang="en-GB" sz="4000" b="1" dirty="0">
                <a:solidFill>
                  <a:srgbClr val="FFCE53"/>
                </a:solidFill>
                <a:latin typeface="Comic Sans MS"/>
                <a:cs typeface="Comic Sans MS"/>
              </a:rPr>
              <a:t>Compiler vs Interpreter</a:t>
            </a:r>
          </a:p>
          <a:p>
            <a:pPr marL="2089760" algn="ctr">
              <a:spcBef>
                <a:spcPts val="505"/>
              </a:spcBef>
            </a:pPr>
            <a:r>
              <a:rPr lang="en-GB" sz="4000" b="1" dirty="0">
                <a:solidFill>
                  <a:srgbClr val="FFCE53"/>
                </a:solidFill>
                <a:latin typeface="Comic Sans MS"/>
                <a:cs typeface="Comic Sans MS"/>
              </a:rPr>
              <a:t>(and Friends Assembler, Linker, Loader)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DA5F116C-7A4E-78D0-17E9-A90CBBD3B9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>
            <a:extLst>
              <a:ext uri="{FF2B5EF4-FFF2-40B4-BE49-F238E27FC236}">
                <a16:creationId xmlns:a16="http://schemas.microsoft.com/office/drawing/2014/main" id="{B1776ABB-0FF0-1A0C-D547-4B0369713D2E}"/>
              </a:ext>
            </a:extLst>
          </p:cNvPr>
          <p:cNvGrpSpPr/>
          <p:nvPr/>
        </p:nvGrpSpPr>
        <p:grpSpPr>
          <a:xfrm>
            <a:off x="-10957" y="645359"/>
            <a:ext cx="13422157" cy="8767682"/>
            <a:chOff x="0" y="2209800"/>
            <a:chExt cx="7778750" cy="5081270"/>
          </a:xfrm>
        </p:grpSpPr>
        <p:pic>
          <p:nvPicPr>
            <p:cNvPr id="3" name="object 3">
              <a:extLst>
                <a:ext uri="{FF2B5EF4-FFF2-40B4-BE49-F238E27FC236}">
                  <a16:creationId xmlns:a16="http://schemas.microsoft.com/office/drawing/2014/main" id="{83D9BA68-E61F-DAD2-1255-DD771E802F74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2209800"/>
              <a:ext cx="7772399" cy="5081016"/>
            </a:xfrm>
            <a:prstGeom prst="rect">
              <a:avLst/>
            </a:prstGeom>
          </p:spPr>
        </p:pic>
        <p:sp>
          <p:nvSpPr>
            <p:cNvPr id="4" name="object 4">
              <a:extLst>
                <a:ext uri="{FF2B5EF4-FFF2-40B4-BE49-F238E27FC236}">
                  <a16:creationId xmlns:a16="http://schemas.microsoft.com/office/drawing/2014/main" id="{17F1E15C-55C7-B4E0-84CC-C3D37AB97130}"/>
                </a:ext>
              </a:extLst>
            </p:cNvPr>
            <p:cNvSpPr/>
            <p:nvPr/>
          </p:nvSpPr>
          <p:spPr>
            <a:xfrm>
              <a:off x="60960" y="3901439"/>
              <a:ext cx="7711440" cy="1264920"/>
            </a:xfrm>
            <a:custGeom>
              <a:avLst/>
              <a:gdLst/>
              <a:ahLst/>
              <a:cxnLst/>
              <a:rect l="l" t="t" r="r" b="b"/>
              <a:pathLst>
                <a:path w="7711440" h="1264920">
                  <a:moveTo>
                    <a:pt x="0" y="1264919"/>
                  </a:moveTo>
                  <a:lnTo>
                    <a:pt x="7711440" y="1264919"/>
                  </a:lnTo>
                  <a:lnTo>
                    <a:pt x="7711440" y="0"/>
                  </a:lnTo>
                  <a:lnTo>
                    <a:pt x="0" y="0"/>
                  </a:lnTo>
                  <a:lnTo>
                    <a:pt x="0" y="1264919"/>
                  </a:lnTo>
                  <a:close/>
                </a:path>
              </a:pathLst>
            </a:custGeom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>
            <a:extLst>
              <a:ext uri="{FF2B5EF4-FFF2-40B4-BE49-F238E27FC236}">
                <a16:creationId xmlns:a16="http://schemas.microsoft.com/office/drawing/2014/main" id="{5E9DE20B-BC17-FDC7-0AF1-19E96FA292E4}"/>
              </a:ext>
            </a:extLst>
          </p:cNvPr>
          <p:cNvSpPr txBox="1"/>
          <p:nvPr/>
        </p:nvSpPr>
        <p:spPr>
          <a:xfrm>
            <a:off x="13091697" y="12746337"/>
            <a:ext cx="182980" cy="352972"/>
          </a:xfrm>
          <a:prstGeom prst="rect">
            <a:avLst/>
          </a:prstGeom>
        </p:spPr>
        <p:txBody>
          <a:bodyPr vert="horz" wrap="square" lIns="0" tIns="20818" rIns="0" bIns="0" rtlCol="0">
            <a:spAutoFit/>
          </a:bodyPr>
          <a:lstStyle/>
          <a:p>
            <a:pPr marL="21914">
              <a:spcBef>
                <a:spcPts val="164"/>
              </a:spcBef>
            </a:pPr>
            <a:r>
              <a:rPr sz="2157" spc="-86" dirty="0">
                <a:latin typeface="Calibri"/>
                <a:cs typeface="Calibri"/>
              </a:rPr>
              <a:t>2</a:t>
            </a:r>
            <a:endParaRPr sz="2157">
              <a:latin typeface="Calibri"/>
              <a:cs typeface="Calibri"/>
            </a:endParaRPr>
          </a:p>
        </p:txBody>
      </p:sp>
      <p:sp>
        <p:nvSpPr>
          <p:cNvPr id="9" name="object 30">
            <a:extLst>
              <a:ext uri="{FF2B5EF4-FFF2-40B4-BE49-F238E27FC236}">
                <a16:creationId xmlns:a16="http://schemas.microsoft.com/office/drawing/2014/main" id="{C3799080-B3D6-1CAB-3181-41E19A2248C3}"/>
              </a:ext>
            </a:extLst>
          </p:cNvPr>
          <p:cNvSpPr txBox="1"/>
          <p:nvPr/>
        </p:nvSpPr>
        <p:spPr>
          <a:xfrm>
            <a:off x="106432" y="3084218"/>
            <a:ext cx="13304768" cy="1728678"/>
          </a:xfrm>
          <a:prstGeom prst="rect">
            <a:avLst/>
          </a:prstGeom>
          <a:ln w="12953"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marL="2089760" algn="ctr">
              <a:spcBef>
                <a:spcPts val="505"/>
              </a:spcBef>
            </a:pPr>
            <a:r>
              <a:rPr lang="en-GB" sz="4000" spc="-13" dirty="0">
                <a:solidFill>
                  <a:srgbClr val="FFFFFF"/>
                </a:solidFill>
                <a:latin typeface="Comic Sans MS"/>
                <a:cs typeface="Comic Sans MS"/>
              </a:rPr>
              <a:t>Programming Foundations</a:t>
            </a:r>
          </a:p>
          <a:p>
            <a:pPr marL="2089760" algn="ctr">
              <a:spcBef>
                <a:spcPts val="505"/>
              </a:spcBef>
            </a:pPr>
            <a:r>
              <a:rPr lang="sv-SE" sz="2400" spc="-13" dirty="0" err="1">
                <a:solidFill>
                  <a:srgbClr val="FFFFFF"/>
                </a:solidFill>
                <a:latin typeface="Comic Sans MS"/>
                <a:cs typeface="Comic Sans MS"/>
              </a:rPr>
              <a:t>Level</a:t>
            </a:r>
            <a:r>
              <a:rPr lang="sv-SE" sz="2400" spc="-13" dirty="0">
                <a:solidFill>
                  <a:srgbClr val="FFFFFF"/>
                </a:solidFill>
                <a:latin typeface="Comic Sans MS"/>
                <a:cs typeface="Comic Sans MS"/>
              </a:rPr>
              <a:t> 1</a:t>
            </a:r>
          </a:p>
          <a:p>
            <a:pPr marL="2089760" algn="ctr">
              <a:spcBef>
                <a:spcPts val="505"/>
              </a:spcBef>
            </a:pPr>
            <a:r>
              <a:rPr lang="en-GB" sz="4000" b="1" dirty="0">
                <a:solidFill>
                  <a:srgbClr val="FFCE53"/>
                </a:solidFill>
                <a:latin typeface="Comic Sans MS"/>
                <a:cs typeface="Comic Sans MS"/>
              </a:rPr>
              <a:t>Programming Languages and Levels</a:t>
            </a:r>
          </a:p>
        </p:txBody>
      </p:sp>
    </p:spTree>
    <p:extLst>
      <p:ext uri="{BB962C8B-B14F-4D97-AF65-F5344CB8AC3E}">
        <p14:creationId xmlns:p14="http://schemas.microsoft.com/office/powerpoint/2010/main" val="8649708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7254C707-F062-8A5D-EF4D-1414E6E8C6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>
            <a:extLst>
              <a:ext uri="{FF2B5EF4-FFF2-40B4-BE49-F238E27FC236}">
                <a16:creationId xmlns:a16="http://schemas.microsoft.com/office/drawing/2014/main" id="{B19776D6-378E-4B01-71F0-C9ED1EF3766B}"/>
              </a:ext>
            </a:extLst>
          </p:cNvPr>
          <p:cNvSpPr txBox="1"/>
          <p:nvPr/>
        </p:nvSpPr>
        <p:spPr>
          <a:xfrm>
            <a:off x="381000" y="888075"/>
            <a:ext cx="12352767" cy="4218651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r>
              <a:rPr lang="sv-SE" sz="4000" b="1" dirty="0" err="1">
                <a:latin typeface="Comic Sans MS" panose="030F0702030302020204" pitchFamily="66" charset="0"/>
              </a:rPr>
              <a:t>Compiler</a:t>
            </a:r>
            <a:r>
              <a:rPr lang="sv-SE" sz="4000" b="1" dirty="0">
                <a:latin typeface="Comic Sans MS" panose="030F0702030302020204" pitchFamily="66" charset="0"/>
              </a:rPr>
              <a:t> vs Interpreter (and </a:t>
            </a:r>
            <a:r>
              <a:rPr lang="sv-SE" sz="4000" b="1" dirty="0" err="1">
                <a:latin typeface="Comic Sans MS" panose="030F0702030302020204" pitchFamily="66" charset="0"/>
              </a:rPr>
              <a:t>Friends</a:t>
            </a:r>
            <a:r>
              <a:rPr lang="sv-SE" sz="4000" b="1" dirty="0">
                <a:latin typeface="Comic Sans MS" panose="030F0702030302020204" pitchFamily="66" charset="0"/>
              </a:rPr>
              <a:t>: Assembler, </a:t>
            </a:r>
            <a:r>
              <a:rPr lang="sv-SE" sz="4000" b="1" dirty="0" err="1">
                <a:latin typeface="Comic Sans MS" panose="030F0702030302020204" pitchFamily="66" charset="0"/>
              </a:rPr>
              <a:t>Linker</a:t>
            </a:r>
            <a:r>
              <a:rPr lang="sv-SE" sz="4000" b="1" dirty="0">
                <a:latin typeface="Comic Sans MS" panose="030F0702030302020204" pitchFamily="66" charset="0"/>
              </a:rPr>
              <a:t>, </a:t>
            </a:r>
            <a:r>
              <a:rPr lang="sv-SE" sz="4000" b="1" dirty="0" err="1">
                <a:latin typeface="Comic Sans MS" panose="030F0702030302020204" pitchFamily="66" charset="0"/>
              </a:rPr>
              <a:t>Loader</a:t>
            </a:r>
            <a:r>
              <a:rPr lang="sv-SE" sz="4000" b="1" dirty="0">
                <a:latin typeface="Comic Sans MS" panose="030F0702030302020204" pitchFamily="66" charset="0"/>
              </a:rPr>
              <a:t>)</a:t>
            </a:r>
          </a:p>
          <a:p>
            <a:endParaRPr lang="sv-SE" sz="4000" dirty="0">
              <a:latin typeface="Comic Sans MS" panose="030F0702030302020204" pitchFamily="66" charset="0"/>
            </a:endParaRPr>
          </a:p>
          <a:p>
            <a:r>
              <a:rPr lang="en-GB" sz="2400" dirty="0">
                <a:latin typeface="Comic Sans MS" panose="030F0702030302020204" pitchFamily="66" charset="0"/>
              </a:rPr>
              <a:t>Computers </a:t>
            </a:r>
            <a:r>
              <a:rPr lang="en-GB" sz="2400" b="1" dirty="0">
                <a:latin typeface="Comic Sans MS" panose="030F0702030302020204" pitchFamily="66" charset="0"/>
              </a:rPr>
              <a:t>only execute machine language</a:t>
            </a:r>
            <a:r>
              <a:rPr lang="en-GB" sz="2400" dirty="0">
                <a:latin typeface="Comic Sans MS" panose="030F0702030302020204" pitchFamily="66" charset="0"/>
              </a:rPr>
              <a:t> (binary).</a:t>
            </a:r>
          </a:p>
          <a:p>
            <a:r>
              <a:rPr lang="en-GB" sz="2400" dirty="0">
                <a:latin typeface="Comic Sans MS" panose="030F0702030302020204" pitchFamily="66" charset="0"/>
              </a:rPr>
              <a:t>What we write is </a:t>
            </a:r>
            <a:r>
              <a:rPr lang="en-GB" sz="2400" b="1" dirty="0">
                <a:latin typeface="Comic Sans MS" panose="030F0702030302020204" pitchFamily="66" charset="0"/>
              </a:rPr>
              <a:t>source code</a:t>
            </a:r>
            <a:r>
              <a:rPr lang="en-GB" sz="2400" dirty="0">
                <a:latin typeface="Comic Sans MS" panose="030F0702030302020204" pitchFamily="66" charset="0"/>
              </a:rPr>
              <a:t> in human-friendly languages.</a:t>
            </a:r>
          </a:p>
          <a:p>
            <a:r>
              <a:rPr lang="en-GB" sz="2400" dirty="0">
                <a:latin typeface="Comic Sans MS" panose="030F0702030302020204" pitchFamily="66" charset="0"/>
              </a:rPr>
              <a:t>We therefore need </a:t>
            </a:r>
            <a:r>
              <a:rPr lang="en-GB" sz="2400" b="1" dirty="0">
                <a:latin typeface="Comic Sans MS" panose="030F0702030302020204" pitchFamily="66" charset="0"/>
              </a:rPr>
              <a:t>translator software</a:t>
            </a:r>
            <a:r>
              <a:rPr lang="en-GB" sz="2400" dirty="0">
                <a:latin typeface="Comic Sans MS" panose="030F0702030302020204" pitchFamily="66" charset="0"/>
              </a:rPr>
              <a:t> to bridge the gap: </a:t>
            </a:r>
            <a:r>
              <a:rPr lang="en-GB" sz="2400" b="1" dirty="0">
                <a:latin typeface="Comic Sans MS" panose="030F0702030302020204" pitchFamily="66" charset="0"/>
              </a:rPr>
              <a:t>compilers</a:t>
            </a:r>
            <a:r>
              <a:rPr lang="en-GB" sz="2400" dirty="0">
                <a:latin typeface="Comic Sans MS" panose="030F0702030302020204" pitchFamily="66" charset="0"/>
              </a:rPr>
              <a:t> (ahead-of-time), </a:t>
            </a:r>
            <a:r>
              <a:rPr lang="en-GB" sz="2400" b="1" dirty="0">
                <a:latin typeface="Comic Sans MS" panose="030F0702030302020204" pitchFamily="66" charset="0"/>
              </a:rPr>
              <a:t>interpreters</a:t>
            </a:r>
            <a:r>
              <a:rPr lang="en-GB" sz="2400" dirty="0">
                <a:latin typeface="Comic Sans MS" panose="030F0702030302020204" pitchFamily="66" charset="0"/>
              </a:rPr>
              <a:t> (line-by-line), and </a:t>
            </a:r>
            <a:r>
              <a:rPr lang="en-GB" sz="2400" b="1" dirty="0">
                <a:latin typeface="Comic Sans MS" panose="030F0702030302020204" pitchFamily="66" charset="0"/>
              </a:rPr>
              <a:t>assemblers</a:t>
            </a:r>
            <a:r>
              <a:rPr lang="en-GB" sz="2400" dirty="0">
                <a:latin typeface="Comic Sans MS" panose="030F0702030302020204" pitchFamily="66" charset="0"/>
              </a:rPr>
              <a:t> (assembly → machine).</a:t>
            </a:r>
          </a:p>
          <a:p>
            <a:r>
              <a:rPr lang="en-GB" sz="2400" dirty="0">
                <a:latin typeface="Comic Sans MS" panose="030F0702030302020204" pitchFamily="66" charset="0"/>
              </a:rPr>
              <a:t>We’ll also see where </a:t>
            </a:r>
            <a:r>
              <a:rPr lang="en-GB" sz="2400" b="1" dirty="0">
                <a:latin typeface="Comic Sans MS" panose="030F0702030302020204" pitchFamily="66" charset="0"/>
              </a:rPr>
              <a:t>linkers</a:t>
            </a:r>
            <a:r>
              <a:rPr lang="en-GB" sz="2400" dirty="0">
                <a:latin typeface="Comic Sans MS" panose="030F0702030302020204" pitchFamily="66" charset="0"/>
              </a:rPr>
              <a:t>, </a:t>
            </a:r>
            <a:r>
              <a:rPr lang="en-GB" sz="2400" b="1" dirty="0">
                <a:latin typeface="Comic Sans MS" panose="030F0702030302020204" pitchFamily="66" charset="0"/>
              </a:rPr>
              <a:t>libraries</a:t>
            </a:r>
            <a:r>
              <a:rPr lang="en-GB" sz="2400" dirty="0">
                <a:latin typeface="Comic Sans MS" panose="030F0702030302020204" pitchFamily="66" charset="0"/>
              </a:rPr>
              <a:t>, </a:t>
            </a:r>
            <a:r>
              <a:rPr lang="en-GB" sz="2400" b="1" dirty="0">
                <a:latin typeface="Comic Sans MS" panose="030F0702030302020204" pitchFamily="66" charset="0"/>
              </a:rPr>
              <a:t>.exe files</a:t>
            </a:r>
            <a:r>
              <a:rPr lang="en-GB" sz="2400" dirty="0">
                <a:latin typeface="Comic Sans MS" panose="030F0702030302020204" pitchFamily="66" charset="0"/>
              </a:rPr>
              <a:t>, and </a:t>
            </a:r>
            <a:r>
              <a:rPr lang="en-GB" sz="2400" b="1" dirty="0">
                <a:latin typeface="Comic Sans MS" panose="030F0702030302020204" pitchFamily="66" charset="0"/>
              </a:rPr>
              <a:t>loaders</a:t>
            </a:r>
            <a:r>
              <a:rPr lang="en-GB" sz="2400" dirty="0">
                <a:latin typeface="Comic Sans MS" panose="030F0702030302020204" pitchFamily="66" charset="0"/>
              </a:rPr>
              <a:t> fit in the journey </a:t>
            </a:r>
            <a:r>
              <a:rPr lang="en-GB" sz="2400" b="1" dirty="0">
                <a:latin typeface="Comic Sans MS" panose="030F0702030302020204" pitchFamily="66" charset="0"/>
              </a:rPr>
              <a:t>from source to running program</a:t>
            </a:r>
            <a:r>
              <a:rPr lang="en-GB" sz="2400" dirty="0">
                <a:latin typeface="Comic Sans MS" panose="030F0702030302020204" pitchFamily="66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08753102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6DEDEB85-C478-EB2B-5622-B56B89A21D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>
            <a:extLst>
              <a:ext uri="{FF2B5EF4-FFF2-40B4-BE49-F238E27FC236}">
                <a16:creationId xmlns:a16="http://schemas.microsoft.com/office/drawing/2014/main" id="{A590A09C-A90F-72C0-BE7B-90B069D51147}"/>
              </a:ext>
            </a:extLst>
          </p:cNvPr>
          <p:cNvSpPr txBox="1"/>
          <p:nvPr/>
        </p:nvSpPr>
        <p:spPr>
          <a:xfrm>
            <a:off x="381000" y="888075"/>
            <a:ext cx="12352767" cy="9266187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r>
              <a:rPr lang="sv-SE" sz="4000" b="1" spc="-39" dirty="0" err="1">
                <a:solidFill>
                  <a:srgbClr val="000000"/>
                </a:solidFill>
                <a:latin typeface="Comic Sans MS" panose="030F0702030302020204" pitchFamily="66" charset="0"/>
                <a:cs typeface="Calibri"/>
              </a:rPr>
              <a:t>You</a:t>
            </a:r>
            <a:r>
              <a:rPr lang="sv-SE" sz="4000" b="1" spc="-39" dirty="0">
                <a:solidFill>
                  <a:srgbClr val="000000"/>
                </a:solidFill>
                <a:latin typeface="Comic Sans MS" panose="030F0702030302020204" pitchFamily="66" charset="0"/>
                <a:cs typeface="Calibri"/>
              </a:rPr>
              <a:t> </a:t>
            </a:r>
            <a:r>
              <a:rPr lang="sv-SE" sz="4000" b="1" dirty="0" err="1">
                <a:solidFill>
                  <a:srgbClr val="000000"/>
                </a:solidFill>
                <a:latin typeface="Comic Sans MS" panose="030F0702030302020204" pitchFamily="66" charset="0"/>
                <a:cs typeface="Calibri"/>
              </a:rPr>
              <a:t>need</a:t>
            </a:r>
            <a:r>
              <a:rPr lang="sv-SE" sz="4000" b="1" spc="-39" dirty="0">
                <a:solidFill>
                  <a:srgbClr val="000000"/>
                </a:solidFill>
                <a:latin typeface="Comic Sans MS" panose="030F0702030302020204" pitchFamily="66" charset="0"/>
                <a:cs typeface="Calibri"/>
              </a:rPr>
              <a:t> </a:t>
            </a:r>
            <a:r>
              <a:rPr lang="sv-SE" sz="4000" b="1" dirty="0">
                <a:solidFill>
                  <a:srgbClr val="000000"/>
                </a:solidFill>
                <a:latin typeface="Comic Sans MS" panose="030F0702030302020204" pitchFamily="66" charset="0"/>
                <a:cs typeface="Calibri"/>
              </a:rPr>
              <a:t>a</a:t>
            </a:r>
            <a:r>
              <a:rPr lang="sv-SE" sz="4000" b="1" spc="-13" dirty="0">
                <a:solidFill>
                  <a:srgbClr val="000000"/>
                </a:solidFill>
                <a:latin typeface="Comic Sans MS" panose="030F0702030302020204" pitchFamily="66" charset="0"/>
                <a:cs typeface="Calibri"/>
              </a:rPr>
              <a:t> Translator!</a:t>
            </a:r>
            <a:endParaRPr lang="sv-SE" sz="4000" b="1" dirty="0">
              <a:latin typeface="Comic Sans MS" panose="030F0702030302020204" pitchFamily="66" charset="0"/>
            </a:endParaRPr>
          </a:p>
          <a:p>
            <a:endParaRPr lang="en-GB" sz="2400" dirty="0">
              <a:latin typeface="Comic Sans MS" panose="030F0702030302020204" pitchFamily="66" charset="0"/>
            </a:endParaRPr>
          </a:p>
          <a:p>
            <a:endParaRPr lang="en-GB" sz="2400" dirty="0">
              <a:latin typeface="Comic Sans MS" panose="030F0702030302020204" pitchFamily="66" charset="0"/>
            </a:endParaRPr>
          </a:p>
          <a:p>
            <a:endParaRPr lang="en-GB" sz="2400" dirty="0">
              <a:latin typeface="Comic Sans MS" panose="030F0702030302020204" pitchFamily="66" charset="0"/>
            </a:endParaRPr>
          </a:p>
          <a:p>
            <a:endParaRPr lang="en-GB" sz="2400" dirty="0">
              <a:latin typeface="Comic Sans MS" panose="030F0702030302020204" pitchFamily="66" charset="0"/>
            </a:endParaRPr>
          </a:p>
          <a:p>
            <a:endParaRPr lang="en-GB" sz="2400" dirty="0">
              <a:latin typeface="Comic Sans MS" panose="030F0702030302020204" pitchFamily="66" charset="0"/>
            </a:endParaRPr>
          </a:p>
          <a:p>
            <a:endParaRPr lang="en-GB" sz="2400" dirty="0">
              <a:latin typeface="Comic Sans MS" panose="030F0702030302020204" pitchFamily="66" charset="0"/>
            </a:endParaRPr>
          </a:p>
          <a:p>
            <a:endParaRPr lang="en-GB" sz="2400" dirty="0">
              <a:latin typeface="Comic Sans MS" panose="030F0702030302020204" pitchFamily="66" charset="0"/>
            </a:endParaRPr>
          </a:p>
          <a:p>
            <a:endParaRPr lang="en-GB" sz="2400" dirty="0">
              <a:latin typeface="Comic Sans MS" panose="030F0702030302020204" pitchFamily="66" charset="0"/>
            </a:endParaRPr>
          </a:p>
          <a:p>
            <a:endParaRPr lang="en-GB" sz="2400" dirty="0">
              <a:latin typeface="Comic Sans MS" panose="030F0702030302020204" pitchFamily="66" charset="0"/>
            </a:endParaRPr>
          </a:p>
          <a:p>
            <a:endParaRPr lang="en-GB" sz="2400" dirty="0">
              <a:latin typeface="Comic Sans MS" panose="030F0702030302020204" pitchFamily="66" charset="0"/>
            </a:endParaRPr>
          </a:p>
          <a:p>
            <a:endParaRPr lang="en-GB" sz="2400" dirty="0">
              <a:latin typeface="Comic Sans MS" panose="030F0702030302020204" pitchFamily="66" charset="0"/>
            </a:endParaRPr>
          </a:p>
          <a:p>
            <a:endParaRPr lang="en-GB" sz="2400" dirty="0">
              <a:latin typeface="Comic Sans MS" panose="030F0702030302020204" pitchFamily="66" charset="0"/>
            </a:endParaRPr>
          </a:p>
          <a:p>
            <a:endParaRPr lang="en-GB" sz="2400" dirty="0">
              <a:latin typeface="Comic Sans MS" panose="030F0702030302020204" pitchFamily="66" charset="0"/>
            </a:endParaRPr>
          </a:p>
          <a:p>
            <a:endParaRPr lang="en-GB" sz="2400" dirty="0">
              <a:latin typeface="Comic Sans MS" panose="030F0702030302020204" pitchFamily="66" charset="0"/>
            </a:endParaRPr>
          </a:p>
          <a:p>
            <a:endParaRPr lang="en-GB" sz="2400" dirty="0">
              <a:latin typeface="Comic Sans MS" panose="030F0702030302020204" pitchFamily="66" charset="0"/>
            </a:endParaRPr>
          </a:p>
          <a:p>
            <a:endParaRPr lang="en-GB" sz="2400" dirty="0">
              <a:latin typeface="Comic Sans MS" panose="030F0702030302020204" pitchFamily="66" charset="0"/>
            </a:endParaRPr>
          </a:p>
          <a:p>
            <a:endParaRPr lang="en-GB" sz="2400" dirty="0">
              <a:latin typeface="Comic Sans MS" panose="030F0702030302020204" pitchFamily="66" charset="0"/>
            </a:endParaRPr>
          </a:p>
          <a:p>
            <a:endParaRPr lang="en-GB" sz="2400" dirty="0">
              <a:latin typeface="Comic Sans MS" panose="030F0702030302020204" pitchFamily="66" charset="0"/>
            </a:endParaRPr>
          </a:p>
          <a:p>
            <a:endParaRPr lang="en-GB" sz="2400" dirty="0">
              <a:latin typeface="Comic Sans MS" panose="030F0702030302020204" pitchFamily="66" charset="0"/>
            </a:endParaRPr>
          </a:p>
          <a:p>
            <a:r>
              <a:rPr lang="en-GB" sz="2400" dirty="0">
                <a:latin typeface="Comic Sans MS" panose="030F0702030302020204" pitchFamily="66" charset="0"/>
              </a:rPr>
              <a:t>We write </a:t>
            </a:r>
            <a:r>
              <a:rPr lang="en-GB" sz="2400" b="1" dirty="0">
                <a:latin typeface="Comic Sans MS" panose="030F0702030302020204" pitchFamily="66" charset="0"/>
              </a:rPr>
              <a:t>high-level code</a:t>
            </a:r>
            <a:r>
              <a:rPr lang="en-GB" sz="2400" dirty="0">
                <a:latin typeface="Comic Sans MS" panose="030F0702030302020204" pitchFamily="66" charset="0"/>
              </a:rPr>
              <a:t> (e.g., PRINT "Name : Sara").</a:t>
            </a:r>
          </a:p>
          <a:p>
            <a:r>
              <a:rPr lang="en-GB" sz="2400" dirty="0">
                <a:latin typeface="Comic Sans MS" panose="030F0702030302020204" pitchFamily="66" charset="0"/>
              </a:rPr>
              <a:t>CPU runs </a:t>
            </a:r>
            <a:r>
              <a:rPr lang="en-GB" sz="2400" b="1" dirty="0">
                <a:latin typeface="Comic Sans MS" panose="030F0702030302020204" pitchFamily="66" charset="0"/>
              </a:rPr>
              <a:t>machine language</a:t>
            </a:r>
            <a:r>
              <a:rPr lang="en-GB" sz="2400" dirty="0">
                <a:latin typeface="Comic Sans MS" panose="030F0702030302020204" pitchFamily="66" charset="0"/>
              </a:rPr>
              <a:t>.</a:t>
            </a:r>
          </a:p>
          <a:p>
            <a:r>
              <a:rPr lang="en-GB" sz="2400" dirty="0">
                <a:latin typeface="Comic Sans MS" panose="030F0702030302020204" pitchFamily="66" charset="0"/>
              </a:rPr>
              <a:t>A </a:t>
            </a:r>
            <a:r>
              <a:rPr lang="en-GB" sz="2400" b="1" dirty="0">
                <a:latin typeface="Comic Sans MS" panose="030F0702030302020204" pitchFamily="66" charset="0"/>
              </a:rPr>
              <a:t>translator</a:t>
            </a:r>
            <a:r>
              <a:rPr lang="en-GB" sz="2400" dirty="0">
                <a:latin typeface="Comic Sans MS" panose="030F0702030302020204" pitchFamily="66" charset="0"/>
              </a:rPr>
              <a:t> converts </a:t>
            </a:r>
            <a:r>
              <a:rPr lang="en-GB" sz="2400" b="1" dirty="0">
                <a:latin typeface="Comic Sans MS" panose="030F0702030302020204" pitchFamily="66" charset="0"/>
              </a:rPr>
              <a:t>source code → object/machine code</a:t>
            </a:r>
            <a:r>
              <a:rPr lang="en-GB" sz="2400" dirty="0">
                <a:latin typeface="Comic Sans MS" panose="030F0702030302020204" pitchFamily="66" charset="0"/>
              </a:rPr>
              <a:t> so the computer can execute it.</a:t>
            </a:r>
          </a:p>
        </p:txBody>
      </p:sp>
      <p:sp>
        <p:nvSpPr>
          <p:cNvPr id="2" name="object 3"/>
          <p:cNvSpPr txBox="1"/>
          <p:nvPr/>
        </p:nvSpPr>
        <p:spPr>
          <a:xfrm>
            <a:off x="924257" y="4089731"/>
            <a:ext cx="2756199" cy="409822"/>
          </a:xfrm>
          <a:prstGeom prst="rect">
            <a:avLst/>
          </a:prstGeom>
        </p:spPr>
        <p:txBody>
          <a:bodyPr vert="horz" wrap="square" lIns="0" tIns="21366" rIns="0" bIns="0" rtlCol="0">
            <a:spAutoFit/>
          </a:bodyPr>
          <a:lstStyle/>
          <a:p>
            <a:pPr marL="16435" defTabSz="1183325">
              <a:spcBef>
                <a:spcPts val="168"/>
              </a:spcBef>
            </a:pPr>
            <a:r>
              <a:rPr sz="2523" dirty="0">
                <a:solidFill>
                  <a:srgbClr val="FF0000"/>
                </a:solidFill>
                <a:latin typeface="Comic Sans MS"/>
                <a:cs typeface="Comic Sans MS"/>
              </a:rPr>
              <a:t>Machine</a:t>
            </a:r>
            <a:r>
              <a:rPr sz="2523" spc="97" dirty="0">
                <a:solidFill>
                  <a:srgbClr val="FF0000"/>
                </a:solidFill>
                <a:latin typeface="Comic Sans MS"/>
                <a:cs typeface="Comic Sans MS"/>
              </a:rPr>
              <a:t> </a:t>
            </a:r>
            <a:r>
              <a:rPr sz="2523" spc="-13" dirty="0">
                <a:solidFill>
                  <a:srgbClr val="FF0000"/>
                </a:solidFill>
                <a:latin typeface="Comic Sans MS"/>
                <a:cs typeface="Comic Sans MS"/>
              </a:rPr>
              <a:t>Language</a:t>
            </a:r>
            <a:endParaRPr sz="2523">
              <a:latin typeface="Comic Sans MS"/>
              <a:cs typeface="Comic Sans MS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5834859" y="3543121"/>
            <a:ext cx="3480174" cy="1442197"/>
            <a:chOff x="4356354" y="2737866"/>
            <a:chExt cx="2689225" cy="1114425"/>
          </a:xfrm>
        </p:grpSpPr>
        <p:sp>
          <p:nvSpPr>
            <p:cNvPr id="5" name="object 5"/>
            <p:cNvSpPr/>
            <p:nvPr/>
          </p:nvSpPr>
          <p:spPr>
            <a:xfrm>
              <a:off x="5923788" y="3346704"/>
              <a:ext cx="1122045" cy="440690"/>
            </a:xfrm>
            <a:custGeom>
              <a:avLst/>
              <a:gdLst/>
              <a:ahLst/>
              <a:cxnLst/>
              <a:rect l="l" t="t" r="r" b="b"/>
              <a:pathLst>
                <a:path w="1122045" h="440689">
                  <a:moveTo>
                    <a:pt x="1098804" y="440436"/>
                  </a:moveTo>
                  <a:lnTo>
                    <a:pt x="1072896" y="402336"/>
                  </a:lnTo>
                  <a:lnTo>
                    <a:pt x="1045464" y="367284"/>
                  </a:lnTo>
                  <a:lnTo>
                    <a:pt x="1014984" y="333756"/>
                  </a:lnTo>
                  <a:lnTo>
                    <a:pt x="986028" y="303276"/>
                  </a:lnTo>
                  <a:lnTo>
                    <a:pt x="954024" y="275844"/>
                  </a:lnTo>
                  <a:lnTo>
                    <a:pt x="920496" y="249936"/>
                  </a:lnTo>
                  <a:lnTo>
                    <a:pt x="885444" y="227076"/>
                  </a:lnTo>
                  <a:lnTo>
                    <a:pt x="850392" y="207264"/>
                  </a:lnTo>
                  <a:lnTo>
                    <a:pt x="813816" y="188976"/>
                  </a:lnTo>
                  <a:lnTo>
                    <a:pt x="774191" y="173736"/>
                  </a:lnTo>
                  <a:lnTo>
                    <a:pt x="736091" y="161544"/>
                  </a:lnTo>
                  <a:lnTo>
                    <a:pt x="694943" y="150876"/>
                  </a:lnTo>
                  <a:lnTo>
                    <a:pt x="653796" y="143256"/>
                  </a:lnTo>
                  <a:lnTo>
                    <a:pt x="611124" y="138684"/>
                  </a:lnTo>
                  <a:lnTo>
                    <a:pt x="568452" y="135636"/>
                  </a:lnTo>
                  <a:lnTo>
                    <a:pt x="524256" y="134112"/>
                  </a:lnTo>
                  <a:lnTo>
                    <a:pt x="432816" y="140208"/>
                  </a:lnTo>
                  <a:lnTo>
                    <a:pt x="387096" y="146304"/>
                  </a:lnTo>
                  <a:lnTo>
                    <a:pt x="339852" y="155448"/>
                  </a:lnTo>
                  <a:lnTo>
                    <a:pt x="291083" y="167640"/>
                  </a:lnTo>
                  <a:lnTo>
                    <a:pt x="243839" y="179832"/>
                  </a:lnTo>
                  <a:lnTo>
                    <a:pt x="195072" y="196596"/>
                  </a:lnTo>
                  <a:lnTo>
                    <a:pt x="144779" y="213360"/>
                  </a:lnTo>
                  <a:lnTo>
                    <a:pt x="179831" y="237744"/>
                  </a:lnTo>
                  <a:lnTo>
                    <a:pt x="198120" y="242316"/>
                  </a:lnTo>
                  <a:lnTo>
                    <a:pt x="208787" y="245364"/>
                  </a:lnTo>
                  <a:lnTo>
                    <a:pt x="227076" y="251460"/>
                  </a:lnTo>
                  <a:lnTo>
                    <a:pt x="237743" y="254508"/>
                  </a:lnTo>
                  <a:lnTo>
                    <a:pt x="246887" y="259080"/>
                  </a:lnTo>
                  <a:lnTo>
                    <a:pt x="275843" y="294132"/>
                  </a:lnTo>
                  <a:lnTo>
                    <a:pt x="281939" y="307848"/>
                  </a:lnTo>
                  <a:lnTo>
                    <a:pt x="272796" y="313944"/>
                  </a:lnTo>
                  <a:lnTo>
                    <a:pt x="262128" y="316992"/>
                  </a:lnTo>
                  <a:lnTo>
                    <a:pt x="248412" y="321564"/>
                  </a:lnTo>
                  <a:lnTo>
                    <a:pt x="219456" y="321564"/>
                  </a:lnTo>
                  <a:lnTo>
                    <a:pt x="202691" y="320040"/>
                  </a:lnTo>
                  <a:lnTo>
                    <a:pt x="184404" y="316992"/>
                  </a:lnTo>
                  <a:lnTo>
                    <a:pt x="147828" y="307848"/>
                  </a:lnTo>
                  <a:lnTo>
                    <a:pt x="111252" y="295656"/>
                  </a:lnTo>
                  <a:lnTo>
                    <a:pt x="94487" y="288036"/>
                  </a:lnTo>
                  <a:lnTo>
                    <a:pt x="76200" y="280416"/>
                  </a:lnTo>
                  <a:lnTo>
                    <a:pt x="60960" y="271272"/>
                  </a:lnTo>
                  <a:lnTo>
                    <a:pt x="47243" y="262128"/>
                  </a:lnTo>
                  <a:lnTo>
                    <a:pt x="33528" y="254508"/>
                  </a:lnTo>
                  <a:lnTo>
                    <a:pt x="13716" y="234696"/>
                  </a:lnTo>
                  <a:lnTo>
                    <a:pt x="6096" y="225552"/>
                  </a:lnTo>
                  <a:lnTo>
                    <a:pt x="3048" y="217932"/>
                  </a:lnTo>
                  <a:lnTo>
                    <a:pt x="0" y="204216"/>
                  </a:lnTo>
                  <a:lnTo>
                    <a:pt x="0" y="190500"/>
                  </a:lnTo>
                  <a:lnTo>
                    <a:pt x="16764" y="147828"/>
                  </a:lnTo>
                  <a:lnTo>
                    <a:pt x="82296" y="80772"/>
                  </a:lnTo>
                  <a:lnTo>
                    <a:pt x="117348" y="56388"/>
                  </a:lnTo>
                  <a:lnTo>
                    <a:pt x="134112" y="44196"/>
                  </a:lnTo>
                  <a:lnTo>
                    <a:pt x="152400" y="32004"/>
                  </a:lnTo>
                  <a:lnTo>
                    <a:pt x="169164" y="21336"/>
                  </a:lnTo>
                  <a:lnTo>
                    <a:pt x="185928" y="9144"/>
                  </a:lnTo>
                  <a:lnTo>
                    <a:pt x="201168" y="0"/>
                  </a:lnTo>
                  <a:lnTo>
                    <a:pt x="205739" y="12192"/>
                  </a:lnTo>
                  <a:lnTo>
                    <a:pt x="208787" y="22860"/>
                  </a:lnTo>
                  <a:lnTo>
                    <a:pt x="210312" y="32004"/>
                  </a:lnTo>
                  <a:lnTo>
                    <a:pt x="207264" y="42672"/>
                  </a:lnTo>
                  <a:lnTo>
                    <a:pt x="204216" y="50292"/>
                  </a:lnTo>
                  <a:lnTo>
                    <a:pt x="199643" y="59436"/>
                  </a:lnTo>
                  <a:lnTo>
                    <a:pt x="195072" y="67056"/>
                  </a:lnTo>
                  <a:lnTo>
                    <a:pt x="187452" y="74676"/>
                  </a:lnTo>
                  <a:lnTo>
                    <a:pt x="167639" y="96012"/>
                  </a:lnTo>
                  <a:lnTo>
                    <a:pt x="155448" y="111252"/>
                  </a:lnTo>
                  <a:lnTo>
                    <a:pt x="150876" y="120396"/>
                  </a:lnTo>
                  <a:lnTo>
                    <a:pt x="147828" y="128016"/>
                  </a:lnTo>
                  <a:lnTo>
                    <a:pt x="193548" y="118872"/>
                  </a:lnTo>
                  <a:lnTo>
                    <a:pt x="237743" y="108204"/>
                  </a:lnTo>
                  <a:lnTo>
                    <a:pt x="283464" y="100584"/>
                  </a:lnTo>
                  <a:lnTo>
                    <a:pt x="327660" y="92964"/>
                  </a:lnTo>
                  <a:lnTo>
                    <a:pt x="417576" y="83820"/>
                  </a:lnTo>
                  <a:lnTo>
                    <a:pt x="461772" y="80772"/>
                  </a:lnTo>
                  <a:lnTo>
                    <a:pt x="505967" y="79248"/>
                  </a:lnTo>
                  <a:lnTo>
                    <a:pt x="550164" y="79248"/>
                  </a:lnTo>
                  <a:lnTo>
                    <a:pt x="592836" y="82296"/>
                  </a:lnTo>
                  <a:lnTo>
                    <a:pt x="676656" y="91440"/>
                  </a:lnTo>
                  <a:lnTo>
                    <a:pt x="717804" y="99060"/>
                  </a:lnTo>
                  <a:lnTo>
                    <a:pt x="757428" y="109728"/>
                  </a:lnTo>
                  <a:lnTo>
                    <a:pt x="797052" y="121920"/>
                  </a:lnTo>
                  <a:lnTo>
                    <a:pt x="835152" y="135636"/>
                  </a:lnTo>
                  <a:lnTo>
                    <a:pt x="873252" y="152400"/>
                  </a:lnTo>
                  <a:lnTo>
                    <a:pt x="908304" y="170688"/>
                  </a:lnTo>
                  <a:lnTo>
                    <a:pt x="943356" y="192024"/>
                  </a:lnTo>
                  <a:lnTo>
                    <a:pt x="976884" y="214884"/>
                  </a:lnTo>
                  <a:lnTo>
                    <a:pt x="1010412" y="240792"/>
                  </a:lnTo>
                  <a:lnTo>
                    <a:pt x="1040892" y="269748"/>
                  </a:lnTo>
                  <a:lnTo>
                    <a:pt x="1078992" y="307848"/>
                  </a:lnTo>
                  <a:lnTo>
                    <a:pt x="1104900" y="345948"/>
                  </a:lnTo>
                  <a:lnTo>
                    <a:pt x="1121664" y="388620"/>
                  </a:lnTo>
                  <a:lnTo>
                    <a:pt x="1121664" y="402336"/>
                  </a:lnTo>
                  <a:lnTo>
                    <a:pt x="1120140" y="417576"/>
                  </a:lnTo>
                  <a:lnTo>
                    <a:pt x="1115568" y="432816"/>
                  </a:lnTo>
                  <a:lnTo>
                    <a:pt x="1098804" y="440436"/>
                  </a:lnTo>
                  <a:close/>
                </a:path>
              </a:pathLst>
            </a:custGeom>
            <a:solidFill>
              <a:srgbClr val="8EAADB"/>
            </a:solidFill>
          </p:spPr>
          <p:txBody>
            <a:bodyPr wrap="square" lIns="0" tIns="0" rIns="0" bIns="0" rtlCol="0"/>
            <a:lstStyle/>
            <a:p>
              <a:pPr defTabSz="1183325"/>
              <a:endParaRPr sz="2329"/>
            </a:p>
          </p:txBody>
        </p:sp>
        <p:sp>
          <p:nvSpPr>
            <p:cNvPr id="6" name="object 6"/>
            <p:cNvSpPr/>
            <p:nvPr/>
          </p:nvSpPr>
          <p:spPr>
            <a:xfrm>
              <a:off x="4361688" y="2743200"/>
              <a:ext cx="1551940" cy="1103630"/>
            </a:xfrm>
            <a:custGeom>
              <a:avLst/>
              <a:gdLst/>
              <a:ahLst/>
              <a:cxnLst/>
              <a:rect l="l" t="t" r="r" b="b"/>
              <a:pathLst>
                <a:path w="1551939" h="1103629">
                  <a:moveTo>
                    <a:pt x="775716" y="1103375"/>
                  </a:moveTo>
                  <a:lnTo>
                    <a:pt x="720338" y="1101991"/>
                  </a:lnTo>
                  <a:lnTo>
                    <a:pt x="666007" y="1097899"/>
                  </a:lnTo>
                  <a:lnTo>
                    <a:pt x="612856" y="1091194"/>
                  </a:lnTo>
                  <a:lnTo>
                    <a:pt x="561016" y="1081968"/>
                  </a:lnTo>
                  <a:lnTo>
                    <a:pt x="510618" y="1070314"/>
                  </a:lnTo>
                  <a:lnTo>
                    <a:pt x="461793" y="1056326"/>
                  </a:lnTo>
                  <a:lnTo>
                    <a:pt x="414674" y="1040097"/>
                  </a:lnTo>
                  <a:lnTo>
                    <a:pt x="369391" y="1021720"/>
                  </a:lnTo>
                  <a:lnTo>
                    <a:pt x="326077" y="1001288"/>
                  </a:lnTo>
                  <a:lnTo>
                    <a:pt x="284863" y="978895"/>
                  </a:lnTo>
                  <a:lnTo>
                    <a:pt x="245880" y="954634"/>
                  </a:lnTo>
                  <a:lnTo>
                    <a:pt x="209259" y="928597"/>
                  </a:lnTo>
                  <a:lnTo>
                    <a:pt x="175134" y="900878"/>
                  </a:lnTo>
                  <a:lnTo>
                    <a:pt x="143634" y="871571"/>
                  </a:lnTo>
                  <a:lnTo>
                    <a:pt x="114891" y="840768"/>
                  </a:lnTo>
                  <a:lnTo>
                    <a:pt x="89037" y="808563"/>
                  </a:lnTo>
                  <a:lnTo>
                    <a:pt x="66204" y="775048"/>
                  </a:lnTo>
                  <a:lnTo>
                    <a:pt x="46523" y="740318"/>
                  </a:lnTo>
                  <a:lnTo>
                    <a:pt x="30125" y="704465"/>
                  </a:lnTo>
                  <a:lnTo>
                    <a:pt x="17143" y="667582"/>
                  </a:lnTo>
                  <a:lnTo>
                    <a:pt x="7706" y="629763"/>
                  </a:lnTo>
                  <a:lnTo>
                    <a:pt x="1948" y="591100"/>
                  </a:lnTo>
                  <a:lnTo>
                    <a:pt x="0" y="551687"/>
                  </a:lnTo>
                  <a:lnTo>
                    <a:pt x="1948" y="512275"/>
                  </a:lnTo>
                  <a:lnTo>
                    <a:pt x="7706" y="473612"/>
                  </a:lnTo>
                  <a:lnTo>
                    <a:pt x="17143" y="435793"/>
                  </a:lnTo>
                  <a:lnTo>
                    <a:pt x="30125" y="398910"/>
                  </a:lnTo>
                  <a:lnTo>
                    <a:pt x="46523" y="363057"/>
                  </a:lnTo>
                  <a:lnTo>
                    <a:pt x="66204" y="328326"/>
                  </a:lnTo>
                  <a:lnTo>
                    <a:pt x="89037" y="294812"/>
                  </a:lnTo>
                  <a:lnTo>
                    <a:pt x="114891" y="262607"/>
                  </a:lnTo>
                  <a:lnTo>
                    <a:pt x="143634" y="231804"/>
                  </a:lnTo>
                  <a:lnTo>
                    <a:pt x="175134" y="202496"/>
                  </a:lnTo>
                  <a:lnTo>
                    <a:pt x="209259" y="174778"/>
                  </a:lnTo>
                  <a:lnTo>
                    <a:pt x="245880" y="148741"/>
                  </a:lnTo>
                  <a:lnTo>
                    <a:pt x="284863" y="124480"/>
                  </a:lnTo>
                  <a:lnTo>
                    <a:pt x="326077" y="102087"/>
                  </a:lnTo>
                  <a:lnTo>
                    <a:pt x="369391" y="81655"/>
                  </a:lnTo>
                  <a:lnTo>
                    <a:pt x="414674" y="63278"/>
                  </a:lnTo>
                  <a:lnTo>
                    <a:pt x="461793" y="47049"/>
                  </a:lnTo>
                  <a:lnTo>
                    <a:pt x="510618" y="33061"/>
                  </a:lnTo>
                  <a:lnTo>
                    <a:pt x="561016" y="21407"/>
                  </a:lnTo>
                  <a:lnTo>
                    <a:pt x="612856" y="12181"/>
                  </a:lnTo>
                  <a:lnTo>
                    <a:pt x="666007" y="5476"/>
                  </a:lnTo>
                  <a:lnTo>
                    <a:pt x="720338" y="1384"/>
                  </a:lnTo>
                  <a:lnTo>
                    <a:pt x="775716" y="0"/>
                  </a:lnTo>
                  <a:lnTo>
                    <a:pt x="831093" y="1384"/>
                  </a:lnTo>
                  <a:lnTo>
                    <a:pt x="885424" y="5476"/>
                  </a:lnTo>
                  <a:lnTo>
                    <a:pt x="938575" y="12181"/>
                  </a:lnTo>
                  <a:lnTo>
                    <a:pt x="990415" y="21407"/>
                  </a:lnTo>
                  <a:lnTo>
                    <a:pt x="1040813" y="33061"/>
                  </a:lnTo>
                  <a:lnTo>
                    <a:pt x="1089638" y="47049"/>
                  </a:lnTo>
                  <a:lnTo>
                    <a:pt x="1136757" y="63278"/>
                  </a:lnTo>
                  <a:lnTo>
                    <a:pt x="1182040" y="81655"/>
                  </a:lnTo>
                  <a:lnTo>
                    <a:pt x="1225354" y="102087"/>
                  </a:lnTo>
                  <a:lnTo>
                    <a:pt x="1266568" y="124480"/>
                  </a:lnTo>
                  <a:lnTo>
                    <a:pt x="1305551" y="148741"/>
                  </a:lnTo>
                  <a:lnTo>
                    <a:pt x="1342172" y="174778"/>
                  </a:lnTo>
                  <a:lnTo>
                    <a:pt x="1376297" y="202496"/>
                  </a:lnTo>
                  <a:lnTo>
                    <a:pt x="1407797" y="231804"/>
                  </a:lnTo>
                  <a:lnTo>
                    <a:pt x="1436540" y="262607"/>
                  </a:lnTo>
                  <a:lnTo>
                    <a:pt x="1462394" y="294812"/>
                  </a:lnTo>
                  <a:lnTo>
                    <a:pt x="1485227" y="328326"/>
                  </a:lnTo>
                  <a:lnTo>
                    <a:pt x="1504908" y="363057"/>
                  </a:lnTo>
                  <a:lnTo>
                    <a:pt x="1521306" y="398910"/>
                  </a:lnTo>
                  <a:lnTo>
                    <a:pt x="1534289" y="435793"/>
                  </a:lnTo>
                  <a:lnTo>
                    <a:pt x="1543725" y="473612"/>
                  </a:lnTo>
                  <a:lnTo>
                    <a:pt x="1549483" y="512275"/>
                  </a:lnTo>
                  <a:lnTo>
                    <a:pt x="1551432" y="551687"/>
                  </a:lnTo>
                  <a:lnTo>
                    <a:pt x="1549483" y="591100"/>
                  </a:lnTo>
                  <a:lnTo>
                    <a:pt x="1543725" y="629763"/>
                  </a:lnTo>
                  <a:lnTo>
                    <a:pt x="1534289" y="667582"/>
                  </a:lnTo>
                  <a:lnTo>
                    <a:pt x="1521306" y="704465"/>
                  </a:lnTo>
                  <a:lnTo>
                    <a:pt x="1504908" y="740318"/>
                  </a:lnTo>
                  <a:lnTo>
                    <a:pt x="1485227" y="775048"/>
                  </a:lnTo>
                  <a:lnTo>
                    <a:pt x="1462394" y="808563"/>
                  </a:lnTo>
                  <a:lnTo>
                    <a:pt x="1436540" y="840768"/>
                  </a:lnTo>
                  <a:lnTo>
                    <a:pt x="1407797" y="871571"/>
                  </a:lnTo>
                  <a:lnTo>
                    <a:pt x="1376297" y="900878"/>
                  </a:lnTo>
                  <a:lnTo>
                    <a:pt x="1342172" y="928597"/>
                  </a:lnTo>
                  <a:lnTo>
                    <a:pt x="1305551" y="954634"/>
                  </a:lnTo>
                  <a:lnTo>
                    <a:pt x="1266568" y="978895"/>
                  </a:lnTo>
                  <a:lnTo>
                    <a:pt x="1225354" y="1001288"/>
                  </a:lnTo>
                  <a:lnTo>
                    <a:pt x="1182040" y="1021720"/>
                  </a:lnTo>
                  <a:lnTo>
                    <a:pt x="1136757" y="1040097"/>
                  </a:lnTo>
                  <a:lnTo>
                    <a:pt x="1089638" y="1056326"/>
                  </a:lnTo>
                  <a:lnTo>
                    <a:pt x="1040813" y="1070314"/>
                  </a:lnTo>
                  <a:lnTo>
                    <a:pt x="990415" y="1081968"/>
                  </a:lnTo>
                  <a:lnTo>
                    <a:pt x="938575" y="1091194"/>
                  </a:lnTo>
                  <a:lnTo>
                    <a:pt x="885424" y="1097899"/>
                  </a:lnTo>
                  <a:lnTo>
                    <a:pt x="831093" y="1101991"/>
                  </a:lnTo>
                  <a:lnTo>
                    <a:pt x="775716" y="1103375"/>
                  </a:lnTo>
                  <a:close/>
                </a:path>
              </a:pathLst>
            </a:custGeom>
            <a:solidFill>
              <a:srgbClr val="4472C3"/>
            </a:solidFill>
          </p:spPr>
          <p:txBody>
            <a:bodyPr wrap="square" lIns="0" tIns="0" rIns="0" bIns="0" rtlCol="0"/>
            <a:lstStyle/>
            <a:p>
              <a:pPr defTabSz="1183325"/>
              <a:endParaRPr sz="2329"/>
            </a:p>
          </p:txBody>
        </p:sp>
        <p:sp>
          <p:nvSpPr>
            <p:cNvPr id="7" name="object 7"/>
            <p:cNvSpPr/>
            <p:nvPr/>
          </p:nvSpPr>
          <p:spPr>
            <a:xfrm>
              <a:off x="4361688" y="2743200"/>
              <a:ext cx="1551940" cy="1103630"/>
            </a:xfrm>
            <a:custGeom>
              <a:avLst/>
              <a:gdLst/>
              <a:ahLst/>
              <a:cxnLst/>
              <a:rect l="l" t="t" r="r" b="b"/>
              <a:pathLst>
                <a:path w="1551939" h="1103629">
                  <a:moveTo>
                    <a:pt x="0" y="551687"/>
                  </a:moveTo>
                  <a:lnTo>
                    <a:pt x="1948" y="512275"/>
                  </a:lnTo>
                  <a:lnTo>
                    <a:pt x="7706" y="473612"/>
                  </a:lnTo>
                  <a:lnTo>
                    <a:pt x="17143" y="435793"/>
                  </a:lnTo>
                  <a:lnTo>
                    <a:pt x="30125" y="398910"/>
                  </a:lnTo>
                  <a:lnTo>
                    <a:pt x="46523" y="363057"/>
                  </a:lnTo>
                  <a:lnTo>
                    <a:pt x="66204" y="328326"/>
                  </a:lnTo>
                  <a:lnTo>
                    <a:pt x="89037" y="294812"/>
                  </a:lnTo>
                  <a:lnTo>
                    <a:pt x="114891" y="262607"/>
                  </a:lnTo>
                  <a:lnTo>
                    <a:pt x="143634" y="231804"/>
                  </a:lnTo>
                  <a:lnTo>
                    <a:pt x="175134" y="202496"/>
                  </a:lnTo>
                  <a:lnTo>
                    <a:pt x="209259" y="174778"/>
                  </a:lnTo>
                  <a:lnTo>
                    <a:pt x="245880" y="148741"/>
                  </a:lnTo>
                  <a:lnTo>
                    <a:pt x="284863" y="124480"/>
                  </a:lnTo>
                  <a:lnTo>
                    <a:pt x="326077" y="102087"/>
                  </a:lnTo>
                  <a:lnTo>
                    <a:pt x="369391" y="81655"/>
                  </a:lnTo>
                  <a:lnTo>
                    <a:pt x="414674" y="63278"/>
                  </a:lnTo>
                  <a:lnTo>
                    <a:pt x="461793" y="47049"/>
                  </a:lnTo>
                  <a:lnTo>
                    <a:pt x="510618" y="33061"/>
                  </a:lnTo>
                  <a:lnTo>
                    <a:pt x="561016" y="21407"/>
                  </a:lnTo>
                  <a:lnTo>
                    <a:pt x="612856" y="12181"/>
                  </a:lnTo>
                  <a:lnTo>
                    <a:pt x="666007" y="5476"/>
                  </a:lnTo>
                  <a:lnTo>
                    <a:pt x="720338" y="1384"/>
                  </a:lnTo>
                  <a:lnTo>
                    <a:pt x="775716" y="0"/>
                  </a:lnTo>
                  <a:lnTo>
                    <a:pt x="831093" y="1384"/>
                  </a:lnTo>
                  <a:lnTo>
                    <a:pt x="885424" y="5476"/>
                  </a:lnTo>
                  <a:lnTo>
                    <a:pt x="938575" y="12181"/>
                  </a:lnTo>
                  <a:lnTo>
                    <a:pt x="990415" y="21407"/>
                  </a:lnTo>
                  <a:lnTo>
                    <a:pt x="1040813" y="33061"/>
                  </a:lnTo>
                  <a:lnTo>
                    <a:pt x="1089638" y="47049"/>
                  </a:lnTo>
                  <a:lnTo>
                    <a:pt x="1136757" y="63278"/>
                  </a:lnTo>
                  <a:lnTo>
                    <a:pt x="1182040" y="81655"/>
                  </a:lnTo>
                  <a:lnTo>
                    <a:pt x="1225354" y="102087"/>
                  </a:lnTo>
                  <a:lnTo>
                    <a:pt x="1266568" y="124480"/>
                  </a:lnTo>
                  <a:lnTo>
                    <a:pt x="1305551" y="148741"/>
                  </a:lnTo>
                  <a:lnTo>
                    <a:pt x="1342172" y="174778"/>
                  </a:lnTo>
                  <a:lnTo>
                    <a:pt x="1376297" y="202496"/>
                  </a:lnTo>
                  <a:lnTo>
                    <a:pt x="1407797" y="231804"/>
                  </a:lnTo>
                  <a:lnTo>
                    <a:pt x="1436540" y="262607"/>
                  </a:lnTo>
                  <a:lnTo>
                    <a:pt x="1462394" y="294812"/>
                  </a:lnTo>
                  <a:lnTo>
                    <a:pt x="1485227" y="328326"/>
                  </a:lnTo>
                  <a:lnTo>
                    <a:pt x="1504908" y="363057"/>
                  </a:lnTo>
                  <a:lnTo>
                    <a:pt x="1521306" y="398910"/>
                  </a:lnTo>
                  <a:lnTo>
                    <a:pt x="1534289" y="435793"/>
                  </a:lnTo>
                  <a:lnTo>
                    <a:pt x="1543725" y="473612"/>
                  </a:lnTo>
                  <a:lnTo>
                    <a:pt x="1549483" y="512275"/>
                  </a:lnTo>
                  <a:lnTo>
                    <a:pt x="1551432" y="551687"/>
                  </a:lnTo>
                  <a:lnTo>
                    <a:pt x="1549483" y="591100"/>
                  </a:lnTo>
                  <a:lnTo>
                    <a:pt x="1543725" y="629763"/>
                  </a:lnTo>
                  <a:lnTo>
                    <a:pt x="1534289" y="667582"/>
                  </a:lnTo>
                  <a:lnTo>
                    <a:pt x="1521306" y="704465"/>
                  </a:lnTo>
                  <a:lnTo>
                    <a:pt x="1504908" y="740318"/>
                  </a:lnTo>
                  <a:lnTo>
                    <a:pt x="1485227" y="775048"/>
                  </a:lnTo>
                  <a:lnTo>
                    <a:pt x="1462394" y="808563"/>
                  </a:lnTo>
                  <a:lnTo>
                    <a:pt x="1436540" y="840768"/>
                  </a:lnTo>
                  <a:lnTo>
                    <a:pt x="1407797" y="871571"/>
                  </a:lnTo>
                  <a:lnTo>
                    <a:pt x="1376297" y="900878"/>
                  </a:lnTo>
                  <a:lnTo>
                    <a:pt x="1342172" y="928597"/>
                  </a:lnTo>
                  <a:lnTo>
                    <a:pt x="1305551" y="954634"/>
                  </a:lnTo>
                  <a:lnTo>
                    <a:pt x="1266568" y="978895"/>
                  </a:lnTo>
                  <a:lnTo>
                    <a:pt x="1225354" y="1001288"/>
                  </a:lnTo>
                  <a:lnTo>
                    <a:pt x="1182040" y="1021720"/>
                  </a:lnTo>
                  <a:lnTo>
                    <a:pt x="1136757" y="1040097"/>
                  </a:lnTo>
                  <a:lnTo>
                    <a:pt x="1089638" y="1056326"/>
                  </a:lnTo>
                  <a:lnTo>
                    <a:pt x="1040813" y="1070314"/>
                  </a:lnTo>
                  <a:lnTo>
                    <a:pt x="990415" y="1081968"/>
                  </a:lnTo>
                  <a:lnTo>
                    <a:pt x="938575" y="1091194"/>
                  </a:lnTo>
                  <a:lnTo>
                    <a:pt x="885424" y="1097899"/>
                  </a:lnTo>
                  <a:lnTo>
                    <a:pt x="831093" y="1101991"/>
                  </a:lnTo>
                  <a:lnTo>
                    <a:pt x="775716" y="1103375"/>
                  </a:lnTo>
                  <a:lnTo>
                    <a:pt x="720338" y="1101991"/>
                  </a:lnTo>
                  <a:lnTo>
                    <a:pt x="666007" y="1097899"/>
                  </a:lnTo>
                  <a:lnTo>
                    <a:pt x="612856" y="1091194"/>
                  </a:lnTo>
                  <a:lnTo>
                    <a:pt x="561016" y="1081968"/>
                  </a:lnTo>
                  <a:lnTo>
                    <a:pt x="510618" y="1070314"/>
                  </a:lnTo>
                  <a:lnTo>
                    <a:pt x="461793" y="1056326"/>
                  </a:lnTo>
                  <a:lnTo>
                    <a:pt x="414674" y="1040097"/>
                  </a:lnTo>
                  <a:lnTo>
                    <a:pt x="369391" y="1021720"/>
                  </a:lnTo>
                  <a:lnTo>
                    <a:pt x="326077" y="1001288"/>
                  </a:lnTo>
                  <a:lnTo>
                    <a:pt x="284863" y="978895"/>
                  </a:lnTo>
                  <a:lnTo>
                    <a:pt x="245880" y="954634"/>
                  </a:lnTo>
                  <a:lnTo>
                    <a:pt x="209259" y="928597"/>
                  </a:lnTo>
                  <a:lnTo>
                    <a:pt x="175134" y="900878"/>
                  </a:lnTo>
                  <a:lnTo>
                    <a:pt x="143634" y="871571"/>
                  </a:lnTo>
                  <a:lnTo>
                    <a:pt x="114891" y="840768"/>
                  </a:lnTo>
                  <a:lnTo>
                    <a:pt x="89037" y="808563"/>
                  </a:lnTo>
                  <a:lnTo>
                    <a:pt x="66204" y="775048"/>
                  </a:lnTo>
                  <a:lnTo>
                    <a:pt x="46523" y="740318"/>
                  </a:lnTo>
                  <a:lnTo>
                    <a:pt x="30125" y="704465"/>
                  </a:lnTo>
                  <a:lnTo>
                    <a:pt x="17143" y="667582"/>
                  </a:lnTo>
                  <a:lnTo>
                    <a:pt x="7706" y="629763"/>
                  </a:lnTo>
                  <a:lnTo>
                    <a:pt x="1948" y="591100"/>
                  </a:lnTo>
                  <a:lnTo>
                    <a:pt x="0" y="551687"/>
                  </a:lnTo>
                </a:path>
              </a:pathLst>
            </a:custGeom>
            <a:ln w="10668">
              <a:solidFill>
                <a:srgbClr val="2F528E"/>
              </a:solidFill>
            </a:ln>
          </p:spPr>
          <p:txBody>
            <a:bodyPr wrap="square" lIns="0" tIns="0" rIns="0" bIns="0" rtlCol="0"/>
            <a:lstStyle/>
            <a:p>
              <a:pPr defTabSz="1183325"/>
              <a:endParaRPr sz="2329"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6223678" y="3941864"/>
            <a:ext cx="1239221" cy="595673"/>
          </a:xfrm>
          <a:prstGeom prst="rect">
            <a:avLst/>
          </a:prstGeom>
        </p:spPr>
        <p:txBody>
          <a:bodyPr vert="horz" wrap="square" lIns="0" tIns="14792" rIns="0" bIns="0" rtlCol="0">
            <a:spAutoFit/>
          </a:bodyPr>
          <a:lstStyle/>
          <a:p>
            <a:pPr marL="78888" marR="6574" indent="-63275" defTabSz="1183325">
              <a:lnSpc>
                <a:spcPct val="102800"/>
              </a:lnSpc>
              <a:spcBef>
                <a:spcPts val="116"/>
              </a:spcBef>
            </a:pPr>
            <a:r>
              <a:rPr sz="1876" spc="-13" dirty="0">
                <a:solidFill>
                  <a:srgbClr val="FFFFFF"/>
                </a:solidFill>
                <a:latin typeface="Comic Sans MS"/>
                <a:cs typeface="Comic Sans MS"/>
              </a:rPr>
              <a:t>Translator Software</a:t>
            </a:r>
            <a:endParaRPr sz="1876">
              <a:latin typeface="Comic Sans MS"/>
              <a:cs typeface="Comic Sans MS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4380335" y="4315250"/>
            <a:ext cx="1323863" cy="834913"/>
          </a:xfrm>
          <a:custGeom>
            <a:avLst/>
            <a:gdLst/>
            <a:ahLst/>
            <a:cxnLst/>
            <a:rect l="l" t="t" r="r" b="b"/>
            <a:pathLst>
              <a:path w="1022985" h="645160">
                <a:moveTo>
                  <a:pt x="83820" y="644651"/>
                </a:moveTo>
                <a:lnTo>
                  <a:pt x="68580" y="644651"/>
                </a:lnTo>
                <a:lnTo>
                  <a:pt x="56387" y="643127"/>
                </a:lnTo>
                <a:lnTo>
                  <a:pt x="9143" y="605027"/>
                </a:lnTo>
                <a:lnTo>
                  <a:pt x="3048" y="576072"/>
                </a:lnTo>
                <a:lnTo>
                  <a:pt x="0" y="557783"/>
                </a:lnTo>
                <a:lnTo>
                  <a:pt x="0" y="541020"/>
                </a:lnTo>
                <a:lnTo>
                  <a:pt x="3048" y="521207"/>
                </a:lnTo>
                <a:lnTo>
                  <a:pt x="4572" y="501396"/>
                </a:lnTo>
                <a:lnTo>
                  <a:pt x="7620" y="481583"/>
                </a:lnTo>
                <a:lnTo>
                  <a:pt x="12191" y="460248"/>
                </a:lnTo>
                <a:lnTo>
                  <a:pt x="18287" y="440435"/>
                </a:lnTo>
                <a:lnTo>
                  <a:pt x="22860" y="420624"/>
                </a:lnTo>
                <a:lnTo>
                  <a:pt x="28956" y="399287"/>
                </a:lnTo>
                <a:lnTo>
                  <a:pt x="35052" y="379475"/>
                </a:lnTo>
                <a:lnTo>
                  <a:pt x="39624" y="359663"/>
                </a:lnTo>
                <a:lnTo>
                  <a:pt x="45720" y="342899"/>
                </a:lnTo>
                <a:lnTo>
                  <a:pt x="56387" y="347471"/>
                </a:lnTo>
                <a:lnTo>
                  <a:pt x="65532" y="355091"/>
                </a:lnTo>
                <a:lnTo>
                  <a:pt x="73152" y="361187"/>
                </a:lnTo>
                <a:lnTo>
                  <a:pt x="77724" y="370332"/>
                </a:lnTo>
                <a:lnTo>
                  <a:pt x="83820" y="388620"/>
                </a:lnTo>
                <a:lnTo>
                  <a:pt x="83820" y="408431"/>
                </a:lnTo>
                <a:lnTo>
                  <a:pt x="82296" y="438911"/>
                </a:lnTo>
                <a:lnTo>
                  <a:pt x="82296" y="448055"/>
                </a:lnTo>
                <a:lnTo>
                  <a:pt x="85343" y="466344"/>
                </a:lnTo>
                <a:lnTo>
                  <a:pt x="88391" y="475487"/>
                </a:lnTo>
                <a:lnTo>
                  <a:pt x="115824" y="437387"/>
                </a:lnTo>
                <a:lnTo>
                  <a:pt x="144780" y="402335"/>
                </a:lnTo>
                <a:lnTo>
                  <a:pt x="173735" y="365759"/>
                </a:lnTo>
                <a:lnTo>
                  <a:pt x="202691" y="330707"/>
                </a:lnTo>
                <a:lnTo>
                  <a:pt x="265176" y="265175"/>
                </a:lnTo>
                <a:lnTo>
                  <a:pt x="329184" y="204215"/>
                </a:lnTo>
                <a:lnTo>
                  <a:pt x="362712" y="176783"/>
                </a:lnTo>
                <a:lnTo>
                  <a:pt x="396239" y="150875"/>
                </a:lnTo>
                <a:lnTo>
                  <a:pt x="431292" y="126491"/>
                </a:lnTo>
                <a:lnTo>
                  <a:pt x="466344" y="103631"/>
                </a:lnTo>
                <a:lnTo>
                  <a:pt x="502920" y="82295"/>
                </a:lnTo>
                <a:lnTo>
                  <a:pt x="539496" y="64007"/>
                </a:lnTo>
                <a:lnTo>
                  <a:pt x="577596" y="47243"/>
                </a:lnTo>
                <a:lnTo>
                  <a:pt x="615696" y="33527"/>
                </a:lnTo>
                <a:lnTo>
                  <a:pt x="653796" y="21335"/>
                </a:lnTo>
                <a:lnTo>
                  <a:pt x="693420" y="12191"/>
                </a:lnTo>
                <a:lnTo>
                  <a:pt x="733044" y="4571"/>
                </a:lnTo>
                <a:lnTo>
                  <a:pt x="775716" y="1523"/>
                </a:lnTo>
                <a:lnTo>
                  <a:pt x="815340" y="0"/>
                </a:lnTo>
                <a:lnTo>
                  <a:pt x="858012" y="1523"/>
                </a:lnTo>
                <a:lnTo>
                  <a:pt x="870204" y="1523"/>
                </a:lnTo>
                <a:lnTo>
                  <a:pt x="911352" y="6095"/>
                </a:lnTo>
                <a:lnTo>
                  <a:pt x="941832" y="12191"/>
                </a:lnTo>
                <a:lnTo>
                  <a:pt x="957072" y="18287"/>
                </a:lnTo>
                <a:lnTo>
                  <a:pt x="970788" y="22859"/>
                </a:lnTo>
                <a:lnTo>
                  <a:pt x="982980" y="30479"/>
                </a:lnTo>
                <a:lnTo>
                  <a:pt x="996696" y="39623"/>
                </a:lnTo>
                <a:lnTo>
                  <a:pt x="1007364" y="48767"/>
                </a:lnTo>
                <a:lnTo>
                  <a:pt x="1022604" y="76199"/>
                </a:lnTo>
                <a:lnTo>
                  <a:pt x="1013460" y="92963"/>
                </a:lnTo>
                <a:lnTo>
                  <a:pt x="969264" y="80771"/>
                </a:lnTo>
                <a:lnTo>
                  <a:pt x="925068" y="71627"/>
                </a:lnTo>
                <a:lnTo>
                  <a:pt x="880872" y="65531"/>
                </a:lnTo>
                <a:lnTo>
                  <a:pt x="838200" y="62483"/>
                </a:lnTo>
                <a:lnTo>
                  <a:pt x="795528" y="62483"/>
                </a:lnTo>
                <a:lnTo>
                  <a:pt x="754380" y="64007"/>
                </a:lnTo>
                <a:lnTo>
                  <a:pt x="713232" y="70103"/>
                </a:lnTo>
                <a:lnTo>
                  <a:pt x="673608" y="77723"/>
                </a:lnTo>
                <a:lnTo>
                  <a:pt x="633984" y="88391"/>
                </a:lnTo>
                <a:lnTo>
                  <a:pt x="594360" y="102107"/>
                </a:lnTo>
                <a:lnTo>
                  <a:pt x="556260" y="117347"/>
                </a:lnTo>
                <a:lnTo>
                  <a:pt x="518160" y="135635"/>
                </a:lnTo>
                <a:lnTo>
                  <a:pt x="483108" y="156971"/>
                </a:lnTo>
                <a:lnTo>
                  <a:pt x="446532" y="181355"/>
                </a:lnTo>
                <a:lnTo>
                  <a:pt x="411480" y="207263"/>
                </a:lnTo>
                <a:lnTo>
                  <a:pt x="377952" y="234695"/>
                </a:lnTo>
                <a:lnTo>
                  <a:pt x="345948" y="265175"/>
                </a:lnTo>
                <a:lnTo>
                  <a:pt x="313944" y="298703"/>
                </a:lnTo>
                <a:lnTo>
                  <a:pt x="281939" y="333756"/>
                </a:lnTo>
                <a:lnTo>
                  <a:pt x="251460" y="370332"/>
                </a:lnTo>
                <a:lnTo>
                  <a:pt x="222504" y="411479"/>
                </a:lnTo>
                <a:lnTo>
                  <a:pt x="195072" y="452627"/>
                </a:lnTo>
                <a:lnTo>
                  <a:pt x="167639" y="495300"/>
                </a:lnTo>
                <a:lnTo>
                  <a:pt x="141732" y="541020"/>
                </a:lnTo>
                <a:lnTo>
                  <a:pt x="153924" y="542544"/>
                </a:lnTo>
                <a:lnTo>
                  <a:pt x="163068" y="541020"/>
                </a:lnTo>
                <a:lnTo>
                  <a:pt x="173735" y="539496"/>
                </a:lnTo>
                <a:lnTo>
                  <a:pt x="184404" y="536448"/>
                </a:lnTo>
                <a:lnTo>
                  <a:pt x="192024" y="533400"/>
                </a:lnTo>
                <a:lnTo>
                  <a:pt x="219456" y="519683"/>
                </a:lnTo>
                <a:lnTo>
                  <a:pt x="228600" y="516635"/>
                </a:lnTo>
                <a:lnTo>
                  <a:pt x="239268" y="513587"/>
                </a:lnTo>
                <a:lnTo>
                  <a:pt x="248412" y="510539"/>
                </a:lnTo>
                <a:lnTo>
                  <a:pt x="269748" y="510539"/>
                </a:lnTo>
                <a:lnTo>
                  <a:pt x="280416" y="512063"/>
                </a:lnTo>
                <a:lnTo>
                  <a:pt x="292608" y="516635"/>
                </a:lnTo>
                <a:lnTo>
                  <a:pt x="306324" y="524255"/>
                </a:lnTo>
                <a:lnTo>
                  <a:pt x="303276" y="533400"/>
                </a:lnTo>
                <a:lnTo>
                  <a:pt x="268224" y="576072"/>
                </a:lnTo>
                <a:lnTo>
                  <a:pt x="222504" y="603503"/>
                </a:lnTo>
                <a:lnTo>
                  <a:pt x="169164" y="626363"/>
                </a:lnTo>
                <a:lnTo>
                  <a:pt x="150876" y="630935"/>
                </a:lnTo>
                <a:lnTo>
                  <a:pt x="132587" y="637031"/>
                </a:lnTo>
                <a:lnTo>
                  <a:pt x="99060" y="643127"/>
                </a:lnTo>
                <a:lnTo>
                  <a:pt x="83820" y="644651"/>
                </a:lnTo>
                <a:close/>
              </a:path>
            </a:pathLst>
          </a:custGeom>
          <a:solidFill>
            <a:srgbClr val="8EAADB"/>
          </a:solidFill>
        </p:spPr>
        <p:txBody>
          <a:bodyPr wrap="square" lIns="0" tIns="0" rIns="0" bIns="0" rtlCol="0"/>
          <a:lstStyle/>
          <a:p>
            <a:pPr defTabSz="1183325"/>
            <a:endParaRPr sz="2329"/>
          </a:p>
        </p:txBody>
      </p:sp>
      <p:sp>
        <p:nvSpPr>
          <p:cNvPr id="10" name="object 10"/>
          <p:cNvSpPr txBox="1"/>
          <p:nvPr/>
        </p:nvSpPr>
        <p:spPr>
          <a:xfrm>
            <a:off x="8750132" y="6038318"/>
            <a:ext cx="1872802" cy="245569"/>
          </a:xfrm>
          <a:prstGeom prst="rect">
            <a:avLst/>
          </a:prstGeom>
        </p:spPr>
        <p:txBody>
          <a:bodyPr vert="horz" wrap="square" lIns="0" tIns="16435" rIns="0" bIns="0" rtlCol="0">
            <a:spAutoFit/>
          </a:bodyPr>
          <a:lstStyle/>
          <a:p>
            <a:pPr marL="16435" defTabSz="1183325">
              <a:spcBef>
                <a:spcPts val="129"/>
              </a:spcBef>
            </a:pPr>
            <a:r>
              <a:rPr sz="1488" dirty="0">
                <a:solidFill>
                  <a:srgbClr val="FF0000"/>
                </a:solidFill>
                <a:latin typeface="Comic Sans MS"/>
                <a:cs typeface="Comic Sans MS"/>
              </a:rPr>
              <a:t>Code</a:t>
            </a:r>
            <a:r>
              <a:rPr sz="1488" spc="-19" dirty="0">
                <a:solidFill>
                  <a:srgbClr val="FF0000"/>
                </a:solidFill>
                <a:latin typeface="Comic Sans MS"/>
                <a:cs typeface="Comic Sans MS"/>
              </a:rPr>
              <a:t> </a:t>
            </a:r>
            <a:r>
              <a:rPr sz="1488" dirty="0">
                <a:solidFill>
                  <a:srgbClr val="FF0000"/>
                </a:solidFill>
                <a:latin typeface="Comic Sans MS"/>
                <a:cs typeface="Comic Sans MS"/>
              </a:rPr>
              <a:t>or</a:t>
            </a:r>
            <a:r>
              <a:rPr sz="1488" spc="-19" dirty="0">
                <a:solidFill>
                  <a:srgbClr val="FF0000"/>
                </a:solidFill>
                <a:latin typeface="Comic Sans MS"/>
                <a:cs typeface="Comic Sans MS"/>
              </a:rPr>
              <a:t> </a:t>
            </a:r>
            <a:r>
              <a:rPr sz="1488" dirty="0">
                <a:solidFill>
                  <a:srgbClr val="FF0000"/>
                </a:solidFill>
                <a:latin typeface="Comic Sans MS"/>
                <a:cs typeface="Comic Sans MS"/>
              </a:rPr>
              <a:t>Source</a:t>
            </a:r>
            <a:r>
              <a:rPr sz="1488" spc="6" dirty="0">
                <a:solidFill>
                  <a:srgbClr val="FF0000"/>
                </a:solidFill>
                <a:latin typeface="Comic Sans MS"/>
                <a:cs typeface="Comic Sans MS"/>
              </a:rPr>
              <a:t> </a:t>
            </a:r>
            <a:r>
              <a:rPr sz="1488" spc="-26" dirty="0">
                <a:solidFill>
                  <a:srgbClr val="FF0000"/>
                </a:solidFill>
                <a:latin typeface="Comic Sans MS"/>
                <a:cs typeface="Comic Sans MS"/>
              </a:rPr>
              <a:t>Code</a:t>
            </a:r>
            <a:endParaRPr sz="1488">
              <a:latin typeface="Comic Sans MS"/>
              <a:cs typeface="Comic Sans MS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8760670" y="5218533"/>
            <a:ext cx="525108" cy="718222"/>
          </a:xfrm>
          <a:custGeom>
            <a:avLst/>
            <a:gdLst/>
            <a:ahLst/>
            <a:cxnLst/>
            <a:rect l="l" t="t" r="r" b="b"/>
            <a:pathLst>
              <a:path w="405765" h="554989">
                <a:moveTo>
                  <a:pt x="33528" y="554735"/>
                </a:moveTo>
                <a:lnTo>
                  <a:pt x="25908" y="548639"/>
                </a:lnTo>
                <a:lnTo>
                  <a:pt x="19812" y="544067"/>
                </a:lnTo>
                <a:lnTo>
                  <a:pt x="13716" y="536447"/>
                </a:lnTo>
                <a:lnTo>
                  <a:pt x="7620" y="521207"/>
                </a:lnTo>
                <a:lnTo>
                  <a:pt x="4572" y="512063"/>
                </a:lnTo>
                <a:lnTo>
                  <a:pt x="0" y="484631"/>
                </a:lnTo>
                <a:lnTo>
                  <a:pt x="1524" y="477011"/>
                </a:lnTo>
                <a:lnTo>
                  <a:pt x="1524" y="454151"/>
                </a:lnTo>
                <a:lnTo>
                  <a:pt x="6096" y="406907"/>
                </a:lnTo>
                <a:lnTo>
                  <a:pt x="16764" y="359663"/>
                </a:lnTo>
                <a:lnTo>
                  <a:pt x="42672" y="295655"/>
                </a:lnTo>
                <a:lnTo>
                  <a:pt x="54864" y="275843"/>
                </a:lnTo>
                <a:lnTo>
                  <a:pt x="67056" y="254507"/>
                </a:lnTo>
                <a:lnTo>
                  <a:pt x="80772" y="236219"/>
                </a:lnTo>
                <a:lnTo>
                  <a:pt x="94488" y="216407"/>
                </a:lnTo>
                <a:lnTo>
                  <a:pt x="111252" y="199643"/>
                </a:lnTo>
                <a:lnTo>
                  <a:pt x="128016" y="181355"/>
                </a:lnTo>
                <a:lnTo>
                  <a:pt x="144780" y="164591"/>
                </a:lnTo>
                <a:lnTo>
                  <a:pt x="163068" y="147827"/>
                </a:lnTo>
                <a:lnTo>
                  <a:pt x="202691" y="117347"/>
                </a:lnTo>
                <a:lnTo>
                  <a:pt x="222503" y="100583"/>
                </a:lnTo>
                <a:lnTo>
                  <a:pt x="286512" y="59435"/>
                </a:lnTo>
                <a:lnTo>
                  <a:pt x="309372" y="45719"/>
                </a:lnTo>
                <a:lnTo>
                  <a:pt x="304800" y="44195"/>
                </a:lnTo>
                <a:lnTo>
                  <a:pt x="300228" y="41147"/>
                </a:lnTo>
                <a:lnTo>
                  <a:pt x="294132" y="41147"/>
                </a:lnTo>
                <a:lnTo>
                  <a:pt x="289560" y="39623"/>
                </a:lnTo>
                <a:lnTo>
                  <a:pt x="271272" y="38099"/>
                </a:lnTo>
                <a:lnTo>
                  <a:pt x="266700" y="38099"/>
                </a:lnTo>
                <a:lnTo>
                  <a:pt x="260603" y="36575"/>
                </a:lnTo>
                <a:lnTo>
                  <a:pt x="237744" y="10667"/>
                </a:lnTo>
                <a:lnTo>
                  <a:pt x="269748" y="6095"/>
                </a:lnTo>
                <a:lnTo>
                  <a:pt x="294132" y="3047"/>
                </a:lnTo>
                <a:lnTo>
                  <a:pt x="304800" y="1523"/>
                </a:lnTo>
                <a:lnTo>
                  <a:pt x="316991" y="0"/>
                </a:lnTo>
                <a:lnTo>
                  <a:pt x="350520" y="0"/>
                </a:lnTo>
                <a:lnTo>
                  <a:pt x="359663" y="1523"/>
                </a:lnTo>
                <a:lnTo>
                  <a:pt x="370332" y="4571"/>
                </a:lnTo>
                <a:lnTo>
                  <a:pt x="377952" y="6095"/>
                </a:lnTo>
                <a:lnTo>
                  <a:pt x="405384" y="39623"/>
                </a:lnTo>
                <a:lnTo>
                  <a:pt x="405384" y="47243"/>
                </a:lnTo>
                <a:lnTo>
                  <a:pt x="402335" y="65531"/>
                </a:lnTo>
                <a:lnTo>
                  <a:pt x="396239" y="83819"/>
                </a:lnTo>
                <a:lnTo>
                  <a:pt x="391667" y="94487"/>
                </a:lnTo>
                <a:lnTo>
                  <a:pt x="388620" y="103631"/>
                </a:lnTo>
                <a:lnTo>
                  <a:pt x="382524" y="114299"/>
                </a:lnTo>
                <a:lnTo>
                  <a:pt x="377952" y="123443"/>
                </a:lnTo>
                <a:lnTo>
                  <a:pt x="365759" y="141731"/>
                </a:lnTo>
                <a:lnTo>
                  <a:pt x="361187" y="149351"/>
                </a:lnTo>
                <a:lnTo>
                  <a:pt x="355091" y="156971"/>
                </a:lnTo>
                <a:lnTo>
                  <a:pt x="342900" y="169163"/>
                </a:lnTo>
                <a:lnTo>
                  <a:pt x="335279" y="172211"/>
                </a:lnTo>
                <a:lnTo>
                  <a:pt x="329184" y="175259"/>
                </a:lnTo>
                <a:lnTo>
                  <a:pt x="323088" y="175259"/>
                </a:lnTo>
                <a:lnTo>
                  <a:pt x="320040" y="167639"/>
                </a:lnTo>
                <a:lnTo>
                  <a:pt x="318515" y="160019"/>
                </a:lnTo>
                <a:lnTo>
                  <a:pt x="318515" y="146303"/>
                </a:lnTo>
                <a:lnTo>
                  <a:pt x="320040" y="141731"/>
                </a:lnTo>
                <a:lnTo>
                  <a:pt x="321564" y="135635"/>
                </a:lnTo>
                <a:lnTo>
                  <a:pt x="324612" y="129539"/>
                </a:lnTo>
                <a:lnTo>
                  <a:pt x="326136" y="124967"/>
                </a:lnTo>
                <a:lnTo>
                  <a:pt x="332232" y="115823"/>
                </a:lnTo>
                <a:lnTo>
                  <a:pt x="335279" y="109727"/>
                </a:lnTo>
                <a:lnTo>
                  <a:pt x="338328" y="105155"/>
                </a:lnTo>
                <a:lnTo>
                  <a:pt x="339852" y="100583"/>
                </a:lnTo>
                <a:lnTo>
                  <a:pt x="342900" y="88391"/>
                </a:lnTo>
                <a:lnTo>
                  <a:pt x="342900" y="82295"/>
                </a:lnTo>
                <a:lnTo>
                  <a:pt x="315467" y="92963"/>
                </a:lnTo>
                <a:lnTo>
                  <a:pt x="289560" y="106679"/>
                </a:lnTo>
                <a:lnTo>
                  <a:pt x="265176" y="118871"/>
                </a:lnTo>
                <a:lnTo>
                  <a:pt x="219455" y="147827"/>
                </a:lnTo>
                <a:lnTo>
                  <a:pt x="178308" y="178307"/>
                </a:lnTo>
                <a:lnTo>
                  <a:pt x="141732" y="211835"/>
                </a:lnTo>
                <a:lnTo>
                  <a:pt x="109728" y="249935"/>
                </a:lnTo>
                <a:lnTo>
                  <a:pt x="83820" y="288035"/>
                </a:lnTo>
                <a:lnTo>
                  <a:pt x="62484" y="330707"/>
                </a:lnTo>
                <a:lnTo>
                  <a:pt x="47244" y="376427"/>
                </a:lnTo>
                <a:lnTo>
                  <a:pt x="38100" y="422147"/>
                </a:lnTo>
                <a:lnTo>
                  <a:pt x="36576" y="446531"/>
                </a:lnTo>
                <a:lnTo>
                  <a:pt x="36576" y="498347"/>
                </a:lnTo>
                <a:lnTo>
                  <a:pt x="42672" y="550163"/>
                </a:lnTo>
                <a:lnTo>
                  <a:pt x="33528" y="554735"/>
                </a:lnTo>
                <a:close/>
              </a:path>
            </a:pathLst>
          </a:custGeom>
          <a:solidFill>
            <a:srgbClr val="8EAADB"/>
          </a:solidFill>
        </p:spPr>
        <p:txBody>
          <a:bodyPr wrap="square" lIns="0" tIns="0" rIns="0" bIns="0" rtlCol="0"/>
          <a:lstStyle/>
          <a:p>
            <a:pPr defTabSz="1183325"/>
            <a:endParaRPr sz="2329"/>
          </a:p>
        </p:txBody>
      </p:sp>
      <p:sp>
        <p:nvSpPr>
          <p:cNvPr id="12" name="object 12"/>
          <p:cNvSpPr txBox="1"/>
          <p:nvPr/>
        </p:nvSpPr>
        <p:spPr>
          <a:xfrm>
            <a:off x="3563202" y="7541128"/>
            <a:ext cx="1146362" cy="245569"/>
          </a:xfrm>
          <a:prstGeom prst="rect">
            <a:avLst/>
          </a:prstGeom>
        </p:spPr>
        <p:txBody>
          <a:bodyPr vert="horz" wrap="square" lIns="0" tIns="16435" rIns="0" bIns="0" rtlCol="0">
            <a:spAutoFit/>
          </a:bodyPr>
          <a:lstStyle/>
          <a:p>
            <a:pPr marL="16435" defTabSz="1183325">
              <a:spcBef>
                <a:spcPts val="129"/>
              </a:spcBef>
            </a:pPr>
            <a:r>
              <a:rPr sz="1488" dirty="0">
                <a:solidFill>
                  <a:srgbClr val="FF0000"/>
                </a:solidFill>
                <a:latin typeface="Comic Sans MS"/>
                <a:cs typeface="Comic Sans MS"/>
              </a:rPr>
              <a:t>Object</a:t>
            </a:r>
            <a:r>
              <a:rPr sz="1488" spc="-19" dirty="0">
                <a:solidFill>
                  <a:srgbClr val="FF0000"/>
                </a:solidFill>
                <a:latin typeface="Comic Sans MS"/>
                <a:cs typeface="Comic Sans MS"/>
              </a:rPr>
              <a:t> </a:t>
            </a:r>
            <a:r>
              <a:rPr sz="1488" spc="-26" dirty="0">
                <a:solidFill>
                  <a:srgbClr val="FF0000"/>
                </a:solidFill>
                <a:latin typeface="Comic Sans MS"/>
                <a:cs typeface="Comic Sans MS"/>
              </a:rPr>
              <a:t>Code</a:t>
            </a:r>
            <a:endParaRPr sz="1488">
              <a:latin typeface="Comic Sans MS"/>
              <a:cs typeface="Comic Sans MS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3512552" y="6926491"/>
            <a:ext cx="682886" cy="585918"/>
          </a:xfrm>
          <a:custGeom>
            <a:avLst/>
            <a:gdLst/>
            <a:ahLst/>
            <a:cxnLst/>
            <a:rect l="l" t="t" r="r" b="b"/>
            <a:pathLst>
              <a:path w="527685" h="452754">
                <a:moveTo>
                  <a:pt x="513587" y="452627"/>
                </a:moveTo>
                <a:lnTo>
                  <a:pt x="502919" y="452627"/>
                </a:lnTo>
                <a:lnTo>
                  <a:pt x="498347" y="426719"/>
                </a:lnTo>
                <a:lnTo>
                  <a:pt x="492251" y="400811"/>
                </a:lnTo>
                <a:lnTo>
                  <a:pt x="477011" y="352043"/>
                </a:lnTo>
                <a:lnTo>
                  <a:pt x="457199" y="307847"/>
                </a:lnTo>
                <a:lnTo>
                  <a:pt x="431291" y="268223"/>
                </a:lnTo>
                <a:lnTo>
                  <a:pt x="384047" y="216408"/>
                </a:lnTo>
                <a:lnTo>
                  <a:pt x="347471" y="187451"/>
                </a:lnTo>
                <a:lnTo>
                  <a:pt x="304799" y="161544"/>
                </a:lnTo>
                <a:lnTo>
                  <a:pt x="260603" y="140208"/>
                </a:lnTo>
                <a:lnTo>
                  <a:pt x="211835" y="123443"/>
                </a:lnTo>
                <a:lnTo>
                  <a:pt x="158495" y="111251"/>
                </a:lnTo>
                <a:lnTo>
                  <a:pt x="131063" y="105155"/>
                </a:lnTo>
                <a:lnTo>
                  <a:pt x="73151" y="99060"/>
                </a:lnTo>
                <a:lnTo>
                  <a:pt x="79247" y="111251"/>
                </a:lnTo>
                <a:lnTo>
                  <a:pt x="80771" y="115823"/>
                </a:lnTo>
                <a:lnTo>
                  <a:pt x="85343" y="120395"/>
                </a:lnTo>
                <a:lnTo>
                  <a:pt x="89915" y="123443"/>
                </a:lnTo>
                <a:lnTo>
                  <a:pt x="92963" y="128015"/>
                </a:lnTo>
                <a:lnTo>
                  <a:pt x="97535" y="131064"/>
                </a:lnTo>
                <a:lnTo>
                  <a:pt x="102107" y="135636"/>
                </a:lnTo>
                <a:lnTo>
                  <a:pt x="106680" y="138684"/>
                </a:lnTo>
                <a:lnTo>
                  <a:pt x="109728" y="143255"/>
                </a:lnTo>
                <a:lnTo>
                  <a:pt x="114299" y="147827"/>
                </a:lnTo>
                <a:lnTo>
                  <a:pt x="115823" y="153923"/>
                </a:lnTo>
                <a:lnTo>
                  <a:pt x="118871" y="160020"/>
                </a:lnTo>
                <a:lnTo>
                  <a:pt x="120395" y="166115"/>
                </a:lnTo>
                <a:lnTo>
                  <a:pt x="120395" y="182879"/>
                </a:lnTo>
                <a:lnTo>
                  <a:pt x="108203" y="182879"/>
                </a:lnTo>
                <a:lnTo>
                  <a:pt x="100583" y="181355"/>
                </a:lnTo>
                <a:lnTo>
                  <a:pt x="92963" y="178308"/>
                </a:lnTo>
                <a:lnTo>
                  <a:pt x="77723" y="169163"/>
                </a:lnTo>
                <a:lnTo>
                  <a:pt x="70103" y="163067"/>
                </a:lnTo>
                <a:lnTo>
                  <a:pt x="60959" y="156971"/>
                </a:lnTo>
                <a:lnTo>
                  <a:pt x="45719" y="141732"/>
                </a:lnTo>
                <a:lnTo>
                  <a:pt x="36575" y="134112"/>
                </a:lnTo>
                <a:lnTo>
                  <a:pt x="30480" y="126491"/>
                </a:lnTo>
                <a:lnTo>
                  <a:pt x="22859" y="117347"/>
                </a:lnTo>
                <a:lnTo>
                  <a:pt x="16763" y="109727"/>
                </a:lnTo>
                <a:lnTo>
                  <a:pt x="12191" y="100584"/>
                </a:lnTo>
                <a:lnTo>
                  <a:pt x="7619" y="92964"/>
                </a:lnTo>
                <a:lnTo>
                  <a:pt x="1523" y="77723"/>
                </a:lnTo>
                <a:lnTo>
                  <a:pt x="0" y="71627"/>
                </a:lnTo>
                <a:lnTo>
                  <a:pt x="0" y="67055"/>
                </a:lnTo>
                <a:lnTo>
                  <a:pt x="1523" y="57912"/>
                </a:lnTo>
                <a:lnTo>
                  <a:pt x="6095" y="51815"/>
                </a:lnTo>
                <a:lnTo>
                  <a:pt x="10667" y="44195"/>
                </a:lnTo>
                <a:lnTo>
                  <a:pt x="51815" y="19812"/>
                </a:lnTo>
                <a:lnTo>
                  <a:pt x="96011" y="9143"/>
                </a:lnTo>
                <a:lnTo>
                  <a:pt x="106680" y="6095"/>
                </a:lnTo>
                <a:lnTo>
                  <a:pt x="131063" y="3047"/>
                </a:lnTo>
                <a:lnTo>
                  <a:pt x="152399" y="0"/>
                </a:lnTo>
                <a:lnTo>
                  <a:pt x="150875" y="7619"/>
                </a:lnTo>
                <a:lnTo>
                  <a:pt x="150875" y="13715"/>
                </a:lnTo>
                <a:lnTo>
                  <a:pt x="147828" y="18288"/>
                </a:lnTo>
                <a:lnTo>
                  <a:pt x="144780" y="24384"/>
                </a:lnTo>
                <a:lnTo>
                  <a:pt x="141732" y="27432"/>
                </a:lnTo>
                <a:lnTo>
                  <a:pt x="128015" y="36575"/>
                </a:lnTo>
                <a:lnTo>
                  <a:pt x="111251" y="42671"/>
                </a:lnTo>
                <a:lnTo>
                  <a:pt x="106680" y="44195"/>
                </a:lnTo>
                <a:lnTo>
                  <a:pt x="102107" y="47243"/>
                </a:lnTo>
                <a:lnTo>
                  <a:pt x="99059" y="51815"/>
                </a:lnTo>
                <a:lnTo>
                  <a:pt x="94487" y="54864"/>
                </a:lnTo>
                <a:lnTo>
                  <a:pt x="120395" y="60960"/>
                </a:lnTo>
                <a:lnTo>
                  <a:pt x="169163" y="73151"/>
                </a:lnTo>
                <a:lnTo>
                  <a:pt x="217931" y="88391"/>
                </a:lnTo>
                <a:lnTo>
                  <a:pt x="265175" y="106679"/>
                </a:lnTo>
                <a:lnTo>
                  <a:pt x="330707" y="138684"/>
                </a:lnTo>
                <a:lnTo>
                  <a:pt x="370331" y="164591"/>
                </a:lnTo>
                <a:lnTo>
                  <a:pt x="406907" y="195071"/>
                </a:lnTo>
                <a:lnTo>
                  <a:pt x="425195" y="210311"/>
                </a:lnTo>
                <a:lnTo>
                  <a:pt x="455675" y="245363"/>
                </a:lnTo>
                <a:lnTo>
                  <a:pt x="481583" y="283463"/>
                </a:lnTo>
                <a:lnTo>
                  <a:pt x="504443" y="324611"/>
                </a:lnTo>
                <a:lnTo>
                  <a:pt x="515111" y="355091"/>
                </a:lnTo>
                <a:lnTo>
                  <a:pt x="518159" y="362711"/>
                </a:lnTo>
                <a:lnTo>
                  <a:pt x="519683" y="370331"/>
                </a:lnTo>
                <a:lnTo>
                  <a:pt x="522731" y="377951"/>
                </a:lnTo>
                <a:lnTo>
                  <a:pt x="527303" y="396239"/>
                </a:lnTo>
                <a:lnTo>
                  <a:pt x="527303" y="422147"/>
                </a:lnTo>
                <a:lnTo>
                  <a:pt x="525779" y="431291"/>
                </a:lnTo>
                <a:lnTo>
                  <a:pt x="522731" y="438911"/>
                </a:lnTo>
                <a:lnTo>
                  <a:pt x="518159" y="446531"/>
                </a:lnTo>
                <a:lnTo>
                  <a:pt x="513587" y="452627"/>
                </a:lnTo>
                <a:close/>
              </a:path>
            </a:pathLst>
          </a:custGeom>
          <a:solidFill>
            <a:srgbClr val="8EAADB"/>
          </a:solidFill>
        </p:spPr>
        <p:txBody>
          <a:bodyPr wrap="square" lIns="0" tIns="0" rIns="0" bIns="0" rtlCol="0"/>
          <a:lstStyle/>
          <a:p>
            <a:pPr defTabSz="1183325"/>
            <a:endParaRPr sz="2329"/>
          </a:p>
        </p:txBody>
      </p:sp>
      <p:grpSp>
        <p:nvGrpSpPr>
          <p:cNvPr id="14" name="object 14"/>
          <p:cNvGrpSpPr/>
          <p:nvPr/>
        </p:nvGrpSpPr>
        <p:grpSpPr>
          <a:xfrm>
            <a:off x="5937332" y="5931415"/>
            <a:ext cx="1797199" cy="787251"/>
            <a:chOff x="4435538" y="4583366"/>
            <a:chExt cx="1388745" cy="608330"/>
          </a:xfrm>
        </p:grpSpPr>
        <p:sp>
          <p:nvSpPr>
            <p:cNvPr id="15" name="object 15"/>
            <p:cNvSpPr/>
            <p:nvPr/>
          </p:nvSpPr>
          <p:spPr>
            <a:xfrm>
              <a:off x="4440936" y="4588764"/>
              <a:ext cx="1377950" cy="597535"/>
            </a:xfrm>
            <a:custGeom>
              <a:avLst/>
              <a:gdLst/>
              <a:ahLst/>
              <a:cxnLst/>
              <a:rect l="l" t="t" r="r" b="b"/>
              <a:pathLst>
                <a:path w="1377950" h="597535">
                  <a:moveTo>
                    <a:pt x="1277112" y="597407"/>
                  </a:moveTo>
                  <a:lnTo>
                    <a:pt x="99060" y="597407"/>
                  </a:lnTo>
                  <a:lnTo>
                    <a:pt x="60436" y="589645"/>
                  </a:lnTo>
                  <a:lnTo>
                    <a:pt x="28955" y="568451"/>
                  </a:lnTo>
                  <a:lnTo>
                    <a:pt x="7762" y="536971"/>
                  </a:lnTo>
                  <a:lnTo>
                    <a:pt x="0" y="498347"/>
                  </a:lnTo>
                  <a:lnTo>
                    <a:pt x="0" y="100583"/>
                  </a:lnTo>
                  <a:lnTo>
                    <a:pt x="7762" y="61721"/>
                  </a:lnTo>
                  <a:lnTo>
                    <a:pt x="28955" y="29717"/>
                  </a:lnTo>
                  <a:lnTo>
                    <a:pt x="60436" y="8000"/>
                  </a:lnTo>
                  <a:lnTo>
                    <a:pt x="99060" y="0"/>
                  </a:lnTo>
                  <a:lnTo>
                    <a:pt x="1277112" y="0"/>
                  </a:lnTo>
                  <a:lnTo>
                    <a:pt x="1316616" y="8000"/>
                  </a:lnTo>
                  <a:lnTo>
                    <a:pt x="1348549" y="29717"/>
                  </a:lnTo>
                  <a:lnTo>
                    <a:pt x="1369909" y="61721"/>
                  </a:lnTo>
                  <a:lnTo>
                    <a:pt x="1377695" y="100583"/>
                  </a:lnTo>
                  <a:lnTo>
                    <a:pt x="1377695" y="498347"/>
                  </a:lnTo>
                  <a:lnTo>
                    <a:pt x="1369909" y="536971"/>
                  </a:lnTo>
                  <a:lnTo>
                    <a:pt x="1348549" y="568451"/>
                  </a:lnTo>
                  <a:lnTo>
                    <a:pt x="1316616" y="589645"/>
                  </a:lnTo>
                  <a:lnTo>
                    <a:pt x="1277112" y="597407"/>
                  </a:lnTo>
                  <a:close/>
                </a:path>
              </a:pathLst>
            </a:custGeom>
            <a:solidFill>
              <a:srgbClr val="ED7C31"/>
            </a:solidFill>
          </p:spPr>
          <p:txBody>
            <a:bodyPr wrap="square" lIns="0" tIns="0" rIns="0" bIns="0" rtlCol="0"/>
            <a:lstStyle/>
            <a:p>
              <a:pPr defTabSz="1183325"/>
              <a:endParaRPr sz="2329"/>
            </a:p>
          </p:txBody>
        </p:sp>
        <p:sp>
          <p:nvSpPr>
            <p:cNvPr id="16" name="object 16"/>
            <p:cNvSpPr/>
            <p:nvPr/>
          </p:nvSpPr>
          <p:spPr>
            <a:xfrm>
              <a:off x="4440936" y="4588764"/>
              <a:ext cx="1377950" cy="597535"/>
            </a:xfrm>
            <a:custGeom>
              <a:avLst/>
              <a:gdLst/>
              <a:ahLst/>
              <a:cxnLst/>
              <a:rect l="l" t="t" r="r" b="b"/>
              <a:pathLst>
                <a:path w="1377950" h="597535">
                  <a:moveTo>
                    <a:pt x="0" y="100583"/>
                  </a:moveTo>
                  <a:lnTo>
                    <a:pt x="7762" y="61721"/>
                  </a:lnTo>
                  <a:lnTo>
                    <a:pt x="28955" y="29717"/>
                  </a:lnTo>
                  <a:lnTo>
                    <a:pt x="60436" y="8000"/>
                  </a:lnTo>
                  <a:lnTo>
                    <a:pt x="99060" y="0"/>
                  </a:lnTo>
                  <a:lnTo>
                    <a:pt x="1277112" y="0"/>
                  </a:lnTo>
                  <a:lnTo>
                    <a:pt x="1316616" y="8000"/>
                  </a:lnTo>
                  <a:lnTo>
                    <a:pt x="1348549" y="29717"/>
                  </a:lnTo>
                  <a:lnTo>
                    <a:pt x="1369909" y="61721"/>
                  </a:lnTo>
                  <a:lnTo>
                    <a:pt x="1377695" y="100583"/>
                  </a:lnTo>
                  <a:lnTo>
                    <a:pt x="1377695" y="498347"/>
                  </a:lnTo>
                  <a:lnTo>
                    <a:pt x="1369909" y="536971"/>
                  </a:lnTo>
                  <a:lnTo>
                    <a:pt x="1348549" y="568451"/>
                  </a:lnTo>
                  <a:lnTo>
                    <a:pt x="1316616" y="589645"/>
                  </a:lnTo>
                  <a:lnTo>
                    <a:pt x="1277112" y="597407"/>
                  </a:lnTo>
                  <a:lnTo>
                    <a:pt x="99060" y="597407"/>
                  </a:lnTo>
                  <a:lnTo>
                    <a:pt x="60436" y="589645"/>
                  </a:lnTo>
                  <a:lnTo>
                    <a:pt x="28955" y="568451"/>
                  </a:lnTo>
                  <a:lnTo>
                    <a:pt x="7762" y="536971"/>
                  </a:lnTo>
                  <a:lnTo>
                    <a:pt x="0" y="498347"/>
                  </a:lnTo>
                  <a:lnTo>
                    <a:pt x="0" y="100583"/>
                  </a:lnTo>
                  <a:close/>
                </a:path>
              </a:pathLst>
            </a:custGeom>
            <a:ln w="10668">
              <a:solidFill>
                <a:srgbClr val="2F528E"/>
              </a:solidFill>
            </a:ln>
          </p:spPr>
          <p:txBody>
            <a:bodyPr wrap="square" lIns="0" tIns="0" rIns="0" bIns="0" rtlCol="0"/>
            <a:lstStyle/>
            <a:p>
              <a:pPr defTabSz="1183325"/>
              <a:endParaRPr sz="2329"/>
            </a:p>
          </p:txBody>
        </p:sp>
      </p:grpSp>
      <p:sp>
        <p:nvSpPr>
          <p:cNvPr id="17" name="object 17"/>
          <p:cNvSpPr txBox="1"/>
          <p:nvPr/>
        </p:nvSpPr>
        <p:spPr>
          <a:xfrm>
            <a:off x="6271086" y="6146823"/>
            <a:ext cx="1125818" cy="311073"/>
          </a:xfrm>
          <a:prstGeom prst="rect">
            <a:avLst/>
          </a:prstGeom>
        </p:spPr>
        <p:txBody>
          <a:bodyPr vert="horz" wrap="square" lIns="0" tIns="22188" rIns="0" bIns="0" rtlCol="0">
            <a:spAutoFit/>
          </a:bodyPr>
          <a:lstStyle/>
          <a:p>
            <a:pPr marL="16435" defTabSz="1183325">
              <a:spcBef>
                <a:spcPts val="175"/>
              </a:spcBef>
            </a:pPr>
            <a:r>
              <a:rPr sz="1876" spc="-13" dirty="0">
                <a:solidFill>
                  <a:srgbClr val="FFFFFF"/>
                </a:solidFill>
                <a:latin typeface="Calibri"/>
                <a:cs typeface="Calibri"/>
              </a:rPr>
              <a:t>Interpreter</a:t>
            </a:r>
            <a:endParaRPr sz="1876">
              <a:latin typeface="Calibri"/>
              <a:cs typeface="Calibri"/>
            </a:endParaRPr>
          </a:p>
        </p:txBody>
      </p:sp>
      <p:grpSp>
        <p:nvGrpSpPr>
          <p:cNvPr id="18" name="object 18"/>
          <p:cNvGrpSpPr/>
          <p:nvPr/>
        </p:nvGrpSpPr>
        <p:grpSpPr>
          <a:xfrm>
            <a:off x="5949166" y="7091089"/>
            <a:ext cx="1797199" cy="787251"/>
            <a:chOff x="4444682" y="5479478"/>
            <a:chExt cx="1388745" cy="608330"/>
          </a:xfrm>
        </p:grpSpPr>
        <p:sp>
          <p:nvSpPr>
            <p:cNvPr id="19" name="object 19"/>
            <p:cNvSpPr/>
            <p:nvPr/>
          </p:nvSpPr>
          <p:spPr>
            <a:xfrm>
              <a:off x="4450080" y="5484876"/>
              <a:ext cx="1377950" cy="597535"/>
            </a:xfrm>
            <a:custGeom>
              <a:avLst/>
              <a:gdLst/>
              <a:ahLst/>
              <a:cxnLst/>
              <a:rect l="l" t="t" r="r" b="b"/>
              <a:pathLst>
                <a:path w="1377950" h="597535">
                  <a:moveTo>
                    <a:pt x="1278636" y="597407"/>
                  </a:moveTo>
                  <a:lnTo>
                    <a:pt x="100584" y="597407"/>
                  </a:lnTo>
                  <a:lnTo>
                    <a:pt x="61721" y="589645"/>
                  </a:lnTo>
                  <a:lnTo>
                    <a:pt x="29717" y="568451"/>
                  </a:lnTo>
                  <a:lnTo>
                    <a:pt x="8000" y="536971"/>
                  </a:lnTo>
                  <a:lnTo>
                    <a:pt x="0" y="498347"/>
                  </a:lnTo>
                  <a:lnTo>
                    <a:pt x="0" y="100583"/>
                  </a:lnTo>
                  <a:lnTo>
                    <a:pt x="8000" y="61721"/>
                  </a:lnTo>
                  <a:lnTo>
                    <a:pt x="29718" y="29717"/>
                  </a:lnTo>
                  <a:lnTo>
                    <a:pt x="61721" y="8000"/>
                  </a:lnTo>
                  <a:lnTo>
                    <a:pt x="100584" y="0"/>
                  </a:lnTo>
                  <a:lnTo>
                    <a:pt x="1278636" y="0"/>
                  </a:lnTo>
                  <a:lnTo>
                    <a:pt x="1317259" y="8000"/>
                  </a:lnTo>
                  <a:lnTo>
                    <a:pt x="1348740" y="29717"/>
                  </a:lnTo>
                  <a:lnTo>
                    <a:pt x="1369933" y="61721"/>
                  </a:lnTo>
                  <a:lnTo>
                    <a:pt x="1377695" y="100583"/>
                  </a:lnTo>
                  <a:lnTo>
                    <a:pt x="1377695" y="498347"/>
                  </a:lnTo>
                  <a:lnTo>
                    <a:pt x="1369933" y="536971"/>
                  </a:lnTo>
                  <a:lnTo>
                    <a:pt x="1348740" y="568451"/>
                  </a:lnTo>
                  <a:lnTo>
                    <a:pt x="1317259" y="589645"/>
                  </a:lnTo>
                  <a:lnTo>
                    <a:pt x="1278636" y="597407"/>
                  </a:lnTo>
                  <a:close/>
                </a:path>
              </a:pathLst>
            </a:custGeom>
            <a:solidFill>
              <a:srgbClr val="00AF50"/>
            </a:solidFill>
          </p:spPr>
          <p:txBody>
            <a:bodyPr wrap="square" lIns="0" tIns="0" rIns="0" bIns="0" rtlCol="0"/>
            <a:lstStyle/>
            <a:p>
              <a:pPr defTabSz="1183325"/>
              <a:endParaRPr sz="2329"/>
            </a:p>
          </p:txBody>
        </p:sp>
        <p:sp>
          <p:nvSpPr>
            <p:cNvPr id="20" name="object 20"/>
            <p:cNvSpPr/>
            <p:nvPr/>
          </p:nvSpPr>
          <p:spPr>
            <a:xfrm>
              <a:off x="4450080" y="5484876"/>
              <a:ext cx="1377950" cy="597535"/>
            </a:xfrm>
            <a:custGeom>
              <a:avLst/>
              <a:gdLst/>
              <a:ahLst/>
              <a:cxnLst/>
              <a:rect l="l" t="t" r="r" b="b"/>
              <a:pathLst>
                <a:path w="1377950" h="597535">
                  <a:moveTo>
                    <a:pt x="0" y="100583"/>
                  </a:moveTo>
                  <a:lnTo>
                    <a:pt x="8000" y="61721"/>
                  </a:lnTo>
                  <a:lnTo>
                    <a:pt x="29718" y="29717"/>
                  </a:lnTo>
                  <a:lnTo>
                    <a:pt x="61721" y="8000"/>
                  </a:lnTo>
                  <a:lnTo>
                    <a:pt x="100584" y="0"/>
                  </a:lnTo>
                  <a:lnTo>
                    <a:pt x="1278636" y="0"/>
                  </a:lnTo>
                  <a:lnTo>
                    <a:pt x="1317259" y="8000"/>
                  </a:lnTo>
                  <a:lnTo>
                    <a:pt x="1348740" y="29717"/>
                  </a:lnTo>
                  <a:lnTo>
                    <a:pt x="1369933" y="61721"/>
                  </a:lnTo>
                  <a:lnTo>
                    <a:pt x="1377695" y="100583"/>
                  </a:lnTo>
                  <a:lnTo>
                    <a:pt x="1377695" y="498347"/>
                  </a:lnTo>
                  <a:lnTo>
                    <a:pt x="1369933" y="536971"/>
                  </a:lnTo>
                  <a:lnTo>
                    <a:pt x="1348740" y="568451"/>
                  </a:lnTo>
                  <a:lnTo>
                    <a:pt x="1317259" y="589645"/>
                  </a:lnTo>
                  <a:lnTo>
                    <a:pt x="1278636" y="597407"/>
                  </a:lnTo>
                  <a:lnTo>
                    <a:pt x="100584" y="597407"/>
                  </a:lnTo>
                  <a:lnTo>
                    <a:pt x="61721" y="589645"/>
                  </a:lnTo>
                  <a:lnTo>
                    <a:pt x="29717" y="568451"/>
                  </a:lnTo>
                  <a:lnTo>
                    <a:pt x="8000" y="536971"/>
                  </a:lnTo>
                  <a:lnTo>
                    <a:pt x="0" y="498347"/>
                  </a:lnTo>
                  <a:lnTo>
                    <a:pt x="0" y="100583"/>
                  </a:lnTo>
                  <a:close/>
                </a:path>
              </a:pathLst>
            </a:custGeom>
            <a:ln w="10668">
              <a:solidFill>
                <a:srgbClr val="2F528E"/>
              </a:solidFill>
            </a:ln>
          </p:spPr>
          <p:txBody>
            <a:bodyPr wrap="square" lIns="0" tIns="0" rIns="0" bIns="0" rtlCol="0"/>
            <a:lstStyle/>
            <a:p>
              <a:pPr defTabSz="1183325"/>
              <a:endParaRPr sz="2329"/>
            </a:p>
          </p:txBody>
        </p:sp>
      </p:grpSp>
      <p:sp>
        <p:nvSpPr>
          <p:cNvPr id="21" name="object 21"/>
          <p:cNvSpPr txBox="1"/>
          <p:nvPr/>
        </p:nvSpPr>
        <p:spPr>
          <a:xfrm>
            <a:off x="6381543" y="7306428"/>
            <a:ext cx="932703" cy="311073"/>
          </a:xfrm>
          <a:prstGeom prst="rect">
            <a:avLst/>
          </a:prstGeom>
        </p:spPr>
        <p:txBody>
          <a:bodyPr vert="horz" wrap="square" lIns="0" tIns="22188" rIns="0" bIns="0" rtlCol="0">
            <a:spAutoFit/>
          </a:bodyPr>
          <a:lstStyle/>
          <a:p>
            <a:pPr marL="16435" defTabSz="1183325">
              <a:spcBef>
                <a:spcPts val="175"/>
              </a:spcBef>
            </a:pPr>
            <a:r>
              <a:rPr sz="1876" spc="-13" dirty="0">
                <a:solidFill>
                  <a:srgbClr val="FFFFFF"/>
                </a:solidFill>
                <a:latin typeface="Calibri"/>
                <a:cs typeface="Calibri"/>
              </a:rPr>
              <a:t>Compiler</a:t>
            </a:r>
            <a:endParaRPr sz="1876">
              <a:latin typeface="Calibri"/>
              <a:cs typeface="Calibri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6645829" y="6764098"/>
            <a:ext cx="276113" cy="245569"/>
          </a:xfrm>
          <a:prstGeom prst="rect">
            <a:avLst/>
          </a:prstGeom>
        </p:spPr>
        <p:txBody>
          <a:bodyPr vert="horz" wrap="square" lIns="0" tIns="16435" rIns="0" bIns="0" rtlCol="0">
            <a:spAutoFit/>
          </a:bodyPr>
          <a:lstStyle/>
          <a:p>
            <a:pPr marL="16435" defTabSz="1183325">
              <a:spcBef>
                <a:spcPts val="129"/>
              </a:spcBef>
            </a:pPr>
            <a:r>
              <a:rPr sz="1488" spc="-32" dirty="0">
                <a:solidFill>
                  <a:srgbClr val="FF0000"/>
                </a:solidFill>
                <a:latin typeface="Comic Sans MS"/>
                <a:cs typeface="Comic Sans MS"/>
              </a:rPr>
              <a:t>Or</a:t>
            </a:r>
            <a:endParaRPr sz="1488">
              <a:latin typeface="Comic Sans MS"/>
              <a:cs typeface="Comic Sans MS"/>
            </a:endParaRPr>
          </a:p>
        </p:txBody>
      </p:sp>
      <p:sp>
        <p:nvSpPr>
          <p:cNvPr id="23" name="object 23"/>
          <p:cNvSpPr/>
          <p:nvPr/>
        </p:nvSpPr>
        <p:spPr>
          <a:xfrm>
            <a:off x="5612981" y="5668204"/>
            <a:ext cx="2402839" cy="2580341"/>
          </a:xfrm>
          <a:custGeom>
            <a:avLst/>
            <a:gdLst/>
            <a:ahLst/>
            <a:cxnLst/>
            <a:rect l="l" t="t" r="r" b="b"/>
            <a:pathLst>
              <a:path w="1856739" h="1993900">
                <a:moveTo>
                  <a:pt x="6096" y="1987295"/>
                </a:moveTo>
                <a:lnTo>
                  <a:pt x="0" y="1987295"/>
                </a:lnTo>
                <a:lnTo>
                  <a:pt x="0" y="1956816"/>
                </a:lnTo>
                <a:lnTo>
                  <a:pt x="10668" y="1956816"/>
                </a:lnTo>
                <a:lnTo>
                  <a:pt x="10668" y="1982724"/>
                </a:lnTo>
                <a:lnTo>
                  <a:pt x="6096" y="1982724"/>
                </a:lnTo>
                <a:lnTo>
                  <a:pt x="6096" y="1987295"/>
                </a:lnTo>
                <a:close/>
              </a:path>
              <a:path w="1856739" h="1993900">
                <a:moveTo>
                  <a:pt x="36576" y="1993392"/>
                </a:moveTo>
                <a:lnTo>
                  <a:pt x="6096" y="1993392"/>
                </a:lnTo>
                <a:lnTo>
                  <a:pt x="6096" y="1982724"/>
                </a:lnTo>
                <a:lnTo>
                  <a:pt x="10668" y="1982724"/>
                </a:lnTo>
                <a:lnTo>
                  <a:pt x="10668" y="1987295"/>
                </a:lnTo>
                <a:lnTo>
                  <a:pt x="36576" y="1987295"/>
                </a:lnTo>
                <a:lnTo>
                  <a:pt x="36576" y="1993392"/>
                </a:lnTo>
                <a:close/>
              </a:path>
              <a:path w="1856739" h="1993900">
                <a:moveTo>
                  <a:pt x="36576" y="1987295"/>
                </a:moveTo>
                <a:lnTo>
                  <a:pt x="10668" y="1987295"/>
                </a:lnTo>
                <a:lnTo>
                  <a:pt x="10668" y="1982724"/>
                </a:lnTo>
                <a:lnTo>
                  <a:pt x="36576" y="1982724"/>
                </a:lnTo>
                <a:lnTo>
                  <a:pt x="36576" y="1987295"/>
                </a:lnTo>
                <a:close/>
              </a:path>
              <a:path w="1856739" h="1993900">
                <a:moveTo>
                  <a:pt x="10668" y="1946147"/>
                </a:moveTo>
                <a:lnTo>
                  <a:pt x="0" y="1946147"/>
                </a:lnTo>
                <a:lnTo>
                  <a:pt x="0" y="1914143"/>
                </a:lnTo>
                <a:lnTo>
                  <a:pt x="10668" y="1914143"/>
                </a:lnTo>
                <a:lnTo>
                  <a:pt x="10668" y="1946147"/>
                </a:lnTo>
                <a:close/>
              </a:path>
              <a:path w="1856739" h="1993900">
                <a:moveTo>
                  <a:pt x="10668" y="1903476"/>
                </a:moveTo>
                <a:lnTo>
                  <a:pt x="0" y="1903476"/>
                </a:lnTo>
                <a:lnTo>
                  <a:pt x="0" y="1872995"/>
                </a:lnTo>
                <a:lnTo>
                  <a:pt x="10668" y="1872995"/>
                </a:lnTo>
                <a:lnTo>
                  <a:pt x="10668" y="1903476"/>
                </a:lnTo>
                <a:close/>
              </a:path>
              <a:path w="1856739" h="1993900">
                <a:moveTo>
                  <a:pt x="10668" y="1862327"/>
                </a:moveTo>
                <a:lnTo>
                  <a:pt x="0" y="1862327"/>
                </a:lnTo>
                <a:lnTo>
                  <a:pt x="0" y="1830324"/>
                </a:lnTo>
                <a:lnTo>
                  <a:pt x="10668" y="1830324"/>
                </a:lnTo>
                <a:lnTo>
                  <a:pt x="10668" y="1862327"/>
                </a:lnTo>
                <a:close/>
              </a:path>
              <a:path w="1856739" h="1993900">
                <a:moveTo>
                  <a:pt x="10668" y="1819656"/>
                </a:moveTo>
                <a:lnTo>
                  <a:pt x="0" y="1819656"/>
                </a:lnTo>
                <a:lnTo>
                  <a:pt x="0" y="1789176"/>
                </a:lnTo>
                <a:lnTo>
                  <a:pt x="10668" y="1789176"/>
                </a:lnTo>
                <a:lnTo>
                  <a:pt x="10668" y="1819656"/>
                </a:lnTo>
                <a:close/>
              </a:path>
              <a:path w="1856739" h="1993900">
                <a:moveTo>
                  <a:pt x="10668" y="1778508"/>
                </a:moveTo>
                <a:lnTo>
                  <a:pt x="0" y="1778508"/>
                </a:lnTo>
                <a:lnTo>
                  <a:pt x="0" y="1746504"/>
                </a:lnTo>
                <a:lnTo>
                  <a:pt x="10668" y="1746504"/>
                </a:lnTo>
                <a:lnTo>
                  <a:pt x="10668" y="1778508"/>
                </a:lnTo>
                <a:close/>
              </a:path>
              <a:path w="1856739" h="1993900">
                <a:moveTo>
                  <a:pt x="10668" y="1735836"/>
                </a:moveTo>
                <a:lnTo>
                  <a:pt x="0" y="1735836"/>
                </a:lnTo>
                <a:lnTo>
                  <a:pt x="0" y="1705356"/>
                </a:lnTo>
                <a:lnTo>
                  <a:pt x="10668" y="1705356"/>
                </a:lnTo>
                <a:lnTo>
                  <a:pt x="10668" y="1735836"/>
                </a:lnTo>
                <a:close/>
              </a:path>
              <a:path w="1856739" h="1993900">
                <a:moveTo>
                  <a:pt x="10668" y="1694688"/>
                </a:moveTo>
                <a:lnTo>
                  <a:pt x="0" y="1694688"/>
                </a:lnTo>
                <a:lnTo>
                  <a:pt x="0" y="1662684"/>
                </a:lnTo>
                <a:lnTo>
                  <a:pt x="10668" y="1662684"/>
                </a:lnTo>
                <a:lnTo>
                  <a:pt x="10668" y="1694688"/>
                </a:lnTo>
                <a:close/>
              </a:path>
              <a:path w="1856739" h="1993900">
                <a:moveTo>
                  <a:pt x="10668" y="1652016"/>
                </a:moveTo>
                <a:lnTo>
                  <a:pt x="0" y="1652016"/>
                </a:lnTo>
                <a:lnTo>
                  <a:pt x="0" y="1621536"/>
                </a:lnTo>
                <a:lnTo>
                  <a:pt x="10668" y="1621536"/>
                </a:lnTo>
                <a:lnTo>
                  <a:pt x="10668" y="1652016"/>
                </a:lnTo>
                <a:close/>
              </a:path>
              <a:path w="1856739" h="1993900">
                <a:moveTo>
                  <a:pt x="10668" y="1610868"/>
                </a:moveTo>
                <a:lnTo>
                  <a:pt x="0" y="1610868"/>
                </a:lnTo>
                <a:lnTo>
                  <a:pt x="0" y="1578863"/>
                </a:lnTo>
                <a:lnTo>
                  <a:pt x="10668" y="1578863"/>
                </a:lnTo>
                <a:lnTo>
                  <a:pt x="10668" y="1610868"/>
                </a:lnTo>
                <a:close/>
              </a:path>
              <a:path w="1856739" h="1993900">
                <a:moveTo>
                  <a:pt x="10668" y="1568195"/>
                </a:moveTo>
                <a:lnTo>
                  <a:pt x="0" y="1568195"/>
                </a:lnTo>
                <a:lnTo>
                  <a:pt x="0" y="1537716"/>
                </a:lnTo>
                <a:lnTo>
                  <a:pt x="10668" y="1537716"/>
                </a:lnTo>
                <a:lnTo>
                  <a:pt x="10668" y="1568195"/>
                </a:lnTo>
                <a:close/>
              </a:path>
              <a:path w="1856739" h="1993900">
                <a:moveTo>
                  <a:pt x="10668" y="1527047"/>
                </a:moveTo>
                <a:lnTo>
                  <a:pt x="0" y="1527047"/>
                </a:lnTo>
                <a:lnTo>
                  <a:pt x="0" y="1495043"/>
                </a:lnTo>
                <a:lnTo>
                  <a:pt x="10668" y="1495043"/>
                </a:lnTo>
                <a:lnTo>
                  <a:pt x="10668" y="1527047"/>
                </a:lnTo>
                <a:close/>
              </a:path>
              <a:path w="1856739" h="1993900">
                <a:moveTo>
                  <a:pt x="10668" y="1484376"/>
                </a:moveTo>
                <a:lnTo>
                  <a:pt x="0" y="1484376"/>
                </a:lnTo>
                <a:lnTo>
                  <a:pt x="0" y="1453895"/>
                </a:lnTo>
                <a:lnTo>
                  <a:pt x="10668" y="1453895"/>
                </a:lnTo>
                <a:lnTo>
                  <a:pt x="10668" y="1484376"/>
                </a:lnTo>
                <a:close/>
              </a:path>
              <a:path w="1856739" h="1993900">
                <a:moveTo>
                  <a:pt x="10668" y="1443227"/>
                </a:moveTo>
                <a:lnTo>
                  <a:pt x="0" y="1443227"/>
                </a:lnTo>
                <a:lnTo>
                  <a:pt x="0" y="1411224"/>
                </a:lnTo>
                <a:lnTo>
                  <a:pt x="10668" y="1411224"/>
                </a:lnTo>
                <a:lnTo>
                  <a:pt x="10668" y="1443227"/>
                </a:lnTo>
                <a:close/>
              </a:path>
              <a:path w="1856739" h="1993900">
                <a:moveTo>
                  <a:pt x="10668" y="1400556"/>
                </a:moveTo>
                <a:lnTo>
                  <a:pt x="0" y="1400556"/>
                </a:lnTo>
                <a:lnTo>
                  <a:pt x="0" y="1370076"/>
                </a:lnTo>
                <a:lnTo>
                  <a:pt x="10668" y="1370076"/>
                </a:lnTo>
                <a:lnTo>
                  <a:pt x="10668" y="1400556"/>
                </a:lnTo>
                <a:close/>
              </a:path>
              <a:path w="1856739" h="1993900">
                <a:moveTo>
                  <a:pt x="10668" y="1359408"/>
                </a:moveTo>
                <a:lnTo>
                  <a:pt x="0" y="1359408"/>
                </a:lnTo>
                <a:lnTo>
                  <a:pt x="0" y="1327404"/>
                </a:lnTo>
                <a:lnTo>
                  <a:pt x="10668" y="1327404"/>
                </a:lnTo>
                <a:lnTo>
                  <a:pt x="10668" y="1359408"/>
                </a:lnTo>
                <a:close/>
              </a:path>
              <a:path w="1856739" h="1993900">
                <a:moveTo>
                  <a:pt x="10668" y="1316736"/>
                </a:moveTo>
                <a:lnTo>
                  <a:pt x="0" y="1316736"/>
                </a:lnTo>
                <a:lnTo>
                  <a:pt x="0" y="1286256"/>
                </a:lnTo>
                <a:lnTo>
                  <a:pt x="10668" y="1286256"/>
                </a:lnTo>
                <a:lnTo>
                  <a:pt x="10668" y="1316736"/>
                </a:lnTo>
                <a:close/>
              </a:path>
              <a:path w="1856739" h="1993900">
                <a:moveTo>
                  <a:pt x="10668" y="1275588"/>
                </a:moveTo>
                <a:lnTo>
                  <a:pt x="0" y="1275588"/>
                </a:lnTo>
                <a:lnTo>
                  <a:pt x="0" y="1243584"/>
                </a:lnTo>
                <a:lnTo>
                  <a:pt x="10668" y="1243584"/>
                </a:lnTo>
                <a:lnTo>
                  <a:pt x="10668" y="1275588"/>
                </a:lnTo>
                <a:close/>
              </a:path>
              <a:path w="1856739" h="1993900">
                <a:moveTo>
                  <a:pt x="10668" y="1232916"/>
                </a:moveTo>
                <a:lnTo>
                  <a:pt x="0" y="1232916"/>
                </a:lnTo>
                <a:lnTo>
                  <a:pt x="0" y="1202436"/>
                </a:lnTo>
                <a:lnTo>
                  <a:pt x="10668" y="1202436"/>
                </a:lnTo>
                <a:lnTo>
                  <a:pt x="10668" y="1232916"/>
                </a:lnTo>
                <a:close/>
              </a:path>
              <a:path w="1856739" h="1993900">
                <a:moveTo>
                  <a:pt x="10668" y="1191768"/>
                </a:moveTo>
                <a:lnTo>
                  <a:pt x="0" y="1191768"/>
                </a:lnTo>
                <a:lnTo>
                  <a:pt x="0" y="1159763"/>
                </a:lnTo>
                <a:lnTo>
                  <a:pt x="10668" y="1159763"/>
                </a:lnTo>
                <a:lnTo>
                  <a:pt x="10668" y="1191768"/>
                </a:lnTo>
                <a:close/>
              </a:path>
              <a:path w="1856739" h="1993900">
                <a:moveTo>
                  <a:pt x="10668" y="1149095"/>
                </a:moveTo>
                <a:lnTo>
                  <a:pt x="0" y="1149095"/>
                </a:lnTo>
                <a:lnTo>
                  <a:pt x="0" y="1118616"/>
                </a:lnTo>
                <a:lnTo>
                  <a:pt x="10668" y="1118616"/>
                </a:lnTo>
                <a:lnTo>
                  <a:pt x="10668" y="1149095"/>
                </a:lnTo>
                <a:close/>
              </a:path>
              <a:path w="1856739" h="1993900">
                <a:moveTo>
                  <a:pt x="10668" y="1107947"/>
                </a:moveTo>
                <a:lnTo>
                  <a:pt x="0" y="1107947"/>
                </a:lnTo>
                <a:lnTo>
                  <a:pt x="0" y="1075943"/>
                </a:lnTo>
                <a:lnTo>
                  <a:pt x="10668" y="1075943"/>
                </a:lnTo>
                <a:lnTo>
                  <a:pt x="10668" y="1107947"/>
                </a:lnTo>
                <a:close/>
              </a:path>
              <a:path w="1856739" h="1993900">
                <a:moveTo>
                  <a:pt x="10668" y="1065276"/>
                </a:moveTo>
                <a:lnTo>
                  <a:pt x="0" y="1065276"/>
                </a:lnTo>
                <a:lnTo>
                  <a:pt x="0" y="1034795"/>
                </a:lnTo>
                <a:lnTo>
                  <a:pt x="10668" y="1034795"/>
                </a:lnTo>
                <a:lnTo>
                  <a:pt x="10668" y="1065276"/>
                </a:lnTo>
                <a:close/>
              </a:path>
              <a:path w="1856739" h="1993900">
                <a:moveTo>
                  <a:pt x="10668" y="1024127"/>
                </a:moveTo>
                <a:lnTo>
                  <a:pt x="0" y="1024127"/>
                </a:lnTo>
                <a:lnTo>
                  <a:pt x="0" y="992124"/>
                </a:lnTo>
                <a:lnTo>
                  <a:pt x="10668" y="992124"/>
                </a:lnTo>
                <a:lnTo>
                  <a:pt x="10668" y="1024127"/>
                </a:lnTo>
                <a:close/>
              </a:path>
              <a:path w="1856739" h="1993900">
                <a:moveTo>
                  <a:pt x="10668" y="981456"/>
                </a:moveTo>
                <a:lnTo>
                  <a:pt x="0" y="981456"/>
                </a:lnTo>
                <a:lnTo>
                  <a:pt x="0" y="950975"/>
                </a:lnTo>
                <a:lnTo>
                  <a:pt x="10668" y="950975"/>
                </a:lnTo>
                <a:lnTo>
                  <a:pt x="10668" y="981456"/>
                </a:lnTo>
                <a:close/>
              </a:path>
              <a:path w="1856739" h="1993900">
                <a:moveTo>
                  <a:pt x="10668" y="940308"/>
                </a:moveTo>
                <a:lnTo>
                  <a:pt x="0" y="940308"/>
                </a:lnTo>
                <a:lnTo>
                  <a:pt x="0" y="908304"/>
                </a:lnTo>
                <a:lnTo>
                  <a:pt x="10668" y="908304"/>
                </a:lnTo>
                <a:lnTo>
                  <a:pt x="10668" y="940308"/>
                </a:lnTo>
                <a:close/>
              </a:path>
              <a:path w="1856739" h="1993900">
                <a:moveTo>
                  <a:pt x="10668" y="897636"/>
                </a:moveTo>
                <a:lnTo>
                  <a:pt x="0" y="897636"/>
                </a:lnTo>
                <a:lnTo>
                  <a:pt x="0" y="867156"/>
                </a:lnTo>
                <a:lnTo>
                  <a:pt x="10668" y="867156"/>
                </a:lnTo>
                <a:lnTo>
                  <a:pt x="10668" y="897636"/>
                </a:lnTo>
                <a:close/>
              </a:path>
              <a:path w="1856739" h="1993900">
                <a:moveTo>
                  <a:pt x="10668" y="856488"/>
                </a:moveTo>
                <a:lnTo>
                  <a:pt x="0" y="856488"/>
                </a:lnTo>
                <a:lnTo>
                  <a:pt x="0" y="824484"/>
                </a:lnTo>
                <a:lnTo>
                  <a:pt x="10668" y="824484"/>
                </a:lnTo>
                <a:lnTo>
                  <a:pt x="10668" y="856488"/>
                </a:lnTo>
                <a:close/>
              </a:path>
              <a:path w="1856739" h="1993900">
                <a:moveTo>
                  <a:pt x="10668" y="813816"/>
                </a:moveTo>
                <a:lnTo>
                  <a:pt x="0" y="813816"/>
                </a:lnTo>
                <a:lnTo>
                  <a:pt x="0" y="783336"/>
                </a:lnTo>
                <a:lnTo>
                  <a:pt x="10668" y="783336"/>
                </a:lnTo>
                <a:lnTo>
                  <a:pt x="10668" y="813816"/>
                </a:lnTo>
                <a:close/>
              </a:path>
              <a:path w="1856739" h="1993900">
                <a:moveTo>
                  <a:pt x="10668" y="772668"/>
                </a:moveTo>
                <a:lnTo>
                  <a:pt x="0" y="772668"/>
                </a:lnTo>
                <a:lnTo>
                  <a:pt x="0" y="740663"/>
                </a:lnTo>
                <a:lnTo>
                  <a:pt x="10668" y="740663"/>
                </a:lnTo>
                <a:lnTo>
                  <a:pt x="10668" y="772668"/>
                </a:lnTo>
                <a:close/>
              </a:path>
              <a:path w="1856739" h="1993900">
                <a:moveTo>
                  <a:pt x="10668" y="729995"/>
                </a:moveTo>
                <a:lnTo>
                  <a:pt x="0" y="729995"/>
                </a:lnTo>
                <a:lnTo>
                  <a:pt x="0" y="699516"/>
                </a:lnTo>
                <a:lnTo>
                  <a:pt x="10668" y="699516"/>
                </a:lnTo>
                <a:lnTo>
                  <a:pt x="10668" y="729995"/>
                </a:lnTo>
                <a:close/>
              </a:path>
              <a:path w="1856739" h="1993900">
                <a:moveTo>
                  <a:pt x="10668" y="688847"/>
                </a:moveTo>
                <a:lnTo>
                  <a:pt x="0" y="688847"/>
                </a:lnTo>
                <a:lnTo>
                  <a:pt x="0" y="656843"/>
                </a:lnTo>
                <a:lnTo>
                  <a:pt x="10668" y="656843"/>
                </a:lnTo>
                <a:lnTo>
                  <a:pt x="10668" y="688847"/>
                </a:lnTo>
                <a:close/>
              </a:path>
              <a:path w="1856739" h="1993900">
                <a:moveTo>
                  <a:pt x="10668" y="646175"/>
                </a:moveTo>
                <a:lnTo>
                  <a:pt x="0" y="646175"/>
                </a:lnTo>
                <a:lnTo>
                  <a:pt x="0" y="615695"/>
                </a:lnTo>
                <a:lnTo>
                  <a:pt x="10668" y="615695"/>
                </a:lnTo>
                <a:lnTo>
                  <a:pt x="10668" y="646175"/>
                </a:lnTo>
                <a:close/>
              </a:path>
              <a:path w="1856739" h="1993900">
                <a:moveTo>
                  <a:pt x="10668" y="605027"/>
                </a:moveTo>
                <a:lnTo>
                  <a:pt x="0" y="605027"/>
                </a:lnTo>
                <a:lnTo>
                  <a:pt x="0" y="573024"/>
                </a:lnTo>
                <a:lnTo>
                  <a:pt x="10668" y="573024"/>
                </a:lnTo>
                <a:lnTo>
                  <a:pt x="10668" y="605027"/>
                </a:lnTo>
                <a:close/>
              </a:path>
              <a:path w="1856739" h="1993900">
                <a:moveTo>
                  <a:pt x="10668" y="562356"/>
                </a:moveTo>
                <a:lnTo>
                  <a:pt x="0" y="562356"/>
                </a:lnTo>
                <a:lnTo>
                  <a:pt x="0" y="531875"/>
                </a:lnTo>
                <a:lnTo>
                  <a:pt x="10668" y="531875"/>
                </a:lnTo>
                <a:lnTo>
                  <a:pt x="10668" y="562356"/>
                </a:lnTo>
                <a:close/>
              </a:path>
              <a:path w="1856739" h="1993900">
                <a:moveTo>
                  <a:pt x="10668" y="521208"/>
                </a:moveTo>
                <a:lnTo>
                  <a:pt x="0" y="521208"/>
                </a:lnTo>
                <a:lnTo>
                  <a:pt x="0" y="489204"/>
                </a:lnTo>
                <a:lnTo>
                  <a:pt x="10668" y="489204"/>
                </a:lnTo>
                <a:lnTo>
                  <a:pt x="10668" y="521208"/>
                </a:lnTo>
                <a:close/>
              </a:path>
              <a:path w="1856739" h="1993900">
                <a:moveTo>
                  <a:pt x="10668" y="478535"/>
                </a:moveTo>
                <a:lnTo>
                  <a:pt x="0" y="478535"/>
                </a:lnTo>
                <a:lnTo>
                  <a:pt x="0" y="448056"/>
                </a:lnTo>
                <a:lnTo>
                  <a:pt x="10668" y="448056"/>
                </a:lnTo>
                <a:lnTo>
                  <a:pt x="10668" y="478535"/>
                </a:lnTo>
                <a:close/>
              </a:path>
              <a:path w="1856739" h="1993900">
                <a:moveTo>
                  <a:pt x="10668" y="437388"/>
                </a:moveTo>
                <a:lnTo>
                  <a:pt x="0" y="437388"/>
                </a:lnTo>
                <a:lnTo>
                  <a:pt x="0" y="405383"/>
                </a:lnTo>
                <a:lnTo>
                  <a:pt x="10668" y="405383"/>
                </a:lnTo>
                <a:lnTo>
                  <a:pt x="10668" y="437388"/>
                </a:lnTo>
                <a:close/>
              </a:path>
              <a:path w="1856739" h="1993900">
                <a:moveTo>
                  <a:pt x="10668" y="394716"/>
                </a:moveTo>
                <a:lnTo>
                  <a:pt x="0" y="394716"/>
                </a:lnTo>
                <a:lnTo>
                  <a:pt x="0" y="364235"/>
                </a:lnTo>
                <a:lnTo>
                  <a:pt x="10668" y="364235"/>
                </a:lnTo>
                <a:lnTo>
                  <a:pt x="10668" y="394716"/>
                </a:lnTo>
                <a:close/>
              </a:path>
              <a:path w="1856739" h="1993900">
                <a:moveTo>
                  <a:pt x="10668" y="353567"/>
                </a:moveTo>
                <a:lnTo>
                  <a:pt x="0" y="353567"/>
                </a:lnTo>
                <a:lnTo>
                  <a:pt x="0" y="321564"/>
                </a:lnTo>
                <a:lnTo>
                  <a:pt x="10668" y="321564"/>
                </a:lnTo>
                <a:lnTo>
                  <a:pt x="10668" y="353567"/>
                </a:lnTo>
                <a:close/>
              </a:path>
              <a:path w="1856739" h="1993900">
                <a:moveTo>
                  <a:pt x="10668" y="310896"/>
                </a:moveTo>
                <a:lnTo>
                  <a:pt x="0" y="310896"/>
                </a:lnTo>
                <a:lnTo>
                  <a:pt x="0" y="280416"/>
                </a:lnTo>
                <a:lnTo>
                  <a:pt x="10668" y="280416"/>
                </a:lnTo>
                <a:lnTo>
                  <a:pt x="10668" y="310896"/>
                </a:lnTo>
                <a:close/>
              </a:path>
              <a:path w="1856739" h="1993900">
                <a:moveTo>
                  <a:pt x="10668" y="269748"/>
                </a:moveTo>
                <a:lnTo>
                  <a:pt x="0" y="269748"/>
                </a:lnTo>
                <a:lnTo>
                  <a:pt x="0" y="237743"/>
                </a:lnTo>
                <a:lnTo>
                  <a:pt x="10668" y="237743"/>
                </a:lnTo>
                <a:lnTo>
                  <a:pt x="10668" y="269748"/>
                </a:lnTo>
                <a:close/>
              </a:path>
              <a:path w="1856739" h="1993900">
                <a:moveTo>
                  <a:pt x="10668" y="227075"/>
                </a:moveTo>
                <a:lnTo>
                  <a:pt x="0" y="227075"/>
                </a:lnTo>
                <a:lnTo>
                  <a:pt x="0" y="196596"/>
                </a:lnTo>
                <a:lnTo>
                  <a:pt x="10668" y="196596"/>
                </a:lnTo>
                <a:lnTo>
                  <a:pt x="10668" y="227075"/>
                </a:lnTo>
                <a:close/>
              </a:path>
              <a:path w="1856739" h="1993900">
                <a:moveTo>
                  <a:pt x="10668" y="185927"/>
                </a:moveTo>
                <a:lnTo>
                  <a:pt x="0" y="185927"/>
                </a:lnTo>
                <a:lnTo>
                  <a:pt x="0" y="153924"/>
                </a:lnTo>
                <a:lnTo>
                  <a:pt x="10668" y="153924"/>
                </a:lnTo>
                <a:lnTo>
                  <a:pt x="10668" y="185927"/>
                </a:lnTo>
                <a:close/>
              </a:path>
              <a:path w="1856739" h="1993900">
                <a:moveTo>
                  <a:pt x="10668" y="143256"/>
                </a:moveTo>
                <a:lnTo>
                  <a:pt x="0" y="143256"/>
                </a:lnTo>
                <a:lnTo>
                  <a:pt x="0" y="112775"/>
                </a:lnTo>
                <a:lnTo>
                  <a:pt x="10668" y="112775"/>
                </a:lnTo>
                <a:lnTo>
                  <a:pt x="10668" y="143256"/>
                </a:lnTo>
                <a:close/>
              </a:path>
              <a:path w="1856739" h="1993900">
                <a:moveTo>
                  <a:pt x="10668" y="102108"/>
                </a:moveTo>
                <a:lnTo>
                  <a:pt x="0" y="102108"/>
                </a:lnTo>
                <a:lnTo>
                  <a:pt x="0" y="70104"/>
                </a:lnTo>
                <a:lnTo>
                  <a:pt x="10668" y="70104"/>
                </a:lnTo>
                <a:lnTo>
                  <a:pt x="10668" y="102108"/>
                </a:lnTo>
                <a:close/>
              </a:path>
              <a:path w="1856739" h="1993900">
                <a:moveTo>
                  <a:pt x="10668" y="59435"/>
                </a:moveTo>
                <a:lnTo>
                  <a:pt x="0" y="59435"/>
                </a:lnTo>
                <a:lnTo>
                  <a:pt x="0" y="28956"/>
                </a:lnTo>
                <a:lnTo>
                  <a:pt x="10668" y="28956"/>
                </a:lnTo>
                <a:lnTo>
                  <a:pt x="10668" y="59435"/>
                </a:lnTo>
                <a:close/>
              </a:path>
              <a:path w="1856739" h="1993900">
                <a:moveTo>
                  <a:pt x="10668" y="18288"/>
                </a:moveTo>
                <a:lnTo>
                  <a:pt x="0" y="18288"/>
                </a:lnTo>
                <a:lnTo>
                  <a:pt x="0" y="0"/>
                </a:lnTo>
                <a:lnTo>
                  <a:pt x="24384" y="0"/>
                </a:lnTo>
                <a:lnTo>
                  <a:pt x="24384" y="4572"/>
                </a:lnTo>
                <a:lnTo>
                  <a:pt x="10668" y="4572"/>
                </a:lnTo>
                <a:lnTo>
                  <a:pt x="6096" y="9143"/>
                </a:lnTo>
                <a:lnTo>
                  <a:pt x="10668" y="9143"/>
                </a:lnTo>
                <a:lnTo>
                  <a:pt x="10668" y="18288"/>
                </a:lnTo>
                <a:close/>
              </a:path>
              <a:path w="1856739" h="1993900">
                <a:moveTo>
                  <a:pt x="10668" y="9143"/>
                </a:moveTo>
                <a:lnTo>
                  <a:pt x="6096" y="9143"/>
                </a:lnTo>
                <a:lnTo>
                  <a:pt x="10668" y="4572"/>
                </a:lnTo>
                <a:lnTo>
                  <a:pt x="10668" y="9143"/>
                </a:lnTo>
                <a:close/>
              </a:path>
              <a:path w="1856739" h="1993900">
                <a:moveTo>
                  <a:pt x="24384" y="9143"/>
                </a:moveTo>
                <a:lnTo>
                  <a:pt x="10668" y="9143"/>
                </a:lnTo>
                <a:lnTo>
                  <a:pt x="10668" y="4572"/>
                </a:lnTo>
                <a:lnTo>
                  <a:pt x="24384" y="4572"/>
                </a:lnTo>
                <a:lnTo>
                  <a:pt x="24384" y="9143"/>
                </a:lnTo>
                <a:close/>
              </a:path>
              <a:path w="1856739" h="1993900">
                <a:moveTo>
                  <a:pt x="65532" y="9143"/>
                </a:moveTo>
                <a:lnTo>
                  <a:pt x="33528" y="9143"/>
                </a:lnTo>
                <a:lnTo>
                  <a:pt x="33528" y="0"/>
                </a:lnTo>
                <a:lnTo>
                  <a:pt x="65532" y="0"/>
                </a:lnTo>
                <a:lnTo>
                  <a:pt x="65532" y="9143"/>
                </a:lnTo>
                <a:close/>
              </a:path>
              <a:path w="1856739" h="1993900">
                <a:moveTo>
                  <a:pt x="108204" y="9143"/>
                </a:moveTo>
                <a:lnTo>
                  <a:pt x="76200" y="9143"/>
                </a:lnTo>
                <a:lnTo>
                  <a:pt x="76200" y="0"/>
                </a:lnTo>
                <a:lnTo>
                  <a:pt x="108204" y="0"/>
                </a:lnTo>
                <a:lnTo>
                  <a:pt x="108204" y="9143"/>
                </a:lnTo>
                <a:close/>
              </a:path>
              <a:path w="1856739" h="1993900">
                <a:moveTo>
                  <a:pt x="149352" y="9143"/>
                </a:moveTo>
                <a:lnTo>
                  <a:pt x="117348" y="9143"/>
                </a:lnTo>
                <a:lnTo>
                  <a:pt x="117348" y="0"/>
                </a:lnTo>
                <a:lnTo>
                  <a:pt x="149352" y="0"/>
                </a:lnTo>
                <a:lnTo>
                  <a:pt x="149352" y="9143"/>
                </a:lnTo>
                <a:close/>
              </a:path>
              <a:path w="1856739" h="1993900">
                <a:moveTo>
                  <a:pt x="192024" y="9143"/>
                </a:moveTo>
                <a:lnTo>
                  <a:pt x="160020" y="9143"/>
                </a:lnTo>
                <a:lnTo>
                  <a:pt x="160020" y="0"/>
                </a:lnTo>
                <a:lnTo>
                  <a:pt x="192024" y="0"/>
                </a:lnTo>
                <a:lnTo>
                  <a:pt x="192024" y="9143"/>
                </a:lnTo>
                <a:close/>
              </a:path>
              <a:path w="1856739" h="1993900">
                <a:moveTo>
                  <a:pt x="233172" y="9143"/>
                </a:moveTo>
                <a:lnTo>
                  <a:pt x="201168" y="9143"/>
                </a:lnTo>
                <a:lnTo>
                  <a:pt x="201168" y="0"/>
                </a:lnTo>
                <a:lnTo>
                  <a:pt x="233172" y="0"/>
                </a:lnTo>
                <a:lnTo>
                  <a:pt x="233172" y="9143"/>
                </a:lnTo>
                <a:close/>
              </a:path>
              <a:path w="1856739" h="1993900">
                <a:moveTo>
                  <a:pt x="275844" y="9143"/>
                </a:moveTo>
                <a:lnTo>
                  <a:pt x="243840" y="9143"/>
                </a:lnTo>
                <a:lnTo>
                  <a:pt x="243840" y="0"/>
                </a:lnTo>
                <a:lnTo>
                  <a:pt x="275844" y="0"/>
                </a:lnTo>
                <a:lnTo>
                  <a:pt x="275844" y="9143"/>
                </a:lnTo>
                <a:close/>
              </a:path>
              <a:path w="1856739" h="1993900">
                <a:moveTo>
                  <a:pt x="316992" y="9143"/>
                </a:moveTo>
                <a:lnTo>
                  <a:pt x="284988" y="9143"/>
                </a:lnTo>
                <a:lnTo>
                  <a:pt x="284988" y="0"/>
                </a:lnTo>
                <a:lnTo>
                  <a:pt x="316992" y="0"/>
                </a:lnTo>
                <a:lnTo>
                  <a:pt x="316992" y="9143"/>
                </a:lnTo>
                <a:close/>
              </a:path>
              <a:path w="1856739" h="1993900">
                <a:moveTo>
                  <a:pt x="359664" y="9143"/>
                </a:moveTo>
                <a:lnTo>
                  <a:pt x="327660" y="9143"/>
                </a:lnTo>
                <a:lnTo>
                  <a:pt x="327660" y="0"/>
                </a:lnTo>
                <a:lnTo>
                  <a:pt x="359664" y="0"/>
                </a:lnTo>
                <a:lnTo>
                  <a:pt x="359664" y="9143"/>
                </a:lnTo>
                <a:close/>
              </a:path>
              <a:path w="1856739" h="1993900">
                <a:moveTo>
                  <a:pt x="400812" y="9143"/>
                </a:moveTo>
                <a:lnTo>
                  <a:pt x="368808" y="9143"/>
                </a:lnTo>
                <a:lnTo>
                  <a:pt x="368808" y="0"/>
                </a:lnTo>
                <a:lnTo>
                  <a:pt x="400812" y="0"/>
                </a:lnTo>
                <a:lnTo>
                  <a:pt x="400812" y="9143"/>
                </a:lnTo>
                <a:close/>
              </a:path>
              <a:path w="1856739" h="1993900">
                <a:moveTo>
                  <a:pt x="443484" y="9143"/>
                </a:moveTo>
                <a:lnTo>
                  <a:pt x="411480" y="9143"/>
                </a:lnTo>
                <a:lnTo>
                  <a:pt x="411480" y="0"/>
                </a:lnTo>
                <a:lnTo>
                  <a:pt x="443484" y="0"/>
                </a:lnTo>
                <a:lnTo>
                  <a:pt x="443484" y="9143"/>
                </a:lnTo>
                <a:close/>
              </a:path>
              <a:path w="1856739" h="1993900">
                <a:moveTo>
                  <a:pt x="484632" y="9143"/>
                </a:moveTo>
                <a:lnTo>
                  <a:pt x="452628" y="9143"/>
                </a:lnTo>
                <a:lnTo>
                  <a:pt x="452628" y="0"/>
                </a:lnTo>
                <a:lnTo>
                  <a:pt x="484632" y="0"/>
                </a:lnTo>
                <a:lnTo>
                  <a:pt x="484632" y="9143"/>
                </a:lnTo>
                <a:close/>
              </a:path>
              <a:path w="1856739" h="1993900">
                <a:moveTo>
                  <a:pt x="527304" y="9143"/>
                </a:moveTo>
                <a:lnTo>
                  <a:pt x="495300" y="9143"/>
                </a:lnTo>
                <a:lnTo>
                  <a:pt x="495300" y="0"/>
                </a:lnTo>
                <a:lnTo>
                  <a:pt x="527304" y="0"/>
                </a:lnTo>
                <a:lnTo>
                  <a:pt x="527304" y="9143"/>
                </a:lnTo>
                <a:close/>
              </a:path>
              <a:path w="1856739" h="1993900">
                <a:moveTo>
                  <a:pt x="568452" y="9143"/>
                </a:moveTo>
                <a:lnTo>
                  <a:pt x="536448" y="9143"/>
                </a:lnTo>
                <a:lnTo>
                  <a:pt x="536448" y="0"/>
                </a:lnTo>
                <a:lnTo>
                  <a:pt x="568452" y="0"/>
                </a:lnTo>
                <a:lnTo>
                  <a:pt x="568452" y="9143"/>
                </a:lnTo>
                <a:close/>
              </a:path>
              <a:path w="1856739" h="1993900">
                <a:moveTo>
                  <a:pt x="611124" y="9143"/>
                </a:moveTo>
                <a:lnTo>
                  <a:pt x="579120" y="9143"/>
                </a:lnTo>
                <a:lnTo>
                  <a:pt x="579120" y="0"/>
                </a:lnTo>
                <a:lnTo>
                  <a:pt x="611124" y="0"/>
                </a:lnTo>
                <a:lnTo>
                  <a:pt x="611124" y="9143"/>
                </a:lnTo>
                <a:close/>
              </a:path>
              <a:path w="1856739" h="1993900">
                <a:moveTo>
                  <a:pt x="652272" y="9143"/>
                </a:moveTo>
                <a:lnTo>
                  <a:pt x="620268" y="9143"/>
                </a:lnTo>
                <a:lnTo>
                  <a:pt x="620268" y="0"/>
                </a:lnTo>
                <a:lnTo>
                  <a:pt x="652272" y="0"/>
                </a:lnTo>
                <a:lnTo>
                  <a:pt x="652272" y="9143"/>
                </a:lnTo>
                <a:close/>
              </a:path>
              <a:path w="1856739" h="1993900">
                <a:moveTo>
                  <a:pt x="694944" y="9143"/>
                </a:moveTo>
                <a:lnTo>
                  <a:pt x="662940" y="9143"/>
                </a:lnTo>
                <a:lnTo>
                  <a:pt x="662940" y="0"/>
                </a:lnTo>
                <a:lnTo>
                  <a:pt x="694944" y="0"/>
                </a:lnTo>
                <a:lnTo>
                  <a:pt x="694944" y="9143"/>
                </a:lnTo>
                <a:close/>
              </a:path>
              <a:path w="1856739" h="1993900">
                <a:moveTo>
                  <a:pt x="736092" y="9143"/>
                </a:moveTo>
                <a:lnTo>
                  <a:pt x="704088" y="9143"/>
                </a:lnTo>
                <a:lnTo>
                  <a:pt x="704088" y="0"/>
                </a:lnTo>
                <a:lnTo>
                  <a:pt x="736092" y="0"/>
                </a:lnTo>
                <a:lnTo>
                  <a:pt x="736092" y="9143"/>
                </a:lnTo>
                <a:close/>
              </a:path>
              <a:path w="1856739" h="1993900">
                <a:moveTo>
                  <a:pt x="778764" y="9143"/>
                </a:moveTo>
                <a:lnTo>
                  <a:pt x="746760" y="9143"/>
                </a:lnTo>
                <a:lnTo>
                  <a:pt x="746760" y="0"/>
                </a:lnTo>
                <a:lnTo>
                  <a:pt x="778764" y="0"/>
                </a:lnTo>
                <a:lnTo>
                  <a:pt x="778764" y="9143"/>
                </a:lnTo>
                <a:close/>
              </a:path>
              <a:path w="1856739" h="1993900">
                <a:moveTo>
                  <a:pt x="819912" y="9143"/>
                </a:moveTo>
                <a:lnTo>
                  <a:pt x="787908" y="9143"/>
                </a:lnTo>
                <a:lnTo>
                  <a:pt x="787908" y="0"/>
                </a:lnTo>
                <a:lnTo>
                  <a:pt x="819912" y="0"/>
                </a:lnTo>
                <a:lnTo>
                  <a:pt x="819912" y="9143"/>
                </a:lnTo>
                <a:close/>
              </a:path>
              <a:path w="1856739" h="1993900">
                <a:moveTo>
                  <a:pt x="862584" y="9143"/>
                </a:moveTo>
                <a:lnTo>
                  <a:pt x="830580" y="9143"/>
                </a:lnTo>
                <a:lnTo>
                  <a:pt x="830580" y="0"/>
                </a:lnTo>
                <a:lnTo>
                  <a:pt x="862584" y="0"/>
                </a:lnTo>
                <a:lnTo>
                  <a:pt x="862584" y="9143"/>
                </a:lnTo>
                <a:close/>
              </a:path>
              <a:path w="1856739" h="1993900">
                <a:moveTo>
                  <a:pt x="903732" y="9143"/>
                </a:moveTo>
                <a:lnTo>
                  <a:pt x="871728" y="9143"/>
                </a:lnTo>
                <a:lnTo>
                  <a:pt x="871728" y="0"/>
                </a:lnTo>
                <a:lnTo>
                  <a:pt x="903732" y="0"/>
                </a:lnTo>
                <a:lnTo>
                  <a:pt x="903732" y="9143"/>
                </a:lnTo>
                <a:close/>
              </a:path>
              <a:path w="1856739" h="1993900">
                <a:moveTo>
                  <a:pt x="946403" y="9143"/>
                </a:moveTo>
                <a:lnTo>
                  <a:pt x="914400" y="9143"/>
                </a:lnTo>
                <a:lnTo>
                  <a:pt x="914400" y="0"/>
                </a:lnTo>
                <a:lnTo>
                  <a:pt x="946403" y="0"/>
                </a:lnTo>
                <a:lnTo>
                  <a:pt x="946403" y="9143"/>
                </a:lnTo>
                <a:close/>
              </a:path>
              <a:path w="1856739" h="1993900">
                <a:moveTo>
                  <a:pt x="987551" y="9143"/>
                </a:moveTo>
                <a:lnTo>
                  <a:pt x="955548" y="9143"/>
                </a:lnTo>
                <a:lnTo>
                  <a:pt x="955548" y="0"/>
                </a:lnTo>
                <a:lnTo>
                  <a:pt x="987551" y="0"/>
                </a:lnTo>
                <a:lnTo>
                  <a:pt x="987551" y="9143"/>
                </a:lnTo>
                <a:close/>
              </a:path>
              <a:path w="1856739" h="1993900">
                <a:moveTo>
                  <a:pt x="1030224" y="9143"/>
                </a:moveTo>
                <a:lnTo>
                  <a:pt x="998219" y="9143"/>
                </a:lnTo>
                <a:lnTo>
                  <a:pt x="998219" y="0"/>
                </a:lnTo>
                <a:lnTo>
                  <a:pt x="1030224" y="0"/>
                </a:lnTo>
                <a:lnTo>
                  <a:pt x="1030224" y="9143"/>
                </a:lnTo>
                <a:close/>
              </a:path>
              <a:path w="1856739" h="1993900">
                <a:moveTo>
                  <a:pt x="1071372" y="9143"/>
                </a:moveTo>
                <a:lnTo>
                  <a:pt x="1039367" y="9143"/>
                </a:lnTo>
                <a:lnTo>
                  <a:pt x="1039367" y="0"/>
                </a:lnTo>
                <a:lnTo>
                  <a:pt x="1071372" y="0"/>
                </a:lnTo>
                <a:lnTo>
                  <a:pt x="1071372" y="9143"/>
                </a:lnTo>
                <a:close/>
              </a:path>
              <a:path w="1856739" h="1993900">
                <a:moveTo>
                  <a:pt x="1114044" y="9143"/>
                </a:moveTo>
                <a:lnTo>
                  <a:pt x="1082040" y="9143"/>
                </a:lnTo>
                <a:lnTo>
                  <a:pt x="1082040" y="0"/>
                </a:lnTo>
                <a:lnTo>
                  <a:pt x="1114044" y="0"/>
                </a:lnTo>
                <a:lnTo>
                  <a:pt x="1114044" y="9143"/>
                </a:lnTo>
                <a:close/>
              </a:path>
              <a:path w="1856739" h="1993900">
                <a:moveTo>
                  <a:pt x="1155192" y="9143"/>
                </a:moveTo>
                <a:lnTo>
                  <a:pt x="1123188" y="9143"/>
                </a:lnTo>
                <a:lnTo>
                  <a:pt x="1123188" y="0"/>
                </a:lnTo>
                <a:lnTo>
                  <a:pt x="1155192" y="0"/>
                </a:lnTo>
                <a:lnTo>
                  <a:pt x="1155192" y="9143"/>
                </a:lnTo>
                <a:close/>
              </a:path>
              <a:path w="1856739" h="1993900">
                <a:moveTo>
                  <a:pt x="1197864" y="9143"/>
                </a:moveTo>
                <a:lnTo>
                  <a:pt x="1165860" y="9143"/>
                </a:lnTo>
                <a:lnTo>
                  <a:pt x="1165860" y="0"/>
                </a:lnTo>
                <a:lnTo>
                  <a:pt x="1197864" y="0"/>
                </a:lnTo>
                <a:lnTo>
                  <a:pt x="1197864" y="9143"/>
                </a:lnTo>
                <a:close/>
              </a:path>
              <a:path w="1856739" h="1993900">
                <a:moveTo>
                  <a:pt x="1239012" y="9143"/>
                </a:moveTo>
                <a:lnTo>
                  <a:pt x="1207008" y="9143"/>
                </a:lnTo>
                <a:lnTo>
                  <a:pt x="1207008" y="0"/>
                </a:lnTo>
                <a:lnTo>
                  <a:pt x="1239012" y="0"/>
                </a:lnTo>
                <a:lnTo>
                  <a:pt x="1239012" y="9143"/>
                </a:lnTo>
                <a:close/>
              </a:path>
              <a:path w="1856739" h="1993900">
                <a:moveTo>
                  <a:pt x="1281684" y="9143"/>
                </a:moveTo>
                <a:lnTo>
                  <a:pt x="1249680" y="9143"/>
                </a:lnTo>
                <a:lnTo>
                  <a:pt x="1249680" y="0"/>
                </a:lnTo>
                <a:lnTo>
                  <a:pt x="1281684" y="0"/>
                </a:lnTo>
                <a:lnTo>
                  <a:pt x="1281684" y="9143"/>
                </a:lnTo>
                <a:close/>
              </a:path>
              <a:path w="1856739" h="1993900">
                <a:moveTo>
                  <a:pt x="1322832" y="9143"/>
                </a:moveTo>
                <a:lnTo>
                  <a:pt x="1290828" y="9143"/>
                </a:lnTo>
                <a:lnTo>
                  <a:pt x="1290828" y="0"/>
                </a:lnTo>
                <a:lnTo>
                  <a:pt x="1322832" y="0"/>
                </a:lnTo>
                <a:lnTo>
                  <a:pt x="1322832" y="9143"/>
                </a:lnTo>
                <a:close/>
              </a:path>
              <a:path w="1856739" h="1993900">
                <a:moveTo>
                  <a:pt x="1365503" y="9143"/>
                </a:moveTo>
                <a:lnTo>
                  <a:pt x="1333500" y="9143"/>
                </a:lnTo>
                <a:lnTo>
                  <a:pt x="1333500" y="0"/>
                </a:lnTo>
                <a:lnTo>
                  <a:pt x="1365503" y="0"/>
                </a:lnTo>
                <a:lnTo>
                  <a:pt x="1365503" y="9143"/>
                </a:lnTo>
                <a:close/>
              </a:path>
              <a:path w="1856739" h="1993900">
                <a:moveTo>
                  <a:pt x="1406651" y="9143"/>
                </a:moveTo>
                <a:lnTo>
                  <a:pt x="1374648" y="9143"/>
                </a:lnTo>
                <a:lnTo>
                  <a:pt x="1374648" y="0"/>
                </a:lnTo>
                <a:lnTo>
                  <a:pt x="1406651" y="0"/>
                </a:lnTo>
                <a:lnTo>
                  <a:pt x="1406651" y="9143"/>
                </a:lnTo>
                <a:close/>
              </a:path>
              <a:path w="1856739" h="1993900">
                <a:moveTo>
                  <a:pt x="1449324" y="9143"/>
                </a:moveTo>
                <a:lnTo>
                  <a:pt x="1417319" y="9143"/>
                </a:lnTo>
                <a:lnTo>
                  <a:pt x="1417319" y="0"/>
                </a:lnTo>
                <a:lnTo>
                  <a:pt x="1449324" y="0"/>
                </a:lnTo>
                <a:lnTo>
                  <a:pt x="1449324" y="9143"/>
                </a:lnTo>
                <a:close/>
              </a:path>
              <a:path w="1856739" h="1993900">
                <a:moveTo>
                  <a:pt x="1490472" y="9143"/>
                </a:moveTo>
                <a:lnTo>
                  <a:pt x="1458467" y="9143"/>
                </a:lnTo>
                <a:lnTo>
                  <a:pt x="1458467" y="0"/>
                </a:lnTo>
                <a:lnTo>
                  <a:pt x="1490472" y="0"/>
                </a:lnTo>
                <a:lnTo>
                  <a:pt x="1490472" y="9143"/>
                </a:lnTo>
                <a:close/>
              </a:path>
              <a:path w="1856739" h="1993900">
                <a:moveTo>
                  <a:pt x="1533144" y="9143"/>
                </a:moveTo>
                <a:lnTo>
                  <a:pt x="1501140" y="9143"/>
                </a:lnTo>
                <a:lnTo>
                  <a:pt x="1501140" y="0"/>
                </a:lnTo>
                <a:lnTo>
                  <a:pt x="1533144" y="0"/>
                </a:lnTo>
                <a:lnTo>
                  <a:pt x="1533144" y="9143"/>
                </a:lnTo>
                <a:close/>
              </a:path>
              <a:path w="1856739" h="1993900">
                <a:moveTo>
                  <a:pt x="1574292" y="9143"/>
                </a:moveTo>
                <a:lnTo>
                  <a:pt x="1542288" y="9143"/>
                </a:lnTo>
                <a:lnTo>
                  <a:pt x="1542288" y="0"/>
                </a:lnTo>
                <a:lnTo>
                  <a:pt x="1574292" y="0"/>
                </a:lnTo>
                <a:lnTo>
                  <a:pt x="1574292" y="9143"/>
                </a:lnTo>
                <a:close/>
              </a:path>
              <a:path w="1856739" h="1993900">
                <a:moveTo>
                  <a:pt x="1616964" y="9143"/>
                </a:moveTo>
                <a:lnTo>
                  <a:pt x="1584960" y="9143"/>
                </a:lnTo>
                <a:lnTo>
                  <a:pt x="1584960" y="0"/>
                </a:lnTo>
                <a:lnTo>
                  <a:pt x="1616964" y="0"/>
                </a:lnTo>
                <a:lnTo>
                  <a:pt x="1616964" y="9143"/>
                </a:lnTo>
                <a:close/>
              </a:path>
              <a:path w="1856739" h="1993900">
                <a:moveTo>
                  <a:pt x="1658112" y="9143"/>
                </a:moveTo>
                <a:lnTo>
                  <a:pt x="1626108" y="9143"/>
                </a:lnTo>
                <a:lnTo>
                  <a:pt x="1626108" y="0"/>
                </a:lnTo>
                <a:lnTo>
                  <a:pt x="1658112" y="0"/>
                </a:lnTo>
                <a:lnTo>
                  <a:pt x="1658112" y="9143"/>
                </a:lnTo>
                <a:close/>
              </a:path>
              <a:path w="1856739" h="1993900">
                <a:moveTo>
                  <a:pt x="1700784" y="9143"/>
                </a:moveTo>
                <a:lnTo>
                  <a:pt x="1668780" y="9143"/>
                </a:lnTo>
                <a:lnTo>
                  <a:pt x="1668780" y="0"/>
                </a:lnTo>
                <a:lnTo>
                  <a:pt x="1700784" y="0"/>
                </a:lnTo>
                <a:lnTo>
                  <a:pt x="1700784" y="9143"/>
                </a:lnTo>
                <a:close/>
              </a:path>
              <a:path w="1856739" h="1993900">
                <a:moveTo>
                  <a:pt x="1741932" y="9143"/>
                </a:moveTo>
                <a:lnTo>
                  <a:pt x="1709928" y="9143"/>
                </a:lnTo>
                <a:lnTo>
                  <a:pt x="1709928" y="0"/>
                </a:lnTo>
                <a:lnTo>
                  <a:pt x="1741932" y="0"/>
                </a:lnTo>
                <a:lnTo>
                  <a:pt x="1741932" y="9143"/>
                </a:lnTo>
                <a:close/>
              </a:path>
              <a:path w="1856739" h="1993900">
                <a:moveTo>
                  <a:pt x="1784603" y="9143"/>
                </a:moveTo>
                <a:lnTo>
                  <a:pt x="1752600" y="9143"/>
                </a:lnTo>
                <a:lnTo>
                  <a:pt x="1752600" y="0"/>
                </a:lnTo>
                <a:lnTo>
                  <a:pt x="1784603" y="0"/>
                </a:lnTo>
                <a:lnTo>
                  <a:pt x="1784603" y="9143"/>
                </a:lnTo>
                <a:close/>
              </a:path>
              <a:path w="1856739" h="1993900">
                <a:moveTo>
                  <a:pt x="1825751" y="9143"/>
                </a:moveTo>
                <a:lnTo>
                  <a:pt x="1793748" y="9143"/>
                </a:lnTo>
                <a:lnTo>
                  <a:pt x="1793748" y="0"/>
                </a:lnTo>
                <a:lnTo>
                  <a:pt x="1825751" y="0"/>
                </a:lnTo>
                <a:lnTo>
                  <a:pt x="1825751" y="9143"/>
                </a:lnTo>
                <a:close/>
              </a:path>
              <a:path w="1856739" h="1993900">
                <a:moveTo>
                  <a:pt x="1845564" y="9143"/>
                </a:moveTo>
                <a:lnTo>
                  <a:pt x="1836419" y="9143"/>
                </a:lnTo>
                <a:lnTo>
                  <a:pt x="1836419" y="0"/>
                </a:lnTo>
                <a:lnTo>
                  <a:pt x="1856232" y="0"/>
                </a:lnTo>
                <a:lnTo>
                  <a:pt x="1856232" y="4572"/>
                </a:lnTo>
                <a:lnTo>
                  <a:pt x="1845564" y="4572"/>
                </a:lnTo>
                <a:lnTo>
                  <a:pt x="1845564" y="9143"/>
                </a:lnTo>
                <a:close/>
              </a:path>
              <a:path w="1856739" h="1993900">
                <a:moveTo>
                  <a:pt x="1856232" y="21335"/>
                </a:moveTo>
                <a:lnTo>
                  <a:pt x="1845564" y="21335"/>
                </a:lnTo>
                <a:lnTo>
                  <a:pt x="1845564" y="4572"/>
                </a:lnTo>
                <a:lnTo>
                  <a:pt x="1851660" y="9143"/>
                </a:lnTo>
                <a:lnTo>
                  <a:pt x="1856232" y="9143"/>
                </a:lnTo>
                <a:lnTo>
                  <a:pt x="1856232" y="21335"/>
                </a:lnTo>
                <a:close/>
              </a:path>
              <a:path w="1856739" h="1993900">
                <a:moveTo>
                  <a:pt x="1856232" y="9143"/>
                </a:moveTo>
                <a:lnTo>
                  <a:pt x="1851660" y="9143"/>
                </a:lnTo>
                <a:lnTo>
                  <a:pt x="1845564" y="4572"/>
                </a:lnTo>
                <a:lnTo>
                  <a:pt x="1856232" y="4572"/>
                </a:lnTo>
                <a:lnTo>
                  <a:pt x="1856232" y="9143"/>
                </a:lnTo>
                <a:close/>
              </a:path>
              <a:path w="1856739" h="1993900">
                <a:moveTo>
                  <a:pt x="1856232" y="62483"/>
                </a:moveTo>
                <a:lnTo>
                  <a:pt x="1845564" y="62483"/>
                </a:lnTo>
                <a:lnTo>
                  <a:pt x="1845564" y="32004"/>
                </a:lnTo>
                <a:lnTo>
                  <a:pt x="1856232" y="32004"/>
                </a:lnTo>
                <a:lnTo>
                  <a:pt x="1856232" y="62483"/>
                </a:lnTo>
                <a:close/>
              </a:path>
              <a:path w="1856739" h="1993900">
                <a:moveTo>
                  <a:pt x="1856232" y="105156"/>
                </a:moveTo>
                <a:lnTo>
                  <a:pt x="1845564" y="105156"/>
                </a:lnTo>
                <a:lnTo>
                  <a:pt x="1845564" y="73151"/>
                </a:lnTo>
                <a:lnTo>
                  <a:pt x="1856232" y="73151"/>
                </a:lnTo>
                <a:lnTo>
                  <a:pt x="1856232" y="105156"/>
                </a:lnTo>
                <a:close/>
              </a:path>
              <a:path w="1856739" h="1993900">
                <a:moveTo>
                  <a:pt x="1856232" y="146304"/>
                </a:moveTo>
                <a:lnTo>
                  <a:pt x="1845564" y="146304"/>
                </a:lnTo>
                <a:lnTo>
                  <a:pt x="1845564" y="115824"/>
                </a:lnTo>
                <a:lnTo>
                  <a:pt x="1856232" y="115824"/>
                </a:lnTo>
                <a:lnTo>
                  <a:pt x="1856232" y="146304"/>
                </a:lnTo>
                <a:close/>
              </a:path>
              <a:path w="1856739" h="1993900">
                <a:moveTo>
                  <a:pt x="1856232" y="188975"/>
                </a:moveTo>
                <a:lnTo>
                  <a:pt x="1845564" y="188975"/>
                </a:lnTo>
                <a:lnTo>
                  <a:pt x="1845564" y="156972"/>
                </a:lnTo>
                <a:lnTo>
                  <a:pt x="1856232" y="156972"/>
                </a:lnTo>
                <a:lnTo>
                  <a:pt x="1856232" y="188975"/>
                </a:lnTo>
                <a:close/>
              </a:path>
              <a:path w="1856739" h="1993900">
                <a:moveTo>
                  <a:pt x="1856232" y="230124"/>
                </a:moveTo>
                <a:lnTo>
                  <a:pt x="1845564" y="230124"/>
                </a:lnTo>
                <a:lnTo>
                  <a:pt x="1845564" y="199643"/>
                </a:lnTo>
                <a:lnTo>
                  <a:pt x="1856232" y="199643"/>
                </a:lnTo>
                <a:lnTo>
                  <a:pt x="1856232" y="230124"/>
                </a:lnTo>
                <a:close/>
              </a:path>
              <a:path w="1856739" h="1993900">
                <a:moveTo>
                  <a:pt x="1856232" y="272796"/>
                </a:moveTo>
                <a:lnTo>
                  <a:pt x="1845564" y="272796"/>
                </a:lnTo>
                <a:lnTo>
                  <a:pt x="1845564" y="240791"/>
                </a:lnTo>
                <a:lnTo>
                  <a:pt x="1856232" y="240791"/>
                </a:lnTo>
                <a:lnTo>
                  <a:pt x="1856232" y="272796"/>
                </a:lnTo>
                <a:close/>
              </a:path>
              <a:path w="1856739" h="1993900">
                <a:moveTo>
                  <a:pt x="1856232" y="313943"/>
                </a:moveTo>
                <a:lnTo>
                  <a:pt x="1845564" y="313943"/>
                </a:lnTo>
                <a:lnTo>
                  <a:pt x="1845564" y="283464"/>
                </a:lnTo>
                <a:lnTo>
                  <a:pt x="1856232" y="283464"/>
                </a:lnTo>
                <a:lnTo>
                  <a:pt x="1856232" y="313943"/>
                </a:lnTo>
                <a:close/>
              </a:path>
              <a:path w="1856739" h="1993900">
                <a:moveTo>
                  <a:pt x="1856232" y="356616"/>
                </a:moveTo>
                <a:lnTo>
                  <a:pt x="1845564" y="356616"/>
                </a:lnTo>
                <a:lnTo>
                  <a:pt x="1845564" y="324612"/>
                </a:lnTo>
                <a:lnTo>
                  <a:pt x="1856232" y="324612"/>
                </a:lnTo>
                <a:lnTo>
                  <a:pt x="1856232" y="356616"/>
                </a:lnTo>
                <a:close/>
              </a:path>
              <a:path w="1856739" h="1993900">
                <a:moveTo>
                  <a:pt x="1856232" y="397764"/>
                </a:moveTo>
                <a:lnTo>
                  <a:pt x="1845564" y="397764"/>
                </a:lnTo>
                <a:lnTo>
                  <a:pt x="1845564" y="367283"/>
                </a:lnTo>
                <a:lnTo>
                  <a:pt x="1856232" y="367283"/>
                </a:lnTo>
                <a:lnTo>
                  <a:pt x="1856232" y="397764"/>
                </a:lnTo>
                <a:close/>
              </a:path>
              <a:path w="1856739" h="1993900">
                <a:moveTo>
                  <a:pt x="1856232" y="440435"/>
                </a:moveTo>
                <a:lnTo>
                  <a:pt x="1845564" y="440435"/>
                </a:lnTo>
                <a:lnTo>
                  <a:pt x="1845564" y="408432"/>
                </a:lnTo>
                <a:lnTo>
                  <a:pt x="1856232" y="408432"/>
                </a:lnTo>
                <a:lnTo>
                  <a:pt x="1856232" y="440435"/>
                </a:lnTo>
                <a:close/>
              </a:path>
              <a:path w="1856739" h="1993900">
                <a:moveTo>
                  <a:pt x="1856232" y="481583"/>
                </a:moveTo>
                <a:lnTo>
                  <a:pt x="1845564" y="481583"/>
                </a:lnTo>
                <a:lnTo>
                  <a:pt x="1845564" y="451104"/>
                </a:lnTo>
                <a:lnTo>
                  <a:pt x="1856232" y="451104"/>
                </a:lnTo>
                <a:lnTo>
                  <a:pt x="1856232" y="481583"/>
                </a:lnTo>
                <a:close/>
              </a:path>
              <a:path w="1856739" h="1993900">
                <a:moveTo>
                  <a:pt x="1856232" y="524256"/>
                </a:moveTo>
                <a:lnTo>
                  <a:pt x="1845564" y="524256"/>
                </a:lnTo>
                <a:lnTo>
                  <a:pt x="1845564" y="492251"/>
                </a:lnTo>
                <a:lnTo>
                  <a:pt x="1856232" y="492251"/>
                </a:lnTo>
                <a:lnTo>
                  <a:pt x="1856232" y="524256"/>
                </a:lnTo>
                <a:close/>
              </a:path>
              <a:path w="1856739" h="1993900">
                <a:moveTo>
                  <a:pt x="1856232" y="565404"/>
                </a:moveTo>
                <a:lnTo>
                  <a:pt x="1845564" y="565404"/>
                </a:lnTo>
                <a:lnTo>
                  <a:pt x="1845564" y="534924"/>
                </a:lnTo>
                <a:lnTo>
                  <a:pt x="1856232" y="534924"/>
                </a:lnTo>
                <a:lnTo>
                  <a:pt x="1856232" y="565404"/>
                </a:lnTo>
                <a:close/>
              </a:path>
              <a:path w="1856739" h="1993900">
                <a:moveTo>
                  <a:pt x="1856232" y="608075"/>
                </a:moveTo>
                <a:lnTo>
                  <a:pt x="1845564" y="608075"/>
                </a:lnTo>
                <a:lnTo>
                  <a:pt x="1845564" y="576072"/>
                </a:lnTo>
                <a:lnTo>
                  <a:pt x="1856232" y="576072"/>
                </a:lnTo>
                <a:lnTo>
                  <a:pt x="1856232" y="608075"/>
                </a:lnTo>
                <a:close/>
              </a:path>
              <a:path w="1856739" h="1993900">
                <a:moveTo>
                  <a:pt x="1856232" y="649224"/>
                </a:moveTo>
                <a:lnTo>
                  <a:pt x="1845564" y="649224"/>
                </a:lnTo>
                <a:lnTo>
                  <a:pt x="1845564" y="618743"/>
                </a:lnTo>
                <a:lnTo>
                  <a:pt x="1856232" y="618743"/>
                </a:lnTo>
                <a:lnTo>
                  <a:pt x="1856232" y="649224"/>
                </a:lnTo>
                <a:close/>
              </a:path>
              <a:path w="1856739" h="1993900">
                <a:moveTo>
                  <a:pt x="1856232" y="691895"/>
                </a:moveTo>
                <a:lnTo>
                  <a:pt x="1845564" y="691895"/>
                </a:lnTo>
                <a:lnTo>
                  <a:pt x="1845564" y="659892"/>
                </a:lnTo>
                <a:lnTo>
                  <a:pt x="1856232" y="659892"/>
                </a:lnTo>
                <a:lnTo>
                  <a:pt x="1856232" y="691895"/>
                </a:lnTo>
                <a:close/>
              </a:path>
              <a:path w="1856739" h="1993900">
                <a:moveTo>
                  <a:pt x="1856232" y="733043"/>
                </a:moveTo>
                <a:lnTo>
                  <a:pt x="1845564" y="733043"/>
                </a:lnTo>
                <a:lnTo>
                  <a:pt x="1845564" y="702563"/>
                </a:lnTo>
                <a:lnTo>
                  <a:pt x="1856232" y="702563"/>
                </a:lnTo>
                <a:lnTo>
                  <a:pt x="1856232" y="733043"/>
                </a:lnTo>
                <a:close/>
              </a:path>
              <a:path w="1856739" h="1993900">
                <a:moveTo>
                  <a:pt x="1856232" y="775716"/>
                </a:moveTo>
                <a:lnTo>
                  <a:pt x="1845564" y="775716"/>
                </a:lnTo>
                <a:lnTo>
                  <a:pt x="1845564" y="743711"/>
                </a:lnTo>
                <a:lnTo>
                  <a:pt x="1856232" y="743711"/>
                </a:lnTo>
                <a:lnTo>
                  <a:pt x="1856232" y="775716"/>
                </a:lnTo>
                <a:close/>
              </a:path>
              <a:path w="1856739" h="1993900">
                <a:moveTo>
                  <a:pt x="1856232" y="816863"/>
                </a:moveTo>
                <a:lnTo>
                  <a:pt x="1845564" y="816863"/>
                </a:lnTo>
                <a:lnTo>
                  <a:pt x="1845564" y="786384"/>
                </a:lnTo>
                <a:lnTo>
                  <a:pt x="1856232" y="786384"/>
                </a:lnTo>
                <a:lnTo>
                  <a:pt x="1856232" y="816863"/>
                </a:lnTo>
                <a:close/>
              </a:path>
              <a:path w="1856739" h="1993900">
                <a:moveTo>
                  <a:pt x="1856232" y="859536"/>
                </a:moveTo>
                <a:lnTo>
                  <a:pt x="1845564" y="859536"/>
                </a:lnTo>
                <a:lnTo>
                  <a:pt x="1845564" y="827531"/>
                </a:lnTo>
                <a:lnTo>
                  <a:pt x="1856232" y="827531"/>
                </a:lnTo>
                <a:lnTo>
                  <a:pt x="1856232" y="859536"/>
                </a:lnTo>
                <a:close/>
              </a:path>
              <a:path w="1856739" h="1993900">
                <a:moveTo>
                  <a:pt x="1856232" y="900684"/>
                </a:moveTo>
                <a:lnTo>
                  <a:pt x="1845564" y="900684"/>
                </a:lnTo>
                <a:lnTo>
                  <a:pt x="1845564" y="870204"/>
                </a:lnTo>
                <a:lnTo>
                  <a:pt x="1856232" y="870204"/>
                </a:lnTo>
                <a:lnTo>
                  <a:pt x="1856232" y="900684"/>
                </a:lnTo>
                <a:close/>
              </a:path>
              <a:path w="1856739" h="1993900">
                <a:moveTo>
                  <a:pt x="1856232" y="943356"/>
                </a:moveTo>
                <a:lnTo>
                  <a:pt x="1845564" y="943356"/>
                </a:lnTo>
                <a:lnTo>
                  <a:pt x="1845564" y="911352"/>
                </a:lnTo>
                <a:lnTo>
                  <a:pt x="1856232" y="911352"/>
                </a:lnTo>
                <a:lnTo>
                  <a:pt x="1856232" y="943356"/>
                </a:lnTo>
                <a:close/>
              </a:path>
              <a:path w="1856739" h="1993900">
                <a:moveTo>
                  <a:pt x="1856232" y="984504"/>
                </a:moveTo>
                <a:lnTo>
                  <a:pt x="1845564" y="984504"/>
                </a:lnTo>
                <a:lnTo>
                  <a:pt x="1845564" y="954024"/>
                </a:lnTo>
                <a:lnTo>
                  <a:pt x="1856232" y="954024"/>
                </a:lnTo>
                <a:lnTo>
                  <a:pt x="1856232" y="984504"/>
                </a:lnTo>
                <a:close/>
              </a:path>
              <a:path w="1856739" h="1993900">
                <a:moveTo>
                  <a:pt x="1856232" y="1027176"/>
                </a:moveTo>
                <a:lnTo>
                  <a:pt x="1845564" y="1027176"/>
                </a:lnTo>
                <a:lnTo>
                  <a:pt x="1845564" y="995172"/>
                </a:lnTo>
                <a:lnTo>
                  <a:pt x="1856232" y="995172"/>
                </a:lnTo>
                <a:lnTo>
                  <a:pt x="1856232" y="1027176"/>
                </a:lnTo>
                <a:close/>
              </a:path>
              <a:path w="1856739" h="1993900">
                <a:moveTo>
                  <a:pt x="1856232" y="1068324"/>
                </a:moveTo>
                <a:lnTo>
                  <a:pt x="1845564" y="1068324"/>
                </a:lnTo>
                <a:lnTo>
                  <a:pt x="1845564" y="1037843"/>
                </a:lnTo>
                <a:lnTo>
                  <a:pt x="1856232" y="1037843"/>
                </a:lnTo>
                <a:lnTo>
                  <a:pt x="1856232" y="1068324"/>
                </a:lnTo>
                <a:close/>
              </a:path>
              <a:path w="1856739" h="1993900">
                <a:moveTo>
                  <a:pt x="1856232" y="1110995"/>
                </a:moveTo>
                <a:lnTo>
                  <a:pt x="1845564" y="1110995"/>
                </a:lnTo>
                <a:lnTo>
                  <a:pt x="1845564" y="1078992"/>
                </a:lnTo>
                <a:lnTo>
                  <a:pt x="1856232" y="1078992"/>
                </a:lnTo>
                <a:lnTo>
                  <a:pt x="1856232" y="1110995"/>
                </a:lnTo>
                <a:close/>
              </a:path>
              <a:path w="1856739" h="1993900">
                <a:moveTo>
                  <a:pt x="1856232" y="1152143"/>
                </a:moveTo>
                <a:lnTo>
                  <a:pt x="1845564" y="1152143"/>
                </a:lnTo>
                <a:lnTo>
                  <a:pt x="1845564" y="1121663"/>
                </a:lnTo>
                <a:lnTo>
                  <a:pt x="1856232" y="1121663"/>
                </a:lnTo>
                <a:lnTo>
                  <a:pt x="1856232" y="1152143"/>
                </a:lnTo>
                <a:close/>
              </a:path>
              <a:path w="1856739" h="1993900">
                <a:moveTo>
                  <a:pt x="1856232" y="1194816"/>
                </a:moveTo>
                <a:lnTo>
                  <a:pt x="1845564" y="1194816"/>
                </a:lnTo>
                <a:lnTo>
                  <a:pt x="1845564" y="1162811"/>
                </a:lnTo>
                <a:lnTo>
                  <a:pt x="1856232" y="1162811"/>
                </a:lnTo>
                <a:lnTo>
                  <a:pt x="1856232" y="1194816"/>
                </a:lnTo>
                <a:close/>
              </a:path>
              <a:path w="1856739" h="1993900">
                <a:moveTo>
                  <a:pt x="1856232" y="1235963"/>
                </a:moveTo>
                <a:lnTo>
                  <a:pt x="1845564" y="1235963"/>
                </a:lnTo>
                <a:lnTo>
                  <a:pt x="1845564" y="1205484"/>
                </a:lnTo>
                <a:lnTo>
                  <a:pt x="1856232" y="1205484"/>
                </a:lnTo>
                <a:lnTo>
                  <a:pt x="1856232" y="1235963"/>
                </a:lnTo>
                <a:close/>
              </a:path>
              <a:path w="1856739" h="1993900">
                <a:moveTo>
                  <a:pt x="1856232" y="1278636"/>
                </a:moveTo>
                <a:lnTo>
                  <a:pt x="1845564" y="1278636"/>
                </a:lnTo>
                <a:lnTo>
                  <a:pt x="1845564" y="1246631"/>
                </a:lnTo>
                <a:lnTo>
                  <a:pt x="1856232" y="1246631"/>
                </a:lnTo>
                <a:lnTo>
                  <a:pt x="1856232" y="1278636"/>
                </a:lnTo>
                <a:close/>
              </a:path>
              <a:path w="1856739" h="1993900">
                <a:moveTo>
                  <a:pt x="1856232" y="1319784"/>
                </a:moveTo>
                <a:lnTo>
                  <a:pt x="1845564" y="1319784"/>
                </a:lnTo>
                <a:lnTo>
                  <a:pt x="1845564" y="1289304"/>
                </a:lnTo>
                <a:lnTo>
                  <a:pt x="1856232" y="1289304"/>
                </a:lnTo>
                <a:lnTo>
                  <a:pt x="1856232" y="1319784"/>
                </a:lnTo>
                <a:close/>
              </a:path>
              <a:path w="1856739" h="1993900">
                <a:moveTo>
                  <a:pt x="1856232" y="1362456"/>
                </a:moveTo>
                <a:lnTo>
                  <a:pt x="1845564" y="1362456"/>
                </a:lnTo>
                <a:lnTo>
                  <a:pt x="1845564" y="1330452"/>
                </a:lnTo>
                <a:lnTo>
                  <a:pt x="1856232" y="1330452"/>
                </a:lnTo>
                <a:lnTo>
                  <a:pt x="1856232" y="1362456"/>
                </a:lnTo>
                <a:close/>
              </a:path>
              <a:path w="1856739" h="1993900">
                <a:moveTo>
                  <a:pt x="1856232" y="1403604"/>
                </a:moveTo>
                <a:lnTo>
                  <a:pt x="1845564" y="1403604"/>
                </a:lnTo>
                <a:lnTo>
                  <a:pt x="1845564" y="1373124"/>
                </a:lnTo>
                <a:lnTo>
                  <a:pt x="1856232" y="1373124"/>
                </a:lnTo>
                <a:lnTo>
                  <a:pt x="1856232" y="1403604"/>
                </a:lnTo>
                <a:close/>
              </a:path>
              <a:path w="1856739" h="1993900">
                <a:moveTo>
                  <a:pt x="1856232" y="1446276"/>
                </a:moveTo>
                <a:lnTo>
                  <a:pt x="1845564" y="1446276"/>
                </a:lnTo>
                <a:lnTo>
                  <a:pt x="1845564" y="1414272"/>
                </a:lnTo>
                <a:lnTo>
                  <a:pt x="1856232" y="1414272"/>
                </a:lnTo>
                <a:lnTo>
                  <a:pt x="1856232" y="1446276"/>
                </a:lnTo>
                <a:close/>
              </a:path>
              <a:path w="1856739" h="1993900">
                <a:moveTo>
                  <a:pt x="1856232" y="1487424"/>
                </a:moveTo>
                <a:lnTo>
                  <a:pt x="1845564" y="1487424"/>
                </a:lnTo>
                <a:lnTo>
                  <a:pt x="1845564" y="1456943"/>
                </a:lnTo>
                <a:lnTo>
                  <a:pt x="1856232" y="1456943"/>
                </a:lnTo>
                <a:lnTo>
                  <a:pt x="1856232" y="1487424"/>
                </a:lnTo>
                <a:close/>
              </a:path>
              <a:path w="1856739" h="1993900">
                <a:moveTo>
                  <a:pt x="1856232" y="1530095"/>
                </a:moveTo>
                <a:lnTo>
                  <a:pt x="1845564" y="1530095"/>
                </a:lnTo>
                <a:lnTo>
                  <a:pt x="1845564" y="1498092"/>
                </a:lnTo>
                <a:lnTo>
                  <a:pt x="1856232" y="1498092"/>
                </a:lnTo>
                <a:lnTo>
                  <a:pt x="1856232" y="1530095"/>
                </a:lnTo>
                <a:close/>
              </a:path>
              <a:path w="1856739" h="1993900">
                <a:moveTo>
                  <a:pt x="1856232" y="1571243"/>
                </a:moveTo>
                <a:lnTo>
                  <a:pt x="1845564" y="1571243"/>
                </a:lnTo>
                <a:lnTo>
                  <a:pt x="1845564" y="1540763"/>
                </a:lnTo>
                <a:lnTo>
                  <a:pt x="1856232" y="1540763"/>
                </a:lnTo>
                <a:lnTo>
                  <a:pt x="1856232" y="1571243"/>
                </a:lnTo>
                <a:close/>
              </a:path>
              <a:path w="1856739" h="1993900">
                <a:moveTo>
                  <a:pt x="1856232" y="1613916"/>
                </a:moveTo>
                <a:lnTo>
                  <a:pt x="1845564" y="1613916"/>
                </a:lnTo>
                <a:lnTo>
                  <a:pt x="1845564" y="1581911"/>
                </a:lnTo>
                <a:lnTo>
                  <a:pt x="1856232" y="1581911"/>
                </a:lnTo>
                <a:lnTo>
                  <a:pt x="1856232" y="1613916"/>
                </a:lnTo>
                <a:close/>
              </a:path>
              <a:path w="1856739" h="1993900">
                <a:moveTo>
                  <a:pt x="1856232" y="1655063"/>
                </a:moveTo>
                <a:lnTo>
                  <a:pt x="1845564" y="1655063"/>
                </a:lnTo>
                <a:lnTo>
                  <a:pt x="1845564" y="1624584"/>
                </a:lnTo>
                <a:lnTo>
                  <a:pt x="1856232" y="1624584"/>
                </a:lnTo>
                <a:lnTo>
                  <a:pt x="1856232" y="1655063"/>
                </a:lnTo>
                <a:close/>
              </a:path>
              <a:path w="1856739" h="1993900">
                <a:moveTo>
                  <a:pt x="1856232" y="1697736"/>
                </a:moveTo>
                <a:lnTo>
                  <a:pt x="1845564" y="1697736"/>
                </a:lnTo>
                <a:lnTo>
                  <a:pt x="1845564" y="1665731"/>
                </a:lnTo>
                <a:lnTo>
                  <a:pt x="1856232" y="1665731"/>
                </a:lnTo>
                <a:lnTo>
                  <a:pt x="1856232" y="1697736"/>
                </a:lnTo>
                <a:close/>
              </a:path>
              <a:path w="1856739" h="1993900">
                <a:moveTo>
                  <a:pt x="1856232" y="1738884"/>
                </a:moveTo>
                <a:lnTo>
                  <a:pt x="1845564" y="1738884"/>
                </a:lnTo>
                <a:lnTo>
                  <a:pt x="1845564" y="1708404"/>
                </a:lnTo>
                <a:lnTo>
                  <a:pt x="1856232" y="1708404"/>
                </a:lnTo>
                <a:lnTo>
                  <a:pt x="1856232" y="1738884"/>
                </a:lnTo>
                <a:close/>
              </a:path>
              <a:path w="1856739" h="1993900">
                <a:moveTo>
                  <a:pt x="1856232" y="1781556"/>
                </a:moveTo>
                <a:lnTo>
                  <a:pt x="1845564" y="1781556"/>
                </a:lnTo>
                <a:lnTo>
                  <a:pt x="1845564" y="1749552"/>
                </a:lnTo>
                <a:lnTo>
                  <a:pt x="1856232" y="1749552"/>
                </a:lnTo>
                <a:lnTo>
                  <a:pt x="1856232" y="1781556"/>
                </a:lnTo>
                <a:close/>
              </a:path>
              <a:path w="1856739" h="1993900">
                <a:moveTo>
                  <a:pt x="1856232" y="1822704"/>
                </a:moveTo>
                <a:lnTo>
                  <a:pt x="1845564" y="1822704"/>
                </a:lnTo>
                <a:lnTo>
                  <a:pt x="1845564" y="1792224"/>
                </a:lnTo>
                <a:lnTo>
                  <a:pt x="1856232" y="1792224"/>
                </a:lnTo>
                <a:lnTo>
                  <a:pt x="1856232" y="1822704"/>
                </a:lnTo>
                <a:close/>
              </a:path>
              <a:path w="1856739" h="1993900">
                <a:moveTo>
                  <a:pt x="1856232" y="1865376"/>
                </a:moveTo>
                <a:lnTo>
                  <a:pt x="1845564" y="1865376"/>
                </a:lnTo>
                <a:lnTo>
                  <a:pt x="1845564" y="1833372"/>
                </a:lnTo>
                <a:lnTo>
                  <a:pt x="1856232" y="1833372"/>
                </a:lnTo>
                <a:lnTo>
                  <a:pt x="1856232" y="1865376"/>
                </a:lnTo>
                <a:close/>
              </a:path>
              <a:path w="1856739" h="1993900">
                <a:moveTo>
                  <a:pt x="1856232" y="1906524"/>
                </a:moveTo>
                <a:lnTo>
                  <a:pt x="1845564" y="1906524"/>
                </a:lnTo>
                <a:lnTo>
                  <a:pt x="1845564" y="1876043"/>
                </a:lnTo>
                <a:lnTo>
                  <a:pt x="1856232" y="1876043"/>
                </a:lnTo>
                <a:lnTo>
                  <a:pt x="1856232" y="1906524"/>
                </a:lnTo>
                <a:close/>
              </a:path>
              <a:path w="1856739" h="1993900">
                <a:moveTo>
                  <a:pt x="1856232" y="1949195"/>
                </a:moveTo>
                <a:lnTo>
                  <a:pt x="1845564" y="1949195"/>
                </a:lnTo>
                <a:lnTo>
                  <a:pt x="1845564" y="1917192"/>
                </a:lnTo>
                <a:lnTo>
                  <a:pt x="1856232" y="1917192"/>
                </a:lnTo>
                <a:lnTo>
                  <a:pt x="1856232" y="1949195"/>
                </a:lnTo>
                <a:close/>
              </a:path>
              <a:path w="1856739" h="1993900">
                <a:moveTo>
                  <a:pt x="1845564" y="1987295"/>
                </a:moveTo>
                <a:lnTo>
                  <a:pt x="1845564" y="1959863"/>
                </a:lnTo>
                <a:lnTo>
                  <a:pt x="1856232" y="1959863"/>
                </a:lnTo>
                <a:lnTo>
                  <a:pt x="1856232" y="1982724"/>
                </a:lnTo>
                <a:lnTo>
                  <a:pt x="1848612" y="1982724"/>
                </a:lnTo>
                <a:lnTo>
                  <a:pt x="1848612" y="1985010"/>
                </a:lnTo>
                <a:lnTo>
                  <a:pt x="1845564" y="1987295"/>
                </a:lnTo>
                <a:close/>
              </a:path>
              <a:path w="1856739" h="1993900">
                <a:moveTo>
                  <a:pt x="1848612" y="1985010"/>
                </a:moveTo>
                <a:lnTo>
                  <a:pt x="1848612" y="1982724"/>
                </a:lnTo>
                <a:lnTo>
                  <a:pt x="1851660" y="1982724"/>
                </a:lnTo>
                <a:lnTo>
                  <a:pt x="1848612" y="1985010"/>
                </a:lnTo>
                <a:close/>
              </a:path>
              <a:path w="1856739" h="1993900">
                <a:moveTo>
                  <a:pt x="1856232" y="1993392"/>
                </a:moveTo>
                <a:lnTo>
                  <a:pt x="1848612" y="1993392"/>
                </a:lnTo>
                <a:lnTo>
                  <a:pt x="1848612" y="1985010"/>
                </a:lnTo>
                <a:lnTo>
                  <a:pt x="1851660" y="1982724"/>
                </a:lnTo>
                <a:lnTo>
                  <a:pt x="1856232" y="1982724"/>
                </a:lnTo>
                <a:lnTo>
                  <a:pt x="1856232" y="1993392"/>
                </a:lnTo>
                <a:close/>
              </a:path>
              <a:path w="1856739" h="1993900">
                <a:moveTo>
                  <a:pt x="1837944" y="1993392"/>
                </a:moveTo>
                <a:lnTo>
                  <a:pt x="1805940" y="1993392"/>
                </a:lnTo>
                <a:lnTo>
                  <a:pt x="1805940" y="1982724"/>
                </a:lnTo>
                <a:lnTo>
                  <a:pt x="1837944" y="1982724"/>
                </a:lnTo>
                <a:lnTo>
                  <a:pt x="1837944" y="1993392"/>
                </a:lnTo>
                <a:close/>
              </a:path>
              <a:path w="1856739" h="1993900">
                <a:moveTo>
                  <a:pt x="1796796" y="1993392"/>
                </a:moveTo>
                <a:lnTo>
                  <a:pt x="1764792" y="1993392"/>
                </a:lnTo>
                <a:lnTo>
                  <a:pt x="1764792" y="1982724"/>
                </a:lnTo>
                <a:lnTo>
                  <a:pt x="1796796" y="1982724"/>
                </a:lnTo>
                <a:lnTo>
                  <a:pt x="1796796" y="1993392"/>
                </a:lnTo>
                <a:close/>
              </a:path>
              <a:path w="1856739" h="1993900">
                <a:moveTo>
                  <a:pt x="1754124" y="1993392"/>
                </a:moveTo>
                <a:lnTo>
                  <a:pt x="1722119" y="1993392"/>
                </a:lnTo>
                <a:lnTo>
                  <a:pt x="1722119" y="1982724"/>
                </a:lnTo>
                <a:lnTo>
                  <a:pt x="1754124" y="1982724"/>
                </a:lnTo>
                <a:lnTo>
                  <a:pt x="1754124" y="1993392"/>
                </a:lnTo>
                <a:close/>
              </a:path>
              <a:path w="1856739" h="1993900">
                <a:moveTo>
                  <a:pt x="1712976" y="1993392"/>
                </a:moveTo>
                <a:lnTo>
                  <a:pt x="1680972" y="1993392"/>
                </a:lnTo>
                <a:lnTo>
                  <a:pt x="1680972" y="1982724"/>
                </a:lnTo>
                <a:lnTo>
                  <a:pt x="1712976" y="1982724"/>
                </a:lnTo>
                <a:lnTo>
                  <a:pt x="1712976" y="1993392"/>
                </a:lnTo>
                <a:close/>
              </a:path>
              <a:path w="1856739" h="1993900">
                <a:moveTo>
                  <a:pt x="1670303" y="1993392"/>
                </a:moveTo>
                <a:lnTo>
                  <a:pt x="1638300" y="1993392"/>
                </a:lnTo>
                <a:lnTo>
                  <a:pt x="1638300" y="1982724"/>
                </a:lnTo>
                <a:lnTo>
                  <a:pt x="1670303" y="1982724"/>
                </a:lnTo>
                <a:lnTo>
                  <a:pt x="1670303" y="1993392"/>
                </a:lnTo>
                <a:close/>
              </a:path>
              <a:path w="1856739" h="1993900">
                <a:moveTo>
                  <a:pt x="1629156" y="1993392"/>
                </a:moveTo>
                <a:lnTo>
                  <a:pt x="1597151" y="1993392"/>
                </a:lnTo>
                <a:lnTo>
                  <a:pt x="1597151" y="1982724"/>
                </a:lnTo>
                <a:lnTo>
                  <a:pt x="1629156" y="1982724"/>
                </a:lnTo>
                <a:lnTo>
                  <a:pt x="1629156" y="1993392"/>
                </a:lnTo>
                <a:close/>
              </a:path>
              <a:path w="1856739" h="1993900">
                <a:moveTo>
                  <a:pt x="1586484" y="1993392"/>
                </a:moveTo>
                <a:lnTo>
                  <a:pt x="1554480" y="1993392"/>
                </a:lnTo>
                <a:lnTo>
                  <a:pt x="1554480" y="1982724"/>
                </a:lnTo>
                <a:lnTo>
                  <a:pt x="1586484" y="1982724"/>
                </a:lnTo>
                <a:lnTo>
                  <a:pt x="1586484" y="1993392"/>
                </a:lnTo>
                <a:close/>
              </a:path>
              <a:path w="1856739" h="1993900">
                <a:moveTo>
                  <a:pt x="1545335" y="1993392"/>
                </a:moveTo>
                <a:lnTo>
                  <a:pt x="1513332" y="1993392"/>
                </a:lnTo>
                <a:lnTo>
                  <a:pt x="1513332" y="1982724"/>
                </a:lnTo>
                <a:lnTo>
                  <a:pt x="1545335" y="1982724"/>
                </a:lnTo>
                <a:lnTo>
                  <a:pt x="1545335" y="1993392"/>
                </a:lnTo>
                <a:close/>
              </a:path>
              <a:path w="1856739" h="1993900">
                <a:moveTo>
                  <a:pt x="1502664" y="1993392"/>
                </a:moveTo>
                <a:lnTo>
                  <a:pt x="1470660" y="1993392"/>
                </a:lnTo>
                <a:lnTo>
                  <a:pt x="1470660" y="1982724"/>
                </a:lnTo>
                <a:lnTo>
                  <a:pt x="1502664" y="1982724"/>
                </a:lnTo>
                <a:lnTo>
                  <a:pt x="1502664" y="1993392"/>
                </a:lnTo>
                <a:close/>
              </a:path>
              <a:path w="1856739" h="1993900">
                <a:moveTo>
                  <a:pt x="1461516" y="1993392"/>
                </a:moveTo>
                <a:lnTo>
                  <a:pt x="1429512" y="1993392"/>
                </a:lnTo>
                <a:lnTo>
                  <a:pt x="1429512" y="1982724"/>
                </a:lnTo>
                <a:lnTo>
                  <a:pt x="1461516" y="1982724"/>
                </a:lnTo>
                <a:lnTo>
                  <a:pt x="1461516" y="1993392"/>
                </a:lnTo>
                <a:close/>
              </a:path>
              <a:path w="1856739" h="1993900">
                <a:moveTo>
                  <a:pt x="1418844" y="1993392"/>
                </a:moveTo>
                <a:lnTo>
                  <a:pt x="1386840" y="1993392"/>
                </a:lnTo>
                <a:lnTo>
                  <a:pt x="1386840" y="1982724"/>
                </a:lnTo>
                <a:lnTo>
                  <a:pt x="1418844" y="1982724"/>
                </a:lnTo>
                <a:lnTo>
                  <a:pt x="1418844" y="1993392"/>
                </a:lnTo>
                <a:close/>
              </a:path>
              <a:path w="1856739" h="1993900">
                <a:moveTo>
                  <a:pt x="1377696" y="1993392"/>
                </a:moveTo>
                <a:lnTo>
                  <a:pt x="1345692" y="1993392"/>
                </a:lnTo>
                <a:lnTo>
                  <a:pt x="1345692" y="1982724"/>
                </a:lnTo>
                <a:lnTo>
                  <a:pt x="1377696" y="1982724"/>
                </a:lnTo>
                <a:lnTo>
                  <a:pt x="1377696" y="1993392"/>
                </a:lnTo>
                <a:close/>
              </a:path>
              <a:path w="1856739" h="1993900">
                <a:moveTo>
                  <a:pt x="1335024" y="1993392"/>
                </a:moveTo>
                <a:lnTo>
                  <a:pt x="1303019" y="1993392"/>
                </a:lnTo>
                <a:lnTo>
                  <a:pt x="1303019" y="1982724"/>
                </a:lnTo>
                <a:lnTo>
                  <a:pt x="1335024" y="1982724"/>
                </a:lnTo>
                <a:lnTo>
                  <a:pt x="1335024" y="1993392"/>
                </a:lnTo>
                <a:close/>
              </a:path>
              <a:path w="1856739" h="1993900">
                <a:moveTo>
                  <a:pt x="1293876" y="1993392"/>
                </a:moveTo>
                <a:lnTo>
                  <a:pt x="1261872" y="1993392"/>
                </a:lnTo>
                <a:lnTo>
                  <a:pt x="1261872" y="1982724"/>
                </a:lnTo>
                <a:lnTo>
                  <a:pt x="1293876" y="1982724"/>
                </a:lnTo>
                <a:lnTo>
                  <a:pt x="1293876" y="1993392"/>
                </a:lnTo>
                <a:close/>
              </a:path>
              <a:path w="1856739" h="1993900">
                <a:moveTo>
                  <a:pt x="1251203" y="1993392"/>
                </a:moveTo>
                <a:lnTo>
                  <a:pt x="1219200" y="1993392"/>
                </a:lnTo>
                <a:lnTo>
                  <a:pt x="1219200" y="1982724"/>
                </a:lnTo>
                <a:lnTo>
                  <a:pt x="1251203" y="1982724"/>
                </a:lnTo>
                <a:lnTo>
                  <a:pt x="1251203" y="1993392"/>
                </a:lnTo>
                <a:close/>
              </a:path>
              <a:path w="1856739" h="1993900">
                <a:moveTo>
                  <a:pt x="1210056" y="1993392"/>
                </a:moveTo>
                <a:lnTo>
                  <a:pt x="1178051" y="1993392"/>
                </a:lnTo>
                <a:lnTo>
                  <a:pt x="1178051" y="1982724"/>
                </a:lnTo>
                <a:lnTo>
                  <a:pt x="1210056" y="1982724"/>
                </a:lnTo>
                <a:lnTo>
                  <a:pt x="1210056" y="1993392"/>
                </a:lnTo>
                <a:close/>
              </a:path>
              <a:path w="1856739" h="1993900">
                <a:moveTo>
                  <a:pt x="1167384" y="1993392"/>
                </a:moveTo>
                <a:lnTo>
                  <a:pt x="1135380" y="1993392"/>
                </a:lnTo>
                <a:lnTo>
                  <a:pt x="1135380" y="1982724"/>
                </a:lnTo>
                <a:lnTo>
                  <a:pt x="1167384" y="1982724"/>
                </a:lnTo>
                <a:lnTo>
                  <a:pt x="1167384" y="1993392"/>
                </a:lnTo>
                <a:close/>
              </a:path>
              <a:path w="1856739" h="1993900">
                <a:moveTo>
                  <a:pt x="1126235" y="1993392"/>
                </a:moveTo>
                <a:lnTo>
                  <a:pt x="1094232" y="1993392"/>
                </a:lnTo>
                <a:lnTo>
                  <a:pt x="1094232" y="1982724"/>
                </a:lnTo>
                <a:lnTo>
                  <a:pt x="1126235" y="1982724"/>
                </a:lnTo>
                <a:lnTo>
                  <a:pt x="1126235" y="1993392"/>
                </a:lnTo>
                <a:close/>
              </a:path>
              <a:path w="1856739" h="1993900">
                <a:moveTo>
                  <a:pt x="1083564" y="1993392"/>
                </a:moveTo>
                <a:lnTo>
                  <a:pt x="1051560" y="1993392"/>
                </a:lnTo>
                <a:lnTo>
                  <a:pt x="1051560" y="1982724"/>
                </a:lnTo>
                <a:lnTo>
                  <a:pt x="1083564" y="1982724"/>
                </a:lnTo>
                <a:lnTo>
                  <a:pt x="1083564" y="1993392"/>
                </a:lnTo>
                <a:close/>
              </a:path>
              <a:path w="1856739" h="1993900">
                <a:moveTo>
                  <a:pt x="1042416" y="1993392"/>
                </a:moveTo>
                <a:lnTo>
                  <a:pt x="1010412" y="1993392"/>
                </a:lnTo>
                <a:lnTo>
                  <a:pt x="1010412" y="1982724"/>
                </a:lnTo>
                <a:lnTo>
                  <a:pt x="1042416" y="1982724"/>
                </a:lnTo>
                <a:lnTo>
                  <a:pt x="1042416" y="1993392"/>
                </a:lnTo>
                <a:close/>
              </a:path>
              <a:path w="1856739" h="1993900">
                <a:moveTo>
                  <a:pt x="999744" y="1993392"/>
                </a:moveTo>
                <a:lnTo>
                  <a:pt x="967740" y="1993392"/>
                </a:lnTo>
                <a:lnTo>
                  <a:pt x="967740" y="1982724"/>
                </a:lnTo>
                <a:lnTo>
                  <a:pt x="999744" y="1982724"/>
                </a:lnTo>
                <a:lnTo>
                  <a:pt x="999744" y="1993392"/>
                </a:lnTo>
                <a:close/>
              </a:path>
              <a:path w="1856739" h="1993900">
                <a:moveTo>
                  <a:pt x="958596" y="1993392"/>
                </a:moveTo>
                <a:lnTo>
                  <a:pt x="926592" y="1993392"/>
                </a:lnTo>
                <a:lnTo>
                  <a:pt x="926592" y="1982724"/>
                </a:lnTo>
                <a:lnTo>
                  <a:pt x="958596" y="1982724"/>
                </a:lnTo>
                <a:lnTo>
                  <a:pt x="958596" y="1993392"/>
                </a:lnTo>
                <a:close/>
              </a:path>
              <a:path w="1856739" h="1993900">
                <a:moveTo>
                  <a:pt x="915924" y="1993392"/>
                </a:moveTo>
                <a:lnTo>
                  <a:pt x="883919" y="1993392"/>
                </a:lnTo>
                <a:lnTo>
                  <a:pt x="883919" y="1982724"/>
                </a:lnTo>
                <a:lnTo>
                  <a:pt x="915924" y="1982724"/>
                </a:lnTo>
                <a:lnTo>
                  <a:pt x="915924" y="1993392"/>
                </a:lnTo>
                <a:close/>
              </a:path>
              <a:path w="1856739" h="1993900">
                <a:moveTo>
                  <a:pt x="874776" y="1993392"/>
                </a:moveTo>
                <a:lnTo>
                  <a:pt x="842772" y="1993392"/>
                </a:lnTo>
                <a:lnTo>
                  <a:pt x="842772" y="1982724"/>
                </a:lnTo>
                <a:lnTo>
                  <a:pt x="874776" y="1982724"/>
                </a:lnTo>
                <a:lnTo>
                  <a:pt x="874776" y="1993392"/>
                </a:lnTo>
                <a:close/>
              </a:path>
              <a:path w="1856739" h="1993900">
                <a:moveTo>
                  <a:pt x="832103" y="1993392"/>
                </a:moveTo>
                <a:lnTo>
                  <a:pt x="800100" y="1993392"/>
                </a:lnTo>
                <a:lnTo>
                  <a:pt x="800100" y="1982724"/>
                </a:lnTo>
                <a:lnTo>
                  <a:pt x="832103" y="1982724"/>
                </a:lnTo>
                <a:lnTo>
                  <a:pt x="832103" y="1993392"/>
                </a:lnTo>
                <a:close/>
              </a:path>
              <a:path w="1856739" h="1993900">
                <a:moveTo>
                  <a:pt x="790956" y="1993392"/>
                </a:moveTo>
                <a:lnTo>
                  <a:pt x="758951" y="1993392"/>
                </a:lnTo>
                <a:lnTo>
                  <a:pt x="758951" y="1982724"/>
                </a:lnTo>
                <a:lnTo>
                  <a:pt x="790956" y="1982724"/>
                </a:lnTo>
                <a:lnTo>
                  <a:pt x="790956" y="1993392"/>
                </a:lnTo>
                <a:close/>
              </a:path>
              <a:path w="1856739" h="1993900">
                <a:moveTo>
                  <a:pt x="748284" y="1993392"/>
                </a:moveTo>
                <a:lnTo>
                  <a:pt x="716280" y="1993392"/>
                </a:lnTo>
                <a:lnTo>
                  <a:pt x="716280" y="1982724"/>
                </a:lnTo>
                <a:lnTo>
                  <a:pt x="748284" y="1982724"/>
                </a:lnTo>
                <a:lnTo>
                  <a:pt x="748284" y="1993392"/>
                </a:lnTo>
                <a:close/>
              </a:path>
              <a:path w="1856739" h="1993900">
                <a:moveTo>
                  <a:pt x="707135" y="1993392"/>
                </a:moveTo>
                <a:lnTo>
                  <a:pt x="675132" y="1993392"/>
                </a:lnTo>
                <a:lnTo>
                  <a:pt x="675132" y="1982724"/>
                </a:lnTo>
                <a:lnTo>
                  <a:pt x="707135" y="1982724"/>
                </a:lnTo>
                <a:lnTo>
                  <a:pt x="707135" y="1993392"/>
                </a:lnTo>
                <a:close/>
              </a:path>
              <a:path w="1856739" h="1993900">
                <a:moveTo>
                  <a:pt x="664464" y="1993392"/>
                </a:moveTo>
                <a:lnTo>
                  <a:pt x="632460" y="1993392"/>
                </a:lnTo>
                <a:lnTo>
                  <a:pt x="632460" y="1982724"/>
                </a:lnTo>
                <a:lnTo>
                  <a:pt x="664464" y="1982724"/>
                </a:lnTo>
                <a:lnTo>
                  <a:pt x="664464" y="1993392"/>
                </a:lnTo>
                <a:close/>
              </a:path>
              <a:path w="1856739" h="1993900">
                <a:moveTo>
                  <a:pt x="623316" y="1993392"/>
                </a:moveTo>
                <a:lnTo>
                  <a:pt x="591312" y="1993392"/>
                </a:lnTo>
                <a:lnTo>
                  <a:pt x="591312" y="1982724"/>
                </a:lnTo>
                <a:lnTo>
                  <a:pt x="623316" y="1982724"/>
                </a:lnTo>
                <a:lnTo>
                  <a:pt x="623316" y="1993392"/>
                </a:lnTo>
                <a:close/>
              </a:path>
              <a:path w="1856739" h="1993900">
                <a:moveTo>
                  <a:pt x="580644" y="1993392"/>
                </a:moveTo>
                <a:lnTo>
                  <a:pt x="548640" y="1993392"/>
                </a:lnTo>
                <a:lnTo>
                  <a:pt x="548640" y="1982724"/>
                </a:lnTo>
                <a:lnTo>
                  <a:pt x="580644" y="1982724"/>
                </a:lnTo>
                <a:lnTo>
                  <a:pt x="580644" y="1993392"/>
                </a:lnTo>
                <a:close/>
              </a:path>
              <a:path w="1856739" h="1993900">
                <a:moveTo>
                  <a:pt x="539496" y="1993392"/>
                </a:moveTo>
                <a:lnTo>
                  <a:pt x="507492" y="1993392"/>
                </a:lnTo>
                <a:lnTo>
                  <a:pt x="507492" y="1982724"/>
                </a:lnTo>
                <a:lnTo>
                  <a:pt x="539496" y="1982724"/>
                </a:lnTo>
                <a:lnTo>
                  <a:pt x="539496" y="1993392"/>
                </a:lnTo>
                <a:close/>
              </a:path>
              <a:path w="1856739" h="1993900">
                <a:moveTo>
                  <a:pt x="496824" y="1993392"/>
                </a:moveTo>
                <a:lnTo>
                  <a:pt x="464820" y="1993392"/>
                </a:lnTo>
                <a:lnTo>
                  <a:pt x="464820" y="1982724"/>
                </a:lnTo>
                <a:lnTo>
                  <a:pt x="496824" y="1982724"/>
                </a:lnTo>
                <a:lnTo>
                  <a:pt x="496824" y="1993392"/>
                </a:lnTo>
                <a:close/>
              </a:path>
              <a:path w="1856739" h="1993900">
                <a:moveTo>
                  <a:pt x="455676" y="1993392"/>
                </a:moveTo>
                <a:lnTo>
                  <a:pt x="423672" y="1993392"/>
                </a:lnTo>
                <a:lnTo>
                  <a:pt x="423672" y="1982724"/>
                </a:lnTo>
                <a:lnTo>
                  <a:pt x="455676" y="1982724"/>
                </a:lnTo>
                <a:lnTo>
                  <a:pt x="455676" y="1993392"/>
                </a:lnTo>
                <a:close/>
              </a:path>
              <a:path w="1856739" h="1993900">
                <a:moveTo>
                  <a:pt x="413004" y="1993392"/>
                </a:moveTo>
                <a:lnTo>
                  <a:pt x="381000" y="1993392"/>
                </a:lnTo>
                <a:lnTo>
                  <a:pt x="381000" y="1982724"/>
                </a:lnTo>
                <a:lnTo>
                  <a:pt x="413004" y="1982724"/>
                </a:lnTo>
                <a:lnTo>
                  <a:pt x="413004" y="1993392"/>
                </a:lnTo>
                <a:close/>
              </a:path>
              <a:path w="1856739" h="1993900">
                <a:moveTo>
                  <a:pt x="371856" y="1993392"/>
                </a:moveTo>
                <a:lnTo>
                  <a:pt x="339852" y="1993392"/>
                </a:lnTo>
                <a:lnTo>
                  <a:pt x="339852" y="1982724"/>
                </a:lnTo>
                <a:lnTo>
                  <a:pt x="371856" y="1982724"/>
                </a:lnTo>
                <a:lnTo>
                  <a:pt x="371856" y="1993392"/>
                </a:lnTo>
                <a:close/>
              </a:path>
              <a:path w="1856739" h="1993900">
                <a:moveTo>
                  <a:pt x="329184" y="1993392"/>
                </a:moveTo>
                <a:lnTo>
                  <a:pt x="297180" y="1993392"/>
                </a:lnTo>
                <a:lnTo>
                  <a:pt x="297180" y="1982724"/>
                </a:lnTo>
                <a:lnTo>
                  <a:pt x="329184" y="1982724"/>
                </a:lnTo>
                <a:lnTo>
                  <a:pt x="329184" y="1993392"/>
                </a:lnTo>
                <a:close/>
              </a:path>
              <a:path w="1856739" h="1993900">
                <a:moveTo>
                  <a:pt x="288036" y="1993392"/>
                </a:moveTo>
                <a:lnTo>
                  <a:pt x="256032" y="1993392"/>
                </a:lnTo>
                <a:lnTo>
                  <a:pt x="256032" y="1982724"/>
                </a:lnTo>
                <a:lnTo>
                  <a:pt x="288036" y="1982724"/>
                </a:lnTo>
                <a:lnTo>
                  <a:pt x="288036" y="1993392"/>
                </a:lnTo>
                <a:close/>
              </a:path>
              <a:path w="1856739" h="1993900">
                <a:moveTo>
                  <a:pt x="245364" y="1993392"/>
                </a:moveTo>
                <a:lnTo>
                  <a:pt x="213360" y="1993392"/>
                </a:lnTo>
                <a:lnTo>
                  <a:pt x="213360" y="1982724"/>
                </a:lnTo>
                <a:lnTo>
                  <a:pt x="245364" y="1982724"/>
                </a:lnTo>
                <a:lnTo>
                  <a:pt x="245364" y="1993392"/>
                </a:lnTo>
                <a:close/>
              </a:path>
              <a:path w="1856739" h="1993900">
                <a:moveTo>
                  <a:pt x="204216" y="1993392"/>
                </a:moveTo>
                <a:lnTo>
                  <a:pt x="172212" y="1993392"/>
                </a:lnTo>
                <a:lnTo>
                  <a:pt x="172212" y="1982724"/>
                </a:lnTo>
                <a:lnTo>
                  <a:pt x="204216" y="1982724"/>
                </a:lnTo>
                <a:lnTo>
                  <a:pt x="204216" y="1993392"/>
                </a:lnTo>
                <a:close/>
              </a:path>
              <a:path w="1856739" h="1993900">
                <a:moveTo>
                  <a:pt x="161544" y="1993392"/>
                </a:moveTo>
                <a:lnTo>
                  <a:pt x="129540" y="1993392"/>
                </a:lnTo>
                <a:lnTo>
                  <a:pt x="129540" y="1982724"/>
                </a:lnTo>
                <a:lnTo>
                  <a:pt x="161544" y="1982724"/>
                </a:lnTo>
                <a:lnTo>
                  <a:pt x="161544" y="1993392"/>
                </a:lnTo>
                <a:close/>
              </a:path>
              <a:path w="1856739" h="1993900">
                <a:moveTo>
                  <a:pt x="120396" y="1993392"/>
                </a:moveTo>
                <a:lnTo>
                  <a:pt x="88392" y="1993392"/>
                </a:lnTo>
                <a:lnTo>
                  <a:pt x="88392" y="1982724"/>
                </a:lnTo>
                <a:lnTo>
                  <a:pt x="120396" y="1982724"/>
                </a:lnTo>
                <a:lnTo>
                  <a:pt x="120396" y="1993392"/>
                </a:lnTo>
                <a:close/>
              </a:path>
              <a:path w="1856739" h="1993900">
                <a:moveTo>
                  <a:pt x="77724" y="1993392"/>
                </a:moveTo>
                <a:lnTo>
                  <a:pt x="45720" y="1993392"/>
                </a:lnTo>
                <a:lnTo>
                  <a:pt x="45720" y="1982724"/>
                </a:lnTo>
                <a:lnTo>
                  <a:pt x="77724" y="1982724"/>
                </a:lnTo>
                <a:lnTo>
                  <a:pt x="77724" y="1993392"/>
                </a:lnTo>
                <a:close/>
              </a:path>
            </a:pathLst>
          </a:custGeom>
          <a:solidFill>
            <a:srgbClr val="2F528E"/>
          </a:solidFill>
        </p:spPr>
        <p:txBody>
          <a:bodyPr wrap="square" lIns="0" tIns="0" rIns="0" bIns="0" rtlCol="0"/>
          <a:lstStyle/>
          <a:p>
            <a:pPr defTabSz="1183325"/>
            <a:endParaRPr sz="2329"/>
          </a:p>
        </p:txBody>
      </p:sp>
      <p:grpSp>
        <p:nvGrpSpPr>
          <p:cNvPr id="24" name="object 24"/>
          <p:cNvGrpSpPr/>
          <p:nvPr/>
        </p:nvGrpSpPr>
        <p:grpSpPr>
          <a:xfrm>
            <a:off x="629143" y="4589392"/>
            <a:ext cx="3609191" cy="2207260"/>
            <a:chOff x="333756" y="3546348"/>
            <a:chExt cx="2788920" cy="1705610"/>
          </a:xfrm>
        </p:grpSpPr>
        <p:sp>
          <p:nvSpPr>
            <p:cNvPr id="25" name="object 25"/>
            <p:cNvSpPr/>
            <p:nvPr/>
          </p:nvSpPr>
          <p:spPr>
            <a:xfrm>
              <a:off x="333756" y="3546348"/>
              <a:ext cx="2788920" cy="1705610"/>
            </a:xfrm>
            <a:custGeom>
              <a:avLst/>
              <a:gdLst/>
              <a:ahLst/>
              <a:cxnLst/>
              <a:rect l="l" t="t" r="r" b="b"/>
              <a:pathLst>
                <a:path w="2788920" h="1705610">
                  <a:moveTo>
                    <a:pt x="4571" y="1700784"/>
                  </a:moveTo>
                  <a:lnTo>
                    <a:pt x="0" y="1700784"/>
                  </a:lnTo>
                  <a:lnTo>
                    <a:pt x="0" y="1668780"/>
                  </a:lnTo>
                  <a:lnTo>
                    <a:pt x="10667" y="1668780"/>
                  </a:lnTo>
                  <a:lnTo>
                    <a:pt x="10667" y="1694687"/>
                  </a:lnTo>
                  <a:lnTo>
                    <a:pt x="4571" y="1694687"/>
                  </a:lnTo>
                  <a:lnTo>
                    <a:pt x="4571" y="1700784"/>
                  </a:lnTo>
                  <a:close/>
                </a:path>
                <a:path w="2788920" h="1705610">
                  <a:moveTo>
                    <a:pt x="24383" y="1705355"/>
                  </a:moveTo>
                  <a:lnTo>
                    <a:pt x="4571" y="1705355"/>
                  </a:lnTo>
                  <a:lnTo>
                    <a:pt x="4571" y="1694687"/>
                  </a:lnTo>
                  <a:lnTo>
                    <a:pt x="10667" y="1694687"/>
                  </a:lnTo>
                  <a:lnTo>
                    <a:pt x="10667" y="1700784"/>
                  </a:lnTo>
                  <a:lnTo>
                    <a:pt x="24383" y="1700784"/>
                  </a:lnTo>
                  <a:lnTo>
                    <a:pt x="24383" y="1705355"/>
                  </a:lnTo>
                  <a:close/>
                </a:path>
                <a:path w="2788920" h="1705610">
                  <a:moveTo>
                    <a:pt x="24383" y="1700784"/>
                  </a:moveTo>
                  <a:lnTo>
                    <a:pt x="10667" y="1700784"/>
                  </a:lnTo>
                  <a:lnTo>
                    <a:pt x="10667" y="1694687"/>
                  </a:lnTo>
                  <a:lnTo>
                    <a:pt x="24383" y="1694687"/>
                  </a:lnTo>
                  <a:lnTo>
                    <a:pt x="24383" y="1700784"/>
                  </a:lnTo>
                  <a:close/>
                </a:path>
                <a:path w="2788920" h="1705610">
                  <a:moveTo>
                    <a:pt x="10667" y="1658112"/>
                  </a:moveTo>
                  <a:lnTo>
                    <a:pt x="0" y="1658112"/>
                  </a:lnTo>
                  <a:lnTo>
                    <a:pt x="0" y="1627632"/>
                  </a:lnTo>
                  <a:lnTo>
                    <a:pt x="10667" y="1627632"/>
                  </a:lnTo>
                  <a:lnTo>
                    <a:pt x="10667" y="1658112"/>
                  </a:lnTo>
                  <a:close/>
                </a:path>
                <a:path w="2788920" h="1705610">
                  <a:moveTo>
                    <a:pt x="10667" y="1616964"/>
                  </a:moveTo>
                  <a:lnTo>
                    <a:pt x="0" y="1616964"/>
                  </a:lnTo>
                  <a:lnTo>
                    <a:pt x="0" y="1584959"/>
                  </a:lnTo>
                  <a:lnTo>
                    <a:pt x="10667" y="1584959"/>
                  </a:lnTo>
                  <a:lnTo>
                    <a:pt x="10667" y="1616964"/>
                  </a:lnTo>
                  <a:close/>
                </a:path>
                <a:path w="2788920" h="1705610">
                  <a:moveTo>
                    <a:pt x="10667" y="1574291"/>
                  </a:moveTo>
                  <a:lnTo>
                    <a:pt x="0" y="1574291"/>
                  </a:lnTo>
                  <a:lnTo>
                    <a:pt x="0" y="1543812"/>
                  </a:lnTo>
                  <a:lnTo>
                    <a:pt x="10667" y="1543812"/>
                  </a:lnTo>
                  <a:lnTo>
                    <a:pt x="10667" y="1574291"/>
                  </a:lnTo>
                  <a:close/>
                </a:path>
                <a:path w="2788920" h="1705610">
                  <a:moveTo>
                    <a:pt x="10667" y="1533144"/>
                  </a:moveTo>
                  <a:lnTo>
                    <a:pt x="0" y="1533144"/>
                  </a:lnTo>
                  <a:lnTo>
                    <a:pt x="0" y="1501139"/>
                  </a:lnTo>
                  <a:lnTo>
                    <a:pt x="10667" y="1501139"/>
                  </a:lnTo>
                  <a:lnTo>
                    <a:pt x="10667" y="1533144"/>
                  </a:lnTo>
                  <a:close/>
                </a:path>
                <a:path w="2788920" h="1705610">
                  <a:moveTo>
                    <a:pt x="10667" y="1490471"/>
                  </a:moveTo>
                  <a:lnTo>
                    <a:pt x="0" y="1490471"/>
                  </a:lnTo>
                  <a:lnTo>
                    <a:pt x="0" y="1459991"/>
                  </a:lnTo>
                  <a:lnTo>
                    <a:pt x="10667" y="1459991"/>
                  </a:lnTo>
                  <a:lnTo>
                    <a:pt x="10667" y="1490471"/>
                  </a:lnTo>
                  <a:close/>
                </a:path>
                <a:path w="2788920" h="1705610">
                  <a:moveTo>
                    <a:pt x="10667" y="1449323"/>
                  </a:moveTo>
                  <a:lnTo>
                    <a:pt x="0" y="1449323"/>
                  </a:lnTo>
                  <a:lnTo>
                    <a:pt x="0" y="1417319"/>
                  </a:lnTo>
                  <a:lnTo>
                    <a:pt x="10667" y="1417319"/>
                  </a:lnTo>
                  <a:lnTo>
                    <a:pt x="10667" y="1449323"/>
                  </a:lnTo>
                  <a:close/>
                </a:path>
                <a:path w="2788920" h="1705610">
                  <a:moveTo>
                    <a:pt x="10667" y="1406651"/>
                  </a:moveTo>
                  <a:lnTo>
                    <a:pt x="0" y="1406651"/>
                  </a:lnTo>
                  <a:lnTo>
                    <a:pt x="0" y="1376171"/>
                  </a:lnTo>
                  <a:lnTo>
                    <a:pt x="10667" y="1376171"/>
                  </a:lnTo>
                  <a:lnTo>
                    <a:pt x="10667" y="1406651"/>
                  </a:lnTo>
                  <a:close/>
                </a:path>
                <a:path w="2788920" h="1705610">
                  <a:moveTo>
                    <a:pt x="10667" y="1365503"/>
                  </a:moveTo>
                  <a:lnTo>
                    <a:pt x="0" y="1365503"/>
                  </a:lnTo>
                  <a:lnTo>
                    <a:pt x="0" y="1333500"/>
                  </a:lnTo>
                  <a:lnTo>
                    <a:pt x="10667" y="1333500"/>
                  </a:lnTo>
                  <a:lnTo>
                    <a:pt x="10667" y="1365503"/>
                  </a:lnTo>
                  <a:close/>
                </a:path>
                <a:path w="2788920" h="1705610">
                  <a:moveTo>
                    <a:pt x="10667" y="1322832"/>
                  </a:moveTo>
                  <a:lnTo>
                    <a:pt x="0" y="1322832"/>
                  </a:lnTo>
                  <a:lnTo>
                    <a:pt x="0" y="1292351"/>
                  </a:lnTo>
                  <a:lnTo>
                    <a:pt x="10667" y="1292351"/>
                  </a:lnTo>
                  <a:lnTo>
                    <a:pt x="10667" y="1322832"/>
                  </a:lnTo>
                  <a:close/>
                </a:path>
                <a:path w="2788920" h="1705610">
                  <a:moveTo>
                    <a:pt x="10667" y="1281684"/>
                  </a:moveTo>
                  <a:lnTo>
                    <a:pt x="0" y="1281684"/>
                  </a:lnTo>
                  <a:lnTo>
                    <a:pt x="0" y="1249679"/>
                  </a:lnTo>
                  <a:lnTo>
                    <a:pt x="10667" y="1249679"/>
                  </a:lnTo>
                  <a:lnTo>
                    <a:pt x="10667" y="1281684"/>
                  </a:lnTo>
                  <a:close/>
                </a:path>
                <a:path w="2788920" h="1705610">
                  <a:moveTo>
                    <a:pt x="10667" y="1239011"/>
                  </a:moveTo>
                  <a:lnTo>
                    <a:pt x="0" y="1239011"/>
                  </a:lnTo>
                  <a:lnTo>
                    <a:pt x="0" y="1208532"/>
                  </a:lnTo>
                  <a:lnTo>
                    <a:pt x="10667" y="1208532"/>
                  </a:lnTo>
                  <a:lnTo>
                    <a:pt x="10667" y="1239011"/>
                  </a:lnTo>
                  <a:close/>
                </a:path>
                <a:path w="2788920" h="1705610">
                  <a:moveTo>
                    <a:pt x="10667" y="1197863"/>
                  </a:moveTo>
                  <a:lnTo>
                    <a:pt x="0" y="1197863"/>
                  </a:lnTo>
                  <a:lnTo>
                    <a:pt x="0" y="1165859"/>
                  </a:lnTo>
                  <a:lnTo>
                    <a:pt x="10667" y="1165859"/>
                  </a:lnTo>
                  <a:lnTo>
                    <a:pt x="10667" y="1197863"/>
                  </a:lnTo>
                  <a:close/>
                </a:path>
                <a:path w="2788920" h="1705610">
                  <a:moveTo>
                    <a:pt x="10667" y="1155192"/>
                  </a:moveTo>
                  <a:lnTo>
                    <a:pt x="0" y="1155192"/>
                  </a:lnTo>
                  <a:lnTo>
                    <a:pt x="0" y="1124711"/>
                  </a:lnTo>
                  <a:lnTo>
                    <a:pt x="10667" y="1124711"/>
                  </a:lnTo>
                  <a:lnTo>
                    <a:pt x="10667" y="1155192"/>
                  </a:lnTo>
                  <a:close/>
                </a:path>
                <a:path w="2788920" h="1705610">
                  <a:moveTo>
                    <a:pt x="10667" y="1114043"/>
                  </a:moveTo>
                  <a:lnTo>
                    <a:pt x="0" y="1114043"/>
                  </a:lnTo>
                  <a:lnTo>
                    <a:pt x="0" y="1082040"/>
                  </a:lnTo>
                  <a:lnTo>
                    <a:pt x="10667" y="1082040"/>
                  </a:lnTo>
                  <a:lnTo>
                    <a:pt x="10667" y="1114043"/>
                  </a:lnTo>
                  <a:close/>
                </a:path>
                <a:path w="2788920" h="1705610">
                  <a:moveTo>
                    <a:pt x="10667" y="1071371"/>
                  </a:moveTo>
                  <a:lnTo>
                    <a:pt x="0" y="1071371"/>
                  </a:lnTo>
                  <a:lnTo>
                    <a:pt x="0" y="1040892"/>
                  </a:lnTo>
                  <a:lnTo>
                    <a:pt x="10667" y="1040892"/>
                  </a:lnTo>
                  <a:lnTo>
                    <a:pt x="10667" y="1071371"/>
                  </a:lnTo>
                  <a:close/>
                </a:path>
                <a:path w="2788920" h="1705610">
                  <a:moveTo>
                    <a:pt x="10667" y="1030224"/>
                  </a:moveTo>
                  <a:lnTo>
                    <a:pt x="0" y="1030224"/>
                  </a:lnTo>
                  <a:lnTo>
                    <a:pt x="0" y="998219"/>
                  </a:lnTo>
                  <a:lnTo>
                    <a:pt x="10667" y="998219"/>
                  </a:lnTo>
                  <a:lnTo>
                    <a:pt x="10667" y="1030224"/>
                  </a:lnTo>
                  <a:close/>
                </a:path>
                <a:path w="2788920" h="1705610">
                  <a:moveTo>
                    <a:pt x="10667" y="987551"/>
                  </a:moveTo>
                  <a:lnTo>
                    <a:pt x="0" y="987551"/>
                  </a:lnTo>
                  <a:lnTo>
                    <a:pt x="0" y="957071"/>
                  </a:lnTo>
                  <a:lnTo>
                    <a:pt x="10667" y="957071"/>
                  </a:lnTo>
                  <a:lnTo>
                    <a:pt x="10667" y="987551"/>
                  </a:lnTo>
                  <a:close/>
                </a:path>
                <a:path w="2788920" h="1705610">
                  <a:moveTo>
                    <a:pt x="10667" y="946403"/>
                  </a:moveTo>
                  <a:lnTo>
                    <a:pt x="0" y="946403"/>
                  </a:lnTo>
                  <a:lnTo>
                    <a:pt x="0" y="914400"/>
                  </a:lnTo>
                  <a:lnTo>
                    <a:pt x="10667" y="914400"/>
                  </a:lnTo>
                  <a:lnTo>
                    <a:pt x="10667" y="946403"/>
                  </a:lnTo>
                  <a:close/>
                </a:path>
                <a:path w="2788920" h="1705610">
                  <a:moveTo>
                    <a:pt x="10667" y="903732"/>
                  </a:moveTo>
                  <a:lnTo>
                    <a:pt x="0" y="903732"/>
                  </a:lnTo>
                  <a:lnTo>
                    <a:pt x="0" y="873251"/>
                  </a:lnTo>
                  <a:lnTo>
                    <a:pt x="10667" y="873251"/>
                  </a:lnTo>
                  <a:lnTo>
                    <a:pt x="10667" y="903732"/>
                  </a:lnTo>
                  <a:close/>
                </a:path>
                <a:path w="2788920" h="1705610">
                  <a:moveTo>
                    <a:pt x="10667" y="862584"/>
                  </a:moveTo>
                  <a:lnTo>
                    <a:pt x="0" y="862584"/>
                  </a:lnTo>
                  <a:lnTo>
                    <a:pt x="0" y="830579"/>
                  </a:lnTo>
                  <a:lnTo>
                    <a:pt x="10667" y="830579"/>
                  </a:lnTo>
                  <a:lnTo>
                    <a:pt x="10667" y="862584"/>
                  </a:lnTo>
                  <a:close/>
                </a:path>
                <a:path w="2788920" h="1705610">
                  <a:moveTo>
                    <a:pt x="10667" y="819911"/>
                  </a:moveTo>
                  <a:lnTo>
                    <a:pt x="0" y="819911"/>
                  </a:lnTo>
                  <a:lnTo>
                    <a:pt x="0" y="789432"/>
                  </a:lnTo>
                  <a:lnTo>
                    <a:pt x="10667" y="789432"/>
                  </a:lnTo>
                  <a:lnTo>
                    <a:pt x="10667" y="819911"/>
                  </a:lnTo>
                  <a:close/>
                </a:path>
                <a:path w="2788920" h="1705610">
                  <a:moveTo>
                    <a:pt x="10667" y="778763"/>
                  </a:moveTo>
                  <a:lnTo>
                    <a:pt x="0" y="778763"/>
                  </a:lnTo>
                  <a:lnTo>
                    <a:pt x="0" y="746759"/>
                  </a:lnTo>
                  <a:lnTo>
                    <a:pt x="10667" y="746759"/>
                  </a:lnTo>
                  <a:lnTo>
                    <a:pt x="10667" y="778763"/>
                  </a:lnTo>
                  <a:close/>
                </a:path>
                <a:path w="2788920" h="1705610">
                  <a:moveTo>
                    <a:pt x="10667" y="736092"/>
                  </a:moveTo>
                  <a:lnTo>
                    <a:pt x="0" y="736092"/>
                  </a:lnTo>
                  <a:lnTo>
                    <a:pt x="0" y="705611"/>
                  </a:lnTo>
                  <a:lnTo>
                    <a:pt x="10667" y="705611"/>
                  </a:lnTo>
                  <a:lnTo>
                    <a:pt x="10667" y="736092"/>
                  </a:lnTo>
                  <a:close/>
                </a:path>
                <a:path w="2788920" h="1705610">
                  <a:moveTo>
                    <a:pt x="10667" y="694943"/>
                  </a:moveTo>
                  <a:lnTo>
                    <a:pt x="0" y="694943"/>
                  </a:lnTo>
                  <a:lnTo>
                    <a:pt x="0" y="662940"/>
                  </a:lnTo>
                  <a:lnTo>
                    <a:pt x="10667" y="662940"/>
                  </a:lnTo>
                  <a:lnTo>
                    <a:pt x="10667" y="694943"/>
                  </a:lnTo>
                  <a:close/>
                </a:path>
                <a:path w="2788920" h="1705610">
                  <a:moveTo>
                    <a:pt x="10667" y="652271"/>
                  </a:moveTo>
                  <a:lnTo>
                    <a:pt x="0" y="652271"/>
                  </a:lnTo>
                  <a:lnTo>
                    <a:pt x="0" y="621792"/>
                  </a:lnTo>
                  <a:lnTo>
                    <a:pt x="10667" y="621792"/>
                  </a:lnTo>
                  <a:lnTo>
                    <a:pt x="10667" y="652271"/>
                  </a:lnTo>
                  <a:close/>
                </a:path>
                <a:path w="2788920" h="1705610">
                  <a:moveTo>
                    <a:pt x="10667" y="611124"/>
                  </a:moveTo>
                  <a:lnTo>
                    <a:pt x="0" y="611124"/>
                  </a:lnTo>
                  <a:lnTo>
                    <a:pt x="0" y="579119"/>
                  </a:lnTo>
                  <a:lnTo>
                    <a:pt x="10667" y="579119"/>
                  </a:lnTo>
                  <a:lnTo>
                    <a:pt x="10667" y="611124"/>
                  </a:lnTo>
                  <a:close/>
                </a:path>
                <a:path w="2788920" h="1705610">
                  <a:moveTo>
                    <a:pt x="10667" y="568451"/>
                  </a:moveTo>
                  <a:lnTo>
                    <a:pt x="0" y="568451"/>
                  </a:lnTo>
                  <a:lnTo>
                    <a:pt x="0" y="537971"/>
                  </a:lnTo>
                  <a:lnTo>
                    <a:pt x="10667" y="537971"/>
                  </a:lnTo>
                  <a:lnTo>
                    <a:pt x="10667" y="568451"/>
                  </a:lnTo>
                  <a:close/>
                </a:path>
                <a:path w="2788920" h="1705610">
                  <a:moveTo>
                    <a:pt x="10667" y="527303"/>
                  </a:moveTo>
                  <a:lnTo>
                    <a:pt x="0" y="527303"/>
                  </a:lnTo>
                  <a:lnTo>
                    <a:pt x="0" y="495300"/>
                  </a:lnTo>
                  <a:lnTo>
                    <a:pt x="10667" y="495300"/>
                  </a:lnTo>
                  <a:lnTo>
                    <a:pt x="10667" y="527303"/>
                  </a:lnTo>
                  <a:close/>
                </a:path>
                <a:path w="2788920" h="1705610">
                  <a:moveTo>
                    <a:pt x="10667" y="484632"/>
                  </a:moveTo>
                  <a:lnTo>
                    <a:pt x="0" y="484632"/>
                  </a:lnTo>
                  <a:lnTo>
                    <a:pt x="0" y="454151"/>
                  </a:lnTo>
                  <a:lnTo>
                    <a:pt x="10667" y="454151"/>
                  </a:lnTo>
                  <a:lnTo>
                    <a:pt x="10667" y="484632"/>
                  </a:lnTo>
                  <a:close/>
                </a:path>
                <a:path w="2788920" h="1705610">
                  <a:moveTo>
                    <a:pt x="10667" y="443483"/>
                  </a:moveTo>
                  <a:lnTo>
                    <a:pt x="0" y="443483"/>
                  </a:lnTo>
                  <a:lnTo>
                    <a:pt x="0" y="411479"/>
                  </a:lnTo>
                  <a:lnTo>
                    <a:pt x="10667" y="411479"/>
                  </a:lnTo>
                  <a:lnTo>
                    <a:pt x="10667" y="443483"/>
                  </a:lnTo>
                  <a:close/>
                </a:path>
                <a:path w="2788920" h="1705610">
                  <a:moveTo>
                    <a:pt x="10667" y="400811"/>
                  </a:moveTo>
                  <a:lnTo>
                    <a:pt x="0" y="400811"/>
                  </a:lnTo>
                  <a:lnTo>
                    <a:pt x="0" y="370332"/>
                  </a:lnTo>
                  <a:lnTo>
                    <a:pt x="10667" y="370332"/>
                  </a:lnTo>
                  <a:lnTo>
                    <a:pt x="10667" y="400811"/>
                  </a:lnTo>
                  <a:close/>
                </a:path>
                <a:path w="2788920" h="1705610">
                  <a:moveTo>
                    <a:pt x="10667" y="359663"/>
                  </a:moveTo>
                  <a:lnTo>
                    <a:pt x="0" y="359663"/>
                  </a:lnTo>
                  <a:lnTo>
                    <a:pt x="0" y="327659"/>
                  </a:lnTo>
                  <a:lnTo>
                    <a:pt x="10667" y="327659"/>
                  </a:lnTo>
                  <a:lnTo>
                    <a:pt x="10667" y="359663"/>
                  </a:lnTo>
                  <a:close/>
                </a:path>
                <a:path w="2788920" h="1705610">
                  <a:moveTo>
                    <a:pt x="10667" y="316991"/>
                  </a:moveTo>
                  <a:lnTo>
                    <a:pt x="0" y="316991"/>
                  </a:lnTo>
                  <a:lnTo>
                    <a:pt x="0" y="286511"/>
                  </a:lnTo>
                  <a:lnTo>
                    <a:pt x="10667" y="286511"/>
                  </a:lnTo>
                  <a:lnTo>
                    <a:pt x="10667" y="316991"/>
                  </a:lnTo>
                  <a:close/>
                </a:path>
                <a:path w="2788920" h="1705610">
                  <a:moveTo>
                    <a:pt x="10667" y="275843"/>
                  </a:moveTo>
                  <a:lnTo>
                    <a:pt x="0" y="275843"/>
                  </a:lnTo>
                  <a:lnTo>
                    <a:pt x="0" y="243840"/>
                  </a:lnTo>
                  <a:lnTo>
                    <a:pt x="10667" y="243840"/>
                  </a:lnTo>
                  <a:lnTo>
                    <a:pt x="10667" y="275843"/>
                  </a:lnTo>
                  <a:close/>
                </a:path>
                <a:path w="2788920" h="1705610">
                  <a:moveTo>
                    <a:pt x="10667" y="233171"/>
                  </a:moveTo>
                  <a:lnTo>
                    <a:pt x="0" y="233171"/>
                  </a:lnTo>
                  <a:lnTo>
                    <a:pt x="0" y="202691"/>
                  </a:lnTo>
                  <a:lnTo>
                    <a:pt x="10667" y="202691"/>
                  </a:lnTo>
                  <a:lnTo>
                    <a:pt x="10667" y="233171"/>
                  </a:lnTo>
                  <a:close/>
                </a:path>
                <a:path w="2788920" h="1705610">
                  <a:moveTo>
                    <a:pt x="10667" y="192024"/>
                  </a:moveTo>
                  <a:lnTo>
                    <a:pt x="0" y="192024"/>
                  </a:lnTo>
                  <a:lnTo>
                    <a:pt x="0" y="160019"/>
                  </a:lnTo>
                  <a:lnTo>
                    <a:pt x="10667" y="160019"/>
                  </a:lnTo>
                  <a:lnTo>
                    <a:pt x="10667" y="192024"/>
                  </a:lnTo>
                  <a:close/>
                </a:path>
                <a:path w="2788920" h="1705610">
                  <a:moveTo>
                    <a:pt x="10667" y="149351"/>
                  </a:moveTo>
                  <a:lnTo>
                    <a:pt x="0" y="149351"/>
                  </a:lnTo>
                  <a:lnTo>
                    <a:pt x="0" y="118871"/>
                  </a:lnTo>
                  <a:lnTo>
                    <a:pt x="10667" y="118871"/>
                  </a:lnTo>
                  <a:lnTo>
                    <a:pt x="10667" y="149351"/>
                  </a:lnTo>
                  <a:close/>
                </a:path>
                <a:path w="2788920" h="1705610">
                  <a:moveTo>
                    <a:pt x="10667" y="108203"/>
                  </a:moveTo>
                  <a:lnTo>
                    <a:pt x="0" y="108203"/>
                  </a:lnTo>
                  <a:lnTo>
                    <a:pt x="0" y="76200"/>
                  </a:lnTo>
                  <a:lnTo>
                    <a:pt x="10667" y="76200"/>
                  </a:lnTo>
                  <a:lnTo>
                    <a:pt x="10667" y="108203"/>
                  </a:lnTo>
                  <a:close/>
                </a:path>
                <a:path w="2788920" h="1705610">
                  <a:moveTo>
                    <a:pt x="10667" y="65532"/>
                  </a:moveTo>
                  <a:lnTo>
                    <a:pt x="0" y="65532"/>
                  </a:lnTo>
                  <a:lnTo>
                    <a:pt x="0" y="35051"/>
                  </a:lnTo>
                  <a:lnTo>
                    <a:pt x="10667" y="35051"/>
                  </a:lnTo>
                  <a:lnTo>
                    <a:pt x="10667" y="65532"/>
                  </a:lnTo>
                  <a:close/>
                </a:path>
                <a:path w="2788920" h="1705610">
                  <a:moveTo>
                    <a:pt x="10667" y="24383"/>
                  </a:moveTo>
                  <a:lnTo>
                    <a:pt x="0" y="24383"/>
                  </a:lnTo>
                  <a:lnTo>
                    <a:pt x="0" y="0"/>
                  </a:lnTo>
                  <a:lnTo>
                    <a:pt x="18287" y="0"/>
                  </a:lnTo>
                  <a:lnTo>
                    <a:pt x="18287" y="6095"/>
                  </a:lnTo>
                  <a:lnTo>
                    <a:pt x="10667" y="6095"/>
                  </a:lnTo>
                  <a:lnTo>
                    <a:pt x="4571" y="10667"/>
                  </a:lnTo>
                  <a:lnTo>
                    <a:pt x="10667" y="10667"/>
                  </a:lnTo>
                  <a:lnTo>
                    <a:pt x="10667" y="24383"/>
                  </a:lnTo>
                  <a:close/>
                </a:path>
                <a:path w="2788920" h="1705610">
                  <a:moveTo>
                    <a:pt x="10667" y="10667"/>
                  </a:moveTo>
                  <a:lnTo>
                    <a:pt x="4571" y="10667"/>
                  </a:lnTo>
                  <a:lnTo>
                    <a:pt x="10667" y="6095"/>
                  </a:lnTo>
                  <a:lnTo>
                    <a:pt x="10667" y="10667"/>
                  </a:lnTo>
                  <a:close/>
                </a:path>
                <a:path w="2788920" h="1705610">
                  <a:moveTo>
                    <a:pt x="18287" y="10667"/>
                  </a:moveTo>
                  <a:lnTo>
                    <a:pt x="10667" y="10667"/>
                  </a:lnTo>
                  <a:lnTo>
                    <a:pt x="10667" y="6095"/>
                  </a:lnTo>
                  <a:lnTo>
                    <a:pt x="18287" y="6095"/>
                  </a:lnTo>
                  <a:lnTo>
                    <a:pt x="18287" y="10667"/>
                  </a:lnTo>
                  <a:close/>
                </a:path>
                <a:path w="2788920" h="1705610">
                  <a:moveTo>
                    <a:pt x="59435" y="10667"/>
                  </a:moveTo>
                  <a:lnTo>
                    <a:pt x="28956" y="10667"/>
                  </a:lnTo>
                  <a:lnTo>
                    <a:pt x="28956" y="0"/>
                  </a:lnTo>
                  <a:lnTo>
                    <a:pt x="59435" y="0"/>
                  </a:lnTo>
                  <a:lnTo>
                    <a:pt x="59435" y="10667"/>
                  </a:lnTo>
                  <a:close/>
                </a:path>
                <a:path w="2788920" h="1705610">
                  <a:moveTo>
                    <a:pt x="102107" y="10667"/>
                  </a:moveTo>
                  <a:lnTo>
                    <a:pt x="70104" y="10667"/>
                  </a:lnTo>
                  <a:lnTo>
                    <a:pt x="70104" y="0"/>
                  </a:lnTo>
                  <a:lnTo>
                    <a:pt x="102107" y="0"/>
                  </a:lnTo>
                  <a:lnTo>
                    <a:pt x="102107" y="10667"/>
                  </a:lnTo>
                  <a:close/>
                </a:path>
                <a:path w="2788920" h="1705610">
                  <a:moveTo>
                    <a:pt x="143256" y="10667"/>
                  </a:moveTo>
                  <a:lnTo>
                    <a:pt x="112776" y="10667"/>
                  </a:lnTo>
                  <a:lnTo>
                    <a:pt x="112776" y="0"/>
                  </a:lnTo>
                  <a:lnTo>
                    <a:pt x="143256" y="0"/>
                  </a:lnTo>
                  <a:lnTo>
                    <a:pt x="143256" y="10667"/>
                  </a:lnTo>
                  <a:close/>
                </a:path>
                <a:path w="2788920" h="1705610">
                  <a:moveTo>
                    <a:pt x="185928" y="10667"/>
                  </a:moveTo>
                  <a:lnTo>
                    <a:pt x="153924" y="10667"/>
                  </a:lnTo>
                  <a:lnTo>
                    <a:pt x="153924" y="0"/>
                  </a:lnTo>
                  <a:lnTo>
                    <a:pt x="185928" y="0"/>
                  </a:lnTo>
                  <a:lnTo>
                    <a:pt x="185928" y="10667"/>
                  </a:lnTo>
                  <a:close/>
                </a:path>
                <a:path w="2788920" h="1705610">
                  <a:moveTo>
                    <a:pt x="227076" y="10667"/>
                  </a:moveTo>
                  <a:lnTo>
                    <a:pt x="196595" y="10667"/>
                  </a:lnTo>
                  <a:lnTo>
                    <a:pt x="196595" y="0"/>
                  </a:lnTo>
                  <a:lnTo>
                    <a:pt x="227076" y="0"/>
                  </a:lnTo>
                  <a:lnTo>
                    <a:pt x="227076" y="10667"/>
                  </a:lnTo>
                  <a:close/>
                </a:path>
                <a:path w="2788920" h="1705610">
                  <a:moveTo>
                    <a:pt x="269748" y="10667"/>
                  </a:moveTo>
                  <a:lnTo>
                    <a:pt x="237743" y="10667"/>
                  </a:lnTo>
                  <a:lnTo>
                    <a:pt x="237743" y="0"/>
                  </a:lnTo>
                  <a:lnTo>
                    <a:pt x="269748" y="0"/>
                  </a:lnTo>
                  <a:lnTo>
                    <a:pt x="269748" y="10667"/>
                  </a:lnTo>
                  <a:close/>
                </a:path>
                <a:path w="2788920" h="1705610">
                  <a:moveTo>
                    <a:pt x="310895" y="10667"/>
                  </a:moveTo>
                  <a:lnTo>
                    <a:pt x="280416" y="10667"/>
                  </a:lnTo>
                  <a:lnTo>
                    <a:pt x="280416" y="0"/>
                  </a:lnTo>
                  <a:lnTo>
                    <a:pt x="310895" y="0"/>
                  </a:lnTo>
                  <a:lnTo>
                    <a:pt x="310895" y="10667"/>
                  </a:lnTo>
                  <a:close/>
                </a:path>
                <a:path w="2788920" h="1705610">
                  <a:moveTo>
                    <a:pt x="353568" y="10667"/>
                  </a:moveTo>
                  <a:lnTo>
                    <a:pt x="321564" y="10667"/>
                  </a:lnTo>
                  <a:lnTo>
                    <a:pt x="321564" y="0"/>
                  </a:lnTo>
                  <a:lnTo>
                    <a:pt x="353568" y="0"/>
                  </a:lnTo>
                  <a:lnTo>
                    <a:pt x="353568" y="10667"/>
                  </a:lnTo>
                  <a:close/>
                </a:path>
                <a:path w="2788920" h="1705610">
                  <a:moveTo>
                    <a:pt x="394716" y="10667"/>
                  </a:moveTo>
                  <a:lnTo>
                    <a:pt x="364235" y="10667"/>
                  </a:lnTo>
                  <a:lnTo>
                    <a:pt x="364235" y="0"/>
                  </a:lnTo>
                  <a:lnTo>
                    <a:pt x="394716" y="0"/>
                  </a:lnTo>
                  <a:lnTo>
                    <a:pt x="394716" y="10667"/>
                  </a:lnTo>
                  <a:close/>
                </a:path>
                <a:path w="2788920" h="1705610">
                  <a:moveTo>
                    <a:pt x="437387" y="10667"/>
                  </a:moveTo>
                  <a:lnTo>
                    <a:pt x="405383" y="10667"/>
                  </a:lnTo>
                  <a:lnTo>
                    <a:pt x="405383" y="0"/>
                  </a:lnTo>
                  <a:lnTo>
                    <a:pt x="437387" y="0"/>
                  </a:lnTo>
                  <a:lnTo>
                    <a:pt x="437387" y="10667"/>
                  </a:lnTo>
                  <a:close/>
                </a:path>
                <a:path w="2788920" h="1705610">
                  <a:moveTo>
                    <a:pt x="478535" y="10667"/>
                  </a:moveTo>
                  <a:lnTo>
                    <a:pt x="448056" y="10667"/>
                  </a:lnTo>
                  <a:lnTo>
                    <a:pt x="448056" y="0"/>
                  </a:lnTo>
                  <a:lnTo>
                    <a:pt x="478535" y="0"/>
                  </a:lnTo>
                  <a:lnTo>
                    <a:pt x="478535" y="10667"/>
                  </a:lnTo>
                  <a:close/>
                </a:path>
                <a:path w="2788920" h="1705610">
                  <a:moveTo>
                    <a:pt x="521208" y="10667"/>
                  </a:moveTo>
                  <a:lnTo>
                    <a:pt x="489204" y="10667"/>
                  </a:lnTo>
                  <a:lnTo>
                    <a:pt x="489204" y="0"/>
                  </a:lnTo>
                  <a:lnTo>
                    <a:pt x="521208" y="0"/>
                  </a:lnTo>
                  <a:lnTo>
                    <a:pt x="521208" y="10667"/>
                  </a:lnTo>
                  <a:close/>
                </a:path>
                <a:path w="2788920" h="1705610">
                  <a:moveTo>
                    <a:pt x="562356" y="10667"/>
                  </a:moveTo>
                  <a:lnTo>
                    <a:pt x="531875" y="10667"/>
                  </a:lnTo>
                  <a:lnTo>
                    <a:pt x="531875" y="0"/>
                  </a:lnTo>
                  <a:lnTo>
                    <a:pt x="562356" y="0"/>
                  </a:lnTo>
                  <a:lnTo>
                    <a:pt x="562356" y="10667"/>
                  </a:lnTo>
                  <a:close/>
                </a:path>
                <a:path w="2788920" h="1705610">
                  <a:moveTo>
                    <a:pt x="605027" y="10667"/>
                  </a:moveTo>
                  <a:lnTo>
                    <a:pt x="573023" y="10667"/>
                  </a:lnTo>
                  <a:lnTo>
                    <a:pt x="573023" y="0"/>
                  </a:lnTo>
                  <a:lnTo>
                    <a:pt x="605027" y="0"/>
                  </a:lnTo>
                  <a:lnTo>
                    <a:pt x="605027" y="10667"/>
                  </a:lnTo>
                  <a:close/>
                </a:path>
                <a:path w="2788920" h="1705610">
                  <a:moveTo>
                    <a:pt x="646175" y="10667"/>
                  </a:moveTo>
                  <a:lnTo>
                    <a:pt x="615696" y="10667"/>
                  </a:lnTo>
                  <a:lnTo>
                    <a:pt x="615696" y="0"/>
                  </a:lnTo>
                  <a:lnTo>
                    <a:pt x="646175" y="0"/>
                  </a:lnTo>
                  <a:lnTo>
                    <a:pt x="646175" y="10667"/>
                  </a:lnTo>
                  <a:close/>
                </a:path>
                <a:path w="2788920" h="1705610">
                  <a:moveTo>
                    <a:pt x="688848" y="10667"/>
                  </a:moveTo>
                  <a:lnTo>
                    <a:pt x="656844" y="10667"/>
                  </a:lnTo>
                  <a:lnTo>
                    <a:pt x="656844" y="0"/>
                  </a:lnTo>
                  <a:lnTo>
                    <a:pt x="688848" y="0"/>
                  </a:lnTo>
                  <a:lnTo>
                    <a:pt x="688848" y="10667"/>
                  </a:lnTo>
                  <a:close/>
                </a:path>
                <a:path w="2788920" h="1705610">
                  <a:moveTo>
                    <a:pt x="729996" y="10667"/>
                  </a:moveTo>
                  <a:lnTo>
                    <a:pt x="699516" y="10667"/>
                  </a:lnTo>
                  <a:lnTo>
                    <a:pt x="699516" y="0"/>
                  </a:lnTo>
                  <a:lnTo>
                    <a:pt x="729996" y="0"/>
                  </a:lnTo>
                  <a:lnTo>
                    <a:pt x="729996" y="10667"/>
                  </a:lnTo>
                  <a:close/>
                </a:path>
                <a:path w="2788920" h="1705610">
                  <a:moveTo>
                    <a:pt x="772668" y="10667"/>
                  </a:moveTo>
                  <a:lnTo>
                    <a:pt x="740664" y="10667"/>
                  </a:lnTo>
                  <a:lnTo>
                    <a:pt x="740664" y="0"/>
                  </a:lnTo>
                  <a:lnTo>
                    <a:pt x="772668" y="0"/>
                  </a:lnTo>
                  <a:lnTo>
                    <a:pt x="772668" y="10667"/>
                  </a:lnTo>
                  <a:close/>
                </a:path>
                <a:path w="2788920" h="1705610">
                  <a:moveTo>
                    <a:pt x="813816" y="10667"/>
                  </a:moveTo>
                  <a:lnTo>
                    <a:pt x="783336" y="10667"/>
                  </a:lnTo>
                  <a:lnTo>
                    <a:pt x="783336" y="0"/>
                  </a:lnTo>
                  <a:lnTo>
                    <a:pt x="813816" y="0"/>
                  </a:lnTo>
                  <a:lnTo>
                    <a:pt x="813816" y="10667"/>
                  </a:lnTo>
                  <a:close/>
                </a:path>
                <a:path w="2788920" h="1705610">
                  <a:moveTo>
                    <a:pt x="856488" y="10667"/>
                  </a:moveTo>
                  <a:lnTo>
                    <a:pt x="824483" y="10667"/>
                  </a:lnTo>
                  <a:lnTo>
                    <a:pt x="824483" y="0"/>
                  </a:lnTo>
                  <a:lnTo>
                    <a:pt x="856488" y="0"/>
                  </a:lnTo>
                  <a:lnTo>
                    <a:pt x="856488" y="10667"/>
                  </a:lnTo>
                  <a:close/>
                </a:path>
                <a:path w="2788920" h="1705610">
                  <a:moveTo>
                    <a:pt x="897636" y="10667"/>
                  </a:moveTo>
                  <a:lnTo>
                    <a:pt x="867156" y="10667"/>
                  </a:lnTo>
                  <a:lnTo>
                    <a:pt x="867156" y="0"/>
                  </a:lnTo>
                  <a:lnTo>
                    <a:pt x="897636" y="0"/>
                  </a:lnTo>
                  <a:lnTo>
                    <a:pt x="897636" y="10667"/>
                  </a:lnTo>
                  <a:close/>
                </a:path>
                <a:path w="2788920" h="1705610">
                  <a:moveTo>
                    <a:pt x="940307" y="10667"/>
                  </a:moveTo>
                  <a:lnTo>
                    <a:pt x="908303" y="10667"/>
                  </a:lnTo>
                  <a:lnTo>
                    <a:pt x="908303" y="0"/>
                  </a:lnTo>
                  <a:lnTo>
                    <a:pt x="940307" y="0"/>
                  </a:lnTo>
                  <a:lnTo>
                    <a:pt x="940307" y="10667"/>
                  </a:lnTo>
                  <a:close/>
                </a:path>
                <a:path w="2788920" h="1705610">
                  <a:moveTo>
                    <a:pt x="981456" y="10667"/>
                  </a:moveTo>
                  <a:lnTo>
                    <a:pt x="950976" y="10667"/>
                  </a:lnTo>
                  <a:lnTo>
                    <a:pt x="950976" y="0"/>
                  </a:lnTo>
                  <a:lnTo>
                    <a:pt x="981456" y="0"/>
                  </a:lnTo>
                  <a:lnTo>
                    <a:pt x="981456" y="10667"/>
                  </a:lnTo>
                  <a:close/>
                </a:path>
                <a:path w="2788920" h="1705610">
                  <a:moveTo>
                    <a:pt x="1024128" y="10667"/>
                  </a:moveTo>
                  <a:lnTo>
                    <a:pt x="992123" y="10667"/>
                  </a:lnTo>
                  <a:lnTo>
                    <a:pt x="992123" y="0"/>
                  </a:lnTo>
                  <a:lnTo>
                    <a:pt x="1024128" y="0"/>
                  </a:lnTo>
                  <a:lnTo>
                    <a:pt x="1024128" y="10667"/>
                  </a:lnTo>
                  <a:close/>
                </a:path>
                <a:path w="2788920" h="1705610">
                  <a:moveTo>
                    <a:pt x="1065276" y="10667"/>
                  </a:moveTo>
                  <a:lnTo>
                    <a:pt x="1034795" y="10667"/>
                  </a:lnTo>
                  <a:lnTo>
                    <a:pt x="1034795" y="0"/>
                  </a:lnTo>
                  <a:lnTo>
                    <a:pt x="1065276" y="0"/>
                  </a:lnTo>
                  <a:lnTo>
                    <a:pt x="1065276" y="10667"/>
                  </a:lnTo>
                  <a:close/>
                </a:path>
                <a:path w="2788920" h="1705610">
                  <a:moveTo>
                    <a:pt x="1107948" y="10667"/>
                  </a:moveTo>
                  <a:lnTo>
                    <a:pt x="1075944" y="10667"/>
                  </a:lnTo>
                  <a:lnTo>
                    <a:pt x="1075944" y="0"/>
                  </a:lnTo>
                  <a:lnTo>
                    <a:pt x="1107948" y="0"/>
                  </a:lnTo>
                  <a:lnTo>
                    <a:pt x="1107948" y="10667"/>
                  </a:lnTo>
                  <a:close/>
                </a:path>
                <a:path w="2788920" h="1705610">
                  <a:moveTo>
                    <a:pt x="1149095" y="10667"/>
                  </a:moveTo>
                  <a:lnTo>
                    <a:pt x="1118615" y="10667"/>
                  </a:lnTo>
                  <a:lnTo>
                    <a:pt x="1118615" y="0"/>
                  </a:lnTo>
                  <a:lnTo>
                    <a:pt x="1149095" y="0"/>
                  </a:lnTo>
                  <a:lnTo>
                    <a:pt x="1149095" y="10667"/>
                  </a:lnTo>
                  <a:close/>
                </a:path>
                <a:path w="2788920" h="1705610">
                  <a:moveTo>
                    <a:pt x="1191768" y="10667"/>
                  </a:moveTo>
                  <a:lnTo>
                    <a:pt x="1159764" y="10667"/>
                  </a:lnTo>
                  <a:lnTo>
                    <a:pt x="1159764" y="0"/>
                  </a:lnTo>
                  <a:lnTo>
                    <a:pt x="1191768" y="0"/>
                  </a:lnTo>
                  <a:lnTo>
                    <a:pt x="1191768" y="10667"/>
                  </a:lnTo>
                  <a:close/>
                </a:path>
                <a:path w="2788920" h="1705610">
                  <a:moveTo>
                    <a:pt x="1232915" y="10667"/>
                  </a:moveTo>
                  <a:lnTo>
                    <a:pt x="1202436" y="10667"/>
                  </a:lnTo>
                  <a:lnTo>
                    <a:pt x="1202436" y="0"/>
                  </a:lnTo>
                  <a:lnTo>
                    <a:pt x="1232915" y="0"/>
                  </a:lnTo>
                  <a:lnTo>
                    <a:pt x="1232915" y="10667"/>
                  </a:lnTo>
                  <a:close/>
                </a:path>
                <a:path w="2788920" h="1705610">
                  <a:moveTo>
                    <a:pt x="1275588" y="10667"/>
                  </a:moveTo>
                  <a:lnTo>
                    <a:pt x="1243584" y="10667"/>
                  </a:lnTo>
                  <a:lnTo>
                    <a:pt x="1243584" y="0"/>
                  </a:lnTo>
                  <a:lnTo>
                    <a:pt x="1275588" y="0"/>
                  </a:lnTo>
                  <a:lnTo>
                    <a:pt x="1275588" y="10667"/>
                  </a:lnTo>
                  <a:close/>
                </a:path>
                <a:path w="2788920" h="1705610">
                  <a:moveTo>
                    <a:pt x="1316736" y="10667"/>
                  </a:moveTo>
                  <a:lnTo>
                    <a:pt x="1286256" y="10667"/>
                  </a:lnTo>
                  <a:lnTo>
                    <a:pt x="1286256" y="0"/>
                  </a:lnTo>
                  <a:lnTo>
                    <a:pt x="1316736" y="0"/>
                  </a:lnTo>
                  <a:lnTo>
                    <a:pt x="1316736" y="10667"/>
                  </a:lnTo>
                  <a:close/>
                </a:path>
                <a:path w="2788920" h="1705610">
                  <a:moveTo>
                    <a:pt x="1359407" y="10667"/>
                  </a:moveTo>
                  <a:lnTo>
                    <a:pt x="1327403" y="10667"/>
                  </a:lnTo>
                  <a:lnTo>
                    <a:pt x="1327403" y="0"/>
                  </a:lnTo>
                  <a:lnTo>
                    <a:pt x="1359407" y="0"/>
                  </a:lnTo>
                  <a:lnTo>
                    <a:pt x="1359407" y="10667"/>
                  </a:lnTo>
                  <a:close/>
                </a:path>
                <a:path w="2788920" h="1705610">
                  <a:moveTo>
                    <a:pt x="1400556" y="10667"/>
                  </a:moveTo>
                  <a:lnTo>
                    <a:pt x="1370076" y="10667"/>
                  </a:lnTo>
                  <a:lnTo>
                    <a:pt x="1370076" y="0"/>
                  </a:lnTo>
                  <a:lnTo>
                    <a:pt x="1400556" y="0"/>
                  </a:lnTo>
                  <a:lnTo>
                    <a:pt x="1400556" y="10667"/>
                  </a:lnTo>
                  <a:close/>
                </a:path>
                <a:path w="2788920" h="1705610">
                  <a:moveTo>
                    <a:pt x="1443228" y="10667"/>
                  </a:moveTo>
                  <a:lnTo>
                    <a:pt x="1411224" y="10667"/>
                  </a:lnTo>
                  <a:lnTo>
                    <a:pt x="1411224" y="0"/>
                  </a:lnTo>
                  <a:lnTo>
                    <a:pt x="1443228" y="0"/>
                  </a:lnTo>
                  <a:lnTo>
                    <a:pt x="1443228" y="10667"/>
                  </a:lnTo>
                  <a:close/>
                </a:path>
                <a:path w="2788920" h="1705610">
                  <a:moveTo>
                    <a:pt x="1484376" y="10667"/>
                  </a:moveTo>
                  <a:lnTo>
                    <a:pt x="1453895" y="10667"/>
                  </a:lnTo>
                  <a:lnTo>
                    <a:pt x="1453895" y="0"/>
                  </a:lnTo>
                  <a:lnTo>
                    <a:pt x="1484376" y="0"/>
                  </a:lnTo>
                  <a:lnTo>
                    <a:pt x="1484376" y="10667"/>
                  </a:lnTo>
                  <a:close/>
                </a:path>
                <a:path w="2788920" h="1705610">
                  <a:moveTo>
                    <a:pt x="1527048" y="10667"/>
                  </a:moveTo>
                  <a:lnTo>
                    <a:pt x="1495044" y="10667"/>
                  </a:lnTo>
                  <a:lnTo>
                    <a:pt x="1495044" y="0"/>
                  </a:lnTo>
                  <a:lnTo>
                    <a:pt x="1527048" y="0"/>
                  </a:lnTo>
                  <a:lnTo>
                    <a:pt x="1527048" y="10667"/>
                  </a:lnTo>
                  <a:close/>
                </a:path>
                <a:path w="2788920" h="1705610">
                  <a:moveTo>
                    <a:pt x="1568195" y="10667"/>
                  </a:moveTo>
                  <a:lnTo>
                    <a:pt x="1537715" y="10667"/>
                  </a:lnTo>
                  <a:lnTo>
                    <a:pt x="1537715" y="0"/>
                  </a:lnTo>
                  <a:lnTo>
                    <a:pt x="1568195" y="0"/>
                  </a:lnTo>
                  <a:lnTo>
                    <a:pt x="1568195" y="10667"/>
                  </a:lnTo>
                  <a:close/>
                </a:path>
                <a:path w="2788920" h="1705610">
                  <a:moveTo>
                    <a:pt x="1610868" y="10667"/>
                  </a:moveTo>
                  <a:lnTo>
                    <a:pt x="1578864" y="10667"/>
                  </a:lnTo>
                  <a:lnTo>
                    <a:pt x="1578864" y="0"/>
                  </a:lnTo>
                  <a:lnTo>
                    <a:pt x="1610868" y="0"/>
                  </a:lnTo>
                  <a:lnTo>
                    <a:pt x="1610868" y="10667"/>
                  </a:lnTo>
                  <a:close/>
                </a:path>
                <a:path w="2788920" h="1705610">
                  <a:moveTo>
                    <a:pt x="1652016" y="10667"/>
                  </a:moveTo>
                  <a:lnTo>
                    <a:pt x="1621536" y="10667"/>
                  </a:lnTo>
                  <a:lnTo>
                    <a:pt x="1621536" y="0"/>
                  </a:lnTo>
                  <a:lnTo>
                    <a:pt x="1652016" y="0"/>
                  </a:lnTo>
                  <a:lnTo>
                    <a:pt x="1652016" y="10667"/>
                  </a:lnTo>
                  <a:close/>
                </a:path>
                <a:path w="2788920" h="1705610">
                  <a:moveTo>
                    <a:pt x="1694688" y="10667"/>
                  </a:moveTo>
                  <a:lnTo>
                    <a:pt x="1662684" y="10667"/>
                  </a:lnTo>
                  <a:lnTo>
                    <a:pt x="1662684" y="0"/>
                  </a:lnTo>
                  <a:lnTo>
                    <a:pt x="1694688" y="0"/>
                  </a:lnTo>
                  <a:lnTo>
                    <a:pt x="1694688" y="10667"/>
                  </a:lnTo>
                  <a:close/>
                </a:path>
                <a:path w="2788920" h="1705610">
                  <a:moveTo>
                    <a:pt x="1735836" y="10667"/>
                  </a:moveTo>
                  <a:lnTo>
                    <a:pt x="1705356" y="10667"/>
                  </a:lnTo>
                  <a:lnTo>
                    <a:pt x="1705356" y="0"/>
                  </a:lnTo>
                  <a:lnTo>
                    <a:pt x="1735836" y="0"/>
                  </a:lnTo>
                  <a:lnTo>
                    <a:pt x="1735836" y="10667"/>
                  </a:lnTo>
                  <a:close/>
                </a:path>
                <a:path w="2788920" h="1705610">
                  <a:moveTo>
                    <a:pt x="1778507" y="10667"/>
                  </a:moveTo>
                  <a:lnTo>
                    <a:pt x="1746503" y="10667"/>
                  </a:lnTo>
                  <a:lnTo>
                    <a:pt x="1746503" y="0"/>
                  </a:lnTo>
                  <a:lnTo>
                    <a:pt x="1778507" y="0"/>
                  </a:lnTo>
                  <a:lnTo>
                    <a:pt x="1778507" y="10667"/>
                  </a:lnTo>
                  <a:close/>
                </a:path>
                <a:path w="2788920" h="1705610">
                  <a:moveTo>
                    <a:pt x="1819656" y="10667"/>
                  </a:moveTo>
                  <a:lnTo>
                    <a:pt x="1789176" y="10667"/>
                  </a:lnTo>
                  <a:lnTo>
                    <a:pt x="1789176" y="0"/>
                  </a:lnTo>
                  <a:lnTo>
                    <a:pt x="1819656" y="0"/>
                  </a:lnTo>
                  <a:lnTo>
                    <a:pt x="1819656" y="10667"/>
                  </a:lnTo>
                  <a:close/>
                </a:path>
                <a:path w="2788920" h="1705610">
                  <a:moveTo>
                    <a:pt x="1862328" y="10667"/>
                  </a:moveTo>
                  <a:lnTo>
                    <a:pt x="1830324" y="10667"/>
                  </a:lnTo>
                  <a:lnTo>
                    <a:pt x="1830324" y="0"/>
                  </a:lnTo>
                  <a:lnTo>
                    <a:pt x="1862328" y="0"/>
                  </a:lnTo>
                  <a:lnTo>
                    <a:pt x="1862328" y="10667"/>
                  </a:lnTo>
                  <a:close/>
                </a:path>
                <a:path w="2788920" h="1705610">
                  <a:moveTo>
                    <a:pt x="1903476" y="10667"/>
                  </a:moveTo>
                  <a:lnTo>
                    <a:pt x="1872995" y="10667"/>
                  </a:lnTo>
                  <a:lnTo>
                    <a:pt x="1872995" y="0"/>
                  </a:lnTo>
                  <a:lnTo>
                    <a:pt x="1903476" y="0"/>
                  </a:lnTo>
                  <a:lnTo>
                    <a:pt x="1903476" y="10667"/>
                  </a:lnTo>
                  <a:close/>
                </a:path>
                <a:path w="2788920" h="1705610">
                  <a:moveTo>
                    <a:pt x="1946148" y="10667"/>
                  </a:moveTo>
                  <a:lnTo>
                    <a:pt x="1914144" y="10667"/>
                  </a:lnTo>
                  <a:lnTo>
                    <a:pt x="1914144" y="0"/>
                  </a:lnTo>
                  <a:lnTo>
                    <a:pt x="1946148" y="0"/>
                  </a:lnTo>
                  <a:lnTo>
                    <a:pt x="1946148" y="10667"/>
                  </a:lnTo>
                  <a:close/>
                </a:path>
                <a:path w="2788920" h="1705610">
                  <a:moveTo>
                    <a:pt x="1987295" y="10667"/>
                  </a:moveTo>
                  <a:lnTo>
                    <a:pt x="1956816" y="10667"/>
                  </a:lnTo>
                  <a:lnTo>
                    <a:pt x="1956816" y="0"/>
                  </a:lnTo>
                  <a:lnTo>
                    <a:pt x="1987295" y="0"/>
                  </a:lnTo>
                  <a:lnTo>
                    <a:pt x="1987295" y="10667"/>
                  </a:lnTo>
                  <a:close/>
                </a:path>
                <a:path w="2788920" h="1705610">
                  <a:moveTo>
                    <a:pt x="2029968" y="10667"/>
                  </a:moveTo>
                  <a:lnTo>
                    <a:pt x="1997964" y="10667"/>
                  </a:lnTo>
                  <a:lnTo>
                    <a:pt x="1997964" y="0"/>
                  </a:lnTo>
                  <a:lnTo>
                    <a:pt x="2029968" y="0"/>
                  </a:lnTo>
                  <a:lnTo>
                    <a:pt x="2029968" y="10667"/>
                  </a:lnTo>
                  <a:close/>
                </a:path>
                <a:path w="2788920" h="1705610">
                  <a:moveTo>
                    <a:pt x="2071116" y="10667"/>
                  </a:moveTo>
                  <a:lnTo>
                    <a:pt x="2040636" y="10667"/>
                  </a:lnTo>
                  <a:lnTo>
                    <a:pt x="2040636" y="0"/>
                  </a:lnTo>
                  <a:lnTo>
                    <a:pt x="2071116" y="0"/>
                  </a:lnTo>
                  <a:lnTo>
                    <a:pt x="2071116" y="10667"/>
                  </a:lnTo>
                  <a:close/>
                </a:path>
                <a:path w="2788920" h="1705610">
                  <a:moveTo>
                    <a:pt x="2113787" y="10667"/>
                  </a:moveTo>
                  <a:lnTo>
                    <a:pt x="2081784" y="10667"/>
                  </a:lnTo>
                  <a:lnTo>
                    <a:pt x="2081784" y="0"/>
                  </a:lnTo>
                  <a:lnTo>
                    <a:pt x="2113787" y="0"/>
                  </a:lnTo>
                  <a:lnTo>
                    <a:pt x="2113787" y="10667"/>
                  </a:lnTo>
                  <a:close/>
                </a:path>
                <a:path w="2788920" h="1705610">
                  <a:moveTo>
                    <a:pt x="2154936" y="10667"/>
                  </a:moveTo>
                  <a:lnTo>
                    <a:pt x="2124455" y="10667"/>
                  </a:lnTo>
                  <a:lnTo>
                    <a:pt x="2124455" y="0"/>
                  </a:lnTo>
                  <a:lnTo>
                    <a:pt x="2154936" y="0"/>
                  </a:lnTo>
                  <a:lnTo>
                    <a:pt x="2154936" y="10667"/>
                  </a:lnTo>
                  <a:close/>
                </a:path>
                <a:path w="2788920" h="1705610">
                  <a:moveTo>
                    <a:pt x="2197608" y="10667"/>
                  </a:moveTo>
                  <a:lnTo>
                    <a:pt x="2165603" y="10667"/>
                  </a:lnTo>
                  <a:lnTo>
                    <a:pt x="2165603" y="0"/>
                  </a:lnTo>
                  <a:lnTo>
                    <a:pt x="2197608" y="0"/>
                  </a:lnTo>
                  <a:lnTo>
                    <a:pt x="2197608" y="10667"/>
                  </a:lnTo>
                  <a:close/>
                </a:path>
                <a:path w="2788920" h="1705610">
                  <a:moveTo>
                    <a:pt x="2238755" y="10667"/>
                  </a:moveTo>
                  <a:lnTo>
                    <a:pt x="2208276" y="10667"/>
                  </a:lnTo>
                  <a:lnTo>
                    <a:pt x="2208276" y="0"/>
                  </a:lnTo>
                  <a:lnTo>
                    <a:pt x="2238755" y="0"/>
                  </a:lnTo>
                  <a:lnTo>
                    <a:pt x="2238755" y="10667"/>
                  </a:lnTo>
                  <a:close/>
                </a:path>
                <a:path w="2788920" h="1705610">
                  <a:moveTo>
                    <a:pt x="2281428" y="10667"/>
                  </a:moveTo>
                  <a:lnTo>
                    <a:pt x="2249424" y="10667"/>
                  </a:lnTo>
                  <a:lnTo>
                    <a:pt x="2249424" y="0"/>
                  </a:lnTo>
                  <a:lnTo>
                    <a:pt x="2281428" y="0"/>
                  </a:lnTo>
                  <a:lnTo>
                    <a:pt x="2281428" y="10667"/>
                  </a:lnTo>
                  <a:close/>
                </a:path>
                <a:path w="2788920" h="1705610">
                  <a:moveTo>
                    <a:pt x="2322576" y="10667"/>
                  </a:moveTo>
                  <a:lnTo>
                    <a:pt x="2292095" y="10667"/>
                  </a:lnTo>
                  <a:lnTo>
                    <a:pt x="2292095" y="0"/>
                  </a:lnTo>
                  <a:lnTo>
                    <a:pt x="2322576" y="0"/>
                  </a:lnTo>
                  <a:lnTo>
                    <a:pt x="2322576" y="10667"/>
                  </a:lnTo>
                  <a:close/>
                </a:path>
                <a:path w="2788920" h="1705610">
                  <a:moveTo>
                    <a:pt x="2365247" y="10667"/>
                  </a:moveTo>
                  <a:lnTo>
                    <a:pt x="2333244" y="10667"/>
                  </a:lnTo>
                  <a:lnTo>
                    <a:pt x="2333244" y="0"/>
                  </a:lnTo>
                  <a:lnTo>
                    <a:pt x="2365247" y="0"/>
                  </a:lnTo>
                  <a:lnTo>
                    <a:pt x="2365247" y="10667"/>
                  </a:lnTo>
                  <a:close/>
                </a:path>
                <a:path w="2788920" h="1705610">
                  <a:moveTo>
                    <a:pt x="2406395" y="10667"/>
                  </a:moveTo>
                  <a:lnTo>
                    <a:pt x="2375916" y="10667"/>
                  </a:lnTo>
                  <a:lnTo>
                    <a:pt x="2375916" y="0"/>
                  </a:lnTo>
                  <a:lnTo>
                    <a:pt x="2406395" y="0"/>
                  </a:lnTo>
                  <a:lnTo>
                    <a:pt x="2406395" y="10667"/>
                  </a:lnTo>
                  <a:close/>
                </a:path>
                <a:path w="2788920" h="1705610">
                  <a:moveTo>
                    <a:pt x="2449068" y="10667"/>
                  </a:moveTo>
                  <a:lnTo>
                    <a:pt x="2417063" y="10667"/>
                  </a:lnTo>
                  <a:lnTo>
                    <a:pt x="2417063" y="0"/>
                  </a:lnTo>
                  <a:lnTo>
                    <a:pt x="2449068" y="0"/>
                  </a:lnTo>
                  <a:lnTo>
                    <a:pt x="2449068" y="10667"/>
                  </a:lnTo>
                  <a:close/>
                </a:path>
                <a:path w="2788920" h="1705610">
                  <a:moveTo>
                    <a:pt x="2490216" y="10667"/>
                  </a:moveTo>
                  <a:lnTo>
                    <a:pt x="2459736" y="10667"/>
                  </a:lnTo>
                  <a:lnTo>
                    <a:pt x="2459736" y="0"/>
                  </a:lnTo>
                  <a:lnTo>
                    <a:pt x="2490216" y="0"/>
                  </a:lnTo>
                  <a:lnTo>
                    <a:pt x="2490216" y="10667"/>
                  </a:lnTo>
                  <a:close/>
                </a:path>
                <a:path w="2788920" h="1705610">
                  <a:moveTo>
                    <a:pt x="2532887" y="10667"/>
                  </a:moveTo>
                  <a:lnTo>
                    <a:pt x="2500884" y="10667"/>
                  </a:lnTo>
                  <a:lnTo>
                    <a:pt x="2500884" y="0"/>
                  </a:lnTo>
                  <a:lnTo>
                    <a:pt x="2532887" y="0"/>
                  </a:lnTo>
                  <a:lnTo>
                    <a:pt x="2532887" y="10667"/>
                  </a:lnTo>
                  <a:close/>
                </a:path>
                <a:path w="2788920" h="1705610">
                  <a:moveTo>
                    <a:pt x="2574036" y="10667"/>
                  </a:moveTo>
                  <a:lnTo>
                    <a:pt x="2543555" y="10667"/>
                  </a:lnTo>
                  <a:lnTo>
                    <a:pt x="2543555" y="0"/>
                  </a:lnTo>
                  <a:lnTo>
                    <a:pt x="2574036" y="0"/>
                  </a:lnTo>
                  <a:lnTo>
                    <a:pt x="2574036" y="10667"/>
                  </a:lnTo>
                  <a:close/>
                </a:path>
                <a:path w="2788920" h="1705610">
                  <a:moveTo>
                    <a:pt x="2616708" y="10667"/>
                  </a:moveTo>
                  <a:lnTo>
                    <a:pt x="2584704" y="10667"/>
                  </a:lnTo>
                  <a:lnTo>
                    <a:pt x="2584704" y="0"/>
                  </a:lnTo>
                  <a:lnTo>
                    <a:pt x="2616708" y="0"/>
                  </a:lnTo>
                  <a:lnTo>
                    <a:pt x="2616708" y="10667"/>
                  </a:lnTo>
                  <a:close/>
                </a:path>
                <a:path w="2788920" h="1705610">
                  <a:moveTo>
                    <a:pt x="2657855" y="10667"/>
                  </a:moveTo>
                  <a:lnTo>
                    <a:pt x="2627376" y="10667"/>
                  </a:lnTo>
                  <a:lnTo>
                    <a:pt x="2627376" y="0"/>
                  </a:lnTo>
                  <a:lnTo>
                    <a:pt x="2657855" y="0"/>
                  </a:lnTo>
                  <a:lnTo>
                    <a:pt x="2657855" y="10667"/>
                  </a:lnTo>
                  <a:close/>
                </a:path>
                <a:path w="2788920" h="1705610">
                  <a:moveTo>
                    <a:pt x="2700528" y="10667"/>
                  </a:moveTo>
                  <a:lnTo>
                    <a:pt x="2668524" y="10667"/>
                  </a:lnTo>
                  <a:lnTo>
                    <a:pt x="2668524" y="0"/>
                  </a:lnTo>
                  <a:lnTo>
                    <a:pt x="2700528" y="0"/>
                  </a:lnTo>
                  <a:lnTo>
                    <a:pt x="2700528" y="10667"/>
                  </a:lnTo>
                  <a:close/>
                </a:path>
                <a:path w="2788920" h="1705610">
                  <a:moveTo>
                    <a:pt x="2741676" y="10667"/>
                  </a:moveTo>
                  <a:lnTo>
                    <a:pt x="2711196" y="10667"/>
                  </a:lnTo>
                  <a:lnTo>
                    <a:pt x="2711196" y="0"/>
                  </a:lnTo>
                  <a:lnTo>
                    <a:pt x="2741676" y="0"/>
                  </a:lnTo>
                  <a:lnTo>
                    <a:pt x="2741676" y="10667"/>
                  </a:lnTo>
                  <a:close/>
                </a:path>
                <a:path w="2788920" h="1705610">
                  <a:moveTo>
                    <a:pt x="2782824" y="10667"/>
                  </a:moveTo>
                  <a:lnTo>
                    <a:pt x="2752344" y="10667"/>
                  </a:lnTo>
                  <a:lnTo>
                    <a:pt x="2752344" y="0"/>
                  </a:lnTo>
                  <a:lnTo>
                    <a:pt x="2788920" y="0"/>
                  </a:lnTo>
                  <a:lnTo>
                    <a:pt x="2788920" y="6095"/>
                  </a:lnTo>
                  <a:lnTo>
                    <a:pt x="2778252" y="6095"/>
                  </a:lnTo>
                  <a:lnTo>
                    <a:pt x="2782824" y="10667"/>
                  </a:lnTo>
                  <a:close/>
                </a:path>
                <a:path w="2788920" h="1705610">
                  <a:moveTo>
                    <a:pt x="2788920" y="48767"/>
                  </a:moveTo>
                  <a:lnTo>
                    <a:pt x="2778252" y="48767"/>
                  </a:lnTo>
                  <a:lnTo>
                    <a:pt x="2778252" y="16763"/>
                  </a:lnTo>
                  <a:lnTo>
                    <a:pt x="2788920" y="16763"/>
                  </a:lnTo>
                  <a:lnTo>
                    <a:pt x="2788920" y="48767"/>
                  </a:lnTo>
                  <a:close/>
                </a:path>
                <a:path w="2788920" h="1705610">
                  <a:moveTo>
                    <a:pt x="2788920" y="89916"/>
                  </a:moveTo>
                  <a:lnTo>
                    <a:pt x="2778252" y="89916"/>
                  </a:lnTo>
                  <a:lnTo>
                    <a:pt x="2778252" y="57911"/>
                  </a:lnTo>
                  <a:lnTo>
                    <a:pt x="2788920" y="57911"/>
                  </a:lnTo>
                  <a:lnTo>
                    <a:pt x="2788920" y="89916"/>
                  </a:lnTo>
                  <a:close/>
                </a:path>
                <a:path w="2788920" h="1705610">
                  <a:moveTo>
                    <a:pt x="2788920" y="132587"/>
                  </a:moveTo>
                  <a:lnTo>
                    <a:pt x="2778252" y="132587"/>
                  </a:lnTo>
                  <a:lnTo>
                    <a:pt x="2778252" y="100583"/>
                  </a:lnTo>
                  <a:lnTo>
                    <a:pt x="2788920" y="100583"/>
                  </a:lnTo>
                  <a:lnTo>
                    <a:pt x="2788920" y="132587"/>
                  </a:lnTo>
                  <a:close/>
                </a:path>
                <a:path w="2788920" h="1705610">
                  <a:moveTo>
                    <a:pt x="2788920" y="173735"/>
                  </a:moveTo>
                  <a:lnTo>
                    <a:pt x="2778252" y="173735"/>
                  </a:lnTo>
                  <a:lnTo>
                    <a:pt x="2778252" y="141732"/>
                  </a:lnTo>
                  <a:lnTo>
                    <a:pt x="2788920" y="141732"/>
                  </a:lnTo>
                  <a:lnTo>
                    <a:pt x="2788920" y="173735"/>
                  </a:lnTo>
                  <a:close/>
                </a:path>
                <a:path w="2788920" h="1705610">
                  <a:moveTo>
                    <a:pt x="2788920" y="216408"/>
                  </a:moveTo>
                  <a:lnTo>
                    <a:pt x="2778252" y="216408"/>
                  </a:lnTo>
                  <a:lnTo>
                    <a:pt x="2778252" y="184403"/>
                  </a:lnTo>
                  <a:lnTo>
                    <a:pt x="2788920" y="184403"/>
                  </a:lnTo>
                  <a:lnTo>
                    <a:pt x="2788920" y="216408"/>
                  </a:lnTo>
                  <a:close/>
                </a:path>
                <a:path w="2788920" h="1705610">
                  <a:moveTo>
                    <a:pt x="2788920" y="257555"/>
                  </a:moveTo>
                  <a:lnTo>
                    <a:pt x="2778252" y="257555"/>
                  </a:lnTo>
                  <a:lnTo>
                    <a:pt x="2778252" y="225551"/>
                  </a:lnTo>
                  <a:lnTo>
                    <a:pt x="2788920" y="225551"/>
                  </a:lnTo>
                  <a:lnTo>
                    <a:pt x="2788920" y="257555"/>
                  </a:lnTo>
                  <a:close/>
                </a:path>
                <a:path w="2788920" h="1705610">
                  <a:moveTo>
                    <a:pt x="2788920" y="300227"/>
                  </a:moveTo>
                  <a:lnTo>
                    <a:pt x="2778252" y="300227"/>
                  </a:lnTo>
                  <a:lnTo>
                    <a:pt x="2778252" y="268224"/>
                  </a:lnTo>
                  <a:lnTo>
                    <a:pt x="2788920" y="268224"/>
                  </a:lnTo>
                  <a:lnTo>
                    <a:pt x="2788920" y="300227"/>
                  </a:lnTo>
                  <a:close/>
                </a:path>
                <a:path w="2788920" h="1705610">
                  <a:moveTo>
                    <a:pt x="2788920" y="341375"/>
                  </a:moveTo>
                  <a:lnTo>
                    <a:pt x="2778252" y="341375"/>
                  </a:lnTo>
                  <a:lnTo>
                    <a:pt x="2778252" y="309371"/>
                  </a:lnTo>
                  <a:lnTo>
                    <a:pt x="2788920" y="309371"/>
                  </a:lnTo>
                  <a:lnTo>
                    <a:pt x="2788920" y="341375"/>
                  </a:lnTo>
                  <a:close/>
                </a:path>
                <a:path w="2788920" h="1705610">
                  <a:moveTo>
                    <a:pt x="2788920" y="384048"/>
                  </a:moveTo>
                  <a:lnTo>
                    <a:pt x="2778252" y="384048"/>
                  </a:lnTo>
                  <a:lnTo>
                    <a:pt x="2778252" y="352043"/>
                  </a:lnTo>
                  <a:lnTo>
                    <a:pt x="2788920" y="352043"/>
                  </a:lnTo>
                  <a:lnTo>
                    <a:pt x="2788920" y="384048"/>
                  </a:lnTo>
                  <a:close/>
                </a:path>
                <a:path w="2788920" h="1705610">
                  <a:moveTo>
                    <a:pt x="2788920" y="425195"/>
                  </a:moveTo>
                  <a:lnTo>
                    <a:pt x="2778252" y="425195"/>
                  </a:lnTo>
                  <a:lnTo>
                    <a:pt x="2778252" y="393192"/>
                  </a:lnTo>
                  <a:lnTo>
                    <a:pt x="2788920" y="393192"/>
                  </a:lnTo>
                  <a:lnTo>
                    <a:pt x="2788920" y="425195"/>
                  </a:lnTo>
                  <a:close/>
                </a:path>
                <a:path w="2788920" h="1705610">
                  <a:moveTo>
                    <a:pt x="2788920" y="467867"/>
                  </a:moveTo>
                  <a:lnTo>
                    <a:pt x="2778252" y="467867"/>
                  </a:lnTo>
                  <a:lnTo>
                    <a:pt x="2778252" y="435863"/>
                  </a:lnTo>
                  <a:lnTo>
                    <a:pt x="2788920" y="435863"/>
                  </a:lnTo>
                  <a:lnTo>
                    <a:pt x="2788920" y="467867"/>
                  </a:lnTo>
                  <a:close/>
                </a:path>
                <a:path w="2788920" h="1705610">
                  <a:moveTo>
                    <a:pt x="2788920" y="509016"/>
                  </a:moveTo>
                  <a:lnTo>
                    <a:pt x="2778252" y="509016"/>
                  </a:lnTo>
                  <a:lnTo>
                    <a:pt x="2778252" y="477011"/>
                  </a:lnTo>
                  <a:lnTo>
                    <a:pt x="2788920" y="477011"/>
                  </a:lnTo>
                  <a:lnTo>
                    <a:pt x="2788920" y="509016"/>
                  </a:lnTo>
                  <a:close/>
                </a:path>
                <a:path w="2788920" h="1705610">
                  <a:moveTo>
                    <a:pt x="2788920" y="551687"/>
                  </a:moveTo>
                  <a:lnTo>
                    <a:pt x="2778252" y="551687"/>
                  </a:lnTo>
                  <a:lnTo>
                    <a:pt x="2778252" y="519683"/>
                  </a:lnTo>
                  <a:lnTo>
                    <a:pt x="2788920" y="519683"/>
                  </a:lnTo>
                  <a:lnTo>
                    <a:pt x="2788920" y="551687"/>
                  </a:lnTo>
                  <a:close/>
                </a:path>
                <a:path w="2788920" h="1705610">
                  <a:moveTo>
                    <a:pt x="2788920" y="592835"/>
                  </a:moveTo>
                  <a:lnTo>
                    <a:pt x="2778252" y="592835"/>
                  </a:lnTo>
                  <a:lnTo>
                    <a:pt x="2778252" y="560832"/>
                  </a:lnTo>
                  <a:lnTo>
                    <a:pt x="2788920" y="560832"/>
                  </a:lnTo>
                  <a:lnTo>
                    <a:pt x="2788920" y="592835"/>
                  </a:lnTo>
                  <a:close/>
                </a:path>
                <a:path w="2788920" h="1705610">
                  <a:moveTo>
                    <a:pt x="2788920" y="635508"/>
                  </a:moveTo>
                  <a:lnTo>
                    <a:pt x="2778252" y="635508"/>
                  </a:lnTo>
                  <a:lnTo>
                    <a:pt x="2778252" y="603503"/>
                  </a:lnTo>
                  <a:lnTo>
                    <a:pt x="2788920" y="603503"/>
                  </a:lnTo>
                  <a:lnTo>
                    <a:pt x="2788920" y="635508"/>
                  </a:lnTo>
                  <a:close/>
                </a:path>
                <a:path w="2788920" h="1705610">
                  <a:moveTo>
                    <a:pt x="2788920" y="676655"/>
                  </a:moveTo>
                  <a:lnTo>
                    <a:pt x="2778252" y="676655"/>
                  </a:lnTo>
                  <a:lnTo>
                    <a:pt x="2778252" y="644651"/>
                  </a:lnTo>
                  <a:lnTo>
                    <a:pt x="2788920" y="644651"/>
                  </a:lnTo>
                  <a:lnTo>
                    <a:pt x="2788920" y="676655"/>
                  </a:lnTo>
                  <a:close/>
                </a:path>
                <a:path w="2788920" h="1705610">
                  <a:moveTo>
                    <a:pt x="2788920" y="719327"/>
                  </a:moveTo>
                  <a:lnTo>
                    <a:pt x="2778252" y="719327"/>
                  </a:lnTo>
                  <a:lnTo>
                    <a:pt x="2778252" y="687324"/>
                  </a:lnTo>
                  <a:lnTo>
                    <a:pt x="2788920" y="687324"/>
                  </a:lnTo>
                  <a:lnTo>
                    <a:pt x="2788920" y="719327"/>
                  </a:lnTo>
                  <a:close/>
                </a:path>
                <a:path w="2788920" h="1705610">
                  <a:moveTo>
                    <a:pt x="2788920" y="760475"/>
                  </a:moveTo>
                  <a:lnTo>
                    <a:pt x="2778252" y="760475"/>
                  </a:lnTo>
                  <a:lnTo>
                    <a:pt x="2778252" y="728471"/>
                  </a:lnTo>
                  <a:lnTo>
                    <a:pt x="2788920" y="728471"/>
                  </a:lnTo>
                  <a:lnTo>
                    <a:pt x="2788920" y="760475"/>
                  </a:lnTo>
                  <a:close/>
                </a:path>
                <a:path w="2788920" h="1705610">
                  <a:moveTo>
                    <a:pt x="2788920" y="803148"/>
                  </a:moveTo>
                  <a:lnTo>
                    <a:pt x="2778252" y="803148"/>
                  </a:lnTo>
                  <a:lnTo>
                    <a:pt x="2778252" y="771143"/>
                  </a:lnTo>
                  <a:lnTo>
                    <a:pt x="2788920" y="771143"/>
                  </a:lnTo>
                  <a:lnTo>
                    <a:pt x="2788920" y="803148"/>
                  </a:lnTo>
                  <a:close/>
                </a:path>
                <a:path w="2788920" h="1705610">
                  <a:moveTo>
                    <a:pt x="2788920" y="844295"/>
                  </a:moveTo>
                  <a:lnTo>
                    <a:pt x="2778252" y="844295"/>
                  </a:lnTo>
                  <a:lnTo>
                    <a:pt x="2778252" y="812292"/>
                  </a:lnTo>
                  <a:lnTo>
                    <a:pt x="2788920" y="812292"/>
                  </a:lnTo>
                  <a:lnTo>
                    <a:pt x="2788920" y="844295"/>
                  </a:lnTo>
                  <a:close/>
                </a:path>
                <a:path w="2788920" h="1705610">
                  <a:moveTo>
                    <a:pt x="2788920" y="886967"/>
                  </a:moveTo>
                  <a:lnTo>
                    <a:pt x="2778252" y="886967"/>
                  </a:lnTo>
                  <a:lnTo>
                    <a:pt x="2778252" y="854963"/>
                  </a:lnTo>
                  <a:lnTo>
                    <a:pt x="2788920" y="854963"/>
                  </a:lnTo>
                  <a:lnTo>
                    <a:pt x="2788920" y="886967"/>
                  </a:lnTo>
                  <a:close/>
                </a:path>
                <a:path w="2788920" h="1705610">
                  <a:moveTo>
                    <a:pt x="2788920" y="928116"/>
                  </a:moveTo>
                  <a:lnTo>
                    <a:pt x="2778252" y="928116"/>
                  </a:lnTo>
                  <a:lnTo>
                    <a:pt x="2778252" y="896111"/>
                  </a:lnTo>
                  <a:lnTo>
                    <a:pt x="2788920" y="896111"/>
                  </a:lnTo>
                  <a:lnTo>
                    <a:pt x="2788920" y="928116"/>
                  </a:lnTo>
                  <a:close/>
                </a:path>
                <a:path w="2788920" h="1705610">
                  <a:moveTo>
                    <a:pt x="2788920" y="970787"/>
                  </a:moveTo>
                  <a:lnTo>
                    <a:pt x="2778252" y="970787"/>
                  </a:lnTo>
                  <a:lnTo>
                    <a:pt x="2778252" y="938784"/>
                  </a:lnTo>
                  <a:lnTo>
                    <a:pt x="2788920" y="938784"/>
                  </a:lnTo>
                  <a:lnTo>
                    <a:pt x="2788920" y="970787"/>
                  </a:lnTo>
                  <a:close/>
                </a:path>
                <a:path w="2788920" h="1705610">
                  <a:moveTo>
                    <a:pt x="2788920" y="1011935"/>
                  </a:moveTo>
                  <a:lnTo>
                    <a:pt x="2778252" y="1011935"/>
                  </a:lnTo>
                  <a:lnTo>
                    <a:pt x="2778252" y="979932"/>
                  </a:lnTo>
                  <a:lnTo>
                    <a:pt x="2788920" y="979932"/>
                  </a:lnTo>
                  <a:lnTo>
                    <a:pt x="2788920" y="1011935"/>
                  </a:lnTo>
                  <a:close/>
                </a:path>
                <a:path w="2788920" h="1705610">
                  <a:moveTo>
                    <a:pt x="2788920" y="1054608"/>
                  </a:moveTo>
                  <a:lnTo>
                    <a:pt x="2778252" y="1054608"/>
                  </a:lnTo>
                  <a:lnTo>
                    <a:pt x="2778252" y="1022603"/>
                  </a:lnTo>
                  <a:lnTo>
                    <a:pt x="2788920" y="1022603"/>
                  </a:lnTo>
                  <a:lnTo>
                    <a:pt x="2788920" y="1054608"/>
                  </a:lnTo>
                  <a:close/>
                </a:path>
                <a:path w="2788920" h="1705610">
                  <a:moveTo>
                    <a:pt x="2788920" y="1095755"/>
                  </a:moveTo>
                  <a:lnTo>
                    <a:pt x="2778252" y="1095755"/>
                  </a:lnTo>
                  <a:lnTo>
                    <a:pt x="2778252" y="1063751"/>
                  </a:lnTo>
                  <a:lnTo>
                    <a:pt x="2788920" y="1063751"/>
                  </a:lnTo>
                  <a:lnTo>
                    <a:pt x="2788920" y="1095755"/>
                  </a:lnTo>
                  <a:close/>
                </a:path>
                <a:path w="2788920" h="1705610">
                  <a:moveTo>
                    <a:pt x="2788920" y="1138427"/>
                  </a:moveTo>
                  <a:lnTo>
                    <a:pt x="2778252" y="1138427"/>
                  </a:lnTo>
                  <a:lnTo>
                    <a:pt x="2778252" y="1106424"/>
                  </a:lnTo>
                  <a:lnTo>
                    <a:pt x="2788920" y="1106424"/>
                  </a:lnTo>
                  <a:lnTo>
                    <a:pt x="2788920" y="1138427"/>
                  </a:lnTo>
                  <a:close/>
                </a:path>
                <a:path w="2788920" h="1705610">
                  <a:moveTo>
                    <a:pt x="2788920" y="1179576"/>
                  </a:moveTo>
                  <a:lnTo>
                    <a:pt x="2778252" y="1179576"/>
                  </a:lnTo>
                  <a:lnTo>
                    <a:pt x="2778252" y="1147571"/>
                  </a:lnTo>
                  <a:lnTo>
                    <a:pt x="2788920" y="1147571"/>
                  </a:lnTo>
                  <a:lnTo>
                    <a:pt x="2788920" y="1179576"/>
                  </a:lnTo>
                  <a:close/>
                </a:path>
                <a:path w="2788920" h="1705610">
                  <a:moveTo>
                    <a:pt x="2788920" y="1222248"/>
                  </a:moveTo>
                  <a:lnTo>
                    <a:pt x="2778252" y="1222248"/>
                  </a:lnTo>
                  <a:lnTo>
                    <a:pt x="2778252" y="1190243"/>
                  </a:lnTo>
                  <a:lnTo>
                    <a:pt x="2788920" y="1190243"/>
                  </a:lnTo>
                  <a:lnTo>
                    <a:pt x="2788920" y="1222248"/>
                  </a:lnTo>
                  <a:close/>
                </a:path>
                <a:path w="2788920" h="1705610">
                  <a:moveTo>
                    <a:pt x="2788920" y="1263395"/>
                  </a:moveTo>
                  <a:lnTo>
                    <a:pt x="2778252" y="1263395"/>
                  </a:lnTo>
                  <a:lnTo>
                    <a:pt x="2778252" y="1231392"/>
                  </a:lnTo>
                  <a:lnTo>
                    <a:pt x="2788920" y="1231392"/>
                  </a:lnTo>
                  <a:lnTo>
                    <a:pt x="2788920" y="1263395"/>
                  </a:lnTo>
                  <a:close/>
                </a:path>
                <a:path w="2788920" h="1705610">
                  <a:moveTo>
                    <a:pt x="2788920" y="1306067"/>
                  </a:moveTo>
                  <a:lnTo>
                    <a:pt x="2778252" y="1306067"/>
                  </a:lnTo>
                  <a:lnTo>
                    <a:pt x="2778252" y="1274063"/>
                  </a:lnTo>
                  <a:lnTo>
                    <a:pt x="2788920" y="1274063"/>
                  </a:lnTo>
                  <a:lnTo>
                    <a:pt x="2788920" y="1306067"/>
                  </a:lnTo>
                  <a:close/>
                </a:path>
                <a:path w="2788920" h="1705610">
                  <a:moveTo>
                    <a:pt x="2788920" y="1347216"/>
                  </a:moveTo>
                  <a:lnTo>
                    <a:pt x="2778252" y="1347216"/>
                  </a:lnTo>
                  <a:lnTo>
                    <a:pt x="2778252" y="1315211"/>
                  </a:lnTo>
                  <a:lnTo>
                    <a:pt x="2788920" y="1315211"/>
                  </a:lnTo>
                  <a:lnTo>
                    <a:pt x="2788920" y="1347216"/>
                  </a:lnTo>
                  <a:close/>
                </a:path>
                <a:path w="2788920" h="1705610">
                  <a:moveTo>
                    <a:pt x="2788920" y="1389887"/>
                  </a:moveTo>
                  <a:lnTo>
                    <a:pt x="2778252" y="1389887"/>
                  </a:lnTo>
                  <a:lnTo>
                    <a:pt x="2778252" y="1357884"/>
                  </a:lnTo>
                  <a:lnTo>
                    <a:pt x="2788920" y="1357884"/>
                  </a:lnTo>
                  <a:lnTo>
                    <a:pt x="2788920" y="1389887"/>
                  </a:lnTo>
                  <a:close/>
                </a:path>
                <a:path w="2788920" h="1705610">
                  <a:moveTo>
                    <a:pt x="2788920" y="1431035"/>
                  </a:moveTo>
                  <a:lnTo>
                    <a:pt x="2778252" y="1431035"/>
                  </a:lnTo>
                  <a:lnTo>
                    <a:pt x="2778252" y="1399032"/>
                  </a:lnTo>
                  <a:lnTo>
                    <a:pt x="2788920" y="1399032"/>
                  </a:lnTo>
                  <a:lnTo>
                    <a:pt x="2788920" y="1431035"/>
                  </a:lnTo>
                  <a:close/>
                </a:path>
                <a:path w="2788920" h="1705610">
                  <a:moveTo>
                    <a:pt x="2788920" y="1473707"/>
                  </a:moveTo>
                  <a:lnTo>
                    <a:pt x="2778252" y="1473707"/>
                  </a:lnTo>
                  <a:lnTo>
                    <a:pt x="2778252" y="1441703"/>
                  </a:lnTo>
                  <a:lnTo>
                    <a:pt x="2788920" y="1441703"/>
                  </a:lnTo>
                  <a:lnTo>
                    <a:pt x="2788920" y="1473707"/>
                  </a:lnTo>
                  <a:close/>
                </a:path>
                <a:path w="2788920" h="1705610">
                  <a:moveTo>
                    <a:pt x="2788920" y="1514855"/>
                  </a:moveTo>
                  <a:lnTo>
                    <a:pt x="2778252" y="1514855"/>
                  </a:lnTo>
                  <a:lnTo>
                    <a:pt x="2778252" y="1482851"/>
                  </a:lnTo>
                  <a:lnTo>
                    <a:pt x="2788920" y="1482851"/>
                  </a:lnTo>
                  <a:lnTo>
                    <a:pt x="2788920" y="1514855"/>
                  </a:lnTo>
                  <a:close/>
                </a:path>
                <a:path w="2788920" h="1705610">
                  <a:moveTo>
                    <a:pt x="2788920" y="1557528"/>
                  </a:moveTo>
                  <a:lnTo>
                    <a:pt x="2778252" y="1557528"/>
                  </a:lnTo>
                  <a:lnTo>
                    <a:pt x="2778252" y="1525523"/>
                  </a:lnTo>
                  <a:lnTo>
                    <a:pt x="2788920" y="1525523"/>
                  </a:lnTo>
                  <a:lnTo>
                    <a:pt x="2788920" y="1557528"/>
                  </a:lnTo>
                  <a:close/>
                </a:path>
                <a:path w="2788920" h="1705610">
                  <a:moveTo>
                    <a:pt x="2788920" y="1598675"/>
                  </a:moveTo>
                  <a:lnTo>
                    <a:pt x="2778252" y="1598675"/>
                  </a:lnTo>
                  <a:lnTo>
                    <a:pt x="2778252" y="1566671"/>
                  </a:lnTo>
                  <a:lnTo>
                    <a:pt x="2788920" y="1566671"/>
                  </a:lnTo>
                  <a:lnTo>
                    <a:pt x="2788920" y="1598675"/>
                  </a:lnTo>
                  <a:close/>
                </a:path>
                <a:path w="2788920" h="1705610">
                  <a:moveTo>
                    <a:pt x="2788920" y="1641348"/>
                  </a:moveTo>
                  <a:lnTo>
                    <a:pt x="2778252" y="1641348"/>
                  </a:lnTo>
                  <a:lnTo>
                    <a:pt x="2778252" y="1609344"/>
                  </a:lnTo>
                  <a:lnTo>
                    <a:pt x="2788920" y="1609344"/>
                  </a:lnTo>
                  <a:lnTo>
                    <a:pt x="2788920" y="1641348"/>
                  </a:lnTo>
                  <a:close/>
                </a:path>
                <a:path w="2788920" h="1705610">
                  <a:moveTo>
                    <a:pt x="2788920" y="1682496"/>
                  </a:moveTo>
                  <a:lnTo>
                    <a:pt x="2778252" y="1682496"/>
                  </a:lnTo>
                  <a:lnTo>
                    <a:pt x="2778252" y="1650491"/>
                  </a:lnTo>
                  <a:lnTo>
                    <a:pt x="2788920" y="1650491"/>
                  </a:lnTo>
                  <a:lnTo>
                    <a:pt x="2788920" y="1682496"/>
                  </a:lnTo>
                  <a:close/>
                </a:path>
                <a:path w="2788920" h="1705610">
                  <a:moveTo>
                    <a:pt x="2778252" y="1700784"/>
                  </a:moveTo>
                  <a:lnTo>
                    <a:pt x="2778252" y="1693164"/>
                  </a:lnTo>
                  <a:lnTo>
                    <a:pt x="2788920" y="1693164"/>
                  </a:lnTo>
                  <a:lnTo>
                    <a:pt x="2788920" y="1694687"/>
                  </a:lnTo>
                  <a:lnTo>
                    <a:pt x="2782824" y="1694687"/>
                  </a:lnTo>
                  <a:lnTo>
                    <a:pt x="2778252" y="1700784"/>
                  </a:lnTo>
                  <a:close/>
                </a:path>
                <a:path w="2788920" h="1705610">
                  <a:moveTo>
                    <a:pt x="2788920" y="1705355"/>
                  </a:moveTo>
                  <a:lnTo>
                    <a:pt x="2759963" y="1705355"/>
                  </a:lnTo>
                  <a:lnTo>
                    <a:pt x="2759963" y="1694687"/>
                  </a:lnTo>
                  <a:lnTo>
                    <a:pt x="2778252" y="1694687"/>
                  </a:lnTo>
                  <a:lnTo>
                    <a:pt x="2778252" y="1700784"/>
                  </a:lnTo>
                  <a:lnTo>
                    <a:pt x="2788920" y="1700784"/>
                  </a:lnTo>
                  <a:lnTo>
                    <a:pt x="2788920" y="1705355"/>
                  </a:lnTo>
                  <a:close/>
                </a:path>
                <a:path w="2788920" h="1705610">
                  <a:moveTo>
                    <a:pt x="2788920" y="1700784"/>
                  </a:moveTo>
                  <a:lnTo>
                    <a:pt x="2778252" y="1700784"/>
                  </a:lnTo>
                  <a:lnTo>
                    <a:pt x="2782824" y="1694687"/>
                  </a:lnTo>
                  <a:lnTo>
                    <a:pt x="2788920" y="1694687"/>
                  </a:lnTo>
                  <a:lnTo>
                    <a:pt x="2788920" y="1700784"/>
                  </a:lnTo>
                  <a:close/>
                </a:path>
                <a:path w="2788920" h="1705610">
                  <a:moveTo>
                    <a:pt x="2749296" y="1705355"/>
                  </a:moveTo>
                  <a:lnTo>
                    <a:pt x="2717292" y="1705355"/>
                  </a:lnTo>
                  <a:lnTo>
                    <a:pt x="2717292" y="1694687"/>
                  </a:lnTo>
                  <a:lnTo>
                    <a:pt x="2749296" y="1694687"/>
                  </a:lnTo>
                  <a:lnTo>
                    <a:pt x="2749296" y="1705355"/>
                  </a:lnTo>
                  <a:close/>
                </a:path>
                <a:path w="2788920" h="1705610">
                  <a:moveTo>
                    <a:pt x="2706624" y="1705355"/>
                  </a:moveTo>
                  <a:lnTo>
                    <a:pt x="2676144" y="1705355"/>
                  </a:lnTo>
                  <a:lnTo>
                    <a:pt x="2676144" y="1694687"/>
                  </a:lnTo>
                  <a:lnTo>
                    <a:pt x="2706624" y="1694687"/>
                  </a:lnTo>
                  <a:lnTo>
                    <a:pt x="2706624" y="1705355"/>
                  </a:lnTo>
                  <a:close/>
                </a:path>
                <a:path w="2788920" h="1705610">
                  <a:moveTo>
                    <a:pt x="2665476" y="1705355"/>
                  </a:moveTo>
                  <a:lnTo>
                    <a:pt x="2633471" y="1705355"/>
                  </a:lnTo>
                  <a:lnTo>
                    <a:pt x="2633471" y="1694687"/>
                  </a:lnTo>
                  <a:lnTo>
                    <a:pt x="2665476" y="1694687"/>
                  </a:lnTo>
                  <a:lnTo>
                    <a:pt x="2665476" y="1705355"/>
                  </a:lnTo>
                  <a:close/>
                </a:path>
                <a:path w="2788920" h="1705610">
                  <a:moveTo>
                    <a:pt x="2622804" y="1705355"/>
                  </a:moveTo>
                  <a:lnTo>
                    <a:pt x="2592324" y="1705355"/>
                  </a:lnTo>
                  <a:lnTo>
                    <a:pt x="2592324" y="1694687"/>
                  </a:lnTo>
                  <a:lnTo>
                    <a:pt x="2622804" y="1694687"/>
                  </a:lnTo>
                  <a:lnTo>
                    <a:pt x="2622804" y="1705355"/>
                  </a:lnTo>
                  <a:close/>
                </a:path>
                <a:path w="2788920" h="1705610">
                  <a:moveTo>
                    <a:pt x="2581655" y="1705355"/>
                  </a:moveTo>
                  <a:lnTo>
                    <a:pt x="2549652" y="1705355"/>
                  </a:lnTo>
                  <a:lnTo>
                    <a:pt x="2549652" y="1694687"/>
                  </a:lnTo>
                  <a:lnTo>
                    <a:pt x="2581655" y="1694687"/>
                  </a:lnTo>
                  <a:lnTo>
                    <a:pt x="2581655" y="1705355"/>
                  </a:lnTo>
                  <a:close/>
                </a:path>
                <a:path w="2788920" h="1705610">
                  <a:moveTo>
                    <a:pt x="2538984" y="1705355"/>
                  </a:moveTo>
                  <a:lnTo>
                    <a:pt x="2508504" y="1705355"/>
                  </a:lnTo>
                  <a:lnTo>
                    <a:pt x="2508504" y="1694687"/>
                  </a:lnTo>
                  <a:lnTo>
                    <a:pt x="2538984" y="1694687"/>
                  </a:lnTo>
                  <a:lnTo>
                    <a:pt x="2538984" y="1705355"/>
                  </a:lnTo>
                  <a:close/>
                </a:path>
                <a:path w="2788920" h="1705610">
                  <a:moveTo>
                    <a:pt x="2497836" y="1705355"/>
                  </a:moveTo>
                  <a:lnTo>
                    <a:pt x="2465832" y="1705355"/>
                  </a:lnTo>
                  <a:lnTo>
                    <a:pt x="2465832" y="1694687"/>
                  </a:lnTo>
                  <a:lnTo>
                    <a:pt x="2497836" y="1694687"/>
                  </a:lnTo>
                  <a:lnTo>
                    <a:pt x="2497836" y="1705355"/>
                  </a:lnTo>
                  <a:close/>
                </a:path>
                <a:path w="2788920" h="1705610">
                  <a:moveTo>
                    <a:pt x="2455163" y="1705355"/>
                  </a:moveTo>
                  <a:lnTo>
                    <a:pt x="2424684" y="1705355"/>
                  </a:lnTo>
                  <a:lnTo>
                    <a:pt x="2424684" y="1694687"/>
                  </a:lnTo>
                  <a:lnTo>
                    <a:pt x="2455163" y="1694687"/>
                  </a:lnTo>
                  <a:lnTo>
                    <a:pt x="2455163" y="1705355"/>
                  </a:lnTo>
                  <a:close/>
                </a:path>
                <a:path w="2788920" h="1705610">
                  <a:moveTo>
                    <a:pt x="2414016" y="1705355"/>
                  </a:moveTo>
                  <a:lnTo>
                    <a:pt x="2382012" y="1705355"/>
                  </a:lnTo>
                  <a:lnTo>
                    <a:pt x="2382012" y="1694687"/>
                  </a:lnTo>
                  <a:lnTo>
                    <a:pt x="2414016" y="1694687"/>
                  </a:lnTo>
                  <a:lnTo>
                    <a:pt x="2414016" y="1705355"/>
                  </a:lnTo>
                  <a:close/>
                </a:path>
                <a:path w="2788920" h="1705610">
                  <a:moveTo>
                    <a:pt x="2371344" y="1705355"/>
                  </a:moveTo>
                  <a:lnTo>
                    <a:pt x="2340863" y="1705355"/>
                  </a:lnTo>
                  <a:lnTo>
                    <a:pt x="2340863" y="1694687"/>
                  </a:lnTo>
                  <a:lnTo>
                    <a:pt x="2371344" y="1694687"/>
                  </a:lnTo>
                  <a:lnTo>
                    <a:pt x="2371344" y="1705355"/>
                  </a:lnTo>
                  <a:close/>
                </a:path>
                <a:path w="2788920" h="1705610">
                  <a:moveTo>
                    <a:pt x="2330195" y="1705355"/>
                  </a:moveTo>
                  <a:lnTo>
                    <a:pt x="2298192" y="1705355"/>
                  </a:lnTo>
                  <a:lnTo>
                    <a:pt x="2298192" y="1694687"/>
                  </a:lnTo>
                  <a:lnTo>
                    <a:pt x="2330195" y="1694687"/>
                  </a:lnTo>
                  <a:lnTo>
                    <a:pt x="2330195" y="1705355"/>
                  </a:lnTo>
                  <a:close/>
                </a:path>
                <a:path w="2788920" h="1705610">
                  <a:moveTo>
                    <a:pt x="2287524" y="1705355"/>
                  </a:moveTo>
                  <a:lnTo>
                    <a:pt x="2257044" y="1705355"/>
                  </a:lnTo>
                  <a:lnTo>
                    <a:pt x="2257044" y="1694687"/>
                  </a:lnTo>
                  <a:lnTo>
                    <a:pt x="2287524" y="1694687"/>
                  </a:lnTo>
                  <a:lnTo>
                    <a:pt x="2287524" y="1705355"/>
                  </a:lnTo>
                  <a:close/>
                </a:path>
                <a:path w="2788920" h="1705610">
                  <a:moveTo>
                    <a:pt x="2246376" y="1705355"/>
                  </a:moveTo>
                  <a:lnTo>
                    <a:pt x="2214371" y="1705355"/>
                  </a:lnTo>
                  <a:lnTo>
                    <a:pt x="2214371" y="1694687"/>
                  </a:lnTo>
                  <a:lnTo>
                    <a:pt x="2246376" y="1694687"/>
                  </a:lnTo>
                  <a:lnTo>
                    <a:pt x="2246376" y="1705355"/>
                  </a:lnTo>
                  <a:close/>
                </a:path>
                <a:path w="2788920" h="1705610">
                  <a:moveTo>
                    <a:pt x="2203703" y="1705355"/>
                  </a:moveTo>
                  <a:lnTo>
                    <a:pt x="2173224" y="1705355"/>
                  </a:lnTo>
                  <a:lnTo>
                    <a:pt x="2173224" y="1694687"/>
                  </a:lnTo>
                  <a:lnTo>
                    <a:pt x="2203703" y="1694687"/>
                  </a:lnTo>
                  <a:lnTo>
                    <a:pt x="2203703" y="1705355"/>
                  </a:lnTo>
                  <a:close/>
                </a:path>
                <a:path w="2788920" h="1705610">
                  <a:moveTo>
                    <a:pt x="2162555" y="1705355"/>
                  </a:moveTo>
                  <a:lnTo>
                    <a:pt x="2130552" y="1705355"/>
                  </a:lnTo>
                  <a:lnTo>
                    <a:pt x="2130552" y="1694687"/>
                  </a:lnTo>
                  <a:lnTo>
                    <a:pt x="2162555" y="1694687"/>
                  </a:lnTo>
                  <a:lnTo>
                    <a:pt x="2162555" y="1705355"/>
                  </a:lnTo>
                  <a:close/>
                </a:path>
                <a:path w="2788920" h="1705610">
                  <a:moveTo>
                    <a:pt x="2119884" y="1705355"/>
                  </a:moveTo>
                  <a:lnTo>
                    <a:pt x="2089403" y="1705355"/>
                  </a:lnTo>
                  <a:lnTo>
                    <a:pt x="2089403" y="1694687"/>
                  </a:lnTo>
                  <a:lnTo>
                    <a:pt x="2119884" y="1694687"/>
                  </a:lnTo>
                  <a:lnTo>
                    <a:pt x="2119884" y="1705355"/>
                  </a:lnTo>
                  <a:close/>
                </a:path>
                <a:path w="2788920" h="1705610">
                  <a:moveTo>
                    <a:pt x="2078736" y="1705355"/>
                  </a:moveTo>
                  <a:lnTo>
                    <a:pt x="2046732" y="1705355"/>
                  </a:lnTo>
                  <a:lnTo>
                    <a:pt x="2046732" y="1694687"/>
                  </a:lnTo>
                  <a:lnTo>
                    <a:pt x="2078736" y="1694687"/>
                  </a:lnTo>
                  <a:lnTo>
                    <a:pt x="2078736" y="1705355"/>
                  </a:lnTo>
                  <a:close/>
                </a:path>
                <a:path w="2788920" h="1705610">
                  <a:moveTo>
                    <a:pt x="2036064" y="1705355"/>
                  </a:moveTo>
                  <a:lnTo>
                    <a:pt x="2005584" y="1705355"/>
                  </a:lnTo>
                  <a:lnTo>
                    <a:pt x="2005584" y="1694687"/>
                  </a:lnTo>
                  <a:lnTo>
                    <a:pt x="2036064" y="1694687"/>
                  </a:lnTo>
                  <a:lnTo>
                    <a:pt x="2036064" y="1705355"/>
                  </a:lnTo>
                  <a:close/>
                </a:path>
                <a:path w="2788920" h="1705610">
                  <a:moveTo>
                    <a:pt x="1994916" y="1705355"/>
                  </a:moveTo>
                  <a:lnTo>
                    <a:pt x="1962912" y="1705355"/>
                  </a:lnTo>
                  <a:lnTo>
                    <a:pt x="1962912" y="1694687"/>
                  </a:lnTo>
                  <a:lnTo>
                    <a:pt x="1994916" y="1694687"/>
                  </a:lnTo>
                  <a:lnTo>
                    <a:pt x="1994916" y="1705355"/>
                  </a:lnTo>
                  <a:close/>
                </a:path>
                <a:path w="2788920" h="1705610">
                  <a:moveTo>
                    <a:pt x="1952244" y="1705355"/>
                  </a:moveTo>
                  <a:lnTo>
                    <a:pt x="1921764" y="1705355"/>
                  </a:lnTo>
                  <a:lnTo>
                    <a:pt x="1921764" y="1694687"/>
                  </a:lnTo>
                  <a:lnTo>
                    <a:pt x="1952244" y="1694687"/>
                  </a:lnTo>
                  <a:lnTo>
                    <a:pt x="1952244" y="1705355"/>
                  </a:lnTo>
                  <a:close/>
                </a:path>
                <a:path w="2788920" h="1705610">
                  <a:moveTo>
                    <a:pt x="1911095" y="1705355"/>
                  </a:moveTo>
                  <a:lnTo>
                    <a:pt x="1879092" y="1705355"/>
                  </a:lnTo>
                  <a:lnTo>
                    <a:pt x="1879092" y="1694687"/>
                  </a:lnTo>
                  <a:lnTo>
                    <a:pt x="1911095" y="1694687"/>
                  </a:lnTo>
                  <a:lnTo>
                    <a:pt x="1911095" y="1705355"/>
                  </a:lnTo>
                  <a:close/>
                </a:path>
                <a:path w="2788920" h="1705610">
                  <a:moveTo>
                    <a:pt x="1868424" y="1705355"/>
                  </a:moveTo>
                  <a:lnTo>
                    <a:pt x="1837944" y="1705355"/>
                  </a:lnTo>
                  <a:lnTo>
                    <a:pt x="1837944" y="1694687"/>
                  </a:lnTo>
                  <a:lnTo>
                    <a:pt x="1868424" y="1694687"/>
                  </a:lnTo>
                  <a:lnTo>
                    <a:pt x="1868424" y="1705355"/>
                  </a:lnTo>
                  <a:close/>
                </a:path>
                <a:path w="2788920" h="1705610">
                  <a:moveTo>
                    <a:pt x="1827276" y="1705355"/>
                  </a:moveTo>
                  <a:lnTo>
                    <a:pt x="1795272" y="1705355"/>
                  </a:lnTo>
                  <a:lnTo>
                    <a:pt x="1795272" y="1694687"/>
                  </a:lnTo>
                  <a:lnTo>
                    <a:pt x="1827276" y="1694687"/>
                  </a:lnTo>
                  <a:lnTo>
                    <a:pt x="1827276" y="1705355"/>
                  </a:lnTo>
                  <a:close/>
                </a:path>
                <a:path w="2788920" h="1705610">
                  <a:moveTo>
                    <a:pt x="1784603" y="1705355"/>
                  </a:moveTo>
                  <a:lnTo>
                    <a:pt x="1754124" y="1705355"/>
                  </a:lnTo>
                  <a:lnTo>
                    <a:pt x="1754124" y="1694687"/>
                  </a:lnTo>
                  <a:lnTo>
                    <a:pt x="1784603" y="1694687"/>
                  </a:lnTo>
                  <a:lnTo>
                    <a:pt x="1784603" y="1705355"/>
                  </a:lnTo>
                  <a:close/>
                </a:path>
                <a:path w="2788920" h="1705610">
                  <a:moveTo>
                    <a:pt x="1743456" y="1705355"/>
                  </a:moveTo>
                  <a:lnTo>
                    <a:pt x="1711452" y="1705355"/>
                  </a:lnTo>
                  <a:lnTo>
                    <a:pt x="1711452" y="1694687"/>
                  </a:lnTo>
                  <a:lnTo>
                    <a:pt x="1743456" y="1694687"/>
                  </a:lnTo>
                  <a:lnTo>
                    <a:pt x="1743456" y="1705355"/>
                  </a:lnTo>
                  <a:close/>
                </a:path>
                <a:path w="2788920" h="1705610">
                  <a:moveTo>
                    <a:pt x="1700784" y="1705355"/>
                  </a:moveTo>
                  <a:lnTo>
                    <a:pt x="1670303" y="1705355"/>
                  </a:lnTo>
                  <a:lnTo>
                    <a:pt x="1670303" y="1694687"/>
                  </a:lnTo>
                  <a:lnTo>
                    <a:pt x="1700784" y="1694687"/>
                  </a:lnTo>
                  <a:lnTo>
                    <a:pt x="1700784" y="1705355"/>
                  </a:lnTo>
                  <a:close/>
                </a:path>
                <a:path w="2788920" h="1705610">
                  <a:moveTo>
                    <a:pt x="1659636" y="1705355"/>
                  </a:moveTo>
                  <a:lnTo>
                    <a:pt x="1627632" y="1705355"/>
                  </a:lnTo>
                  <a:lnTo>
                    <a:pt x="1627632" y="1694687"/>
                  </a:lnTo>
                  <a:lnTo>
                    <a:pt x="1659636" y="1694687"/>
                  </a:lnTo>
                  <a:lnTo>
                    <a:pt x="1659636" y="1705355"/>
                  </a:lnTo>
                  <a:close/>
                </a:path>
                <a:path w="2788920" h="1705610">
                  <a:moveTo>
                    <a:pt x="1616964" y="1705355"/>
                  </a:moveTo>
                  <a:lnTo>
                    <a:pt x="1586484" y="1705355"/>
                  </a:lnTo>
                  <a:lnTo>
                    <a:pt x="1586484" y="1694687"/>
                  </a:lnTo>
                  <a:lnTo>
                    <a:pt x="1616964" y="1694687"/>
                  </a:lnTo>
                  <a:lnTo>
                    <a:pt x="1616964" y="1705355"/>
                  </a:lnTo>
                  <a:close/>
                </a:path>
                <a:path w="2788920" h="1705610">
                  <a:moveTo>
                    <a:pt x="1575815" y="1705355"/>
                  </a:moveTo>
                  <a:lnTo>
                    <a:pt x="1543811" y="1705355"/>
                  </a:lnTo>
                  <a:lnTo>
                    <a:pt x="1543811" y="1694687"/>
                  </a:lnTo>
                  <a:lnTo>
                    <a:pt x="1575815" y="1694687"/>
                  </a:lnTo>
                  <a:lnTo>
                    <a:pt x="1575815" y="1705355"/>
                  </a:lnTo>
                  <a:close/>
                </a:path>
                <a:path w="2788920" h="1705610">
                  <a:moveTo>
                    <a:pt x="1533144" y="1705355"/>
                  </a:moveTo>
                  <a:lnTo>
                    <a:pt x="1502664" y="1705355"/>
                  </a:lnTo>
                  <a:lnTo>
                    <a:pt x="1502664" y="1694687"/>
                  </a:lnTo>
                  <a:lnTo>
                    <a:pt x="1533144" y="1694687"/>
                  </a:lnTo>
                  <a:lnTo>
                    <a:pt x="1533144" y="1705355"/>
                  </a:lnTo>
                  <a:close/>
                </a:path>
                <a:path w="2788920" h="1705610">
                  <a:moveTo>
                    <a:pt x="1491995" y="1705355"/>
                  </a:moveTo>
                  <a:lnTo>
                    <a:pt x="1459992" y="1705355"/>
                  </a:lnTo>
                  <a:lnTo>
                    <a:pt x="1459992" y="1694687"/>
                  </a:lnTo>
                  <a:lnTo>
                    <a:pt x="1491995" y="1694687"/>
                  </a:lnTo>
                  <a:lnTo>
                    <a:pt x="1491995" y="1705355"/>
                  </a:lnTo>
                  <a:close/>
                </a:path>
                <a:path w="2788920" h="1705610">
                  <a:moveTo>
                    <a:pt x="1449324" y="1705355"/>
                  </a:moveTo>
                  <a:lnTo>
                    <a:pt x="1418844" y="1705355"/>
                  </a:lnTo>
                  <a:lnTo>
                    <a:pt x="1418844" y="1694687"/>
                  </a:lnTo>
                  <a:lnTo>
                    <a:pt x="1449324" y="1694687"/>
                  </a:lnTo>
                  <a:lnTo>
                    <a:pt x="1449324" y="1705355"/>
                  </a:lnTo>
                  <a:close/>
                </a:path>
                <a:path w="2788920" h="1705610">
                  <a:moveTo>
                    <a:pt x="1408176" y="1705355"/>
                  </a:moveTo>
                  <a:lnTo>
                    <a:pt x="1376172" y="1705355"/>
                  </a:lnTo>
                  <a:lnTo>
                    <a:pt x="1376172" y="1694687"/>
                  </a:lnTo>
                  <a:lnTo>
                    <a:pt x="1408176" y="1694687"/>
                  </a:lnTo>
                  <a:lnTo>
                    <a:pt x="1408176" y="1705355"/>
                  </a:lnTo>
                  <a:close/>
                </a:path>
                <a:path w="2788920" h="1705610">
                  <a:moveTo>
                    <a:pt x="1365503" y="1705355"/>
                  </a:moveTo>
                  <a:lnTo>
                    <a:pt x="1335024" y="1705355"/>
                  </a:lnTo>
                  <a:lnTo>
                    <a:pt x="1335024" y="1694687"/>
                  </a:lnTo>
                  <a:lnTo>
                    <a:pt x="1365503" y="1694687"/>
                  </a:lnTo>
                  <a:lnTo>
                    <a:pt x="1365503" y="1705355"/>
                  </a:lnTo>
                  <a:close/>
                </a:path>
                <a:path w="2788920" h="1705610">
                  <a:moveTo>
                    <a:pt x="1324356" y="1705355"/>
                  </a:moveTo>
                  <a:lnTo>
                    <a:pt x="1292352" y="1705355"/>
                  </a:lnTo>
                  <a:lnTo>
                    <a:pt x="1292352" y="1694687"/>
                  </a:lnTo>
                  <a:lnTo>
                    <a:pt x="1324356" y="1694687"/>
                  </a:lnTo>
                  <a:lnTo>
                    <a:pt x="1324356" y="1705355"/>
                  </a:lnTo>
                  <a:close/>
                </a:path>
                <a:path w="2788920" h="1705610">
                  <a:moveTo>
                    <a:pt x="1281684" y="1705355"/>
                  </a:moveTo>
                  <a:lnTo>
                    <a:pt x="1251203" y="1705355"/>
                  </a:lnTo>
                  <a:lnTo>
                    <a:pt x="1251203" y="1694687"/>
                  </a:lnTo>
                  <a:lnTo>
                    <a:pt x="1281684" y="1694687"/>
                  </a:lnTo>
                  <a:lnTo>
                    <a:pt x="1281684" y="1705355"/>
                  </a:lnTo>
                  <a:close/>
                </a:path>
                <a:path w="2788920" h="1705610">
                  <a:moveTo>
                    <a:pt x="1240536" y="1705355"/>
                  </a:moveTo>
                  <a:lnTo>
                    <a:pt x="1208532" y="1705355"/>
                  </a:lnTo>
                  <a:lnTo>
                    <a:pt x="1208532" y="1694687"/>
                  </a:lnTo>
                  <a:lnTo>
                    <a:pt x="1240536" y="1694687"/>
                  </a:lnTo>
                  <a:lnTo>
                    <a:pt x="1240536" y="1705355"/>
                  </a:lnTo>
                  <a:close/>
                </a:path>
                <a:path w="2788920" h="1705610">
                  <a:moveTo>
                    <a:pt x="1197864" y="1705355"/>
                  </a:moveTo>
                  <a:lnTo>
                    <a:pt x="1167384" y="1705355"/>
                  </a:lnTo>
                  <a:lnTo>
                    <a:pt x="1167384" y="1694687"/>
                  </a:lnTo>
                  <a:lnTo>
                    <a:pt x="1197864" y="1694687"/>
                  </a:lnTo>
                  <a:lnTo>
                    <a:pt x="1197864" y="1705355"/>
                  </a:lnTo>
                  <a:close/>
                </a:path>
                <a:path w="2788920" h="1705610">
                  <a:moveTo>
                    <a:pt x="1156715" y="1705355"/>
                  </a:moveTo>
                  <a:lnTo>
                    <a:pt x="1124711" y="1705355"/>
                  </a:lnTo>
                  <a:lnTo>
                    <a:pt x="1124711" y="1694687"/>
                  </a:lnTo>
                  <a:lnTo>
                    <a:pt x="1156715" y="1694687"/>
                  </a:lnTo>
                  <a:lnTo>
                    <a:pt x="1156715" y="1705355"/>
                  </a:lnTo>
                  <a:close/>
                </a:path>
                <a:path w="2788920" h="1705610">
                  <a:moveTo>
                    <a:pt x="1114044" y="1705355"/>
                  </a:moveTo>
                  <a:lnTo>
                    <a:pt x="1083564" y="1705355"/>
                  </a:lnTo>
                  <a:lnTo>
                    <a:pt x="1083564" y="1694687"/>
                  </a:lnTo>
                  <a:lnTo>
                    <a:pt x="1114044" y="1694687"/>
                  </a:lnTo>
                  <a:lnTo>
                    <a:pt x="1114044" y="1705355"/>
                  </a:lnTo>
                  <a:close/>
                </a:path>
                <a:path w="2788920" h="1705610">
                  <a:moveTo>
                    <a:pt x="1072895" y="1705355"/>
                  </a:moveTo>
                  <a:lnTo>
                    <a:pt x="1040892" y="1705355"/>
                  </a:lnTo>
                  <a:lnTo>
                    <a:pt x="1040892" y="1694687"/>
                  </a:lnTo>
                  <a:lnTo>
                    <a:pt x="1072895" y="1694687"/>
                  </a:lnTo>
                  <a:lnTo>
                    <a:pt x="1072895" y="1705355"/>
                  </a:lnTo>
                  <a:close/>
                </a:path>
                <a:path w="2788920" h="1705610">
                  <a:moveTo>
                    <a:pt x="1030223" y="1705355"/>
                  </a:moveTo>
                  <a:lnTo>
                    <a:pt x="999744" y="1705355"/>
                  </a:lnTo>
                  <a:lnTo>
                    <a:pt x="999744" y="1694687"/>
                  </a:lnTo>
                  <a:lnTo>
                    <a:pt x="1030223" y="1694687"/>
                  </a:lnTo>
                  <a:lnTo>
                    <a:pt x="1030223" y="1705355"/>
                  </a:lnTo>
                  <a:close/>
                </a:path>
                <a:path w="2788920" h="1705610">
                  <a:moveTo>
                    <a:pt x="989076" y="1705355"/>
                  </a:moveTo>
                  <a:lnTo>
                    <a:pt x="957072" y="1705355"/>
                  </a:lnTo>
                  <a:lnTo>
                    <a:pt x="957072" y="1694687"/>
                  </a:lnTo>
                  <a:lnTo>
                    <a:pt x="989076" y="1694687"/>
                  </a:lnTo>
                  <a:lnTo>
                    <a:pt x="989076" y="1705355"/>
                  </a:lnTo>
                  <a:close/>
                </a:path>
                <a:path w="2788920" h="1705610">
                  <a:moveTo>
                    <a:pt x="946403" y="1705355"/>
                  </a:moveTo>
                  <a:lnTo>
                    <a:pt x="915923" y="1705355"/>
                  </a:lnTo>
                  <a:lnTo>
                    <a:pt x="915923" y="1694687"/>
                  </a:lnTo>
                  <a:lnTo>
                    <a:pt x="946403" y="1694687"/>
                  </a:lnTo>
                  <a:lnTo>
                    <a:pt x="946403" y="1705355"/>
                  </a:lnTo>
                  <a:close/>
                </a:path>
                <a:path w="2788920" h="1705610">
                  <a:moveTo>
                    <a:pt x="905256" y="1705355"/>
                  </a:moveTo>
                  <a:lnTo>
                    <a:pt x="873252" y="1705355"/>
                  </a:lnTo>
                  <a:lnTo>
                    <a:pt x="873252" y="1694687"/>
                  </a:lnTo>
                  <a:lnTo>
                    <a:pt x="905256" y="1694687"/>
                  </a:lnTo>
                  <a:lnTo>
                    <a:pt x="905256" y="1705355"/>
                  </a:lnTo>
                  <a:close/>
                </a:path>
                <a:path w="2788920" h="1705610">
                  <a:moveTo>
                    <a:pt x="862583" y="1705355"/>
                  </a:moveTo>
                  <a:lnTo>
                    <a:pt x="832104" y="1705355"/>
                  </a:lnTo>
                  <a:lnTo>
                    <a:pt x="832104" y="1694687"/>
                  </a:lnTo>
                  <a:lnTo>
                    <a:pt x="862583" y="1694687"/>
                  </a:lnTo>
                  <a:lnTo>
                    <a:pt x="862583" y="1705355"/>
                  </a:lnTo>
                  <a:close/>
                </a:path>
                <a:path w="2788920" h="1705610">
                  <a:moveTo>
                    <a:pt x="821436" y="1705355"/>
                  </a:moveTo>
                  <a:lnTo>
                    <a:pt x="789431" y="1705355"/>
                  </a:lnTo>
                  <a:lnTo>
                    <a:pt x="789431" y="1694687"/>
                  </a:lnTo>
                  <a:lnTo>
                    <a:pt x="821436" y="1694687"/>
                  </a:lnTo>
                  <a:lnTo>
                    <a:pt x="821436" y="1705355"/>
                  </a:lnTo>
                  <a:close/>
                </a:path>
                <a:path w="2788920" h="1705610">
                  <a:moveTo>
                    <a:pt x="778764" y="1705355"/>
                  </a:moveTo>
                  <a:lnTo>
                    <a:pt x="748283" y="1705355"/>
                  </a:lnTo>
                  <a:lnTo>
                    <a:pt x="748283" y="1694687"/>
                  </a:lnTo>
                  <a:lnTo>
                    <a:pt x="778764" y="1694687"/>
                  </a:lnTo>
                  <a:lnTo>
                    <a:pt x="778764" y="1705355"/>
                  </a:lnTo>
                  <a:close/>
                </a:path>
                <a:path w="2788920" h="1705610">
                  <a:moveTo>
                    <a:pt x="737616" y="1705355"/>
                  </a:moveTo>
                  <a:lnTo>
                    <a:pt x="705612" y="1705355"/>
                  </a:lnTo>
                  <a:lnTo>
                    <a:pt x="705612" y="1694687"/>
                  </a:lnTo>
                  <a:lnTo>
                    <a:pt x="737616" y="1694687"/>
                  </a:lnTo>
                  <a:lnTo>
                    <a:pt x="737616" y="1705355"/>
                  </a:lnTo>
                  <a:close/>
                </a:path>
                <a:path w="2788920" h="1705610">
                  <a:moveTo>
                    <a:pt x="694944" y="1705355"/>
                  </a:moveTo>
                  <a:lnTo>
                    <a:pt x="664464" y="1705355"/>
                  </a:lnTo>
                  <a:lnTo>
                    <a:pt x="664464" y="1694687"/>
                  </a:lnTo>
                  <a:lnTo>
                    <a:pt x="694944" y="1694687"/>
                  </a:lnTo>
                  <a:lnTo>
                    <a:pt x="694944" y="1705355"/>
                  </a:lnTo>
                  <a:close/>
                </a:path>
                <a:path w="2788920" h="1705610">
                  <a:moveTo>
                    <a:pt x="653796" y="1705355"/>
                  </a:moveTo>
                  <a:lnTo>
                    <a:pt x="621792" y="1705355"/>
                  </a:lnTo>
                  <a:lnTo>
                    <a:pt x="621792" y="1694687"/>
                  </a:lnTo>
                  <a:lnTo>
                    <a:pt x="653796" y="1694687"/>
                  </a:lnTo>
                  <a:lnTo>
                    <a:pt x="653796" y="1705355"/>
                  </a:lnTo>
                  <a:close/>
                </a:path>
                <a:path w="2788920" h="1705610">
                  <a:moveTo>
                    <a:pt x="611123" y="1705355"/>
                  </a:moveTo>
                  <a:lnTo>
                    <a:pt x="580644" y="1705355"/>
                  </a:lnTo>
                  <a:lnTo>
                    <a:pt x="580644" y="1694687"/>
                  </a:lnTo>
                  <a:lnTo>
                    <a:pt x="611123" y="1694687"/>
                  </a:lnTo>
                  <a:lnTo>
                    <a:pt x="611123" y="1705355"/>
                  </a:lnTo>
                  <a:close/>
                </a:path>
                <a:path w="2788920" h="1705610">
                  <a:moveTo>
                    <a:pt x="569975" y="1705355"/>
                  </a:moveTo>
                  <a:lnTo>
                    <a:pt x="537971" y="1705355"/>
                  </a:lnTo>
                  <a:lnTo>
                    <a:pt x="537971" y="1694687"/>
                  </a:lnTo>
                  <a:lnTo>
                    <a:pt x="569975" y="1694687"/>
                  </a:lnTo>
                  <a:lnTo>
                    <a:pt x="569975" y="1705355"/>
                  </a:lnTo>
                  <a:close/>
                </a:path>
                <a:path w="2788920" h="1705610">
                  <a:moveTo>
                    <a:pt x="527304" y="1705355"/>
                  </a:moveTo>
                  <a:lnTo>
                    <a:pt x="496823" y="1705355"/>
                  </a:lnTo>
                  <a:lnTo>
                    <a:pt x="496823" y="1694687"/>
                  </a:lnTo>
                  <a:lnTo>
                    <a:pt x="527304" y="1694687"/>
                  </a:lnTo>
                  <a:lnTo>
                    <a:pt x="527304" y="1705355"/>
                  </a:lnTo>
                  <a:close/>
                </a:path>
                <a:path w="2788920" h="1705610">
                  <a:moveTo>
                    <a:pt x="486156" y="1705355"/>
                  </a:moveTo>
                  <a:lnTo>
                    <a:pt x="454152" y="1705355"/>
                  </a:lnTo>
                  <a:lnTo>
                    <a:pt x="454152" y="1694687"/>
                  </a:lnTo>
                  <a:lnTo>
                    <a:pt x="486156" y="1694687"/>
                  </a:lnTo>
                  <a:lnTo>
                    <a:pt x="486156" y="1705355"/>
                  </a:lnTo>
                  <a:close/>
                </a:path>
                <a:path w="2788920" h="1705610">
                  <a:moveTo>
                    <a:pt x="443483" y="1705355"/>
                  </a:moveTo>
                  <a:lnTo>
                    <a:pt x="413004" y="1705355"/>
                  </a:lnTo>
                  <a:lnTo>
                    <a:pt x="413004" y="1694687"/>
                  </a:lnTo>
                  <a:lnTo>
                    <a:pt x="443483" y="1694687"/>
                  </a:lnTo>
                  <a:lnTo>
                    <a:pt x="443483" y="1705355"/>
                  </a:lnTo>
                  <a:close/>
                </a:path>
                <a:path w="2788920" h="1705610">
                  <a:moveTo>
                    <a:pt x="402335" y="1705355"/>
                  </a:moveTo>
                  <a:lnTo>
                    <a:pt x="370331" y="1705355"/>
                  </a:lnTo>
                  <a:lnTo>
                    <a:pt x="370331" y="1694687"/>
                  </a:lnTo>
                  <a:lnTo>
                    <a:pt x="402335" y="1694687"/>
                  </a:lnTo>
                  <a:lnTo>
                    <a:pt x="402335" y="1705355"/>
                  </a:lnTo>
                  <a:close/>
                </a:path>
                <a:path w="2788920" h="1705610">
                  <a:moveTo>
                    <a:pt x="359664" y="1705355"/>
                  </a:moveTo>
                  <a:lnTo>
                    <a:pt x="329183" y="1705355"/>
                  </a:lnTo>
                  <a:lnTo>
                    <a:pt x="329183" y="1694687"/>
                  </a:lnTo>
                  <a:lnTo>
                    <a:pt x="359664" y="1694687"/>
                  </a:lnTo>
                  <a:lnTo>
                    <a:pt x="359664" y="1705355"/>
                  </a:lnTo>
                  <a:close/>
                </a:path>
                <a:path w="2788920" h="1705610">
                  <a:moveTo>
                    <a:pt x="318516" y="1705355"/>
                  </a:moveTo>
                  <a:lnTo>
                    <a:pt x="286512" y="1705355"/>
                  </a:lnTo>
                  <a:lnTo>
                    <a:pt x="286512" y="1694687"/>
                  </a:lnTo>
                  <a:lnTo>
                    <a:pt x="318516" y="1694687"/>
                  </a:lnTo>
                  <a:lnTo>
                    <a:pt x="318516" y="1705355"/>
                  </a:lnTo>
                  <a:close/>
                </a:path>
                <a:path w="2788920" h="1705610">
                  <a:moveTo>
                    <a:pt x="275843" y="1705355"/>
                  </a:moveTo>
                  <a:lnTo>
                    <a:pt x="245363" y="1705355"/>
                  </a:lnTo>
                  <a:lnTo>
                    <a:pt x="245363" y="1694687"/>
                  </a:lnTo>
                  <a:lnTo>
                    <a:pt x="275843" y="1694687"/>
                  </a:lnTo>
                  <a:lnTo>
                    <a:pt x="275843" y="1705355"/>
                  </a:lnTo>
                  <a:close/>
                </a:path>
                <a:path w="2788920" h="1705610">
                  <a:moveTo>
                    <a:pt x="234695" y="1705355"/>
                  </a:moveTo>
                  <a:lnTo>
                    <a:pt x="202691" y="1705355"/>
                  </a:lnTo>
                  <a:lnTo>
                    <a:pt x="202691" y="1694687"/>
                  </a:lnTo>
                  <a:lnTo>
                    <a:pt x="234695" y="1694687"/>
                  </a:lnTo>
                  <a:lnTo>
                    <a:pt x="234695" y="1705355"/>
                  </a:lnTo>
                  <a:close/>
                </a:path>
                <a:path w="2788920" h="1705610">
                  <a:moveTo>
                    <a:pt x="192024" y="1705355"/>
                  </a:moveTo>
                  <a:lnTo>
                    <a:pt x="161543" y="1705355"/>
                  </a:lnTo>
                  <a:lnTo>
                    <a:pt x="161543" y="1694687"/>
                  </a:lnTo>
                  <a:lnTo>
                    <a:pt x="192024" y="1694687"/>
                  </a:lnTo>
                  <a:lnTo>
                    <a:pt x="192024" y="1705355"/>
                  </a:lnTo>
                  <a:close/>
                </a:path>
                <a:path w="2788920" h="1705610">
                  <a:moveTo>
                    <a:pt x="150876" y="1705355"/>
                  </a:moveTo>
                  <a:lnTo>
                    <a:pt x="118871" y="1705355"/>
                  </a:lnTo>
                  <a:lnTo>
                    <a:pt x="118871" y="1694687"/>
                  </a:lnTo>
                  <a:lnTo>
                    <a:pt x="150876" y="1694687"/>
                  </a:lnTo>
                  <a:lnTo>
                    <a:pt x="150876" y="1705355"/>
                  </a:lnTo>
                  <a:close/>
                </a:path>
                <a:path w="2788920" h="1705610">
                  <a:moveTo>
                    <a:pt x="108204" y="1705355"/>
                  </a:moveTo>
                  <a:lnTo>
                    <a:pt x="77724" y="1705355"/>
                  </a:lnTo>
                  <a:lnTo>
                    <a:pt x="77724" y="1694687"/>
                  </a:lnTo>
                  <a:lnTo>
                    <a:pt x="108204" y="1694687"/>
                  </a:lnTo>
                  <a:lnTo>
                    <a:pt x="108204" y="1705355"/>
                  </a:lnTo>
                  <a:close/>
                </a:path>
                <a:path w="2788920" h="1705610">
                  <a:moveTo>
                    <a:pt x="67056" y="1705355"/>
                  </a:moveTo>
                  <a:lnTo>
                    <a:pt x="35052" y="1705355"/>
                  </a:lnTo>
                  <a:lnTo>
                    <a:pt x="35052" y="1694687"/>
                  </a:lnTo>
                  <a:lnTo>
                    <a:pt x="67056" y="1694687"/>
                  </a:lnTo>
                  <a:lnTo>
                    <a:pt x="67056" y="1705355"/>
                  </a:lnTo>
                  <a:close/>
                </a:path>
              </a:pathLst>
            </a:custGeom>
            <a:solidFill>
              <a:srgbClr val="2F528E"/>
            </a:solidFill>
          </p:spPr>
          <p:txBody>
            <a:bodyPr wrap="square" lIns="0" tIns="0" rIns="0" bIns="0" rtlCol="0"/>
            <a:lstStyle/>
            <a:p>
              <a:pPr defTabSz="1183325"/>
              <a:endParaRPr sz="2329"/>
            </a:p>
          </p:txBody>
        </p:sp>
        <p:pic>
          <p:nvPicPr>
            <p:cNvPr id="26" name="object 2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78536" y="3947160"/>
              <a:ext cx="2496311" cy="935735"/>
            </a:xfrm>
            <a:prstGeom prst="rect">
              <a:avLst/>
            </a:prstGeom>
          </p:spPr>
        </p:pic>
      </p:grpSp>
      <p:sp>
        <p:nvSpPr>
          <p:cNvPr id="27" name="object 27"/>
          <p:cNvSpPr/>
          <p:nvPr/>
        </p:nvSpPr>
        <p:spPr>
          <a:xfrm>
            <a:off x="9476591" y="4589391"/>
            <a:ext cx="3379096" cy="1331259"/>
          </a:xfrm>
          <a:custGeom>
            <a:avLst/>
            <a:gdLst/>
            <a:ahLst/>
            <a:cxnLst/>
            <a:rect l="l" t="t" r="r" b="b"/>
            <a:pathLst>
              <a:path w="2611120" h="1028700">
                <a:moveTo>
                  <a:pt x="4572" y="1024127"/>
                </a:moveTo>
                <a:lnTo>
                  <a:pt x="0" y="1024127"/>
                </a:lnTo>
                <a:lnTo>
                  <a:pt x="0" y="992124"/>
                </a:lnTo>
                <a:lnTo>
                  <a:pt x="9144" y="992124"/>
                </a:lnTo>
                <a:lnTo>
                  <a:pt x="9144" y="1018032"/>
                </a:lnTo>
                <a:lnTo>
                  <a:pt x="4572" y="1018032"/>
                </a:lnTo>
                <a:lnTo>
                  <a:pt x="4572" y="1024127"/>
                </a:lnTo>
                <a:close/>
              </a:path>
              <a:path w="2611120" h="1028700">
                <a:moveTo>
                  <a:pt x="33528" y="1028700"/>
                </a:moveTo>
                <a:lnTo>
                  <a:pt x="4572" y="1028700"/>
                </a:lnTo>
                <a:lnTo>
                  <a:pt x="4572" y="1018032"/>
                </a:lnTo>
                <a:lnTo>
                  <a:pt x="9144" y="1018032"/>
                </a:lnTo>
                <a:lnTo>
                  <a:pt x="9144" y="1024127"/>
                </a:lnTo>
                <a:lnTo>
                  <a:pt x="33528" y="1024127"/>
                </a:lnTo>
                <a:lnTo>
                  <a:pt x="33528" y="1028700"/>
                </a:lnTo>
                <a:close/>
              </a:path>
              <a:path w="2611120" h="1028700">
                <a:moveTo>
                  <a:pt x="33528" y="1024127"/>
                </a:moveTo>
                <a:lnTo>
                  <a:pt x="9144" y="1024127"/>
                </a:lnTo>
                <a:lnTo>
                  <a:pt x="9144" y="1018032"/>
                </a:lnTo>
                <a:lnTo>
                  <a:pt x="33528" y="1018032"/>
                </a:lnTo>
                <a:lnTo>
                  <a:pt x="33528" y="1024127"/>
                </a:lnTo>
                <a:close/>
              </a:path>
              <a:path w="2611120" h="1028700">
                <a:moveTo>
                  <a:pt x="9144" y="981455"/>
                </a:moveTo>
                <a:lnTo>
                  <a:pt x="0" y="981455"/>
                </a:lnTo>
                <a:lnTo>
                  <a:pt x="0" y="949451"/>
                </a:lnTo>
                <a:lnTo>
                  <a:pt x="9144" y="949451"/>
                </a:lnTo>
                <a:lnTo>
                  <a:pt x="9144" y="981455"/>
                </a:lnTo>
                <a:close/>
              </a:path>
              <a:path w="2611120" h="1028700">
                <a:moveTo>
                  <a:pt x="9144" y="940308"/>
                </a:moveTo>
                <a:lnTo>
                  <a:pt x="0" y="940308"/>
                </a:lnTo>
                <a:lnTo>
                  <a:pt x="0" y="908303"/>
                </a:lnTo>
                <a:lnTo>
                  <a:pt x="9144" y="908303"/>
                </a:lnTo>
                <a:lnTo>
                  <a:pt x="9144" y="940308"/>
                </a:lnTo>
                <a:close/>
              </a:path>
              <a:path w="2611120" h="1028700">
                <a:moveTo>
                  <a:pt x="9144" y="897635"/>
                </a:moveTo>
                <a:lnTo>
                  <a:pt x="0" y="897635"/>
                </a:lnTo>
                <a:lnTo>
                  <a:pt x="0" y="865632"/>
                </a:lnTo>
                <a:lnTo>
                  <a:pt x="9144" y="865632"/>
                </a:lnTo>
                <a:lnTo>
                  <a:pt x="9144" y="897635"/>
                </a:lnTo>
                <a:close/>
              </a:path>
              <a:path w="2611120" h="1028700">
                <a:moveTo>
                  <a:pt x="9144" y="856487"/>
                </a:moveTo>
                <a:lnTo>
                  <a:pt x="0" y="856487"/>
                </a:lnTo>
                <a:lnTo>
                  <a:pt x="0" y="824484"/>
                </a:lnTo>
                <a:lnTo>
                  <a:pt x="9144" y="824484"/>
                </a:lnTo>
                <a:lnTo>
                  <a:pt x="9144" y="856487"/>
                </a:lnTo>
                <a:close/>
              </a:path>
              <a:path w="2611120" h="1028700">
                <a:moveTo>
                  <a:pt x="9144" y="813816"/>
                </a:moveTo>
                <a:lnTo>
                  <a:pt x="0" y="813816"/>
                </a:lnTo>
                <a:lnTo>
                  <a:pt x="0" y="781811"/>
                </a:lnTo>
                <a:lnTo>
                  <a:pt x="9144" y="781811"/>
                </a:lnTo>
                <a:lnTo>
                  <a:pt x="9144" y="813816"/>
                </a:lnTo>
                <a:close/>
              </a:path>
              <a:path w="2611120" h="1028700">
                <a:moveTo>
                  <a:pt x="9144" y="772667"/>
                </a:moveTo>
                <a:lnTo>
                  <a:pt x="0" y="772667"/>
                </a:lnTo>
                <a:lnTo>
                  <a:pt x="0" y="740663"/>
                </a:lnTo>
                <a:lnTo>
                  <a:pt x="9144" y="740663"/>
                </a:lnTo>
                <a:lnTo>
                  <a:pt x="9144" y="772667"/>
                </a:lnTo>
                <a:close/>
              </a:path>
              <a:path w="2611120" h="1028700">
                <a:moveTo>
                  <a:pt x="9144" y="729995"/>
                </a:moveTo>
                <a:lnTo>
                  <a:pt x="0" y="729995"/>
                </a:lnTo>
                <a:lnTo>
                  <a:pt x="0" y="697992"/>
                </a:lnTo>
                <a:lnTo>
                  <a:pt x="9144" y="697992"/>
                </a:lnTo>
                <a:lnTo>
                  <a:pt x="9144" y="729995"/>
                </a:lnTo>
                <a:close/>
              </a:path>
              <a:path w="2611120" h="1028700">
                <a:moveTo>
                  <a:pt x="9144" y="688848"/>
                </a:moveTo>
                <a:lnTo>
                  <a:pt x="0" y="688848"/>
                </a:lnTo>
                <a:lnTo>
                  <a:pt x="0" y="656843"/>
                </a:lnTo>
                <a:lnTo>
                  <a:pt x="9144" y="656843"/>
                </a:lnTo>
                <a:lnTo>
                  <a:pt x="9144" y="688848"/>
                </a:lnTo>
                <a:close/>
              </a:path>
              <a:path w="2611120" h="1028700">
                <a:moveTo>
                  <a:pt x="9144" y="646175"/>
                </a:moveTo>
                <a:lnTo>
                  <a:pt x="0" y="646175"/>
                </a:lnTo>
                <a:lnTo>
                  <a:pt x="0" y="614171"/>
                </a:lnTo>
                <a:lnTo>
                  <a:pt x="9144" y="614171"/>
                </a:lnTo>
                <a:lnTo>
                  <a:pt x="9144" y="646175"/>
                </a:lnTo>
                <a:close/>
              </a:path>
              <a:path w="2611120" h="1028700">
                <a:moveTo>
                  <a:pt x="9144" y="605027"/>
                </a:moveTo>
                <a:lnTo>
                  <a:pt x="0" y="605027"/>
                </a:lnTo>
                <a:lnTo>
                  <a:pt x="0" y="573024"/>
                </a:lnTo>
                <a:lnTo>
                  <a:pt x="9144" y="573024"/>
                </a:lnTo>
                <a:lnTo>
                  <a:pt x="9144" y="605027"/>
                </a:lnTo>
                <a:close/>
              </a:path>
              <a:path w="2611120" h="1028700">
                <a:moveTo>
                  <a:pt x="9144" y="562355"/>
                </a:moveTo>
                <a:lnTo>
                  <a:pt x="0" y="562355"/>
                </a:lnTo>
                <a:lnTo>
                  <a:pt x="0" y="530351"/>
                </a:lnTo>
                <a:lnTo>
                  <a:pt x="9144" y="530351"/>
                </a:lnTo>
                <a:lnTo>
                  <a:pt x="9144" y="562355"/>
                </a:lnTo>
                <a:close/>
              </a:path>
              <a:path w="2611120" h="1028700">
                <a:moveTo>
                  <a:pt x="9144" y="521208"/>
                </a:moveTo>
                <a:lnTo>
                  <a:pt x="0" y="521208"/>
                </a:lnTo>
                <a:lnTo>
                  <a:pt x="0" y="489203"/>
                </a:lnTo>
                <a:lnTo>
                  <a:pt x="9144" y="489203"/>
                </a:lnTo>
                <a:lnTo>
                  <a:pt x="9144" y="521208"/>
                </a:lnTo>
                <a:close/>
              </a:path>
              <a:path w="2611120" h="1028700">
                <a:moveTo>
                  <a:pt x="9144" y="478535"/>
                </a:moveTo>
                <a:lnTo>
                  <a:pt x="0" y="478535"/>
                </a:lnTo>
                <a:lnTo>
                  <a:pt x="0" y="446532"/>
                </a:lnTo>
                <a:lnTo>
                  <a:pt x="9144" y="446532"/>
                </a:lnTo>
                <a:lnTo>
                  <a:pt x="9144" y="478535"/>
                </a:lnTo>
                <a:close/>
              </a:path>
              <a:path w="2611120" h="1028700">
                <a:moveTo>
                  <a:pt x="9144" y="437387"/>
                </a:moveTo>
                <a:lnTo>
                  <a:pt x="0" y="437387"/>
                </a:lnTo>
                <a:lnTo>
                  <a:pt x="0" y="405383"/>
                </a:lnTo>
                <a:lnTo>
                  <a:pt x="9144" y="405383"/>
                </a:lnTo>
                <a:lnTo>
                  <a:pt x="9144" y="437387"/>
                </a:lnTo>
                <a:close/>
              </a:path>
              <a:path w="2611120" h="1028700">
                <a:moveTo>
                  <a:pt x="9144" y="394716"/>
                </a:moveTo>
                <a:lnTo>
                  <a:pt x="0" y="394716"/>
                </a:lnTo>
                <a:lnTo>
                  <a:pt x="0" y="362711"/>
                </a:lnTo>
                <a:lnTo>
                  <a:pt x="9144" y="362711"/>
                </a:lnTo>
                <a:lnTo>
                  <a:pt x="9144" y="394716"/>
                </a:lnTo>
                <a:close/>
              </a:path>
              <a:path w="2611120" h="1028700">
                <a:moveTo>
                  <a:pt x="9144" y="353567"/>
                </a:moveTo>
                <a:lnTo>
                  <a:pt x="0" y="353567"/>
                </a:lnTo>
                <a:lnTo>
                  <a:pt x="0" y="321563"/>
                </a:lnTo>
                <a:lnTo>
                  <a:pt x="9144" y="321563"/>
                </a:lnTo>
                <a:lnTo>
                  <a:pt x="9144" y="353567"/>
                </a:lnTo>
                <a:close/>
              </a:path>
              <a:path w="2611120" h="1028700">
                <a:moveTo>
                  <a:pt x="9144" y="310895"/>
                </a:moveTo>
                <a:lnTo>
                  <a:pt x="0" y="310895"/>
                </a:lnTo>
                <a:lnTo>
                  <a:pt x="0" y="278891"/>
                </a:lnTo>
                <a:lnTo>
                  <a:pt x="9144" y="278891"/>
                </a:lnTo>
                <a:lnTo>
                  <a:pt x="9144" y="310895"/>
                </a:lnTo>
                <a:close/>
              </a:path>
              <a:path w="2611120" h="1028700">
                <a:moveTo>
                  <a:pt x="9144" y="269748"/>
                </a:moveTo>
                <a:lnTo>
                  <a:pt x="0" y="269748"/>
                </a:lnTo>
                <a:lnTo>
                  <a:pt x="0" y="237743"/>
                </a:lnTo>
                <a:lnTo>
                  <a:pt x="9144" y="237743"/>
                </a:lnTo>
                <a:lnTo>
                  <a:pt x="9144" y="269748"/>
                </a:lnTo>
                <a:close/>
              </a:path>
              <a:path w="2611120" h="1028700">
                <a:moveTo>
                  <a:pt x="9144" y="227075"/>
                </a:moveTo>
                <a:lnTo>
                  <a:pt x="0" y="227075"/>
                </a:lnTo>
                <a:lnTo>
                  <a:pt x="0" y="195071"/>
                </a:lnTo>
                <a:lnTo>
                  <a:pt x="9144" y="195071"/>
                </a:lnTo>
                <a:lnTo>
                  <a:pt x="9144" y="227075"/>
                </a:lnTo>
                <a:close/>
              </a:path>
              <a:path w="2611120" h="1028700">
                <a:moveTo>
                  <a:pt x="9144" y="185927"/>
                </a:moveTo>
                <a:lnTo>
                  <a:pt x="0" y="185927"/>
                </a:lnTo>
                <a:lnTo>
                  <a:pt x="0" y="153924"/>
                </a:lnTo>
                <a:lnTo>
                  <a:pt x="9144" y="153924"/>
                </a:lnTo>
                <a:lnTo>
                  <a:pt x="9144" y="185927"/>
                </a:lnTo>
                <a:close/>
              </a:path>
              <a:path w="2611120" h="1028700">
                <a:moveTo>
                  <a:pt x="9144" y="143255"/>
                </a:moveTo>
                <a:lnTo>
                  <a:pt x="0" y="143255"/>
                </a:lnTo>
                <a:lnTo>
                  <a:pt x="0" y="111251"/>
                </a:lnTo>
                <a:lnTo>
                  <a:pt x="9144" y="111251"/>
                </a:lnTo>
                <a:lnTo>
                  <a:pt x="9144" y="143255"/>
                </a:lnTo>
                <a:close/>
              </a:path>
              <a:path w="2611120" h="1028700">
                <a:moveTo>
                  <a:pt x="9144" y="102108"/>
                </a:moveTo>
                <a:lnTo>
                  <a:pt x="0" y="102108"/>
                </a:lnTo>
                <a:lnTo>
                  <a:pt x="0" y="70103"/>
                </a:lnTo>
                <a:lnTo>
                  <a:pt x="9144" y="70103"/>
                </a:lnTo>
                <a:lnTo>
                  <a:pt x="9144" y="102108"/>
                </a:lnTo>
                <a:close/>
              </a:path>
              <a:path w="2611120" h="1028700">
                <a:moveTo>
                  <a:pt x="9144" y="59435"/>
                </a:moveTo>
                <a:lnTo>
                  <a:pt x="0" y="59435"/>
                </a:lnTo>
                <a:lnTo>
                  <a:pt x="0" y="27432"/>
                </a:lnTo>
                <a:lnTo>
                  <a:pt x="9144" y="27432"/>
                </a:lnTo>
                <a:lnTo>
                  <a:pt x="9144" y="59435"/>
                </a:lnTo>
                <a:close/>
              </a:path>
              <a:path w="2611120" h="1028700">
                <a:moveTo>
                  <a:pt x="9144" y="18287"/>
                </a:moveTo>
                <a:lnTo>
                  <a:pt x="0" y="18287"/>
                </a:lnTo>
                <a:lnTo>
                  <a:pt x="0" y="0"/>
                </a:lnTo>
                <a:lnTo>
                  <a:pt x="24383" y="0"/>
                </a:lnTo>
                <a:lnTo>
                  <a:pt x="24383" y="6095"/>
                </a:lnTo>
                <a:lnTo>
                  <a:pt x="9144" y="6095"/>
                </a:lnTo>
                <a:lnTo>
                  <a:pt x="4572" y="10667"/>
                </a:lnTo>
                <a:lnTo>
                  <a:pt x="9144" y="10667"/>
                </a:lnTo>
                <a:lnTo>
                  <a:pt x="9144" y="18287"/>
                </a:lnTo>
                <a:close/>
              </a:path>
              <a:path w="2611120" h="1028700">
                <a:moveTo>
                  <a:pt x="9144" y="10667"/>
                </a:moveTo>
                <a:lnTo>
                  <a:pt x="4572" y="10667"/>
                </a:lnTo>
                <a:lnTo>
                  <a:pt x="9144" y="6095"/>
                </a:lnTo>
                <a:lnTo>
                  <a:pt x="9144" y="10667"/>
                </a:lnTo>
                <a:close/>
              </a:path>
              <a:path w="2611120" h="1028700">
                <a:moveTo>
                  <a:pt x="24383" y="10667"/>
                </a:moveTo>
                <a:lnTo>
                  <a:pt x="9144" y="10667"/>
                </a:lnTo>
                <a:lnTo>
                  <a:pt x="9144" y="6095"/>
                </a:lnTo>
                <a:lnTo>
                  <a:pt x="24383" y="6095"/>
                </a:lnTo>
                <a:lnTo>
                  <a:pt x="24383" y="10667"/>
                </a:lnTo>
                <a:close/>
              </a:path>
              <a:path w="2611120" h="1028700">
                <a:moveTo>
                  <a:pt x="65532" y="10667"/>
                </a:moveTo>
                <a:lnTo>
                  <a:pt x="35051" y="10667"/>
                </a:lnTo>
                <a:lnTo>
                  <a:pt x="35051" y="0"/>
                </a:lnTo>
                <a:lnTo>
                  <a:pt x="65532" y="0"/>
                </a:lnTo>
                <a:lnTo>
                  <a:pt x="65532" y="10667"/>
                </a:lnTo>
                <a:close/>
              </a:path>
              <a:path w="2611120" h="1028700">
                <a:moveTo>
                  <a:pt x="108203" y="10667"/>
                </a:moveTo>
                <a:lnTo>
                  <a:pt x="76200" y="10667"/>
                </a:lnTo>
                <a:lnTo>
                  <a:pt x="76200" y="0"/>
                </a:lnTo>
                <a:lnTo>
                  <a:pt x="108203" y="0"/>
                </a:lnTo>
                <a:lnTo>
                  <a:pt x="108203" y="10667"/>
                </a:lnTo>
                <a:close/>
              </a:path>
              <a:path w="2611120" h="1028700">
                <a:moveTo>
                  <a:pt x="149351" y="10667"/>
                </a:moveTo>
                <a:lnTo>
                  <a:pt x="118872" y="10667"/>
                </a:lnTo>
                <a:lnTo>
                  <a:pt x="118872" y="0"/>
                </a:lnTo>
                <a:lnTo>
                  <a:pt x="149351" y="0"/>
                </a:lnTo>
                <a:lnTo>
                  <a:pt x="149351" y="10667"/>
                </a:lnTo>
                <a:close/>
              </a:path>
              <a:path w="2611120" h="1028700">
                <a:moveTo>
                  <a:pt x="192024" y="10667"/>
                </a:moveTo>
                <a:lnTo>
                  <a:pt x="160019" y="10667"/>
                </a:lnTo>
                <a:lnTo>
                  <a:pt x="160019" y="0"/>
                </a:lnTo>
                <a:lnTo>
                  <a:pt x="192024" y="0"/>
                </a:lnTo>
                <a:lnTo>
                  <a:pt x="192024" y="10667"/>
                </a:lnTo>
                <a:close/>
              </a:path>
              <a:path w="2611120" h="1028700">
                <a:moveTo>
                  <a:pt x="233172" y="10667"/>
                </a:moveTo>
                <a:lnTo>
                  <a:pt x="202692" y="10667"/>
                </a:lnTo>
                <a:lnTo>
                  <a:pt x="202692" y="0"/>
                </a:lnTo>
                <a:lnTo>
                  <a:pt x="233172" y="0"/>
                </a:lnTo>
                <a:lnTo>
                  <a:pt x="233172" y="10667"/>
                </a:lnTo>
                <a:close/>
              </a:path>
              <a:path w="2611120" h="1028700">
                <a:moveTo>
                  <a:pt x="275844" y="10667"/>
                </a:moveTo>
                <a:lnTo>
                  <a:pt x="243840" y="10667"/>
                </a:lnTo>
                <a:lnTo>
                  <a:pt x="243840" y="0"/>
                </a:lnTo>
                <a:lnTo>
                  <a:pt x="275844" y="0"/>
                </a:lnTo>
                <a:lnTo>
                  <a:pt x="275844" y="10667"/>
                </a:lnTo>
                <a:close/>
              </a:path>
              <a:path w="2611120" h="1028700">
                <a:moveTo>
                  <a:pt x="316992" y="10667"/>
                </a:moveTo>
                <a:lnTo>
                  <a:pt x="286512" y="10667"/>
                </a:lnTo>
                <a:lnTo>
                  <a:pt x="286512" y="0"/>
                </a:lnTo>
                <a:lnTo>
                  <a:pt x="316992" y="0"/>
                </a:lnTo>
                <a:lnTo>
                  <a:pt x="316992" y="10667"/>
                </a:lnTo>
                <a:close/>
              </a:path>
              <a:path w="2611120" h="1028700">
                <a:moveTo>
                  <a:pt x="359664" y="10667"/>
                </a:moveTo>
                <a:lnTo>
                  <a:pt x="327660" y="10667"/>
                </a:lnTo>
                <a:lnTo>
                  <a:pt x="327660" y="0"/>
                </a:lnTo>
                <a:lnTo>
                  <a:pt x="359664" y="0"/>
                </a:lnTo>
                <a:lnTo>
                  <a:pt x="359664" y="10667"/>
                </a:lnTo>
                <a:close/>
              </a:path>
              <a:path w="2611120" h="1028700">
                <a:moveTo>
                  <a:pt x="400812" y="10667"/>
                </a:moveTo>
                <a:lnTo>
                  <a:pt x="370332" y="10667"/>
                </a:lnTo>
                <a:lnTo>
                  <a:pt x="370332" y="0"/>
                </a:lnTo>
                <a:lnTo>
                  <a:pt x="400812" y="0"/>
                </a:lnTo>
                <a:lnTo>
                  <a:pt x="400812" y="10667"/>
                </a:lnTo>
                <a:close/>
              </a:path>
              <a:path w="2611120" h="1028700">
                <a:moveTo>
                  <a:pt x="443483" y="10667"/>
                </a:moveTo>
                <a:lnTo>
                  <a:pt x="411480" y="10667"/>
                </a:lnTo>
                <a:lnTo>
                  <a:pt x="411480" y="0"/>
                </a:lnTo>
                <a:lnTo>
                  <a:pt x="443483" y="0"/>
                </a:lnTo>
                <a:lnTo>
                  <a:pt x="443483" y="10667"/>
                </a:lnTo>
                <a:close/>
              </a:path>
              <a:path w="2611120" h="1028700">
                <a:moveTo>
                  <a:pt x="484632" y="10667"/>
                </a:moveTo>
                <a:lnTo>
                  <a:pt x="454151" y="10667"/>
                </a:lnTo>
                <a:lnTo>
                  <a:pt x="454151" y="0"/>
                </a:lnTo>
                <a:lnTo>
                  <a:pt x="484632" y="0"/>
                </a:lnTo>
                <a:lnTo>
                  <a:pt x="484632" y="10667"/>
                </a:lnTo>
                <a:close/>
              </a:path>
              <a:path w="2611120" h="1028700">
                <a:moveTo>
                  <a:pt x="527303" y="10667"/>
                </a:moveTo>
                <a:lnTo>
                  <a:pt x="495300" y="10667"/>
                </a:lnTo>
                <a:lnTo>
                  <a:pt x="495300" y="0"/>
                </a:lnTo>
                <a:lnTo>
                  <a:pt x="527303" y="0"/>
                </a:lnTo>
                <a:lnTo>
                  <a:pt x="527303" y="10667"/>
                </a:lnTo>
                <a:close/>
              </a:path>
              <a:path w="2611120" h="1028700">
                <a:moveTo>
                  <a:pt x="568451" y="10667"/>
                </a:moveTo>
                <a:lnTo>
                  <a:pt x="537972" y="10667"/>
                </a:lnTo>
                <a:lnTo>
                  <a:pt x="537972" y="0"/>
                </a:lnTo>
                <a:lnTo>
                  <a:pt x="568451" y="0"/>
                </a:lnTo>
                <a:lnTo>
                  <a:pt x="568451" y="10667"/>
                </a:lnTo>
                <a:close/>
              </a:path>
              <a:path w="2611120" h="1028700">
                <a:moveTo>
                  <a:pt x="611124" y="10667"/>
                </a:moveTo>
                <a:lnTo>
                  <a:pt x="579119" y="10667"/>
                </a:lnTo>
                <a:lnTo>
                  <a:pt x="579119" y="0"/>
                </a:lnTo>
                <a:lnTo>
                  <a:pt x="611124" y="0"/>
                </a:lnTo>
                <a:lnTo>
                  <a:pt x="611124" y="10667"/>
                </a:lnTo>
                <a:close/>
              </a:path>
              <a:path w="2611120" h="1028700">
                <a:moveTo>
                  <a:pt x="652272" y="10667"/>
                </a:moveTo>
                <a:lnTo>
                  <a:pt x="621792" y="10667"/>
                </a:lnTo>
                <a:lnTo>
                  <a:pt x="621792" y="0"/>
                </a:lnTo>
                <a:lnTo>
                  <a:pt x="652272" y="0"/>
                </a:lnTo>
                <a:lnTo>
                  <a:pt x="652272" y="10667"/>
                </a:lnTo>
                <a:close/>
              </a:path>
              <a:path w="2611120" h="1028700">
                <a:moveTo>
                  <a:pt x="694944" y="10667"/>
                </a:moveTo>
                <a:lnTo>
                  <a:pt x="662940" y="10667"/>
                </a:lnTo>
                <a:lnTo>
                  <a:pt x="662940" y="0"/>
                </a:lnTo>
                <a:lnTo>
                  <a:pt x="694944" y="0"/>
                </a:lnTo>
                <a:lnTo>
                  <a:pt x="694944" y="10667"/>
                </a:lnTo>
                <a:close/>
              </a:path>
              <a:path w="2611120" h="1028700">
                <a:moveTo>
                  <a:pt x="736092" y="10667"/>
                </a:moveTo>
                <a:lnTo>
                  <a:pt x="705612" y="10667"/>
                </a:lnTo>
                <a:lnTo>
                  <a:pt x="705612" y="0"/>
                </a:lnTo>
                <a:lnTo>
                  <a:pt x="736092" y="0"/>
                </a:lnTo>
                <a:lnTo>
                  <a:pt x="736092" y="10667"/>
                </a:lnTo>
                <a:close/>
              </a:path>
              <a:path w="2611120" h="1028700">
                <a:moveTo>
                  <a:pt x="778764" y="10667"/>
                </a:moveTo>
                <a:lnTo>
                  <a:pt x="746760" y="10667"/>
                </a:lnTo>
                <a:lnTo>
                  <a:pt x="746760" y="0"/>
                </a:lnTo>
                <a:lnTo>
                  <a:pt x="778764" y="0"/>
                </a:lnTo>
                <a:lnTo>
                  <a:pt x="778764" y="10667"/>
                </a:lnTo>
                <a:close/>
              </a:path>
              <a:path w="2611120" h="1028700">
                <a:moveTo>
                  <a:pt x="819912" y="10667"/>
                </a:moveTo>
                <a:lnTo>
                  <a:pt x="789432" y="10667"/>
                </a:lnTo>
                <a:lnTo>
                  <a:pt x="789432" y="0"/>
                </a:lnTo>
                <a:lnTo>
                  <a:pt x="819912" y="0"/>
                </a:lnTo>
                <a:lnTo>
                  <a:pt x="819912" y="10667"/>
                </a:lnTo>
                <a:close/>
              </a:path>
              <a:path w="2611120" h="1028700">
                <a:moveTo>
                  <a:pt x="862583" y="10667"/>
                </a:moveTo>
                <a:lnTo>
                  <a:pt x="830580" y="10667"/>
                </a:lnTo>
                <a:lnTo>
                  <a:pt x="830580" y="0"/>
                </a:lnTo>
                <a:lnTo>
                  <a:pt x="862583" y="0"/>
                </a:lnTo>
                <a:lnTo>
                  <a:pt x="862583" y="10667"/>
                </a:lnTo>
                <a:close/>
              </a:path>
              <a:path w="2611120" h="1028700">
                <a:moveTo>
                  <a:pt x="903732" y="10667"/>
                </a:moveTo>
                <a:lnTo>
                  <a:pt x="873251" y="10667"/>
                </a:lnTo>
                <a:lnTo>
                  <a:pt x="873251" y="0"/>
                </a:lnTo>
                <a:lnTo>
                  <a:pt x="903732" y="0"/>
                </a:lnTo>
                <a:lnTo>
                  <a:pt x="903732" y="10667"/>
                </a:lnTo>
                <a:close/>
              </a:path>
              <a:path w="2611120" h="1028700">
                <a:moveTo>
                  <a:pt x="946403" y="10667"/>
                </a:moveTo>
                <a:lnTo>
                  <a:pt x="914400" y="10667"/>
                </a:lnTo>
                <a:lnTo>
                  <a:pt x="914400" y="0"/>
                </a:lnTo>
                <a:lnTo>
                  <a:pt x="946403" y="0"/>
                </a:lnTo>
                <a:lnTo>
                  <a:pt x="946403" y="10667"/>
                </a:lnTo>
                <a:close/>
              </a:path>
              <a:path w="2611120" h="1028700">
                <a:moveTo>
                  <a:pt x="987551" y="10667"/>
                </a:moveTo>
                <a:lnTo>
                  <a:pt x="957072" y="10667"/>
                </a:lnTo>
                <a:lnTo>
                  <a:pt x="957072" y="0"/>
                </a:lnTo>
                <a:lnTo>
                  <a:pt x="987551" y="0"/>
                </a:lnTo>
                <a:lnTo>
                  <a:pt x="987551" y="10667"/>
                </a:lnTo>
                <a:close/>
              </a:path>
              <a:path w="2611120" h="1028700">
                <a:moveTo>
                  <a:pt x="1030224" y="10667"/>
                </a:moveTo>
                <a:lnTo>
                  <a:pt x="998219" y="10667"/>
                </a:lnTo>
                <a:lnTo>
                  <a:pt x="998219" y="0"/>
                </a:lnTo>
                <a:lnTo>
                  <a:pt x="1030224" y="0"/>
                </a:lnTo>
                <a:lnTo>
                  <a:pt x="1030224" y="10667"/>
                </a:lnTo>
                <a:close/>
              </a:path>
              <a:path w="2611120" h="1028700">
                <a:moveTo>
                  <a:pt x="1071372" y="10667"/>
                </a:moveTo>
                <a:lnTo>
                  <a:pt x="1040892" y="10667"/>
                </a:lnTo>
                <a:lnTo>
                  <a:pt x="1040892" y="0"/>
                </a:lnTo>
                <a:lnTo>
                  <a:pt x="1071372" y="0"/>
                </a:lnTo>
                <a:lnTo>
                  <a:pt x="1071372" y="10667"/>
                </a:lnTo>
                <a:close/>
              </a:path>
              <a:path w="2611120" h="1028700">
                <a:moveTo>
                  <a:pt x="1114044" y="10667"/>
                </a:moveTo>
                <a:lnTo>
                  <a:pt x="1082040" y="10667"/>
                </a:lnTo>
                <a:lnTo>
                  <a:pt x="1082040" y="0"/>
                </a:lnTo>
                <a:lnTo>
                  <a:pt x="1114044" y="0"/>
                </a:lnTo>
                <a:lnTo>
                  <a:pt x="1114044" y="10667"/>
                </a:lnTo>
                <a:close/>
              </a:path>
              <a:path w="2611120" h="1028700">
                <a:moveTo>
                  <a:pt x="1155192" y="10667"/>
                </a:moveTo>
                <a:lnTo>
                  <a:pt x="1124712" y="10667"/>
                </a:lnTo>
                <a:lnTo>
                  <a:pt x="1124712" y="0"/>
                </a:lnTo>
                <a:lnTo>
                  <a:pt x="1155192" y="0"/>
                </a:lnTo>
                <a:lnTo>
                  <a:pt x="1155192" y="10667"/>
                </a:lnTo>
                <a:close/>
              </a:path>
              <a:path w="2611120" h="1028700">
                <a:moveTo>
                  <a:pt x="1197864" y="10667"/>
                </a:moveTo>
                <a:lnTo>
                  <a:pt x="1165860" y="10667"/>
                </a:lnTo>
                <a:lnTo>
                  <a:pt x="1165860" y="0"/>
                </a:lnTo>
                <a:lnTo>
                  <a:pt x="1197864" y="0"/>
                </a:lnTo>
                <a:lnTo>
                  <a:pt x="1197864" y="10667"/>
                </a:lnTo>
                <a:close/>
              </a:path>
              <a:path w="2611120" h="1028700">
                <a:moveTo>
                  <a:pt x="1239012" y="10667"/>
                </a:moveTo>
                <a:lnTo>
                  <a:pt x="1208532" y="10667"/>
                </a:lnTo>
                <a:lnTo>
                  <a:pt x="1208532" y="0"/>
                </a:lnTo>
                <a:lnTo>
                  <a:pt x="1239012" y="0"/>
                </a:lnTo>
                <a:lnTo>
                  <a:pt x="1239012" y="10667"/>
                </a:lnTo>
                <a:close/>
              </a:path>
              <a:path w="2611120" h="1028700">
                <a:moveTo>
                  <a:pt x="1281684" y="10667"/>
                </a:moveTo>
                <a:lnTo>
                  <a:pt x="1249680" y="10667"/>
                </a:lnTo>
                <a:lnTo>
                  <a:pt x="1249680" y="0"/>
                </a:lnTo>
                <a:lnTo>
                  <a:pt x="1281684" y="0"/>
                </a:lnTo>
                <a:lnTo>
                  <a:pt x="1281684" y="10667"/>
                </a:lnTo>
                <a:close/>
              </a:path>
              <a:path w="2611120" h="1028700">
                <a:moveTo>
                  <a:pt x="1322832" y="10667"/>
                </a:moveTo>
                <a:lnTo>
                  <a:pt x="1292351" y="10667"/>
                </a:lnTo>
                <a:lnTo>
                  <a:pt x="1292351" y="0"/>
                </a:lnTo>
                <a:lnTo>
                  <a:pt x="1322832" y="0"/>
                </a:lnTo>
                <a:lnTo>
                  <a:pt x="1322832" y="10667"/>
                </a:lnTo>
                <a:close/>
              </a:path>
              <a:path w="2611120" h="1028700">
                <a:moveTo>
                  <a:pt x="1365503" y="10667"/>
                </a:moveTo>
                <a:lnTo>
                  <a:pt x="1333500" y="10667"/>
                </a:lnTo>
                <a:lnTo>
                  <a:pt x="1333500" y="0"/>
                </a:lnTo>
                <a:lnTo>
                  <a:pt x="1365503" y="0"/>
                </a:lnTo>
                <a:lnTo>
                  <a:pt x="1365503" y="10667"/>
                </a:lnTo>
                <a:close/>
              </a:path>
              <a:path w="2611120" h="1028700">
                <a:moveTo>
                  <a:pt x="1406651" y="10667"/>
                </a:moveTo>
                <a:lnTo>
                  <a:pt x="1376172" y="10667"/>
                </a:lnTo>
                <a:lnTo>
                  <a:pt x="1376172" y="0"/>
                </a:lnTo>
                <a:lnTo>
                  <a:pt x="1406651" y="0"/>
                </a:lnTo>
                <a:lnTo>
                  <a:pt x="1406651" y="10667"/>
                </a:lnTo>
                <a:close/>
              </a:path>
              <a:path w="2611120" h="1028700">
                <a:moveTo>
                  <a:pt x="1449324" y="10667"/>
                </a:moveTo>
                <a:lnTo>
                  <a:pt x="1417319" y="10667"/>
                </a:lnTo>
                <a:lnTo>
                  <a:pt x="1417319" y="0"/>
                </a:lnTo>
                <a:lnTo>
                  <a:pt x="1449324" y="0"/>
                </a:lnTo>
                <a:lnTo>
                  <a:pt x="1449324" y="10667"/>
                </a:lnTo>
                <a:close/>
              </a:path>
              <a:path w="2611120" h="1028700">
                <a:moveTo>
                  <a:pt x="1490472" y="10667"/>
                </a:moveTo>
                <a:lnTo>
                  <a:pt x="1459992" y="10667"/>
                </a:lnTo>
                <a:lnTo>
                  <a:pt x="1459992" y="0"/>
                </a:lnTo>
                <a:lnTo>
                  <a:pt x="1490472" y="0"/>
                </a:lnTo>
                <a:lnTo>
                  <a:pt x="1490472" y="10667"/>
                </a:lnTo>
                <a:close/>
              </a:path>
              <a:path w="2611120" h="1028700">
                <a:moveTo>
                  <a:pt x="1533144" y="10667"/>
                </a:moveTo>
                <a:lnTo>
                  <a:pt x="1501140" y="10667"/>
                </a:lnTo>
                <a:lnTo>
                  <a:pt x="1501140" y="0"/>
                </a:lnTo>
                <a:lnTo>
                  <a:pt x="1533144" y="0"/>
                </a:lnTo>
                <a:lnTo>
                  <a:pt x="1533144" y="10667"/>
                </a:lnTo>
                <a:close/>
              </a:path>
              <a:path w="2611120" h="1028700">
                <a:moveTo>
                  <a:pt x="1574292" y="10667"/>
                </a:moveTo>
                <a:lnTo>
                  <a:pt x="1543812" y="10667"/>
                </a:lnTo>
                <a:lnTo>
                  <a:pt x="1543812" y="0"/>
                </a:lnTo>
                <a:lnTo>
                  <a:pt x="1574292" y="0"/>
                </a:lnTo>
                <a:lnTo>
                  <a:pt x="1574292" y="10667"/>
                </a:lnTo>
                <a:close/>
              </a:path>
              <a:path w="2611120" h="1028700">
                <a:moveTo>
                  <a:pt x="1616964" y="10667"/>
                </a:moveTo>
                <a:lnTo>
                  <a:pt x="1584960" y="10667"/>
                </a:lnTo>
                <a:lnTo>
                  <a:pt x="1584960" y="0"/>
                </a:lnTo>
                <a:lnTo>
                  <a:pt x="1616964" y="0"/>
                </a:lnTo>
                <a:lnTo>
                  <a:pt x="1616964" y="10667"/>
                </a:lnTo>
                <a:close/>
              </a:path>
              <a:path w="2611120" h="1028700">
                <a:moveTo>
                  <a:pt x="1658112" y="10667"/>
                </a:moveTo>
                <a:lnTo>
                  <a:pt x="1627632" y="10667"/>
                </a:lnTo>
                <a:lnTo>
                  <a:pt x="1627632" y="0"/>
                </a:lnTo>
                <a:lnTo>
                  <a:pt x="1658112" y="0"/>
                </a:lnTo>
                <a:lnTo>
                  <a:pt x="1658112" y="10667"/>
                </a:lnTo>
                <a:close/>
              </a:path>
              <a:path w="2611120" h="1028700">
                <a:moveTo>
                  <a:pt x="1700784" y="10667"/>
                </a:moveTo>
                <a:lnTo>
                  <a:pt x="1668780" y="10667"/>
                </a:lnTo>
                <a:lnTo>
                  <a:pt x="1668780" y="0"/>
                </a:lnTo>
                <a:lnTo>
                  <a:pt x="1700784" y="0"/>
                </a:lnTo>
                <a:lnTo>
                  <a:pt x="1700784" y="10667"/>
                </a:lnTo>
                <a:close/>
              </a:path>
              <a:path w="2611120" h="1028700">
                <a:moveTo>
                  <a:pt x="1741932" y="10667"/>
                </a:moveTo>
                <a:lnTo>
                  <a:pt x="1711451" y="10667"/>
                </a:lnTo>
                <a:lnTo>
                  <a:pt x="1711451" y="0"/>
                </a:lnTo>
                <a:lnTo>
                  <a:pt x="1741932" y="0"/>
                </a:lnTo>
                <a:lnTo>
                  <a:pt x="1741932" y="10667"/>
                </a:lnTo>
                <a:close/>
              </a:path>
              <a:path w="2611120" h="1028700">
                <a:moveTo>
                  <a:pt x="1784603" y="10667"/>
                </a:moveTo>
                <a:lnTo>
                  <a:pt x="1752600" y="10667"/>
                </a:lnTo>
                <a:lnTo>
                  <a:pt x="1752600" y="0"/>
                </a:lnTo>
                <a:lnTo>
                  <a:pt x="1784603" y="0"/>
                </a:lnTo>
                <a:lnTo>
                  <a:pt x="1784603" y="10667"/>
                </a:lnTo>
                <a:close/>
              </a:path>
              <a:path w="2611120" h="1028700">
                <a:moveTo>
                  <a:pt x="1825751" y="10667"/>
                </a:moveTo>
                <a:lnTo>
                  <a:pt x="1795272" y="10667"/>
                </a:lnTo>
                <a:lnTo>
                  <a:pt x="1795272" y="0"/>
                </a:lnTo>
                <a:lnTo>
                  <a:pt x="1825751" y="0"/>
                </a:lnTo>
                <a:lnTo>
                  <a:pt x="1825751" y="10667"/>
                </a:lnTo>
                <a:close/>
              </a:path>
              <a:path w="2611120" h="1028700">
                <a:moveTo>
                  <a:pt x="1868424" y="10667"/>
                </a:moveTo>
                <a:lnTo>
                  <a:pt x="1836419" y="10667"/>
                </a:lnTo>
                <a:lnTo>
                  <a:pt x="1836419" y="0"/>
                </a:lnTo>
                <a:lnTo>
                  <a:pt x="1868424" y="0"/>
                </a:lnTo>
                <a:lnTo>
                  <a:pt x="1868424" y="10667"/>
                </a:lnTo>
                <a:close/>
              </a:path>
              <a:path w="2611120" h="1028700">
                <a:moveTo>
                  <a:pt x="1909572" y="10667"/>
                </a:moveTo>
                <a:lnTo>
                  <a:pt x="1879092" y="10667"/>
                </a:lnTo>
                <a:lnTo>
                  <a:pt x="1879092" y="0"/>
                </a:lnTo>
                <a:lnTo>
                  <a:pt x="1909572" y="0"/>
                </a:lnTo>
                <a:lnTo>
                  <a:pt x="1909572" y="10667"/>
                </a:lnTo>
                <a:close/>
              </a:path>
              <a:path w="2611120" h="1028700">
                <a:moveTo>
                  <a:pt x="1952244" y="10667"/>
                </a:moveTo>
                <a:lnTo>
                  <a:pt x="1920240" y="10667"/>
                </a:lnTo>
                <a:lnTo>
                  <a:pt x="1920240" y="0"/>
                </a:lnTo>
                <a:lnTo>
                  <a:pt x="1952244" y="0"/>
                </a:lnTo>
                <a:lnTo>
                  <a:pt x="1952244" y="10667"/>
                </a:lnTo>
                <a:close/>
              </a:path>
              <a:path w="2611120" h="1028700">
                <a:moveTo>
                  <a:pt x="1993392" y="10667"/>
                </a:moveTo>
                <a:lnTo>
                  <a:pt x="1962912" y="10667"/>
                </a:lnTo>
                <a:lnTo>
                  <a:pt x="1962912" y="0"/>
                </a:lnTo>
                <a:lnTo>
                  <a:pt x="1993392" y="0"/>
                </a:lnTo>
                <a:lnTo>
                  <a:pt x="1993392" y="10667"/>
                </a:lnTo>
                <a:close/>
              </a:path>
              <a:path w="2611120" h="1028700">
                <a:moveTo>
                  <a:pt x="2036064" y="10667"/>
                </a:moveTo>
                <a:lnTo>
                  <a:pt x="2004060" y="10667"/>
                </a:lnTo>
                <a:lnTo>
                  <a:pt x="2004060" y="0"/>
                </a:lnTo>
                <a:lnTo>
                  <a:pt x="2036064" y="0"/>
                </a:lnTo>
                <a:lnTo>
                  <a:pt x="2036064" y="10667"/>
                </a:lnTo>
                <a:close/>
              </a:path>
              <a:path w="2611120" h="1028700">
                <a:moveTo>
                  <a:pt x="2077212" y="10667"/>
                </a:moveTo>
                <a:lnTo>
                  <a:pt x="2046732" y="10667"/>
                </a:lnTo>
                <a:lnTo>
                  <a:pt x="2046732" y="0"/>
                </a:lnTo>
                <a:lnTo>
                  <a:pt x="2077212" y="0"/>
                </a:lnTo>
                <a:lnTo>
                  <a:pt x="2077212" y="10667"/>
                </a:lnTo>
                <a:close/>
              </a:path>
              <a:path w="2611120" h="1028700">
                <a:moveTo>
                  <a:pt x="2119884" y="10667"/>
                </a:moveTo>
                <a:lnTo>
                  <a:pt x="2087880" y="10667"/>
                </a:lnTo>
                <a:lnTo>
                  <a:pt x="2087880" y="0"/>
                </a:lnTo>
                <a:lnTo>
                  <a:pt x="2119884" y="0"/>
                </a:lnTo>
                <a:lnTo>
                  <a:pt x="2119884" y="10667"/>
                </a:lnTo>
                <a:close/>
              </a:path>
              <a:path w="2611120" h="1028700">
                <a:moveTo>
                  <a:pt x="2161032" y="10667"/>
                </a:moveTo>
                <a:lnTo>
                  <a:pt x="2130551" y="10667"/>
                </a:lnTo>
                <a:lnTo>
                  <a:pt x="2130551" y="0"/>
                </a:lnTo>
                <a:lnTo>
                  <a:pt x="2161032" y="0"/>
                </a:lnTo>
                <a:lnTo>
                  <a:pt x="2161032" y="10667"/>
                </a:lnTo>
                <a:close/>
              </a:path>
              <a:path w="2611120" h="1028700">
                <a:moveTo>
                  <a:pt x="2203703" y="10667"/>
                </a:moveTo>
                <a:lnTo>
                  <a:pt x="2171700" y="10667"/>
                </a:lnTo>
                <a:lnTo>
                  <a:pt x="2171700" y="0"/>
                </a:lnTo>
                <a:lnTo>
                  <a:pt x="2203703" y="0"/>
                </a:lnTo>
                <a:lnTo>
                  <a:pt x="2203703" y="10667"/>
                </a:lnTo>
                <a:close/>
              </a:path>
              <a:path w="2611120" h="1028700">
                <a:moveTo>
                  <a:pt x="2244851" y="10667"/>
                </a:moveTo>
                <a:lnTo>
                  <a:pt x="2214372" y="10667"/>
                </a:lnTo>
                <a:lnTo>
                  <a:pt x="2214372" y="0"/>
                </a:lnTo>
                <a:lnTo>
                  <a:pt x="2244851" y="0"/>
                </a:lnTo>
                <a:lnTo>
                  <a:pt x="2244851" y="10667"/>
                </a:lnTo>
                <a:close/>
              </a:path>
              <a:path w="2611120" h="1028700">
                <a:moveTo>
                  <a:pt x="2287524" y="10667"/>
                </a:moveTo>
                <a:lnTo>
                  <a:pt x="2255519" y="10667"/>
                </a:lnTo>
                <a:lnTo>
                  <a:pt x="2255519" y="0"/>
                </a:lnTo>
                <a:lnTo>
                  <a:pt x="2287524" y="0"/>
                </a:lnTo>
                <a:lnTo>
                  <a:pt x="2287524" y="10667"/>
                </a:lnTo>
                <a:close/>
              </a:path>
              <a:path w="2611120" h="1028700">
                <a:moveTo>
                  <a:pt x="2328672" y="10667"/>
                </a:moveTo>
                <a:lnTo>
                  <a:pt x="2298192" y="10667"/>
                </a:lnTo>
                <a:lnTo>
                  <a:pt x="2298192" y="0"/>
                </a:lnTo>
                <a:lnTo>
                  <a:pt x="2328672" y="0"/>
                </a:lnTo>
                <a:lnTo>
                  <a:pt x="2328672" y="10667"/>
                </a:lnTo>
                <a:close/>
              </a:path>
              <a:path w="2611120" h="1028700">
                <a:moveTo>
                  <a:pt x="2371344" y="10667"/>
                </a:moveTo>
                <a:lnTo>
                  <a:pt x="2339340" y="10667"/>
                </a:lnTo>
                <a:lnTo>
                  <a:pt x="2339340" y="0"/>
                </a:lnTo>
                <a:lnTo>
                  <a:pt x="2371344" y="0"/>
                </a:lnTo>
                <a:lnTo>
                  <a:pt x="2371344" y="10667"/>
                </a:lnTo>
                <a:close/>
              </a:path>
              <a:path w="2611120" h="1028700">
                <a:moveTo>
                  <a:pt x="2412492" y="10667"/>
                </a:moveTo>
                <a:lnTo>
                  <a:pt x="2382012" y="10667"/>
                </a:lnTo>
                <a:lnTo>
                  <a:pt x="2382012" y="0"/>
                </a:lnTo>
                <a:lnTo>
                  <a:pt x="2412492" y="0"/>
                </a:lnTo>
                <a:lnTo>
                  <a:pt x="2412492" y="10667"/>
                </a:lnTo>
                <a:close/>
              </a:path>
              <a:path w="2611120" h="1028700">
                <a:moveTo>
                  <a:pt x="2455164" y="10667"/>
                </a:moveTo>
                <a:lnTo>
                  <a:pt x="2423160" y="10667"/>
                </a:lnTo>
                <a:lnTo>
                  <a:pt x="2423160" y="0"/>
                </a:lnTo>
                <a:lnTo>
                  <a:pt x="2455164" y="0"/>
                </a:lnTo>
                <a:lnTo>
                  <a:pt x="2455164" y="10667"/>
                </a:lnTo>
                <a:close/>
              </a:path>
              <a:path w="2611120" h="1028700">
                <a:moveTo>
                  <a:pt x="2496312" y="10667"/>
                </a:moveTo>
                <a:lnTo>
                  <a:pt x="2465832" y="10667"/>
                </a:lnTo>
                <a:lnTo>
                  <a:pt x="2465832" y="0"/>
                </a:lnTo>
                <a:lnTo>
                  <a:pt x="2496312" y="0"/>
                </a:lnTo>
                <a:lnTo>
                  <a:pt x="2496312" y="10667"/>
                </a:lnTo>
                <a:close/>
              </a:path>
              <a:path w="2611120" h="1028700">
                <a:moveTo>
                  <a:pt x="2538984" y="10667"/>
                </a:moveTo>
                <a:lnTo>
                  <a:pt x="2506980" y="10667"/>
                </a:lnTo>
                <a:lnTo>
                  <a:pt x="2506980" y="0"/>
                </a:lnTo>
                <a:lnTo>
                  <a:pt x="2538984" y="0"/>
                </a:lnTo>
                <a:lnTo>
                  <a:pt x="2538984" y="10667"/>
                </a:lnTo>
                <a:close/>
              </a:path>
              <a:path w="2611120" h="1028700">
                <a:moveTo>
                  <a:pt x="2580132" y="10667"/>
                </a:moveTo>
                <a:lnTo>
                  <a:pt x="2549651" y="10667"/>
                </a:lnTo>
                <a:lnTo>
                  <a:pt x="2549651" y="0"/>
                </a:lnTo>
                <a:lnTo>
                  <a:pt x="2580132" y="0"/>
                </a:lnTo>
                <a:lnTo>
                  <a:pt x="2580132" y="10667"/>
                </a:lnTo>
                <a:close/>
              </a:path>
              <a:path w="2611120" h="1028700">
                <a:moveTo>
                  <a:pt x="2599944" y="10667"/>
                </a:moveTo>
                <a:lnTo>
                  <a:pt x="2590800" y="10667"/>
                </a:lnTo>
                <a:lnTo>
                  <a:pt x="2590800" y="0"/>
                </a:lnTo>
                <a:lnTo>
                  <a:pt x="2610612" y="0"/>
                </a:lnTo>
                <a:lnTo>
                  <a:pt x="2610612" y="6095"/>
                </a:lnTo>
                <a:lnTo>
                  <a:pt x="2599944" y="6095"/>
                </a:lnTo>
                <a:lnTo>
                  <a:pt x="2599944" y="10667"/>
                </a:lnTo>
                <a:close/>
              </a:path>
              <a:path w="2611120" h="1028700">
                <a:moveTo>
                  <a:pt x="2610612" y="22859"/>
                </a:moveTo>
                <a:lnTo>
                  <a:pt x="2599944" y="22859"/>
                </a:lnTo>
                <a:lnTo>
                  <a:pt x="2599944" y="6095"/>
                </a:lnTo>
                <a:lnTo>
                  <a:pt x="2606040" y="10667"/>
                </a:lnTo>
                <a:lnTo>
                  <a:pt x="2610612" y="10667"/>
                </a:lnTo>
                <a:lnTo>
                  <a:pt x="2610612" y="22859"/>
                </a:lnTo>
                <a:close/>
              </a:path>
              <a:path w="2611120" h="1028700">
                <a:moveTo>
                  <a:pt x="2610612" y="10667"/>
                </a:moveTo>
                <a:lnTo>
                  <a:pt x="2606040" y="10667"/>
                </a:lnTo>
                <a:lnTo>
                  <a:pt x="2599944" y="6095"/>
                </a:lnTo>
                <a:lnTo>
                  <a:pt x="2610612" y="6095"/>
                </a:lnTo>
                <a:lnTo>
                  <a:pt x="2610612" y="10667"/>
                </a:lnTo>
                <a:close/>
              </a:path>
              <a:path w="2611120" h="1028700">
                <a:moveTo>
                  <a:pt x="2610612" y="64008"/>
                </a:moveTo>
                <a:lnTo>
                  <a:pt x="2599944" y="64008"/>
                </a:lnTo>
                <a:lnTo>
                  <a:pt x="2599944" y="32003"/>
                </a:lnTo>
                <a:lnTo>
                  <a:pt x="2610612" y="32003"/>
                </a:lnTo>
                <a:lnTo>
                  <a:pt x="2610612" y="64008"/>
                </a:lnTo>
                <a:close/>
              </a:path>
              <a:path w="2611120" h="1028700">
                <a:moveTo>
                  <a:pt x="2610612" y="106679"/>
                </a:moveTo>
                <a:lnTo>
                  <a:pt x="2599944" y="106679"/>
                </a:lnTo>
                <a:lnTo>
                  <a:pt x="2599944" y="74675"/>
                </a:lnTo>
                <a:lnTo>
                  <a:pt x="2610612" y="74675"/>
                </a:lnTo>
                <a:lnTo>
                  <a:pt x="2610612" y="106679"/>
                </a:lnTo>
                <a:close/>
              </a:path>
              <a:path w="2611120" h="1028700">
                <a:moveTo>
                  <a:pt x="2610612" y="147827"/>
                </a:moveTo>
                <a:lnTo>
                  <a:pt x="2599944" y="147827"/>
                </a:lnTo>
                <a:lnTo>
                  <a:pt x="2599944" y="115824"/>
                </a:lnTo>
                <a:lnTo>
                  <a:pt x="2610612" y="115824"/>
                </a:lnTo>
                <a:lnTo>
                  <a:pt x="2610612" y="147827"/>
                </a:lnTo>
                <a:close/>
              </a:path>
              <a:path w="2611120" h="1028700">
                <a:moveTo>
                  <a:pt x="2610612" y="190500"/>
                </a:moveTo>
                <a:lnTo>
                  <a:pt x="2599944" y="190500"/>
                </a:lnTo>
                <a:lnTo>
                  <a:pt x="2599944" y="158495"/>
                </a:lnTo>
                <a:lnTo>
                  <a:pt x="2610612" y="158495"/>
                </a:lnTo>
                <a:lnTo>
                  <a:pt x="2610612" y="190500"/>
                </a:lnTo>
                <a:close/>
              </a:path>
              <a:path w="2611120" h="1028700">
                <a:moveTo>
                  <a:pt x="2610612" y="231648"/>
                </a:moveTo>
                <a:lnTo>
                  <a:pt x="2599944" y="231648"/>
                </a:lnTo>
                <a:lnTo>
                  <a:pt x="2599944" y="199643"/>
                </a:lnTo>
                <a:lnTo>
                  <a:pt x="2610612" y="199643"/>
                </a:lnTo>
                <a:lnTo>
                  <a:pt x="2610612" y="231648"/>
                </a:lnTo>
                <a:close/>
              </a:path>
              <a:path w="2611120" h="1028700">
                <a:moveTo>
                  <a:pt x="2610612" y="274319"/>
                </a:moveTo>
                <a:lnTo>
                  <a:pt x="2599944" y="274319"/>
                </a:lnTo>
                <a:lnTo>
                  <a:pt x="2599944" y="242316"/>
                </a:lnTo>
                <a:lnTo>
                  <a:pt x="2610612" y="242316"/>
                </a:lnTo>
                <a:lnTo>
                  <a:pt x="2610612" y="274319"/>
                </a:lnTo>
                <a:close/>
              </a:path>
              <a:path w="2611120" h="1028700">
                <a:moveTo>
                  <a:pt x="2610612" y="315467"/>
                </a:moveTo>
                <a:lnTo>
                  <a:pt x="2599944" y="315467"/>
                </a:lnTo>
                <a:lnTo>
                  <a:pt x="2599944" y="283463"/>
                </a:lnTo>
                <a:lnTo>
                  <a:pt x="2610612" y="283463"/>
                </a:lnTo>
                <a:lnTo>
                  <a:pt x="2610612" y="315467"/>
                </a:lnTo>
                <a:close/>
              </a:path>
              <a:path w="2611120" h="1028700">
                <a:moveTo>
                  <a:pt x="2610612" y="358140"/>
                </a:moveTo>
                <a:lnTo>
                  <a:pt x="2599944" y="358140"/>
                </a:lnTo>
                <a:lnTo>
                  <a:pt x="2599944" y="326135"/>
                </a:lnTo>
                <a:lnTo>
                  <a:pt x="2610612" y="326135"/>
                </a:lnTo>
                <a:lnTo>
                  <a:pt x="2610612" y="358140"/>
                </a:lnTo>
                <a:close/>
              </a:path>
              <a:path w="2611120" h="1028700">
                <a:moveTo>
                  <a:pt x="2610612" y="399287"/>
                </a:moveTo>
                <a:lnTo>
                  <a:pt x="2599944" y="399287"/>
                </a:lnTo>
                <a:lnTo>
                  <a:pt x="2599944" y="367283"/>
                </a:lnTo>
                <a:lnTo>
                  <a:pt x="2610612" y="367283"/>
                </a:lnTo>
                <a:lnTo>
                  <a:pt x="2610612" y="399287"/>
                </a:lnTo>
                <a:close/>
              </a:path>
              <a:path w="2611120" h="1028700">
                <a:moveTo>
                  <a:pt x="2610612" y="441959"/>
                </a:moveTo>
                <a:lnTo>
                  <a:pt x="2599944" y="441959"/>
                </a:lnTo>
                <a:lnTo>
                  <a:pt x="2599944" y="409955"/>
                </a:lnTo>
                <a:lnTo>
                  <a:pt x="2610612" y="409955"/>
                </a:lnTo>
                <a:lnTo>
                  <a:pt x="2610612" y="441959"/>
                </a:lnTo>
                <a:close/>
              </a:path>
              <a:path w="2611120" h="1028700">
                <a:moveTo>
                  <a:pt x="2610612" y="483108"/>
                </a:moveTo>
                <a:lnTo>
                  <a:pt x="2599944" y="483108"/>
                </a:lnTo>
                <a:lnTo>
                  <a:pt x="2599944" y="451103"/>
                </a:lnTo>
                <a:lnTo>
                  <a:pt x="2610612" y="451103"/>
                </a:lnTo>
                <a:lnTo>
                  <a:pt x="2610612" y="483108"/>
                </a:lnTo>
                <a:close/>
              </a:path>
              <a:path w="2611120" h="1028700">
                <a:moveTo>
                  <a:pt x="2610612" y="525779"/>
                </a:moveTo>
                <a:lnTo>
                  <a:pt x="2599944" y="525779"/>
                </a:lnTo>
                <a:lnTo>
                  <a:pt x="2599944" y="493775"/>
                </a:lnTo>
                <a:lnTo>
                  <a:pt x="2610612" y="493775"/>
                </a:lnTo>
                <a:lnTo>
                  <a:pt x="2610612" y="525779"/>
                </a:lnTo>
                <a:close/>
              </a:path>
              <a:path w="2611120" h="1028700">
                <a:moveTo>
                  <a:pt x="2610612" y="566927"/>
                </a:moveTo>
                <a:lnTo>
                  <a:pt x="2599944" y="566927"/>
                </a:lnTo>
                <a:lnTo>
                  <a:pt x="2599944" y="534924"/>
                </a:lnTo>
                <a:lnTo>
                  <a:pt x="2610612" y="534924"/>
                </a:lnTo>
                <a:lnTo>
                  <a:pt x="2610612" y="566927"/>
                </a:lnTo>
                <a:close/>
              </a:path>
              <a:path w="2611120" h="1028700">
                <a:moveTo>
                  <a:pt x="2610612" y="609600"/>
                </a:moveTo>
                <a:lnTo>
                  <a:pt x="2599944" y="609600"/>
                </a:lnTo>
                <a:lnTo>
                  <a:pt x="2599944" y="577595"/>
                </a:lnTo>
                <a:lnTo>
                  <a:pt x="2610612" y="577595"/>
                </a:lnTo>
                <a:lnTo>
                  <a:pt x="2610612" y="609600"/>
                </a:lnTo>
                <a:close/>
              </a:path>
              <a:path w="2611120" h="1028700">
                <a:moveTo>
                  <a:pt x="2610612" y="650748"/>
                </a:moveTo>
                <a:lnTo>
                  <a:pt x="2599944" y="650748"/>
                </a:lnTo>
                <a:lnTo>
                  <a:pt x="2599944" y="618743"/>
                </a:lnTo>
                <a:lnTo>
                  <a:pt x="2610612" y="618743"/>
                </a:lnTo>
                <a:lnTo>
                  <a:pt x="2610612" y="650748"/>
                </a:lnTo>
                <a:close/>
              </a:path>
              <a:path w="2611120" h="1028700">
                <a:moveTo>
                  <a:pt x="2610612" y="693419"/>
                </a:moveTo>
                <a:lnTo>
                  <a:pt x="2599944" y="693419"/>
                </a:lnTo>
                <a:lnTo>
                  <a:pt x="2599944" y="661416"/>
                </a:lnTo>
                <a:lnTo>
                  <a:pt x="2610612" y="661416"/>
                </a:lnTo>
                <a:lnTo>
                  <a:pt x="2610612" y="693419"/>
                </a:lnTo>
                <a:close/>
              </a:path>
              <a:path w="2611120" h="1028700">
                <a:moveTo>
                  <a:pt x="2610612" y="734567"/>
                </a:moveTo>
                <a:lnTo>
                  <a:pt x="2599944" y="734567"/>
                </a:lnTo>
                <a:lnTo>
                  <a:pt x="2599944" y="702563"/>
                </a:lnTo>
                <a:lnTo>
                  <a:pt x="2610612" y="702563"/>
                </a:lnTo>
                <a:lnTo>
                  <a:pt x="2610612" y="734567"/>
                </a:lnTo>
                <a:close/>
              </a:path>
              <a:path w="2611120" h="1028700">
                <a:moveTo>
                  <a:pt x="2610612" y="777240"/>
                </a:moveTo>
                <a:lnTo>
                  <a:pt x="2599944" y="777240"/>
                </a:lnTo>
                <a:lnTo>
                  <a:pt x="2599944" y="745235"/>
                </a:lnTo>
                <a:lnTo>
                  <a:pt x="2610612" y="745235"/>
                </a:lnTo>
                <a:lnTo>
                  <a:pt x="2610612" y="777240"/>
                </a:lnTo>
                <a:close/>
              </a:path>
              <a:path w="2611120" h="1028700">
                <a:moveTo>
                  <a:pt x="2610612" y="818387"/>
                </a:moveTo>
                <a:lnTo>
                  <a:pt x="2599944" y="818387"/>
                </a:lnTo>
                <a:lnTo>
                  <a:pt x="2599944" y="786384"/>
                </a:lnTo>
                <a:lnTo>
                  <a:pt x="2610612" y="786384"/>
                </a:lnTo>
                <a:lnTo>
                  <a:pt x="2610612" y="818387"/>
                </a:lnTo>
                <a:close/>
              </a:path>
              <a:path w="2611120" h="1028700">
                <a:moveTo>
                  <a:pt x="2610612" y="861059"/>
                </a:moveTo>
                <a:lnTo>
                  <a:pt x="2599944" y="861059"/>
                </a:lnTo>
                <a:lnTo>
                  <a:pt x="2599944" y="829055"/>
                </a:lnTo>
                <a:lnTo>
                  <a:pt x="2610612" y="829055"/>
                </a:lnTo>
                <a:lnTo>
                  <a:pt x="2610612" y="861059"/>
                </a:lnTo>
                <a:close/>
              </a:path>
              <a:path w="2611120" h="1028700">
                <a:moveTo>
                  <a:pt x="2610612" y="902208"/>
                </a:moveTo>
                <a:lnTo>
                  <a:pt x="2599944" y="902208"/>
                </a:lnTo>
                <a:lnTo>
                  <a:pt x="2599944" y="870203"/>
                </a:lnTo>
                <a:lnTo>
                  <a:pt x="2610612" y="870203"/>
                </a:lnTo>
                <a:lnTo>
                  <a:pt x="2610612" y="902208"/>
                </a:lnTo>
                <a:close/>
              </a:path>
              <a:path w="2611120" h="1028700">
                <a:moveTo>
                  <a:pt x="2610612" y="944879"/>
                </a:moveTo>
                <a:lnTo>
                  <a:pt x="2599944" y="944879"/>
                </a:lnTo>
                <a:lnTo>
                  <a:pt x="2599944" y="912875"/>
                </a:lnTo>
                <a:lnTo>
                  <a:pt x="2610612" y="912875"/>
                </a:lnTo>
                <a:lnTo>
                  <a:pt x="2610612" y="944879"/>
                </a:lnTo>
                <a:close/>
              </a:path>
              <a:path w="2611120" h="1028700">
                <a:moveTo>
                  <a:pt x="2610612" y="986027"/>
                </a:moveTo>
                <a:lnTo>
                  <a:pt x="2599944" y="986027"/>
                </a:lnTo>
                <a:lnTo>
                  <a:pt x="2599944" y="954024"/>
                </a:lnTo>
                <a:lnTo>
                  <a:pt x="2610612" y="954024"/>
                </a:lnTo>
                <a:lnTo>
                  <a:pt x="2610612" y="986027"/>
                </a:lnTo>
                <a:close/>
              </a:path>
              <a:path w="2611120" h="1028700">
                <a:moveTo>
                  <a:pt x="2599944" y="1024127"/>
                </a:moveTo>
                <a:lnTo>
                  <a:pt x="2599944" y="996695"/>
                </a:lnTo>
                <a:lnTo>
                  <a:pt x="2610612" y="996695"/>
                </a:lnTo>
                <a:lnTo>
                  <a:pt x="2610612" y="1018032"/>
                </a:lnTo>
                <a:lnTo>
                  <a:pt x="2601468" y="1018032"/>
                </a:lnTo>
                <a:lnTo>
                  <a:pt x="2601468" y="1022603"/>
                </a:lnTo>
                <a:lnTo>
                  <a:pt x="2599944" y="1024127"/>
                </a:lnTo>
                <a:close/>
              </a:path>
              <a:path w="2611120" h="1028700">
                <a:moveTo>
                  <a:pt x="2601468" y="1022603"/>
                </a:moveTo>
                <a:lnTo>
                  <a:pt x="2601468" y="1018032"/>
                </a:lnTo>
                <a:lnTo>
                  <a:pt x="2606040" y="1018032"/>
                </a:lnTo>
                <a:lnTo>
                  <a:pt x="2601468" y="1022603"/>
                </a:lnTo>
                <a:close/>
              </a:path>
              <a:path w="2611120" h="1028700">
                <a:moveTo>
                  <a:pt x="2610612" y="1028700"/>
                </a:moveTo>
                <a:lnTo>
                  <a:pt x="2601468" y="1028700"/>
                </a:lnTo>
                <a:lnTo>
                  <a:pt x="2601468" y="1022603"/>
                </a:lnTo>
                <a:lnTo>
                  <a:pt x="2606040" y="1018032"/>
                </a:lnTo>
                <a:lnTo>
                  <a:pt x="2610612" y="1018032"/>
                </a:lnTo>
                <a:lnTo>
                  <a:pt x="2610612" y="1028700"/>
                </a:lnTo>
                <a:close/>
              </a:path>
              <a:path w="2611120" h="1028700">
                <a:moveTo>
                  <a:pt x="2590800" y="1028700"/>
                </a:moveTo>
                <a:lnTo>
                  <a:pt x="2558796" y="1028700"/>
                </a:lnTo>
                <a:lnTo>
                  <a:pt x="2558796" y="1018032"/>
                </a:lnTo>
                <a:lnTo>
                  <a:pt x="2590800" y="1018032"/>
                </a:lnTo>
                <a:lnTo>
                  <a:pt x="2590800" y="1028700"/>
                </a:lnTo>
                <a:close/>
              </a:path>
              <a:path w="2611120" h="1028700">
                <a:moveTo>
                  <a:pt x="2548128" y="1028700"/>
                </a:moveTo>
                <a:lnTo>
                  <a:pt x="2517648" y="1028700"/>
                </a:lnTo>
                <a:lnTo>
                  <a:pt x="2517648" y="1018032"/>
                </a:lnTo>
                <a:lnTo>
                  <a:pt x="2548128" y="1018032"/>
                </a:lnTo>
                <a:lnTo>
                  <a:pt x="2548128" y="1028700"/>
                </a:lnTo>
                <a:close/>
              </a:path>
              <a:path w="2611120" h="1028700">
                <a:moveTo>
                  <a:pt x="2506980" y="1028700"/>
                </a:moveTo>
                <a:lnTo>
                  <a:pt x="2474976" y="1028700"/>
                </a:lnTo>
                <a:lnTo>
                  <a:pt x="2474976" y="1018032"/>
                </a:lnTo>
                <a:lnTo>
                  <a:pt x="2506980" y="1018032"/>
                </a:lnTo>
                <a:lnTo>
                  <a:pt x="2506980" y="1028700"/>
                </a:lnTo>
                <a:close/>
              </a:path>
              <a:path w="2611120" h="1028700">
                <a:moveTo>
                  <a:pt x="2464308" y="1028700"/>
                </a:moveTo>
                <a:lnTo>
                  <a:pt x="2433828" y="1028700"/>
                </a:lnTo>
                <a:lnTo>
                  <a:pt x="2433828" y="1018032"/>
                </a:lnTo>
                <a:lnTo>
                  <a:pt x="2464308" y="1018032"/>
                </a:lnTo>
                <a:lnTo>
                  <a:pt x="2464308" y="1028700"/>
                </a:lnTo>
                <a:close/>
              </a:path>
              <a:path w="2611120" h="1028700">
                <a:moveTo>
                  <a:pt x="2423160" y="1028700"/>
                </a:moveTo>
                <a:lnTo>
                  <a:pt x="2391156" y="1028700"/>
                </a:lnTo>
                <a:lnTo>
                  <a:pt x="2391156" y="1018032"/>
                </a:lnTo>
                <a:lnTo>
                  <a:pt x="2423160" y="1018032"/>
                </a:lnTo>
                <a:lnTo>
                  <a:pt x="2423160" y="1028700"/>
                </a:lnTo>
                <a:close/>
              </a:path>
              <a:path w="2611120" h="1028700">
                <a:moveTo>
                  <a:pt x="2380487" y="1028700"/>
                </a:moveTo>
                <a:lnTo>
                  <a:pt x="2350008" y="1028700"/>
                </a:lnTo>
                <a:lnTo>
                  <a:pt x="2350008" y="1018032"/>
                </a:lnTo>
                <a:lnTo>
                  <a:pt x="2380487" y="1018032"/>
                </a:lnTo>
                <a:lnTo>
                  <a:pt x="2380487" y="1028700"/>
                </a:lnTo>
                <a:close/>
              </a:path>
              <a:path w="2611120" h="1028700">
                <a:moveTo>
                  <a:pt x="2339340" y="1028700"/>
                </a:moveTo>
                <a:lnTo>
                  <a:pt x="2307335" y="1028700"/>
                </a:lnTo>
                <a:lnTo>
                  <a:pt x="2307335" y="1018032"/>
                </a:lnTo>
                <a:lnTo>
                  <a:pt x="2339340" y="1018032"/>
                </a:lnTo>
                <a:lnTo>
                  <a:pt x="2339340" y="1028700"/>
                </a:lnTo>
                <a:close/>
              </a:path>
              <a:path w="2611120" h="1028700">
                <a:moveTo>
                  <a:pt x="2296668" y="1028700"/>
                </a:moveTo>
                <a:lnTo>
                  <a:pt x="2266187" y="1028700"/>
                </a:lnTo>
                <a:lnTo>
                  <a:pt x="2266187" y="1018032"/>
                </a:lnTo>
                <a:lnTo>
                  <a:pt x="2296668" y="1018032"/>
                </a:lnTo>
                <a:lnTo>
                  <a:pt x="2296668" y="1028700"/>
                </a:lnTo>
                <a:close/>
              </a:path>
              <a:path w="2611120" h="1028700">
                <a:moveTo>
                  <a:pt x="2255519" y="1028700"/>
                </a:moveTo>
                <a:lnTo>
                  <a:pt x="2223516" y="1028700"/>
                </a:lnTo>
                <a:lnTo>
                  <a:pt x="2223516" y="1018032"/>
                </a:lnTo>
                <a:lnTo>
                  <a:pt x="2255519" y="1018032"/>
                </a:lnTo>
                <a:lnTo>
                  <a:pt x="2255519" y="1028700"/>
                </a:lnTo>
                <a:close/>
              </a:path>
              <a:path w="2611120" h="1028700">
                <a:moveTo>
                  <a:pt x="2212848" y="1028700"/>
                </a:moveTo>
                <a:lnTo>
                  <a:pt x="2182368" y="1028700"/>
                </a:lnTo>
                <a:lnTo>
                  <a:pt x="2182368" y="1018032"/>
                </a:lnTo>
                <a:lnTo>
                  <a:pt x="2212848" y="1018032"/>
                </a:lnTo>
                <a:lnTo>
                  <a:pt x="2212848" y="1028700"/>
                </a:lnTo>
                <a:close/>
              </a:path>
              <a:path w="2611120" h="1028700">
                <a:moveTo>
                  <a:pt x="2171700" y="1028700"/>
                </a:moveTo>
                <a:lnTo>
                  <a:pt x="2139696" y="1028700"/>
                </a:lnTo>
                <a:lnTo>
                  <a:pt x="2139696" y="1018032"/>
                </a:lnTo>
                <a:lnTo>
                  <a:pt x="2171700" y="1018032"/>
                </a:lnTo>
                <a:lnTo>
                  <a:pt x="2171700" y="1028700"/>
                </a:lnTo>
                <a:close/>
              </a:path>
              <a:path w="2611120" h="1028700">
                <a:moveTo>
                  <a:pt x="2129028" y="1028700"/>
                </a:moveTo>
                <a:lnTo>
                  <a:pt x="2098548" y="1028700"/>
                </a:lnTo>
                <a:lnTo>
                  <a:pt x="2098548" y="1018032"/>
                </a:lnTo>
                <a:lnTo>
                  <a:pt x="2129028" y="1018032"/>
                </a:lnTo>
                <a:lnTo>
                  <a:pt x="2129028" y="1028700"/>
                </a:lnTo>
                <a:close/>
              </a:path>
              <a:path w="2611120" h="1028700">
                <a:moveTo>
                  <a:pt x="2087880" y="1028700"/>
                </a:moveTo>
                <a:lnTo>
                  <a:pt x="2055876" y="1028700"/>
                </a:lnTo>
                <a:lnTo>
                  <a:pt x="2055876" y="1018032"/>
                </a:lnTo>
                <a:lnTo>
                  <a:pt x="2087880" y="1018032"/>
                </a:lnTo>
                <a:lnTo>
                  <a:pt x="2087880" y="1028700"/>
                </a:lnTo>
                <a:close/>
              </a:path>
              <a:path w="2611120" h="1028700">
                <a:moveTo>
                  <a:pt x="2045208" y="1028700"/>
                </a:moveTo>
                <a:lnTo>
                  <a:pt x="2014728" y="1028700"/>
                </a:lnTo>
                <a:lnTo>
                  <a:pt x="2014728" y="1018032"/>
                </a:lnTo>
                <a:lnTo>
                  <a:pt x="2045208" y="1018032"/>
                </a:lnTo>
                <a:lnTo>
                  <a:pt x="2045208" y="1028700"/>
                </a:lnTo>
                <a:close/>
              </a:path>
              <a:path w="2611120" h="1028700">
                <a:moveTo>
                  <a:pt x="2004060" y="1028700"/>
                </a:moveTo>
                <a:lnTo>
                  <a:pt x="1972056" y="1028700"/>
                </a:lnTo>
                <a:lnTo>
                  <a:pt x="1972056" y="1018032"/>
                </a:lnTo>
                <a:lnTo>
                  <a:pt x="2004060" y="1018032"/>
                </a:lnTo>
                <a:lnTo>
                  <a:pt x="2004060" y="1028700"/>
                </a:lnTo>
                <a:close/>
              </a:path>
              <a:path w="2611120" h="1028700">
                <a:moveTo>
                  <a:pt x="1961387" y="1028700"/>
                </a:moveTo>
                <a:lnTo>
                  <a:pt x="1930908" y="1028700"/>
                </a:lnTo>
                <a:lnTo>
                  <a:pt x="1930908" y="1018032"/>
                </a:lnTo>
                <a:lnTo>
                  <a:pt x="1961387" y="1018032"/>
                </a:lnTo>
                <a:lnTo>
                  <a:pt x="1961387" y="1028700"/>
                </a:lnTo>
                <a:close/>
              </a:path>
              <a:path w="2611120" h="1028700">
                <a:moveTo>
                  <a:pt x="1920240" y="1028700"/>
                </a:moveTo>
                <a:lnTo>
                  <a:pt x="1888235" y="1028700"/>
                </a:lnTo>
                <a:lnTo>
                  <a:pt x="1888235" y="1018032"/>
                </a:lnTo>
                <a:lnTo>
                  <a:pt x="1920240" y="1018032"/>
                </a:lnTo>
                <a:lnTo>
                  <a:pt x="1920240" y="1028700"/>
                </a:lnTo>
                <a:close/>
              </a:path>
              <a:path w="2611120" h="1028700">
                <a:moveTo>
                  <a:pt x="1877568" y="1028700"/>
                </a:moveTo>
                <a:lnTo>
                  <a:pt x="1847087" y="1028700"/>
                </a:lnTo>
                <a:lnTo>
                  <a:pt x="1847087" y="1018032"/>
                </a:lnTo>
                <a:lnTo>
                  <a:pt x="1877568" y="1018032"/>
                </a:lnTo>
                <a:lnTo>
                  <a:pt x="1877568" y="1028700"/>
                </a:lnTo>
                <a:close/>
              </a:path>
              <a:path w="2611120" h="1028700">
                <a:moveTo>
                  <a:pt x="1836419" y="1028700"/>
                </a:moveTo>
                <a:lnTo>
                  <a:pt x="1804416" y="1028700"/>
                </a:lnTo>
                <a:lnTo>
                  <a:pt x="1804416" y="1018032"/>
                </a:lnTo>
                <a:lnTo>
                  <a:pt x="1836419" y="1018032"/>
                </a:lnTo>
                <a:lnTo>
                  <a:pt x="1836419" y="1028700"/>
                </a:lnTo>
                <a:close/>
              </a:path>
              <a:path w="2611120" h="1028700">
                <a:moveTo>
                  <a:pt x="1793748" y="1028700"/>
                </a:moveTo>
                <a:lnTo>
                  <a:pt x="1763268" y="1028700"/>
                </a:lnTo>
                <a:lnTo>
                  <a:pt x="1763268" y="1018032"/>
                </a:lnTo>
                <a:lnTo>
                  <a:pt x="1793748" y="1018032"/>
                </a:lnTo>
                <a:lnTo>
                  <a:pt x="1793748" y="1028700"/>
                </a:lnTo>
                <a:close/>
              </a:path>
              <a:path w="2611120" h="1028700">
                <a:moveTo>
                  <a:pt x="1752600" y="1028700"/>
                </a:moveTo>
                <a:lnTo>
                  <a:pt x="1720596" y="1028700"/>
                </a:lnTo>
                <a:lnTo>
                  <a:pt x="1720596" y="1018032"/>
                </a:lnTo>
                <a:lnTo>
                  <a:pt x="1752600" y="1018032"/>
                </a:lnTo>
                <a:lnTo>
                  <a:pt x="1752600" y="1028700"/>
                </a:lnTo>
                <a:close/>
              </a:path>
              <a:path w="2611120" h="1028700">
                <a:moveTo>
                  <a:pt x="1709928" y="1028700"/>
                </a:moveTo>
                <a:lnTo>
                  <a:pt x="1679448" y="1028700"/>
                </a:lnTo>
                <a:lnTo>
                  <a:pt x="1679448" y="1018032"/>
                </a:lnTo>
                <a:lnTo>
                  <a:pt x="1709928" y="1018032"/>
                </a:lnTo>
                <a:lnTo>
                  <a:pt x="1709928" y="1028700"/>
                </a:lnTo>
                <a:close/>
              </a:path>
              <a:path w="2611120" h="1028700">
                <a:moveTo>
                  <a:pt x="1668780" y="1028700"/>
                </a:moveTo>
                <a:lnTo>
                  <a:pt x="1636776" y="1028700"/>
                </a:lnTo>
                <a:lnTo>
                  <a:pt x="1636776" y="1018032"/>
                </a:lnTo>
                <a:lnTo>
                  <a:pt x="1668780" y="1018032"/>
                </a:lnTo>
                <a:lnTo>
                  <a:pt x="1668780" y="1028700"/>
                </a:lnTo>
                <a:close/>
              </a:path>
              <a:path w="2611120" h="1028700">
                <a:moveTo>
                  <a:pt x="1626108" y="1028700"/>
                </a:moveTo>
                <a:lnTo>
                  <a:pt x="1595628" y="1028700"/>
                </a:lnTo>
                <a:lnTo>
                  <a:pt x="1595628" y="1018032"/>
                </a:lnTo>
                <a:lnTo>
                  <a:pt x="1626108" y="1018032"/>
                </a:lnTo>
                <a:lnTo>
                  <a:pt x="1626108" y="1028700"/>
                </a:lnTo>
                <a:close/>
              </a:path>
              <a:path w="2611120" h="1028700">
                <a:moveTo>
                  <a:pt x="1584960" y="1028700"/>
                </a:moveTo>
                <a:lnTo>
                  <a:pt x="1552956" y="1028700"/>
                </a:lnTo>
                <a:lnTo>
                  <a:pt x="1552956" y="1018032"/>
                </a:lnTo>
                <a:lnTo>
                  <a:pt x="1584960" y="1018032"/>
                </a:lnTo>
                <a:lnTo>
                  <a:pt x="1584960" y="1028700"/>
                </a:lnTo>
                <a:close/>
              </a:path>
              <a:path w="2611120" h="1028700">
                <a:moveTo>
                  <a:pt x="1542287" y="1028700"/>
                </a:moveTo>
                <a:lnTo>
                  <a:pt x="1511808" y="1028700"/>
                </a:lnTo>
                <a:lnTo>
                  <a:pt x="1511808" y="1018032"/>
                </a:lnTo>
                <a:lnTo>
                  <a:pt x="1542287" y="1018032"/>
                </a:lnTo>
                <a:lnTo>
                  <a:pt x="1542287" y="1028700"/>
                </a:lnTo>
                <a:close/>
              </a:path>
              <a:path w="2611120" h="1028700">
                <a:moveTo>
                  <a:pt x="1501140" y="1028700"/>
                </a:moveTo>
                <a:lnTo>
                  <a:pt x="1469135" y="1028700"/>
                </a:lnTo>
                <a:lnTo>
                  <a:pt x="1469135" y="1018032"/>
                </a:lnTo>
                <a:lnTo>
                  <a:pt x="1501140" y="1018032"/>
                </a:lnTo>
                <a:lnTo>
                  <a:pt x="1501140" y="1028700"/>
                </a:lnTo>
                <a:close/>
              </a:path>
              <a:path w="2611120" h="1028700">
                <a:moveTo>
                  <a:pt x="1458467" y="1028700"/>
                </a:moveTo>
                <a:lnTo>
                  <a:pt x="1427987" y="1028700"/>
                </a:lnTo>
                <a:lnTo>
                  <a:pt x="1427987" y="1018032"/>
                </a:lnTo>
                <a:lnTo>
                  <a:pt x="1458467" y="1018032"/>
                </a:lnTo>
                <a:lnTo>
                  <a:pt x="1458467" y="1028700"/>
                </a:lnTo>
                <a:close/>
              </a:path>
              <a:path w="2611120" h="1028700">
                <a:moveTo>
                  <a:pt x="1417319" y="1028700"/>
                </a:moveTo>
                <a:lnTo>
                  <a:pt x="1385316" y="1028700"/>
                </a:lnTo>
                <a:lnTo>
                  <a:pt x="1385316" y="1018032"/>
                </a:lnTo>
                <a:lnTo>
                  <a:pt x="1417319" y="1018032"/>
                </a:lnTo>
                <a:lnTo>
                  <a:pt x="1417319" y="1028700"/>
                </a:lnTo>
                <a:close/>
              </a:path>
              <a:path w="2611120" h="1028700">
                <a:moveTo>
                  <a:pt x="1374648" y="1028700"/>
                </a:moveTo>
                <a:lnTo>
                  <a:pt x="1344167" y="1028700"/>
                </a:lnTo>
                <a:lnTo>
                  <a:pt x="1344167" y="1018032"/>
                </a:lnTo>
                <a:lnTo>
                  <a:pt x="1374648" y="1018032"/>
                </a:lnTo>
                <a:lnTo>
                  <a:pt x="1374648" y="1028700"/>
                </a:lnTo>
                <a:close/>
              </a:path>
              <a:path w="2611120" h="1028700">
                <a:moveTo>
                  <a:pt x="1333500" y="1028700"/>
                </a:moveTo>
                <a:lnTo>
                  <a:pt x="1301496" y="1028700"/>
                </a:lnTo>
                <a:lnTo>
                  <a:pt x="1301496" y="1018032"/>
                </a:lnTo>
                <a:lnTo>
                  <a:pt x="1333500" y="1018032"/>
                </a:lnTo>
                <a:lnTo>
                  <a:pt x="1333500" y="1028700"/>
                </a:lnTo>
                <a:close/>
              </a:path>
              <a:path w="2611120" h="1028700">
                <a:moveTo>
                  <a:pt x="1290828" y="1028700"/>
                </a:moveTo>
                <a:lnTo>
                  <a:pt x="1260348" y="1028700"/>
                </a:lnTo>
                <a:lnTo>
                  <a:pt x="1260348" y="1018032"/>
                </a:lnTo>
                <a:lnTo>
                  <a:pt x="1290828" y="1018032"/>
                </a:lnTo>
                <a:lnTo>
                  <a:pt x="1290828" y="1028700"/>
                </a:lnTo>
                <a:close/>
              </a:path>
              <a:path w="2611120" h="1028700">
                <a:moveTo>
                  <a:pt x="1249680" y="1028700"/>
                </a:moveTo>
                <a:lnTo>
                  <a:pt x="1217676" y="1028700"/>
                </a:lnTo>
                <a:lnTo>
                  <a:pt x="1217676" y="1018032"/>
                </a:lnTo>
                <a:lnTo>
                  <a:pt x="1249680" y="1018032"/>
                </a:lnTo>
                <a:lnTo>
                  <a:pt x="1249680" y="1028700"/>
                </a:lnTo>
                <a:close/>
              </a:path>
              <a:path w="2611120" h="1028700">
                <a:moveTo>
                  <a:pt x="1207008" y="1028700"/>
                </a:moveTo>
                <a:lnTo>
                  <a:pt x="1176528" y="1028700"/>
                </a:lnTo>
                <a:lnTo>
                  <a:pt x="1176528" y="1018032"/>
                </a:lnTo>
                <a:lnTo>
                  <a:pt x="1207008" y="1018032"/>
                </a:lnTo>
                <a:lnTo>
                  <a:pt x="1207008" y="1028700"/>
                </a:lnTo>
                <a:close/>
              </a:path>
              <a:path w="2611120" h="1028700">
                <a:moveTo>
                  <a:pt x="1165860" y="1028700"/>
                </a:moveTo>
                <a:lnTo>
                  <a:pt x="1133856" y="1028700"/>
                </a:lnTo>
                <a:lnTo>
                  <a:pt x="1133856" y="1018032"/>
                </a:lnTo>
                <a:lnTo>
                  <a:pt x="1165860" y="1018032"/>
                </a:lnTo>
                <a:lnTo>
                  <a:pt x="1165860" y="1028700"/>
                </a:lnTo>
                <a:close/>
              </a:path>
              <a:path w="2611120" h="1028700">
                <a:moveTo>
                  <a:pt x="1123187" y="1028700"/>
                </a:moveTo>
                <a:lnTo>
                  <a:pt x="1092708" y="1028700"/>
                </a:lnTo>
                <a:lnTo>
                  <a:pt x="1092708" y="1018032"/>
                </a:lnTo>
                <a:lnTo>
                  <a:pt x="1123187" y="1018032"/>
                </a:lnTo>
                <a:lnTo>
                  <a:pt x="1123187" y="1028700"/>
                </a:lnTo>
                <a:close/>
              </a:path>
              <a:path w="2611120" h="1028700">
                <a:moveTo>
                  <a:pt x="1082040" y="1028700"/>
                </a:moveTo>
                <a:lnTo>
                  <a:pt x="1050035" y="1028700"/>
                </a:lnTo>
                <a:lnTo>
                  <a:pt x="1050035" y="1018032"/>
                </a:lnTo>
                <a:lnTo>
                  <a:pt x="1082040" y="1018032"/>
                </a:lnTo>
                <a:lnTo>
                  <a:pt x="1082040" y="1028700"/>
                </a:lnTo>
                <a:close/>
              </a:path>
              <a:path w="2611120" h="1028700">
                <a:moveTo>
                  <a:pt x="1039367" y="1028700"/>
                </a:moveTo>
                <a:lnTo>
                  <a:pt x="1008887" y="1028700"/>
                </a:lnTo>
                <a:lnTo>
                  <a:pt x="1008887" y="1018032"/>
                </a:lnTo>
                <a:lnTo>
                  <a:pt x="1039367" y="1018032"/>
                </a:lnTo>
                <a:lnTo>
                  <a:pt x="1039367" y="1028700"/>
                </a:lnTo>
                <a:close/>
              </a:path>
              <a:path w="2611120" h="1028700">
                <a:moveTo>
                  <a:pt x="998219" y="1028700"/>
                </a:moveTo>
                <a:lnTo>
                  <a:pt x="966216" y="1028700"/>
                </a:lnTo>
                <a:lnTo>
                  <a:pt x="966216" y="1018032"/>
                </a:lnTo>
                <a:lnTo>
                  <a:pt x="998219" y="1018032"/>
                </a:lnTo>
                <a:lnTo>
                  <a:pt x="998219" y="1028700"/>
                </a:lnTo>
                <a:close/>
              </a:path>
              <a:path w="2611120" h="1028700">
                <a:moveTo>
                  <a:pt x="955548" y="1028700"/>
                </a:moveTo>
                <a:lnTo>
                  <a:pt x="925067" y="1028700"/>
                </a:lnTo>
                <a:lnTo>
                  <a:pt x="925067" y="1018032"/>
                </a:lnTo>
                <a:lnTo>
                  <a:pt x="955548" y="1018032"/>
                </a:lnTo>
                <a:lnTo>
                  <a:pt x="955548" y="1028700"/>
                </a:lnTo>
                <a:close/>
              </a:path>
              <a:path w="2611120" h="1028700">
                <a:moveTo>
                  <a:pt x="914400" y="1028700"/>
                </a:moveTo>
                <a:lnTo>
                  <a:pt x="882396" y="1028700"/>
                </a:lnTo>
                <a:lnTo>
                  <a:pt x="882396" y="1018032"/>
                </a:lnTo>
                <a:lnTo>
                  <a:pt x="914400" y="1018032"/>
                </a:lnTo>
                <a:lnTo>
                  <a:pt x="914400" y="1028700"/>
                </a:lnTo>
                <a:close/>
              </a:path>
              <a:path w="2611120" h="1028700">
                <a:moveTo>
                  <a:pt x="871728" y="1028700"/>
                </a:moveTo>
                <a:lnTo>
                  <a:pt x="841248" y="1028700"/>
                </a:lnTo>
                <a:lnTo>
                  <a:pt x="841248" y="1018032"/>
                </a:lnTo>
                <a:lnTo>
                  <a:pt x="871728" y="1018032"/>
                </a:lnTo>
                <a:lnTo>
                  <a:pt x="871728" y="1028700"/>
                </a:lnTo>
                <a:close/>
              </a:path>
              <a:path w="2611120" h="1028700">
                <a:moveTo>
                  <a:pt x="830580" y="1028700"/>
                </a:moveTo>
                <a:lnTo>
                  <a:pt x="798576" y="1028700"/>
                </a:lnTo>
                <a:lnTo>
                  <a:pt x="798576" y="1018032"/>
                </a:lnTo>
                <a:lnTo>
                  <a:pt x="830580" y="1018032"/>
                </a:lnTo>
                <a:lnTo>
                  <a:pt x="830580" y="1028700"/>
                </a:lnTo>
                <a:close/>
              </a:path>
              <a:path w="2611120" h="1028700">
                <a:moveTo>
                  <a:pt x="787908" y="1028700"/>
                </a:moveTo>
                <a:lnTo>
                  <a:pt x="757428" y="1028700"/>
                </a:lnTo>
                <a:lnTo>
                  <a:pt x="757428" y="1018032"/>
                </a:lnTo>
                <a:lnTo>
                  <a:pt x="787908" y="1018032"/>
                </a:lnTo>
                <a:lnTo>
                  <a:pt x="787908" y="1028700"/>
                </a:lnTo>
                <a:close/>
              </a:path>
              <a:path w="2611120" h="1028700">
                <a:moveTo>
                  <a:pt x="746760" y="1028700"/>
                </a:moveTo>
                <a:lnTo>
                  <a:pt x="714756" y="1028700"/>
                </a:lnTo>
                <a:lnTo>
                  <a:pt x="714756" y="1018032"/>
                </a:lnTo>
                <a:lnTo>
                  <a:pt x="746760" y="1018032"/>
                </a:lnTo>
                <a:lnTo>
                  <a:pt x="746760" y="1028700"/>
                </a:lnTo>
                <a:close/>
              </a:path>
              <a:path w="2611120" h="1028700">
                <a:moveTo>
                  <a:pt x="704087" y="1028700"/>
                </a:moveTo>
                <a:lnTo>
                  <a:pt x="673608" y="1028700"/>
                </a:lnTo>
                <a:lnTo>
                  <a:pt x="673608" y="1018032"/>
                </a:lnTo>
                <a:lnTo>
                  <a:pt x="704087" y="1018032"/>
                </a:lnTo>
                <a:lnTo>
                  <a:pt x="704087" y="1028700"/>
                </a:lnTo>
                <a:close/>
              </a:path>
              <a:path w="2611120" h="1028700">
                <a:moveTo>
                  <a:pt x="662940" y="1028700"/>
                </a:moveTo>
                <a:lnTo>
                  <a:pt x="630935" y="1028700"/>
                </a:lnTo>
                <a:lnTo>
                  <a:pt x="630935" y="1018032"/>
                </a:lnTo>
                <a:lnTo>
                  <a:pt x="662940" y="1018032"/>
                </a:lnTo>
                <a:lnTo>
                  <a:pt x="662940" y="1028700"/>
                </a:lnTo>
                <a:close/>
              </a:path>
              <a:path w="2611120" h="1028700">
                <a:moveTo>
                  <a:pt x="620267" y="1028700"/>
                </a:moveTo>
                <a:lnTo>
                  <a:pt x="589787" y="1028700"/>
                </a:lnTo>
                <a:lnTo>
                  <a:pt x="589787" y="1018032"/>
                </a:lnTo>
                <a:lnTo>
                  <a:pt x="620267" y="1018032"/>
                </a:lnTo>
                <a:lnTo>
                  <a:pt x="620267" y="1028700"/>
                </a:lnTo>
                <a:close/>
              </a:path>
              <a:path w="2611120" h="1028700">
                <a:moveTo>
                  <a:pt x="579119" y="1028700"/>
                </a:moveTo>
                <a:lnTo>
                  <a:pt x="547116" y="1028700"/>
                </a:lnTo>
                <a:lnTo>
                  <a:pt x="547116" y="1018032"/>
                </a:lnTo>
                <a:lnTo>
                  <a:pt x="579119" y="1018032"/>
                </a:lnTo>
                <a:lnTo>
                  <a:pt x="579119" y="1028700"/>
                </a:lnTo>
                <a:close/>
              </a:path>
              <a:path w="2611120" h="1028700">
                <a:moveTo>
                  <a:pt x="536448" y="1028700"/>
                </a:moveTo>
                <a:lnTo>
                  <a:pt x="505967" y="1028700"/>
                </a:lnTo>
                <a:lnTo>
                  <a:pt x="505967" y="1018032"/>
                </a:lnTo>
                <a:lnTo>
                  <a:pt x="536448" y="1018032"/>
                </a:lnTo>
                <a:lnTo>
                  <a:pt x="536448" y="1028700"/>
                </a:lnTo>
                <a:close/>
              </a:path>
              <a:path w="2611120" h="1028700">
                <a:moveTo>
                  <a:pt x="495300" y="1028700"/>
                </a:moveTo>
                <a:lnTo>
                  <a:pt x="463296" y="1028700"/>
                </a:lnTo>
                <a:lnTo>
                  <a:pt x="463296" y="1018032"/>
                </a:lnTo>
                <a:lnTo>
                  <a:pt x="495300" y="1018032"/>
                </a:lnTo>
                <a:lnTo>
                  <a:pt x="495300" y="1028700"/>
                </a:lnTo>
                <a:close/>
              </a:path>
              <a:path w="2611120" h="1028700">
                <a:moveTo>
                  <a:pt x="452628" y="1028700"/>
                </a:moveTo>
                <a:lnTo>
                  <a:pt x="422148" y="1028700"/>
                </a:lnTo>
                <a:lnTo>
                  <a:pt x="422148" y="1018032"/>
                </a:lnTo>
                <a:lnTo>
                  <a:pt x="452628" y="1018032"/>
                </a:lnTo>
                <a:lnTo>
                  <a:pt x="452628" y="1028700"/>
                </a:lnTo>
                <a:close/>
              </a:path>
              <a:path w="2611120" h="1028700">
                <a:moveTo>
                  <a:pt x="411480" y="1028700"/>
                </a:moveTo>
                <a:lnTo>
                  <a:pt x="379476" y="1028700"/>
                </a:lnTo>
                <a:lnTo>
                  <a:pt x="379476" y="1018032"/>
                </a:lnTo>
                <a:lnTo>
                  <a:pt x="411480" y="1018032"/>
                </a:lnTo>
                <a:lnTo>
                  <a:pt x="411480" y="1028700"/>
                </a:lnTo>
                <a:close/>
              </a:path>
              <a:path w="2611120" h="1028700">
                <a:moveTo>
                  <a:pt x="368808" y="1028700"/>
                </a:moveTo>
                <a:lnTo>
                  <a:pt x="338328" y="1028700"/>
                </a:lnTo>
                <a:lnTo>
                  <a:pt x="338328" y="1018032"/>
                </a:lnTo>
                <a:lnTo>
                  <a:pt x="368808" y="1018032"/>
                </a:lnTo>
                <a:lnTo>
                  <a:pt x="368808" y="1028700"/>
                </a:lnTo>
                <a:close/>
              </a:path>
              <a:path w="2611120" h="1028700">
                <a:moveTo>
                  <a:pt x="327660" y="1028700"/>
                </a:moveTo>
                <a:lnTo>
                  <a:pt x="295656" y="1028700"/>
                </a:lnTo>
                <a:lnTo>
                  <a:pt x="295656" y="1018032"/>
                </a:lnTo>
                <a:lnTo>
                  <a:pt x="327660" y="1018032"/>
                </a:lnTo>
                <a:lnTo>
                  <a:pt x="327660" y="1028700"/>
                </a:lnTo>
                <a:close/>
              </a:path>
              <a:path w="2611120" h="1028700">
                <a:moveTo>
                  <a:pt x="284987" y="1028700"/>
                </a:moveTo>
                <a:lnTo>
                  <a:pt x="254508" y="1028700"/>
                </a:lnTo>
                <a:lnTo>
                  <a:pt x="254508" y="1018032"/>
                </a:lnTo>
                <a:lnTo>
                  <a:pt x="284987" y="1018032"/>
                </a:lnTo>
                <a:lnTo>
                  <a:pt x="284987" y="1028700"/>
                </a:lnTo>
                <a:close/>
              </a:path>
              <a:path w="2611120" h="1028700">
                <a:moveTo>
                  <a:pt x="243840" y="1028700"/>
                </a:moveTo>
                <a:lnTo>
                  <a:pt x="211835" y="1028700"/>
                </a:lnTo>
                <a:lnTo>
                  <a:pt x="211835" y="1018032"/>
                </a:lnTo>
                <a:lnTo>
                  <a:pt x="243840" y="1018032"/>
                </a:lnTo>
                <a:lnTo>
                  <a:pt x="243840" y="1028700"/>
                </a:lnTo>
                <a:close/>
              </a:path>
              <a:path w="2611120" h="1028700">
                <a:moveTo>
                  <a:pt x="201167" y="1028700"/>
                </a:moveTo>
                <a:lnTo>
                  <a:pt x="170687" y="1028700"/>
                </a:lnTo>
                <a:lnTo>
                  <a:pt x="170687" y="1018032"/>
                </a:lnTo>
                <a:lnTo>
                  <a:pt x="201167" y="1018032"/>
                </a:lnTo>
                <a:lnTo>
                  <a:pt x="201167" y="1028700"/>
                </a:lnTo>
                <a:close/>
              </a:path>
              <a:path w="2611120" h="1028700">
                <a:moveTo>
                  <a:pt x="160019" y="1028700"/>
                </a:moveTo>
                <a:lnTo>
                  <a:pt x="128016" y="1028700"/>
                </a:lnTo>
                <a:lnTo>
                  <a:pt x="128016" y="1018032"/>
                </a:lnTo>
                <a:lnTo>
                  <a:pt x="160019" y="1018032"/>
                </a:lnTo>
                <a:lnTo>
                  <a:pt x="160019" y="1028700"/>
                </a:lnTo>
                <a:close/>
              </a:path>
              <a:path w="2611120" h="1028700">
                <a:moveTo>
                  <a:pt x="117348" y="1028700"/>
                </a:moveTo>
                <a:lnTo>
                  <a:pt x="86867" y="1028700"/>
                </a:lnTo>
                <a:lnTo>
                  <a:pt x="86867" y="1018032"/>
                </a:lnTo>
                <a:lnTo>
                  <a:pt x="117348" y="1018032"/>
                </a:lnTo>
                <a:lnTo>
                  <a:pt x="117348" y="1028700"/>
                </a:lnTo>
                <a:close/>
              </a:path>
              <a:path w="2611120" h="1028700">
                <a:moveTo>
                  <a:pt x="76200" y="1028700"/>
                </a:moveTo>
                <a:lnTo>
                  <a:pt x="44196" y="1028700"/>
                </a:lnTo>
                <a:lnTo>
                  <a:pt x="44196" y="1018032"/>
                </a:lnTo>
                <a:lnTo>
                  <a:pt x="76200" y="1018032"/>
                </a:lnTo>
                <a:lnTo>
                  <a:pt x="76200" y="1028700"/>
                </a:lnTo>
                <a:close/>
              </a:path>
            </a:pathLst>
          </a:custGeom>
          <a:solidFill>
            <a:srgbClr val="2F528E"/>
          </a:solidFill>
        </p:spPr>
        <p:txBody>
          <a:bodyPr wrap="square" lIns="0" tIns="0" rIns="0" bIns="0" rtlCol="0"/>
          <a:lstStyle/>
          <a:p>
            <a:pPr defTabSz="1183325"/>
            <a:endParaRPr sz="2329"/>
          </a:p>
        </p:txBody>
      </p:sp>
      <p:sp>
        <p:nvSpPr>
          <p:cNvPr id="28" name="object 28"/>
          <p:cNvSpPr txBox="1"/>
          <p:nvPr/>
        </p:nvSpPr>
        <p:spPr>
          <a:xfrm>
            <a:off x="9472021" y="4097677"/>
            <a:ext cx="3069291" cy="1372586"/>
          </a:xfrm>
          <a:prstGeom prst="rect">
            <a:avLst/>
          </a:prstGeom>
        </p:spPr>
        <p:txBody>
          <a:bodyPr vert="horz" wrap="square" lIns="0" tIns="21366" rIns="0" bIns="0" rtlCol="0">
            <a:spAutoFit/>
          </a:bodyPr>
          <a:lstStyle/>
          <a:p>
            <a:pPr marL="16435" defTabSz="1183325">
              <a:spcBef>
                <a:spcPts val="168"/>
              </a:spcBef>
            </a:pPr>
            <a:r>
              <a:rPr sz="2523" dirty="0">
                <a:solidFill>
                  <a:srgbClr val="FF0000"/>
                </a:solidFill>
                <a:latin typeface="Comic Sans MS"/>
                <a:cs typeface="Comic Sans MS"/>
              </a:rPr>
              <a:t>High-level</a:t>
            </a:r>
            <a:r>
              <a:rPr sz="2523" spc="84" dirty="0">
                <a:solidFill>
                  <a:srgbClr val="FF0000"/>
                </a:solidFill>
                <a:latin typeface="Comic Sans MS"/>
                <a:cs typeface="Comic Sans MS"/>
              </a:rPr>
              <a:t> </a:t>
            </a:r>
            <a:r>
              <a:rPr sz="2523" spc="-13" dirty="0">
                <a:solidFill>
                  <a:srgbClr val="FF0000"/>
                </a:solidFill>
                <a:latin typeface="Comic Sans MS"/>
                <a:cs typeface="Comic Sans MS"/>
              </a:rPr>
              <a:t>Language</a:t>
            </a:r>
            <a:endParaRPr sz="2523" dirty="0">
              <a:latin typeface="Comic Sans MS"/>
              <a:cs typeface="Comic Sans MS"/>
            </a:endParaRPr>
          </a:p>
          <a:p>
            <a:pPr marL="203795" marR="6574" defTabSz="1183325">
              <a:lnSpc>
                <a:spcPct val="111700"/>
              </a:lnSpc>
              <a:spcBef>
                <a:spcPts val="1314"/>
              </a:spcBef>
              <a:tabLst>
                <a:tab pos="1645972" algn="l"/>
              </a:tabLst>
            </a:pPr>
            <a:r>
              <a:rPr sz="1876" dirty="0">
                <a:latin typeface="Calibri"/>
                <a:cs typeface="Calibri"/>
              </a:rPr>
              <a:t>PRINT</a:t>
            </a:r>
            <a:r>
              <a:rPr sz="1876" spc="45" dirty="0">
                <a:latin typeface="Calibri"/>
                <a:cs typeface="Calibri"/>
              </a:rPr>
              <a:t> </a:t>
            </a:r>
            <a:r>
              <a:rPr sz="1876" dirty="0">
                <a:latin typeface="Calibri"/>
                <a:cs typeface="Calibri"/>
              </a:rPr>
              <a:t>“Name</a:t>
            </a:r>
            <a:r>
              <a:rPr sz="1876" spc="71" dirty="0">
                <a:latin typeface="Calibri"/>
                <a:cs typeface="Calibri"/>
              </a:rPr>
              <a:t> </a:t>
            </a:r>
            <a:r>
              <a:rPr sz="1876" dirty="0">
                <a:latin typeface="Calibri"/>
                <a:cs typeface="Calibri"/>
              </a:rPr>
              <a:t>:</a:t>
            </a:r>
            <a:r>
              <a:rPr sz="1876" spc="71" dirty="0">
                <a:latin typeface="Calibri"/>
                <a:cs typeface="Calibri"/>
              </a:rPr>
              <a:t> </a:t>
            </a:r>
            <a:r>
              <a:rPr lang="sv-SE" sz="1876" spc="-13" dirty="0">
                <a:latin typeface="Calibri"/>
                <a:cs typeface="Calibri"/>
              </a:rPr>
              <a:t>Sara</a:t>
            </a:r>
          </a:p>
          <a:p>
            <a:pPr marL="203795" marR="6574" defTabSz="1183325">
              <a:lnSpc>
                <a:spcPct val="111700"/>
              </a:lnSpc>
              <a:spcBef>
                <a:spcPts val="1314"/>
              </a:spcBef>
              <a:tabLst>
                <a:tab pos="1645972" algn="l"/>
              </a:tabLst>
            </a:pPr>
            <a:r>
              <a:rPr sz="1876" spc="-13" dirty="0">
                <a:latin typeface="Calibri"/>
                <a:cs typeface="Calibri"/>
              </a:rPr>
              <a:t>” </a:t>
            </a:r>
            <a:r>
              <a:rPr sz="1876" dirty="0">
                <a:latin typeface="Calibri"/>
                <a:cs typeface="Calibri"/>
              </a:rPr>
              <a:t>PRINT</a:t>
            </a:r>
            <a:r>
              <a:rPr sz="1876" spc="65" dirty="0">
                <a:latin typeface="Calibri"/>
                <a:cs typeface="Calibri"/>
              </a:rPr>
              <a:t> </a:t>
            </a:r>
            <a:r>
              <a:rPr sz="1876" spc="-26" dirty="0">
                <a:latin typeface="Calibri"/>
                <a:cs typeface="Calibri"/>
              </a:rPr>
              <a:t>“Age</a:t>
            </a:r>
            <a:r>
              <a:rPr sz="1876" dirty="0">
                <a:latin typeface="Calibri"/>
                <a:cs typeface="Calibri"/>
              </a:rPr>
              <a:t>	:</a:t>
            </a:r>
            <a:r>
              <a:rPr sz="1876" spc="26" dirty="0">
                <a:latin typeface="Calibri"/>
                <a:cs typeface="Calibri"/>
              </a:rPr>
              <a:t> </a:t>
            </a:r>
            <a:r>
              <a:rPr sz="1876" spc="-32" dirty="0">
                <a:latin typeface="Calibri"/>
                <a:cs typeface="Calibri"/>
              </a:rPr>
              <a:t>44”</a:t>
            </a:r>
            <a:endParaRPr sz="1876" dirty="0">
              <a:latin typeface="Calibri"/>
              <a:cs typeface="Calibri"/>
            </a:endParaRPr>
          </a:p>
        </p:txBody>
      </p:sp>
      <p:sp>
        <p:nvSpPr>
          <p:cNvPr id="29" name="object 29"/>
          <p:cNvSpPr/>
          <p:nvPr/>
        </p:nvSpPr>
        <p:spPr>
          <a:xfrm>
            <a:off x="6620793" y="5076534"/>
            <a:ext cx="298299" cy="443753"/>
          </a:xfrm>
          <a:custGeom>
            <a:avLst/>
            <a:gdLst/>
            <a:ahLst/>
            <a:cxnLst/>
            <a:rect l="l" t="t" r="r" b="b"/>
            <a:pathLst>
              <a:path w="230504" h="342900">
                <a:moveTo>
                  <a:pt x="131063" y="342900"/>
                </a:moveTo>
                <a:lnTo>
                  <a:pt x="118871" y="342900"/>
                </a:lnTo>
                <a:lnTo>
                  <a:pt x="109727" y="339852"/>
                </a:lnTo>
                <a:lnTo>
                  <a:pt x="100583" y="335280"/>
                </a:lnTo>
                <a:lnTo>
                  <a:pt x="92963" y="329184"/>
                </a:lnTo>
                <a:lnTo>
                  <a:pt x="70103" y="306323"/>
                </a:lnTo>
                <a:lnTo>
                  <a:pt x="64007" y="298704"/>
                </a:lnTo>
                <a:lnTo>
                  <a:pt x="54863" y="292607"/>
                </a:lnTo>
                <a:lnTo>
                  <a:pt x="42671" y="284988"/>
                </a:lnTo>
                <a:lnTo>
                  <a:pt x="28955" y="278892"/>
                </a:lnTo>
                <a:lnTo>
                  <a:pt x="18287" y="272795"/>
                </a:lnTo>
                <a:lnTo>
                  <a:pt x="9143" y="266700"/>
                </a:lnTo>
                <a:lnTo>
                  <a:pt x="3047" y="260604"/>
                </a:lnTo>
                <a:lnTo>
                  <a:pt x="0" y="252983"/>
                </a:lnTo>
                <a:lnTo>
                  <a:pt x="0" y="249936"/>
                </a:lnTo>
                <a:lnTo>
                  <a:pt x="3047" y="248411"/>
                </a:lnTo>
                <a:lnTo>
                  <a:pt x="4571" y="248411"/>
                </a:lnTo>
                <a:lnTo>
                  <a:pt x="16763" y="249936"/>
                </a:lnTo>
                <a:lnTo>
                  <a:pt x="19811" y="249936"/>
                </a:lnTo>
                <a:lnTo>
                  <a:pt x="22859" y="248411"/>
                </a:lnTo>
                <a:lnTo>
                  <a:pt x="22859" y="242316"/>
                </a:lnTo>
                <a:lnTo>
                  <a:pt x="19811" y="239268"/>
                </a:lnTo>
                <a:lnTo>
                  <a:pt x="12191" y="239268"/>
                </a:lnTo>
                <a:lnTo>
                  <a:pt x="9143" y="237743"/>
                </a:lnTo>
                <a:lnTo>
                  <a:pt x="7619" y="234695"/>
                </a:lnTo>
                <a:lnTo>
                  <a:pt x="9143" y="231648"/>
                </a:lnTo>
                <a:lnTo>
                  <a:pt x="21335" y="228600"/>
                </a:lnTo>
                <a:lnTo>
                  <a:pt x="36575" y="225551"/>
                </a:lnTo>
                <a:lnTo>
                  <a:pt x="54863" y="225551"/>
                </a:lnTo>
                <a:lnTo>
                  <a:pt x="62483" y="233172"/>
                </a:lnTo>
                <a:lnTo>
                  <a:pt x="67055" y="239268"/>
                </a:lnTo>
                <a:lnTo>
                  <a:pt x="74675" y="246888"/>
                </a:lnTo>
                <a:lnTo>
                  <a:pt x="89915" y="259080"/>
                </a:lnTo>
                <a:lnTo>
                  <a:pt x="94487" y="224028"/>
                </a:lnTo>
                <a:lnTo>
                  <a:pt x="96011" y="190500"/>
                </a:lnTo>
                <a:lnTo>
                  <a:pt x="96011" y="89916"/>
                </a:lnTo>
                <a:lnTo>
                  <a:pt x="97535" y="59436"/>
                </a:lnTo>
                <a:lnTo>
                  <a:pt x="103631" y="28956"/>
                </a:lnTo>
                <a:lnTo>
                  <a:pt x="112775" y="1524"/>
                </a:lnTo>
                <a:lnTo>
                  <a:pt x="124967" y="0"/>
                </a:lnTo>
                <a:lnTo>
                  <a:pt x="143255" y="3048"/>
                </a:lnTo>
                <a:lnTo>
                  <a:pt x="156971" y="7620"/>
                </a:lnTo>
                <a:lnTo>
                  <a:pt x="163067" y="12192"/>
                </a:lnTo>
                <a:lnTo>
                  <a:pt x="156971" y="71628"/>
                </a:lnTo>
                <a:lnTo>
                  <a:pt x="152399" y="103632"/>
                </a:lnTo>
                <a:lnTo>
                  <a:pt x="149351" y="137160"/>
                </a:lnTo>
                <a:lnTo>
                  <a:pt x="149351" y="199643"/>
                </a:lnTo>
                <a:lnTo>
                  <a:pt x="153923" y="228600"/>
                </a:lnTo>
                <a:lnTo>
                  <a:pt x="190499" y="195072"/>
                </a:lnTo>
                <a:lnTo>
                  <a:pt x="205739" y="198119"/>
                </a:lnTo>
                <a:lnTo>
                  <a:pt x="216407" y="201168"/>
                </a:lnTo>
                <a:lnTo>
                  <a:pt x="224027" y="207264"/>
                </a:lnTo>
                <a:lnTo>
                  <a:pt x="228599" y="213359"/>
                </a:lnTo>
                <a:lnTo>
                  <a:pt x="230123" y="220980"/>
                </a:lnTo>
                <a:lnTo>
                  <a:pt x="228599" y="228600"/>
                </a:lnTo>
                <a:lnTo>
                  <a:pt x="224027" y="237743"/>
                </a:lnTo>
                <a:lnTo>
                  <a:pt x="217931" y="246888"/>
                </a:lnTo>
                <a:lnTo>
                  <a:pt x="202691" y="265176"/>
                </a:lnTo>
                <a:lnTo>
                  <a:pt x="193547" y="275843"/>
                </a:lnTo>
                <a:lnTo>
                  <a:pt x="185927" y="286512"/>
                </a:lnTo>
                <a:lnTo>
                  <a:pt x="169163" y="306323"/>
                </a:lnTo>
                <a:lnTo>
                  <a:pt x="163067" y="316991"/>
                </a:lnTo>
                <a:lnTo>
                  <a:pt x="160019" y="326136"/>
                </a:lnTo>
                <a:lnTo>
                  <a:pt x="156971" y="336804"/>
                </a:lnTo>
                <a:lnTo>
                  <a:pt x="143255" y="341376"/>
                </a:lnTo>
                <a:lnTo>
                  <a:pt x="131063" y="342900"/>
                </a:lnTo>
                <a:close/>
              </a:path>
            </a:pathLst>
          </a:custGeom>
          <a:solidFill>
            <a:srgbClr val="2F5497"/>
          </a:solidFill>
        </p:spPr>
        <p:txBody>
          <a:bodyPr wrap="square" lIns="0" tIns="0" rIns="0" bIns="0" rtlCol="0"/>
          <a:lstStyle/>
          <a:p>
            <a:pPr defTabSz="1183325"/>
            <a:endParaRPr sz="2329"/>
          </a:p>
        </p:txBody>
      </p:sp>
      <p:pic>
        <p:nvPicPr>
          <p:cNvPr id="30" name="object 30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387841" y="1625120"/>
            <a:ext cx="3250242" cy="2268071"/>
          </a:xfrm>
          <a:prstGeom prst="rect">
            <a:avLst/>
          </a:prstGeom>
        </p:spPr>
      </p:pic>
      <p:sp>
        <p:nvSpPr>
          <p:cNvPr id="31" name="object 31"/>
          <p:cNvSpPr txBox="1"/>
          <p:nvPr/>
        </p:nvSpPr>
        <p:spPr>
          <a:xfrm>
            <a:off x="9661390" y="1855253"/>
            <a:ext cx="1922108" cy="540269"/>
          </a:xfrm>
          <a:prstGeom prst="rect">
            <a:avLst/>
          </a:prstGeom>
        </p:spPr>
        <p:txBody>
          <a:bodyPr vert="horz" wrap="square" lIns="0" tIns="15614" rIns="0" bIns="0" rtlCol="0">
            <a:spAutoFit/>
          </a:bodyPr>
          <a:lstStyle/>
          <a:p>
            <a:pPr marL="16435" marR="6574" defTabSz="1183325">
              <a:lnSpc>
                <a:spcPct val="101499"/>
              </a:lnSpc>
              <a:spcBef>
                <a:spcPts val="123"/>
              </a:spcBef>
              <a:tabLst>
                <a:tab pos="666441" algn="l"/>
              </a:tabLst>
            </a:pPr>
            <a:r>
              <a:rPr sz="1682" dirty="0">
                <a:solidFill>
                  <a:srgbClr val="FF0000"/>
                </a:solidFill>
                <a:latin typeface="Comic Sans MS"/>
                <a:cs typeface="Comic Sans MS"/>
              </a:rPr>
              <a:t>Name</a:t>
            </a:r>
            <a:r>
              <a:rPr sz="1682" spc="26" dirty="0">
                <a:solidFill>
                  <a:srgbClr val="FF0000"/>
                </a:solidFill>
                <a:latin typeface="Comic Sans MS"/>
                <a:cs typeface="Comic Sans MS"/>
              </a:rPr>
              <a:t> </a:t>
            </a:r>
            <a:r>
              <a:rPr sz="1682" dirty="0">
                <a:solidFill>
                  <a:srgbClr val="FF0000"/>
                </a:solidFill>
                <a:latin typeface="Comic Sans MS"/>
                <a:cs typeface="Comic Sans MS"/>
              </a:rPr>
              <a:t>:</a:t>
            </a:r>
            <a:r>
              <a:rPr sz="1682" spc="19" dirty="0">
                <a:solidFill>
                  <a:srgbClr val="FF0000"/>
                </a:solidFill>
                <a:latin typeface="Comic Sans MS"/>
                <a:cs typeface="Comic Sans MS"/>
              </a:rPr>
              <a:t> </a:t>
            </a:r>
            <a:r>
              <a:rPr lang="sv-SE" sz="1682" spc="-13" dirty="0">
                <a:solidFill>
                  <a:srgbClr val="FF0000"/>
                </a:solidFill>
                <a:latin typeface="Comic Sans MS"/>
                <a:cs typeface="Comic Sans MS"/>
              </a:rPr>
              <a:t>Sara</a:t>
            </a:r>
          </a:p>
          <a:p>
            <a:pPr marL="16435" marR="6574" defTabSz="1183325">
              <a:lnSpc>
                <a:spcPct val="101499"/>
              </a:lnSpc>
              <a:spcBef>
                <a:spcPts val="123"/>
              </a:spcBef>
              <a:tabLst>
                <a:tab pos="666441" algn="l"/>
              </a:tabLst>
            </a:pPr>
            <a:r>
              <a:rPr sz="1682" spc="-32" dirty="0">
                <a:solidFill>
                  <a:srgbClr val="FF0000"/>
                </a:solidFill>
                <a:latin typeface="Comic Sans MS"/>
                <a:cs typeface="Comic Sans MS"/>
              </a:rPr>
              <a:t>Age</a:t>
            </a:r>
            <a:r>
              <a:rPr sz="1682" dirty="0">
                <a:solidFill>
                  <a:srgbClr val="FF0000"/>
                </a:solidFill>
                <a:latin typeface="Comic Sans MS"/>
                <a:cs typeface="Comic Sans MS"/>
              </a:rPr>
              <a:t>	:</a:t>
            </a:r>
            <a:r>
              <a:rPr sz="1682" spc="-6" dirty="0">
                <a:solidFill>
                  <a:srgbClr val="FF0000"/>
                </a:solidFill>
                <a:latin typeface="Comic Sans MS"/>
                <a:cs typeface="Comic Sans MS"/>
              </a:rPr>
              <a:t> </a:t>
            </a:r>
            <a:r>
              <a:rPr sz="1682" spc="-45" dirty="0">
                <a:solidFill>
                  <a:srgbClr val="FF0000"/>
                </a:solidFill>
                <a:latin typeface="Comic Sans MS"/>
                <a:cs typeface="Comic Sans MS"/>
              </a:rPr>
              <a:t>44</a:t>
            </a:r>
            <a:endParaRPr sz="1682" dirty="0">
              <a:latin typeface="Comic Sans MS"/>
              <a:cs typeface="Comic Sans MS"/>
            </a:endParaRPr>
          </a:p>
        </p:txBody>
      </p:sp>
    </p:spTree>
    <p:extLst>
      <p:ext uri="{BB962C8B-B14F-4D97-AF65-F5344CB8AC3E}">
        <p14:creationId xmlns:p14="http://schemas.microsoft.com/office/powerpoint/2010/main" val="267420415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33D5B94E-561F-9831-F2C4-44C60EA422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>
            <a:extLst>
              <a:ext uri="{FF2B5EF4-FFF2-40B4-BE49-F238E27FC236}">
                <a16:creationId xmlns:a16="http://schemas.microsoft.com/office/drawing/2014/main" id="{72CE3197-50FE-1E63-BFC3-14C43F7C9B9A}"/>
              </a:ext>
            </a:extLst>
          </p:cNvPr>
          <p:cNvGrpSpPr/>
          <p:nvPr/>
        </p:nvGrpSpPr>
        <p:grpSpPr>
          <a:xfrm>
            <a:off x="-10957" y="645359"/>
            <a:ext cx="13422157" cy="8767682"/>
            <a:chOff x="0" y="2209800"/>
            <a:chExt cx="7778750" cy="5081270"/>
          </a:xfrm>
        </p:grpSpPr>
        <p:pic>
          <p:nvPicPr>
            <p:cNvPr id="3" name="object 3">
              <a:extLst>
                <a:ext uri="{FF2B5EF4-FFF2-40B4-BE49-F238E27FC236}">
                  <a16:creationId xmlns:a16="http://schemas.microsoft.com/office/drawing/2014/main" id="{AAF3FF07-324C-C793-9299-982C2E46B15C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2209800"/>
              <a:ext cx="7772399" cy="5081016"/>
            </a:xfrm>
            <a:prstGeom prst="rect">
              <a:avLst/>
            </a:prstGeom>
          </p:spPr>
        </p:pic>
        <p:sp>
          <p:nvSpPr>
            <p:cNvPr id="4" name="object 4">
              <a:extLst>
                <a:ext uri="{FF2B5EF4-FFF2-40B4-BE49-F238E27FC236}">
                  <a16:creationId xmlns:a16="http://schemas.microsoft.com/office/drawing/2014/main" id="{C64A1564-9F55-4D3C-FF26-97819178E5D9}"/>
                </a:ext>
              </a:extLst>
            </p:cNvPr>
            <p:cNvSpPr/>
            <p:nvPr/>
          </p:nvSpPr>
          <p:spPr>
            <a:xfrm>
              <a:off x="60960" y="3901439"/>
              <a:ext cx="7711440" cy="1264920"/>
            </a:xfrm>
            <a:custGeom>
              <a:avLst/>
              <a:gdLst/>
              <a:ahLst/>
              <a:cxnLst/>
              <a:rect l="l" t="t" r="r" b="b"/>
              <a:pathLst>
                <a:path w="7711440" h="1264920">
                  <a:moveTo>
                    <a:pt x="0" y="1264919"/>
                  </a:moveTo>
                  <a:lnTo>
                    <a:pt x="7711440" y="1264919"/>
                  </a:lnTo>
                  <a:lnTo>
                    <a:pt x="7711440" y="0"/>
                  </a:lnTo>
                  <a:lnTo>
                    <a:pt x="0" y="0"/>
                  </a:lnTo>
                  <a:lnTo>
                    <a:pt x="0" y="1264919"/>
                  </a:lnTo>
                  <a:close/>
                </a:path>
              </a:pathLst>
            </a:custGeom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>
            <a:extLst>
              <a:ext uri="{FF2B5EF4-FFF2-40B4-BE49-F238E27FC236}">
                <a16:creationId xmlns:a16="http://schemas.microsoft.com/office/drawing/2014/main" id="{967406DD-4B1C-2B41-A598-2745910E982C}"/>
              </a:ext>
            </a:extLst>
          </p:cNvPr>
          <p:cNvSpPr txBox="1"/>
          <p:nvPr/>
        </p:nvSpPr>
        <p:spPr>
          <a:xfrm>
            <a:off x="13091697" y="12746337"/>
            <a:ext cx="182980" cy="352972"/>
          </a:xfrm>
          <a:prstGeom prst="rect">
            <a:avLst/>
          </a:prstGeom>
        </p:spPr>
        <p:txBody>
          <a:bodyPr vert="horz" wrap="square" lIns="0" tIns="20818" rIns="0" bIns="0" rtlCol="0">
            <a:spAutoFit/>
          </a:bodyPr>
          <a:lstStyle/>
          <a:p>
            <a:pPr marL="21914">
              <a:spcBef>
                <a:spcPts val="164"/>
              </a:spcBef>
            </a:pPr>
            <a:r>
              <a:rPr sz="2157" spc="-86" dirty="0">
                <a:latin typeface="Calibri"/>
                <a:cs typeface="Calibri"/>
              </a:rPr>
              <a:t>2</a:t>
            </a:r>
            <a:endParaRPr sz="2157">
              <a:latin typeface="Calibri"/>
              <a:cs typeface="Calibri"/>
            </a:endParaRPr>
          </a:p>
        </p:txBody>
      </p:sp>
      <p:sp>
        <p:nvSpPr>
          <p:cNvPr id="9" name="object 30">
            <a:extLst>
              <a:ext uri="{FF2B5EF4-FFF2-40B4-BE49-F238E27FC236}">
                <a16:creationId xmlns:a16="http://schemas.microsoft.com/office/drawing/2014/main" id="{29C4A441-B69A-99C3-611C-52EFCDBDC1B5}"/>
              </a:ext>
            </a:extLst>
          </p:cNvPr>
          <p:cNvSpPr txBox="1"/>
          <p:nvPr/>
        </p:nvSpPr>
        <p:spPr>
          <a:xfrm>
            <a:off x="106432" y="3084218"/>
            <a:ext cx="13304768" cy="1728678"/>
          </a:xfrm>
          <a:prstGeom prst="rect">
            <a:avLst/>
          </a:prstGeom>
          <a:ln w="12953"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marL="2089760" algn="ctr">
              <a:spcBef>
                <a:spcPts val="505"/>
              </a:spcBef>
            </a:pPr>
            <a:r>
              <a:rPr lang="en-GB" sz="4000" spc="-13" dirty="0">
                <a:solidFill>
                  <a:srgbClr val="FFFFFF"/>
                </a:solidFill>
                <a:latin typeface="Comic Sans MS"/>
                <a:cs typeface="Comic Sans MS"/>
              </a:rPr>
              <a:t>Programming Foundations</a:t>
            </a:r>
          </a:p>
          <a:p>
            <a:pPr marL="2089760" algn="ctr">
              <a:spcBef>
                <a:spcPts val="505"/>
              </a:spcBef>
            </a:pPr>
            <a:r>
              <a:rPr lang="sv-SE" sz="2400" spc="-13" dirty="0" err="1">
                <a:solidFill>
                  <a:srgbClr val="FFFFFF"/>
                </a:solidFill>
                <a:latin typeface="Comic Sans MS"/>
                <a:cs typeface="Comic Sans MS"/>
              </a:rPr>
              <a:t>Level</a:t>
            </a:r>
            <a:r>
              <a:rPr lang="sv-SE" sz="2400" spc="-13" dirty="0">
                <a:solidFill>
                  <a:srgbClr val="FFFFFF"/>
                </a:solidFill>
                <a:latin typeface="Comic Sans MS"/>
                <a:cs typeface="Comic Sans MS"/>
              </a:rPr>
              <a:t> 1</a:t>
            </a:r>
          </a:p>
          <a:p>
            <a:pPr marL="2089760" algn="ctr">
              <a:spcBef>
                <a:spcPts val="505"/>
              </a:spcBef>
            </a:pPr>
            <a:r>
              <a:rPr lang="en-GB" sz="4000" b="1" dirty="0">
                <a:solidFill>
                  <a:srgbClr val="FFCE53"/>
                </a:solidFill>
                <a:latin typeface="Comic Sans MS"/>
                <a:cs typeface="Comic Sans MS"/>
              </a:rPr>
              <a:t>Compiler</a:t>
            </a:r>
          </a:p>
        </p:txBody>
      </p:sp>
    </p:spTree>
    <p:extLst>
      <p:ext uri="{BB962C8B-B14F-4D97-AF65-F5344CB8AC3E}">
        <p14:creationId xmlns:p14="http://schemas.microsoft.com/office/powerpoint/2010/main" val="226828703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819F3D09-68AC-C33A-8703-F4BAE57F1B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>
            <a:extLst>
              <a:ext uri="{FF2B5EF4-FFF2-40B4-BE49-F238E27FC236}">
                <a16:creationId xmlns:a16="http://schemas.microsoft.com/office/drawing/2014/main" id="{DA8E0060-CD92-7DCF-DE0F-11D48DEA1424}"/>
              </a:ext>
            </a:extLst>
          </p:cNvPr>
          <p:cNvSpPr txBox="1"/>
          <p:nvPr/>
        </p:nvSpPr>
        <p:spPr>
          <a:xfrm>
            <a:off x="381000" y="888075"/>
            <a:ext cx="12352767" cy="771554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r>
              <a:rPr lang="sv-SE" sz="4000" b="1" spc="-13" dirty="0" err="1">
                <a:solidFill>
                  <a:srgbClr val="000000"/>
                </a:solidFill>
                <a:latin typeface="Comic Sans MS" panose="030F0702030302020204" pitchFamily="66" charset="0"/>
              </a:rPr>
              <a:t>Compiler</a:t>
            </a:r>
            <a:r>
              <a:rPr lang="sv-SE" sz="4000" b="1" spc="-13" dirty="0">
                <a:solidFill>
                  <a:srgbClr val="000000"/>
                </a:solidFill>
                <a:latin typeface="Comic Sans MS" panose="030F0702030302020204" pitchFamily="66" charset="0"/>
              </a:rPr>
              <a:t>:</a:t>
            </a:r>
            <a:endParaRPr lang="en-GB" sz="4000" b="1" dirty="0">
              <a:latin typeface="Comic Sans MS" panose="030F0702030302020204" pitchFamily="66" charset="0"/>
            </a:endParaRPr>
          </a:p>
        </p:txBody>
      </p:sp>
      <p:pic>
        <p:nvPicPr>
          <p:cNvPr id="30" name="object 30">
            <a:extLst>
              <a:ext uri="{FF2B5EF4-FFF2-40B4-BE49-F238E27FC236}">
                <a16:creationId xmlns:a16="http://schemas.microsoft.com/office/drawing/2014/main" id="{225DC36D-3C85-00A6-A2C7-253CC5EED4EE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387841" y="1625120"/>
            <a:ext cx="3250242" cy="2268071"/>
          </a:xfrm>
          <a:prstGeom prst="rect">
            <a:avLst/>
          </a:prstGeom>
        </p:spPr>
      </p:pic>
      <p:sp>
        <p:nvSpPr>
          <p:cNvPr id="31" name="object 31">
            <a:extLst>
              <a:ext uri="{FF2B5EF4-FFF2-40B4-BE49-F238E27FC236}">
                <a16:creationId xmlns:a16="http://schemas.microsoft.com/office/drawing/2014/main" id="{0CAC489E-AFFA-79C5-8EB9-B3E08380D384}"/>
              </a:ext>
            </a:extLst>
          </p:cNvPr>
          <p:cNvSpPr txBox="1"/>
          <p:nvPr/>
        </p:nvSpPr>
        <p:spPr>
          <a:xfrm>
            <a:off x="9661390" y="1855253"/>
            <a:ext cx="1922108" cy="540269"/>
          </a:xfrm>
          <a:prstGeom prst="rect">
            <a:avLst/>
          </a:prstGeom>
        </p:spPr>
        <p:txBody>
          <a:bodyPr vert="horz" wrap="square" lIns="0" tIns="15614" rIns="0" bIns="0" rtlCol="0">
            <a:spAutoFit/>
          </a:bodyPr>
          <a:lstStyle/>
          <a:p>
            <a:pPr marL="16435" marR="6574" defTabSz="1183325">
              <a:lnSpc>
                <a:spcPct val="101499"/>
              </a:lnSpc>
              <a:spcBef>
                <a:spcPts val="123"/>
              </a:spcBef>
              <a:tabLst>
                <a:tab pos="666441" algn="l"/>
              </a:tabLst>
            </a:pPr>
            <a:r>
              <a:rPr sz="1682" dirty="0">
                <a:solidFill>
                  <a:srgbClr val="FF0000"/>
                </a:solidFill>
                <a:latin typeface="Comic Sans MS"/>
                <a:cs typeface="Comic Sans MS"/>
              </a:rPr>
              <a:t>Name</a:t>
            </a:r>
            <a:r>
              <a:rPr sz="1682" spc="26" dirty="0">
                <a:solidFill>
                  <a:srgbClr val="FF0000"/>
                </a:solidFill>
                <a:latin typeface="Comic Sans MS"/>
                <a:cs typeface="Comic Sans MS"/>
              </a:rPr>
              <a:t> </a:t>
            </a:r>
            <a:r>
              <a:rPr sz="1682" dirty="0">
                <a:solidFill>
                  <a:srgbClr val="FF0000"/>
                </a:solidFill>
                <a:latin typeface="Comic Sans MS"/>
                <a:cs typeface="Comic Sans MS"/>
              </a:rPr>
              <a:t>:</a:t>
            </a:r>
            <a:r>
              <a:rPr sz="1682" spc="19" dirty="0">
                <a:solidFill>
                  <a:srgbClr val="FF0000"/>
                </a:solidFill>
                <a:latin typeface="Comic Sans MS"/>
                <a:cs typeface="Comic Sans MS"/>
              </a:rPr>
              <a:t> </a:t>
            </a:r>
            <a:r>
              <a:rPr lang="sv-SE" sz="1682" spc="-13" dirty="0">
                <a:solidFill>
                  <a:srgbClr val="FF0000"/>
                </a:solidFill>
                <a:latin typeface="Comic Sans MS"/>
                <a:cs typeface="Comic Sans MS"/>
              </a:rPr>
              <a:t>Sara</a:t>
            </a:r>
          </a:p>
          <a:p>
            <a:pPr marL="16435" marR="6574" defTabSz="1183325">
              <a:lnSpc>
                <a:spcPct val="101499"/>
              </a:lnSpc>
              <a:spcBef>
                <a:spcPts val="123"/>
              </a:spcBef>
              <a:tabLst>
                <a:tab pos="666441" algn="l"/>
              </a:tabLst>
            </a:pPr>
            <a:r>
              <a:rPr sz="1682" spc="-32" dirty="0">
                <a:solidFill>
                  <a:srgbClr val="FF0000"/>
                </a:solidFill>
                <a:latin typeface="Comic Sans MS"/>
                <a:cs typeface="Comic Sans MS"/>
              </a:rPr>
              <a:t>Age</a:t>
            </a:r>
            <a:r>
              <a:rPr sz="1682" dirty="0">
                <a:solidFill>
                  <a:srgbClr val="FF0000"/>
                </a:solidFill>
                <a:latin typeface="Comic Sans MS"/>
                <a:cs typeface="Comic Sans MS"/>
              </a:rPr>
              <a:t>	:</a:t>
            </a:r>
            <a:r>
              <a:rPr sz="1682" spc="-6" dirty="0">
                <a:solidFill>
                  <a:srgbClr val="FF0000"/>
                </a:solidFill>
                <a:latin typeface="Comic Sans MS"/>
                <a:cs typeface="Comic Sans MS"/>
              </a:rPr>
              <a:t> </a:t>
            </a:r>
            <a:r>
              <a:rPr sz="1682" spc="-45" dirty="0">
                <a:solidFill>
                  <a:srgbClr val="FF0000"/>
                </a:solidFill>
                <a:latin typeface="Comic Sans MS"/>
                <a:cs typeface="Comic Sans MS"/>
              </a:rPr>
              <a:t>44</a:t>
            </a:r>
            <a:endParaRPr sz="1682" dirty="0">
              <a:latin typeface="Comic Sans MS"/>
              <a:cs typeface="Comic Sans MS"/>
            </a:endParaRPr>
          </a:p>
        </p:txBody>
      </p:sp>
      <p:sp>
        <p:nvSpPr>
          <p:cNvPr id="34" name="object 5"/>
          <p:cNvSpPr/>
          <p:nvPr/>
        </p:nvSpPr>
        <p:spPr>
          <a:xfrm>
            <a:off x="2540238" y="5084423"/>
            <a:ext cx="700144" cy="378834"/>
          </a:xfrm>
          <a:custGeom>
            <a:avLst/>
            <a:gdLst/>
            <a:ahLst/>
            <a:cxnLst/>
            <a:rect l="l" t="t" r="r" b="b"/>
            <a:pathLst>
              <a:path w="541019" h="292735">
                <a:moveTo>
                  <a:pt x="408432" y="292608"/>
                </a:moveTo>
                <a:lnTo>
                  <a:pt x="403860" y="292608"/>
                </a:lnTo>
                <a:lnTo>
                  <a:pt x="400812" y="289560"/>
                </a:lnTo>
                <a:lnTo>
                  <a:pt x="400812" y="286512"/>
                </a:lnTo>
                <a:lnTo>
                  <a:pt x="403860" y="269748"/>
                </a:lnTo>
                <a:lnTo>
                  <a:pt x="403860" y="266700"/>
                </a:lnTo>
                <a:lnTo>
                  <a:pt x="399287" y="263652"/>
                </a:lnTo>
                <a:lnTo>
                  <a:pt x="391667" y="262128"/>
                </a:lnTo>
                <a:lnTo>
                  <a:pt x="388619" y="263652"/>
                </a:lnTo>
                <a:lnTo>
                  <a:pt x="387095" y="268224"/>
                </a:lnTo>
                <a:lnTo>
                  <a:pt x="385572" y="277368"/>
                </a:lnTo>
                <a:lnTo>
                  <a:pt x="384048" y="281940"/>
                </a:lnTo>
                <a:lnTo>
                  <a:pt x="379476" y="283464"/>
                </a:lnTo>
                <a:lnTo>
                  <a:pt x="373380" y="283464"/>
                </a:lnTo>
                <a:lnTo>
                  <a:pt x="367284" y="268224"/>
                </a:lnTo>
                <a:lnTo>
                  <a:pt x="362712" y="246888"/>
                </a:lnTo>
                <a:lnTo>
                  <a:pt x="361187" y="224028"/>
                </a:lnTo>
                <a:lnTo>
                  <a:pt x="371856" y="213360"/>
                </a:lnTo>
                <a:lnTo>
                  <a:pt x="382523" y="205740"/>
                </a:lnTo>
                <a:lnTo>
                  <a:pt x="403860" y="187452"/>
                </a:lnTo>
                <a:lnTo>
                  <a:pt x="411480" y="175260"/>
                </a:lnTo>
                <a:lnTo>
                  <a:pt x="356615" y="173736"/>
                </a:lnTo>
                <a:lnTo>
                  <a:pt x="301752" y="175260"/>
                </a:lnTo>
                <a:lnTo>
                  <a:pt x="144779" y="184404"/>
                </a:lnTo>
                <a:lnTo>
                  <a:pt x="94488" y="182880"/>
                </a:lnTo>
                <a:lnTo>
                  <a:pt x="47244" y="178308"/>
                </a:lnTo>
                <a:lnTo>
                  <a:pt x="1524" y="169164"/>
                </a:lnTo>
                <a:lnTo>
                  <a:pt x="0" y="153924"/>
                </a:lnTo>
                <a:lnTo>
                  <a:pt x="0" y="141732"/>
                </a:lnTo>
                <a:lnTo>
                  <a:pt x="3048" y="131064"/>
                </a:lnTo>
                <a:lnTo>
                  <a:pt x="10668" y="112776"/>
                </a:lnTo>
                <a:lnTo>
                  <a:pt x="15240" y="105156"/>
                </a:lnTo>
                <a:lnTo>
                  <a:pt x="62484" y="105156"/>
                </a:lnTo>
                <a:lnTo>
                  <a:pt x="214883" y="109728"/>
                </a:lnTo>
                <a:lnTo>
                  <a:pt x="263652" y="108204"/>
                </a:lnTo>
                <a:lnTo>
                  <a:pt x="312419" y="105156"/>
                </a:lnTo>
                <a:lnTo>
                  <a:pt x="359663" y="96012"/>
                </a:lnTo>
                <a:lnTo>
                  <a:pt x="303276" y="53340"/>
                </a:lnTo>
                <a:lnTo>
                  <a:pt x="307848" y="33528"/>
                </a:lnTo>
                <a:lnTo>
                  <a:pt x="312419" y="18288"/>
                </a:lnTo>
                <a:lnTo>
                  <a:pt x="320039" y="7620"/>
                </a:lnTo>
                <a:lnTo>
                  <a:pt x="329184" y="1524"/>
                </a:lnTo>
                <a:lnTo>
                  <a:pt x="341376" y="0"/>
                </a:lnTo>
                <a:lnTo>
                  <a:pt x="353567" y="1524"/>
                </a:lnTo>
                <a:lnTo>
                  <a:pt x="367284" y="6096"/>
                </a:lnTo>
                <a:lnTo>
                  <a:pt x="382523" y="13716"/>
                </a:lnTo>
                <a:lnTo>
                  <a:pt x="414528" y="32004"/>
                </a:lnTo>
                <a:lnTo>
                  <a:pt x="431291" y="42672"/>
                </a:lnTo>
                <a:lnTo>
                  <a:pt x="448056" y="51816"/>
                </a:lnTo>
                <a:lnTo>
                  <a:pt x="481584" y="70104"/>
                </a:lnTo>
                <a:lnTo>
                  <a:pt x="528828" y="82296"/>
                </a:lnTo>
                <a:lnTo>
                  <a:pt x="537972" y="100584"/>
                </a:lnTo>
                <a:lnTo>
                  <a:pt x="541019" y="117348"/>
                </a:lnTo>
                <a:lnTo>
                  <a:pt x="541019" y="131064"/>
                </a:lnTo>
                <a:lnTo>
                  <a:pt x="536448" y="143256"/>
                </a:lnTo>
                <a:lnTo>
                  <a:pt x="530352" y="155448"/>
                </a:lnTo>
                <a:lnTo>
                  <a:pt x="512063" y="176784"/>
                </a:lnTo>
                <a:lnTo>
                  <a:pt x="499872" y="185928"/>
                </a:lnTo>
                <a:lnTo>
                  <a:pt x="489204" y="196596"/>
                </a:lnTo>
                <a:lnTo>
                  <a:pt x="477012" y="207264"/>
                </a:lnTo>
                <a:lnTo>
                  <a:pt x="466343" y="217932"/>
                </a:lnTo>
                <a:lnTo>
                  <a:pt x="455676" y="234696"/>
                </a:lnTo>
                <a:lnTo>
                  <a:pt x="438912" y="265176"/>
                </a:lnTo>
                <a:lnTo>
                  <a:pt x="429767" y="280416"/>
                </a:lnTo>
                <a:lnTo>
                  <a:pt x="420623" y="286512"/>
                </a:lnTo>
                <a:lnTo>
                  <a:pt x="408432" y="292608"/>
                </a:lnTo>
                <a:close/>
              </a:path>
            </a:pathLst>
          </a:custGeom>
          <a:solidFill>
            <a:srgbClr val="2F5497"/>
          </a:solidFill>
        </p:spPr>
        <p:txBody>
          <a:bodyPr wrap="square" lIns="0" tIns="0" rIns="0" bIns="0" rtlCol="0"/>
          <a:lstStyle/>
          <a:p>
            <a:pPr defTabSz="1183325"/>
            <a:endParaRPr sz="2329"/>
          </a:p>
        </p:txBody>
      </p:sp>
      <p:sp>
        <p:nvSpPr>
          <p:cNvPr id="35" name="object 6"/>
          <p:cNvSpPr txBox="1"/>
          <p:nvPr/>
        </p:nvSpPr>
        <p:spPr>
          <a:xfrm>
            <a:off x="2504112" y="4699179"/>
            <a:ext cx="521821" cy="245569"/>
          </a:xfrm>
          <a:prstGeom prst="rect">
            <a:avLst/>
          </a:prstGeom>
        </p:spPr>
        <p:txBody>
          <a:bodyPr vert="horz" wrap="square" lIns="0" tIns="16435" rIns="0" bIns="0" rtlCol="0">
            <a:spAutoFit/>
          </a:bodyPr>
          <a:lstStyle/>
          <a:p>
            <a:pPr marL="16435" defTabSz="1183325">
              <a:spcBef>
                <a:spcPts val="129"/>
              </a:spcBef>
            </a:pPr>
            <a:r>
              <a:rPr sz="1488" spc="-13" dirty="0">
                <a:solidFill>
                  <a:srgbClr val="FF0000"/>
                </a:solidFill>
                <a:latin typeface="Comic Sans MS"/>
                <a:cs typeface="Comic Sans MS"/>
              </a:rPr>
              <a:t>Input</a:t>
            </a:r>
            <a:endParaRPr sz="1488">
              <a:latin typeface="Comic Sans MS"/>
              <a:cs typeface="Comic Sans MS"/>
            </a:endParaRPr>
          </a:p>
        </p:txBody>
      </p:sp>
      <p:sp>
        <p:nvSpPr>
          <p:cNvPr id="36" name="object 7"/>
          <p:cNvSpPr/>
          <p:nvPr/>
        </p:nvSpPr>
        <p:spPr>
          <a:xfrm>
            <a:off x="5459148" y="5052867"/>
            <a:ext cx="702609" cy="378834"/>
          </a:xfrm>
          <a:custGeom>
            <a:avLst/>
            <a:gdLst/>
            <a:ahLst/>
            <a:cxnLst/>
            <a:rect l="l" t="t" r="r" b="b"/>
            <a:pathLst>
              <a:path w="542925" h="292735">
                <a:moveTo>
                  <a:pt x="409956" y="292608"/>
                </a:moveTo>
                <a:lnTo>
                  <a:pt x="403860" y="292608"/>
                </a:lnTo>
                <a:lnTo>
                  <a:pt x="402336" y="289560"/>
                </a:lnTo>
                <a:lnTo>
                  <a:pt x="402336" y="286512"/>
                </a:lnTo>
                <a:lnTo>
                  <a:pt x="403860" y="269748"/>
                </a:lnTo>
                <a:lnTo>
                  <a:pt x="403860" y="266700"/>
                </a:lnTo>
                <a:lnTo>
                  <a:pt x="399287" y="263652"/>
                </a:lnTo>
                <a:lnTo>
                  <a:pt x="390143" y="263652"/>
                </a:lnTo>
                <a:lnTo>
                  <a:pt x="387095" y="268224"/>
                </a:lnTo>
                <a:lnTo>
                  <a:pt x="385572" y="277368"/>
                </a:lnTo>
                <a:lnTo>
                  <a:pt x="384048" y="281940"/>
                </a:lnTo>
                <a:lnTo>
                  <a:pt x="381000" y="283464"/>
                </a:lnTo>
                <a:lnTo>
                  <a:pt x="374904" y="283464"/>
                </a:lnTo>
                <a:lnTo>
                  <a:pt x="368808" y="268224"/>
                </a:lnTo>
                <a:lnTo>
                  <a:pt x="362712" y="248412"/>
                </a:lnTo>
                <a:lnTo>
                  <a:pt x="362712" y="224028"/>
                </a:lnTo>
                <a:lnTo>
                  <a:pt x="371856" y="213360"/>
                </a:lnTo>
                <a:lnTo>
                  <a:pt x="382523" y="207264"/>
                </a:lnTo>
                <a:lnTo>
                  <a:pt x="394715" y="196596"/>
                </a:lnTo>
                <a:lnTo>
                  <a:pt x="403860" y="187452"/>
                </a:lnTo>
                <a:lnTo>
                  <a:pt x="411480" y="175260"/>
                </a:lnTo>
                <a:lnTo>
                  <a:pt x="358139" y="173736"/>
                </a:lnTo>
                <a:lnTo>
                  <a:pt x="303276" y="175260"/>
                </a:lnTo>
                <a:lnTo>
                  <a:pt x="146304" y="184404"/>
                </a:lnTo>
                <a:lnTo>
                  <a:pt x="96012" y="182880"/>
                </a:lnTo>
                <a:lnTo>
                  <a:pt x="48768" y="179832"/>
                </a:lnTo>
                <a:lnTo>
                  <a:pt x="3048" y="169164"/>
                </a:lnTo>
                <a:lnTo>
                  <a:pt x="0" y="153924"/>
                </a:lnTo>
                <a:lnTo>
                  <a:pt x="1524" y="141732"/>
                </a:lnTo>
                <a:lnTo>
                  <a:pt x="3048" y="131064"/>
                </a:lnTo>
                <a:lnTo>
                  <a:pt x="12192" y="112776"/>
                </a:lnTo>
                <a:lnTo>
                  <a:pt x="16764" y="105156"/>
                </a:lnTo>
                <a:lnTo>
                  <a:pt x="64008" y="105156"/>
                </a:lnTo>
                <a:lnTo>
                  <a:pt x="112775" y="108204"/>
                </a:lnTo>
                <a:lnTo>
                  <a:pt x="214883" y="111252"/>
                </a:lnTo>
                <a:lnTo>
                  <a:pt x="265176" y="109728"/>
                </a:lnTo>
                <a:lnTo>
                  <a:pt x="313943" y="105156"/>
                </a:lnTo>
                <a:lnTo>
                  <a:pt x="359663" y="97536"/>
                </a:lnTo>
                <a:lnTo>
                  <a:pt x="304800" y="54864"/>
                </a:lnTo>
                <a:lnTo>
                  <a:pt x="307848" y="33528"/>
                </a:lnTo>
                <a:lnTo>
                  <a:pt x="312419" y="19812"/>
                </a:lnTo>
                <a:lnTo>
                  <a:pt x="321563" y="9144"/>
                </a:lnTo>
                <a:lnTo>
                  <a:pt x="330708" y="3048"/>
                </a:lnTo>
                <a:lnTo>
                  <a:pt x="341376" y="0"/>
                </a:lnTo>
                <a:lnTo>
                  <a:pt x="355091" y="1524"/>
                </a:lnTo>
                <a:lnTo>
                  <a:pt x="368808" y="7620"/>
                </a:lnTo>
                <a:lnTo>
                  <a:pt x="384048" y="13716"/>
                </a:lnTo>
                <a:lnTo>
                  <a:pt x="414528" y="32004"/>
                </a:lnTo>
                <a:lnTo>
                  <a:pt x="431291" y="42672"/>
                </a:lnTo>
                <a:lnTo>
                  <a:pt x="448056" y="51816"/>
                </a:lnTo>
                <a:lnTo>
                  <a:pt x="466343" y="62484"/>
                </a:lnTo>
                <a:lnTo>
                  <a:pt x="483108" y="70104"/>
                </a:lnTo>
                <a:lnTo>
                  <a:pt x="498348" y="77724"/>
                </a:lnTo>
                <a:lnTo>
                  <a:pt x="515112" y="80772"/>
                </a:lnTo>
                <a:lnTo>
                  <a:pt x="530352" y="83820"/>
                </a:lnTo>
                <a:lnTo>
                  <a:pt x="539495" y="102108"/>
                </a:lnTo>
                <a:lnTo>
                  <a:pt x="542543" y="117348"/>
                </a:lnTo>
                <a:lnTo>
                  <a:pt x="542543" y="131064"/>
                </a:lnTo>
                <a:lnTo>
                  <a:pt x="522732" y="166116"/>
                </a:lnTo>
                <a:lnTo>
                  <a:pt x="477012" y="207264"/>
                </a:lnTo>
                <a:lnTo>
                  <a:pt x="467867" y="217932"/>
                </a:lnTo>
                <a:lnTo>
                  <a:pt x="455676" y="234696"/>
                </a:lnTo>
                <a:lnTo>
                  <a:pt x="448056" y="251460"/>
                </a:lnTo>
                <a:lnTo>
                  <a:pt x="438912" y="266700"/>
                </a:lnTo>
                <a:lnTo>
                  <a:pt x="429767" y="280416"/>
                </a:lnTo>
                <a:lnTo>
                  <a:pt x="422148" y="286512"/>
                </a:lnTo>
                <a:lnTo>
                  <a:pt x="409956" y="292608"/>
                </a:lnTo>
                <a:close/>
              </a:path>
            </a:pathLst>
          </a:custGeom>
          <a:solidFill>
            <a:srgbClr val="2F5497"/>
          </a:solidFill>
        </p:spPr>
        <p:txBody>
          <a:bodyPr wrap="square" lIns="0" tIns="0" rIns="0" bIns="0" rtlCol="0"/>
          <a:lstStyle/>
          <a:p>
            <a:pPr defTabSz="1183325"/>
            <a:endParaRPr sz="2329"/>
          </a:p>
        </p:txBody>
      </p:sp>
      <p:grpSp>
        <p:nvGrpSpPr>
          <p:cNvPr id="37" name="object 8"/>
          <p:cNvGrpSpPr/>
          <p:nvPr/>
        </p:nvGrpSpPr>
        <p:grpSpPr>
          <a:xfrm>
            <a:off x="6628683" y="3972080"/>
            <a:ext cx="2159598" cy="2242595"/>
            <a:chOff x="4969764" y="3069335"/>
            <a:chExt cx="1668780" cy="1732914"/>
          </a:xfrm>
        </p:grpSpPr>
        <p:sp>
          <p:nvSpPr>
            <p:cNvPr id="38" name="object 9"/>
            <p:cNvSpPr/>
            <p:nvPr/>
          </p:nvSpPr>
          <p:spPr>
            <a:xfrm>
              <a:off x="6050280" y="3069335"/>
              <a:ext cx="588645" cy="1073150"/>
            </a:xfrm>
            <a:custGeom>
              <a:avLst/>
              <a:gdLst/>
              <a:ahLst/>
              <a:cxnLst/>
              <a:rect l="l" t="t" r="r" b="b"/>
              <a:pathLst>
                <a:path w="588645" h="1073150">
                  <a:moveTo>
                    <a:pt x="48768" y="1072896"/>
                  </a:moveTo>
                  <a:lnTo>
                    <a:pt x="33528" y="1071372"/>
                  </a:lnTo>
                  <a:lnTo>
                    <a:pt x="18288" y="1066800"/>
                  </a:lnTo>
                  <a:lnTo>
                    <a:pt x="4572" y="1060704"/>
                  </a:lnTo>
                  <a:lnTo>
                    <a:pt x="0" y="1042416"/>
                  </a:lnTo>
                  <a:lnTo>
                    <a:pt x="42672" y="1022604"/>
                  </a:lnTo>
                  <a:lnTo>
                    <a:pt x="82296" y="1001268"/>
                  </a:lnTo>
                  <a:lnTo>
                    <a:pt x="120396" y="978408"/>
                  </a:lnTo>
                  <a:lnTo>
                    <a:pt x="155448" y="954024"/>
                  </a:lnTo>
                  <a:lnTo>
                    <a:pt x="219456" y="899160"/>
                  </a:lnTo>
                  <a:lnTo>
                    <a:pt x="246888" y="868680"/>
                  </a:lnTo>
                  <a:lnTo>
                    <a:pt x="272795" y="836676"/>
                  </a:lnTo>
                  <a:lnTo>
                    <a:pt x="297180" y="803148"/>
                  </a:lnTo>
                  <a:lnTo>
                    <a:pt x="318515" y="768096"/>
                  </a:lnTo>
                  <a:lnTo>
                    <a:pt x="338328" y="731520"/>
                  </a:lnTo>
                  <a:lnTo>
                    <a:pt x="355091" y="693420"/>
                  </a:lnTo>
                  <a:lnTo>
                    <a:pt x="368808" y="653796"/>
                  </a:lnTo>
                  <a:lnTo>
                    <a:pt x="382523" y="612648"/>
                  </a:lnTo>
                  <a:lnTo>
                    <a:pt x="391667" y="571500"/>
                  </a:lnTo>
                  <a:lnTo>
                    <a:pt x="399287" y="527303"/>
                  </a:lnTo>
                  <a:lnTo>
                    <a:pt x="405384" y="483108"/>
                  </a:lnTo>
                  <a:lnTo>
                    <a:pt x="409956" y="437388"/>
                  </a:lnTo>
                  <a:lnTo>
                    <a:pt x="411480" y="390143"/>
                  </a:lnTo>
                  <a:lnTo>
                    <a:pt x="411480" y="342899"/>
                  </a:lnTo>
                  <a:lnTo>
                    <a:pt x="408432" y="294132"/>
                  </a:lnTo>
                  <a:lnTo>
                    <a:pt x="396239" y="193547"/>
                  </a:lnTo>
                  <a:lnTo>
                    <a:pt x="387095" y="141732"/>
                  </a:lnTo>
                  <a:lnTo>
                    <a:pt x="377952" y="147828"/>
                  </a:lnTo>
                  <a:lnTo>
                    <a:pt x="370332" y="155447"/>
                  </a:lnTo>
                  <a:lnTo>
                    <a:pt x="358139" y="170688"/>
                  </a:lnTo>
                  <a:lnTo>
                    <a:pt x="335280" y="216408"/>
                  </a:lnTo>
                  <a:lnTo>
                    <a:pt x="330708" y="224028"/>
                  </a:lnTo>
                  <a:lnTo>
                    <a:pt x="324612" y="233172"/>
                  </a:lnTo>
                  <a:lnTo>
                    <a:pt x="316991" y="239268"/>
                  </a:lnTo>
                  <a:lnTo>
                    <a:pt x="307848" y="246888"/>
                  </a:lnTo>
                  <a:lnTo>
                    <a:pt x="298704" y="251460"/>
                  </a:lnTo>
                  <a:lnTo>
                    <a:pt x="286512" y="256032"/>
                  </a:lnTo>
                  <a:lnTo>
                    <a:pt x="271272" y="260603"/>
                  </a:lnTo>
                  <a:lnTo>
                    <a:pt x="266700" y="249936"/>
                  </a:lnTo>
                  <a:lnTo>
                    <a:pt x="265176" y="239268"/>
                  </a:lnTo>
                  <a:lnTo>
                    <a:pt x="263652" y="225551"/>
                  </a:lnTo>
                  <a:lnTo>
                    <a:pt x="265176" y="211836"/>
                  </a:lnTo>
                  <a:lnTo>
                    <a:pt x="268224" y="195072"/>
                  </a:lnTo>
                  <a:lnTo>
                    <a:pt x="272795" y="179832"/>
                  </a:lnTo>
                  <a:lnTo>
                    <a:pt x="278892" y="163068"/>
                  </a:lnTo>
                  <a:lnTo>
                    <a:pt x="284988" y="144780"/>
                  </a:lnTo>
                  <a:lnTo>
                    <a:pt x="303276" y="111251"/>
                  </a:lnTo>
                  <a:lnTo>
                    <a:pt x="312419" y="92964"/>
                  </a:lnTo>
                  <a:lnTo>
                    <a:pt x="333756" y="62484"/>
                  </a:lnTo>
                  <a:lnTo>
                    <a:pt x="365760" y="24384"/>
                  </a:lnTo>
                  <a:lnTo>
                    <a:pt x="397763" y="3047"/>
                  </a:lnTo>
                  <a:lnTo>
                    <a:pt x="406908" y="0"/>
                  </a:lnTo>
                  <a:lnTo>
                    <a:pt x="422148" y="0"/>
                  </a:lnTo>
                  <a:lnTo>
                    <a:pt x="461772" y="15240"/>
                  </a:lnTo>
                  <a:lnTo>
                    <a:pt x="496823" y="51816"/>
                  </a:lnTo>
                  <a:lnTo>
                    <a:pt x="507491" y="68580"/>
                  </a:lnTo>
                  <a:lnTo>
                    <a:pt x="518160" y="83820"/>
                  </a:lnTo>
                  <a:lnTo>
                    <a:pt x="528828" y="102108"/>
                  </a:lnTo>
                  <a:lnTo>
                    <a:pt x="537972" y="120395"/>
                  </a:lnTo>
                  <a:lnTo>
                    <a:pt x="547115" y="140208"/>
                  </a:lnTo>
                  <a:lnTo>
                    <a:pt x="556260" y="158495"/>
                  </a:lnTo>
                  <a:lnTo>
                    <a:pt x="565404" y="178308"/>
                  </a:lnTo>
                  <a:lnTo>
                    <a:pt x="573024" y="196595"/>
                  </a:lnTo>
                  <a:lnTo>
                    <a:pt x="580643" y="216408"/>
                  </a:lnTo>
                  <a:lnTo>
                    <a:pt x="588263" y="233172"/>
                  </a:lnTo>
                  <a:lnTo>
                    <a:pt x="576072" y="236220"/>
                  </a:lnTo>
                  <a:lnTo>
                    <a:pt x="554736" y="236220"/>
                  </a:lnTo>
                  <a:lnTo>
                    <a:pt x="516636" y="207264"/>
                  </a:lnTo>
                  <a:lnTo>
                    <a:pt x="498348" y="182880"/>
                  </a:lnTo>
                  <a:lnTo>
                    <a:pt x="492252" y="175260"/>
                  </a:lnTo>
                  <a:lnTo>
                    <a:pt x="486156" y="169164"/>
                  </a:lnTo>
                  <a:lnTo>
                    <a:pt x="478536" y="163068"/>
                  </a:lnTo>
                  <a:lnTo>
                    <a:pt x="469391" y="158495"/>
                  </a:lnTo>
                  <a:lnTo>
                    <a:pt x="472439" y="204216"/>
                  </a:lnTo>
                  <a:lnTo>
                    <a:pt x="473963" y="249936"/>
                  </a:lnTo>
                  <a:lnTo>
                    <a:pt x="473963" y="341376"/>
                  </a:lnTo>
                  <a:lnTo>
                    <a:pt x="467867" y="432816"/>
                  </a:lnTo>
                  <a:lnTo>
                    <a:pt x="463295" y="475488"/>
                  </a:lnTo>
                  <a:lnTo>
                    <a:pt x="457200" y="519684"/>
                  </a:lnTo>
                  <a:lnTo>
                    <a:pt x="449580" y="562355"/>
                  </a:lnTo>
                  <a:lnTo>
                    <a:pt x="440436" y="605028"/>
                  </a:lnTo>
                  <a:lnTo>
                    <a:pt x="429767" y="644652"/>
                  </a:lnTo>
                  <a:lnTo>
                    <a:pt x="416052" y="685800"/>
                  </a:lnTo>
                  <a:lnTo>
                    <a:pt x="400812" y="725424"/>
                  </a:lnTo>
                  <a:lnTo>
                    <a:pt x="384048" y="762000"/>
                  </a:lnTo>
                  <a:lnTo>
                    <a:pt x="365760" y="798576"/>
                  </a:lnTo>
                  <a:lnTo>
                    <a:pt x="345948" y="835152"/>
                  </a:lnTo>
                  <a:lnTo>
                    <a:pt x="323087" y="868680"/>
                  </a:lnTo>
                  <a:lnTo>
                    <a:pt x="298704" y="900684"/>
                  </a:lnTo>
                  <a:lnTo>
                    <a:pt x="272795" y="931164"/>
                  </a:lnTo>
                  <a:lnTo>
                    <a:pt x="242316" y="961644"/>
                  </a:lnTo>
                  <a:lnTo>
                    <a:pt x="213359" y="989076"/>
                  </a:lnTo>
                  <a:lnTo>
                    <a:pt x="178307" y="1013460"/>
                  </a:lnTo>
                  <a:lnTo>
                    <a:pt x="169164" y="1021080"/>
                  </a:lnTo>
                  <a:lnTo>
                    <a:pt x="134112" y="1043940"/>
                  </a:lnTo>
                  <a:lnTo>
                    <a:pt x="92964" y="1063752"/>
                  </a:lnTo>
                  <a:lnTo>
                    <a:pt x="64008" y="1071372"/>
                  </a:lnTo>
                  <a:lnTo>
                    <a:pt x="48768" y="1072896"/>
                  </a:lnTo>
                  <a:close/>
                </a:path>
              </a:pathLst>
            </a:custGeom>
            <a:solidFill>
              <a:srgbClr val="2F5497"/>
            </a:solidFill>
          </p:spPr>
          <p:txBody>
            <a:bodyPr wrap="square" lIns="0" tIns="0" rIns="0" bIns="0" rtlCol="0"/>
            <a:lstStyle/>
            <a:p>
              <a:pPr defTabSz="1183325"/>
              <a:endParaRPr sz="2329"/>
            </a:p>
          </p:txBody>
        </p:sp>
        <p:sp>
          <p:nvSpPr>
            <p:cNvPr id="39" name="object 10"/>
            <p:cNvSpPr/>
            <p:nvPr/>
          </p:nvSpPr>
          <p:spPr>
            <a:xfrm>
              <a:off x="4969764" y="3212591"/>
              <a:ext cx="1066800" cy="1590040"/>
            </a:xfrm>
            <a:custGeom>
              <a:avLst/>
              <a:gdLst/>
              <a:ahLst/>
              <a:cxnLst/>
              <a:rect l="l" t="t" r="r" b="b"/>
              <a:pathLst>
                <a:path w="1066800" h="1590039">
                  <a:moveTo>
                    <a:pt x="838200" y="1589532"/>
                  </a:moveTo>
                  <a:lnTo>
                    <a:pt x="228600" y="1589532"/>
                  </a:lnTo>
                  <a:lnTo>
                    <a:pt x="182460" y="1584626"/>
                  </a:lnTo>
                  <a:lnTo>
                    <a:pt x="139517" y="1570577"/>
                  </a:lnTo>
                  <a:lnTo>
                    <a:pt x="100682" y="1548384"/>
                  </a:lnTo>
                  <a:lnTo>
                    <a:pt x="66865" y="1519047"/>
                  </a:lnTo>
                  <a:lnTo>
                    <a:pt x="38978" y="1483566"/>
                  </a:lnTo>
                  <a:lnTo>
                    <a:pt x="17930" y="1442942"/>
                  </a:lnTo>
                  <a:lnTo>
                    <a:pt x="4634" y="1398174"/>
                  </a:lnTo>
                  <a:lnTo>
                    <a:pt x="0" y="1350264"/>
                  </a:lnTo>
                  <a:lnTo>
                    <a:pt x="0" y="239268"/>
                  </a:lnTo>
                  <a:lnTo>
                    <a:pt x="4634" y="190919"/>
                  </a:lnTo>
                  <a:lnTo>
                    <a:pt x="17930" y="145946"/>
                  </a:lnTo>
                  <a:lnTo>
                    <a:pt x="38978" y="105295"/>
                  </a:lnTo>
                  <a:lnTo>
                    <a:pt x="66865" y="69913"/>
                  </a:lnTo>
                  <a:lnTo>
                    <a:pt x="100682" y="40746"/>
                  </a:lnTo>
                  <a:lnTo>
                    <a:pt x="139517" y="18740"/>
                  </a:lnTo>
                  <a:lnTo>
                    <a:pt x="182460" y="4842"/>
                  </a:lnTo>
                  <a:lnTo>
                    <a:pt x="228600" y="0"/>
                  </a:lnTo>
                  <a:lnTo>
                    <a:pt x="838200" y="0"/>
                  </a:lnTo>
                  <a:lnTo>
                    <a:pt x="884339" y="4842"/>
                  </a:lnTo>
                  <a:lnTo>
                    <a:pt x="927282" y="18740"/>
                  </a:lnTo>
                  <a:lnTo>
                    <a:pt x="966117" y="40746"/>
                  </a:lnTo>
                  <a:lnTo>
                    <a:pt x="999934" y="69913"/>
                  </a:lnTo>
                  <a:lnTo>
                    <a:pt x="1027821" y="105295"/>
                  </a:lnTo>
                  <a:lnTo>
                    <a:pt x="1048869" y="145946"/>
                  </a:lnTo>
                  <a:lnTo>
                    <a:pt x="1062165" y="190919"/>
                  </a:lnTo>
                  <a:lnTo>
                    <a:pt x="1066800" y="239268"/>
                  </a:lnTo>
                  <a:lnTo>
                    <a:pt x="1066800" y="1350264"/>
                  </a:lnTo>
                  <a:lnTo>
                    <a:pt x="1062165" y="1398174"/>
                  </a:lnTo>
                  <a:lnTo>
                    <a:pt x="1048869" y="1442942"/>
                  </a:lnTo>
                  <a:lnTo>
                    <a:pt x="1027821" y="1483566"/>
                  </a:lnTo>
                  <a:lnTo>
                    <a:pt x="999934" y="1519047"/>
                  </a:lnTo>
                  <a:lnTo>
                    <a:pt x="966117" y="1548384"/>
                  </a:lnTo>
                  <a:lnTo>
                    <a:pt x="927282" y="1570577"/>
                  </a:lnTo>
                  <a:lnTo>
                    <a:pt x="884339" y="1584626"/>
                  </a:lnTo>
                  <a:lnTo>
                    <a:pt x="838200" y="1589532"/>
                  </a:lnTo>
                  <a:close/>
                </a:path>
              </a:pathLst>
            </a:custGeom>
            <a:solidFill>
              <a:srgbClr val="A5A5A5"/>
            </a:solidFill>
          </p:spPr>
          <p:txBody>
            <a:bodyPr wrap="square" lIns="0" tIns="0" rIns="0" bIns="0" rtlCol="0"/>
            <a:lstStyle/>
            <a:p>
              <a:pPr defTabSz="1183325"/>
              <a:endParaRPr sz="2329"/>
            </a:p>
          </p:txBody>
        </p:sp>
      </p:grpSp>
      <p:sp>
        <p:nvSpPr>
          <p:cNvPr id="40" name="object 11"/>
          <p:cNvSpPr txBox="1"/>
          <p:nvPr/>
        </p:nvSpPr>
        <p:spPr>
          <a:xfrm>
            <a:off x="5493990" y="4693261"/>
            <a:ext cx="659877" cy="245569"/>
          </a:xfrm>
          <a:prstGeom prst="rect">
            <a:avLst/>
          </a:prstGeom>
        </p:spPr>
        <p:txBody>
          <a:bodyPr vert="horz" wrap="square" lIns="0" tIns="16435" rIns="0" bIns="0" rtlCol="0">
            <a:spAutoFit/>
          </a:bodyPr>
          <a:lstStyle/>
          <a:p>
            <a:pPr marL="16435" defTabSz="1183325">
              <a:spcBef>
                <a:spcPts val="129"/>
              </a:spcBef>
            </a:pPr>
            <a:r>
              <a:rPr sz="1488" spc="-13" dirty="0">
                <a:solidFill>
                  <a:srgbClr val="FF0000"/>
                </a:solidFill>
                <a:latin typeface="Comic Sans MS"/>
                <a:cs typeface="Comic Sans MS"/>
              </a:rPr>
              <a:t>Output</a:t>
            </a:r>
            <a:endParaRPr sz="1488">
              <a:latin typeface="Comic Sans MS"/>
              <a:cs typeface="Comic Sans MS"/>
            </a:endParaRPr>
          </a:p>
        </p:txBody>
      </p:sp>
      <p:sp>
        <p:nvSpPr>
          <p:cNvPr id="41" name="object 12"/>
          <p:cNvSpPr/>
          <p:nvPr/>
        </p:nvSpPr>
        <p:spPr>
          <a:xfrm>
            <a:off x="317530" y="6721378"/>
            <a:ext cx="2142341" cy="1134035"/>
          </a:xfrm>
          <a:custGeom>
            <a:avLst/>
            <a:gdLst/>
            <a:ahLst/>
            <a:cxnLst/>
            <a:rect l="l" t="t" r="r" b="b"/>
            <a:pathLst>
              <a:path w="1655445" h="876300">
                <a:moveTo>
                  <a:pt x="9144" y="871727"/>
                </a:moveTo>
                <a:lnTo>
                  <a:pt x="0" y="871727"/>
                </a:lnTo>
                <a:lnTo>
                  <a:pt x="0" y="839723"/>
                </a:lnTo>
                <a:lnTo>
                  <a:pt x="10668" y="839723"/>
                </a:lnTo>
                <a:lnTo>
                  <a:pt x="10668" y="865631"/>
                </a:lnTo>
                <a:lnTo>
                  <a:pt x="9144" y="865631"/>
                </a:lnTo>
                <a:lnTo>
                  <a:pt x="9144" y="871727"/>
                </a:lnTo>
                <a:close/>
              </a:path>
              <a:path w="1655445" h="876300">
                <a:moveTo>
                  <a:pt x="41148" y="876300"/>
                </a:moveTo>
                <a:lnTo>
                  <a:pt x="9144" y="876300"/>
                </a:lnTo>
                <a:lnTo>
                  <a:pt x="9144" y="865631"/>
                </a:lnTo>
                <a:lnTo>
                  <a:pt x="10668" y="865631"/>
                </a:lnTo>
                <a:lnTo>
                  <a:pt x="10668" y="871727"/>
                </a:lnTo>
                <a:lnTo>
                  <a:pt x="41148" y="871727"/>
                </a:lnTo>
                <a:lnTo>
                  <a:pt x="41148" y="876300"/>
                </a:lnTo>
                <a:close/>
              </a:path>
              <a:path w="1655445" h="876300">
                <a:moveTo>
                  <a:pt x="41148" y="871727"/>
                </a:moveTo>
                <a:lnTo>
                  <a:pt x="10668" y="871727"/>
                </a:lnTo>
                <a:lnTo>
                  <a:pt x="10668" y="865631"/>
                </a:lnTo>
                <a:lnTo>
                  <a:pt x="41148" y="865631"/>
                </a:lnTo>
                <a:lnTo>
                  <a:pt x="41148" y="871727"/>
                </a:lnTo>
                <a:close/>
              </a:path>
              <a:path w="1655445" h="876300">
                <a:moveTo>
                  <a:pt x="10668" y="829055"/>
                </a:moveTo>
                <a:lnTo>
                  <a:pt x="0" y="829055"/>
                </a:lnTo>
                <a:lnTo>
                  <a:pt x="0" y="797051"/>
                </a:lnTo>
                <a:lnTo>
                  <a:pt x="10668" y="797051"/>
                </a:lnTo>
                <a:lnTo>
                  <a:pt x="10668" y="829055"/>
                </a:lnTo>
                <a:close/>
              </a:path>
              <a:path w="1655445" h="876300">
                <a:moveTo>
                  <a:pt x="10668" y="787907"/>
                </a:moveTo>
                <a:lnTo>
                  <a:pt x="0" y="787907"/>
                </a:lnTo>
                <a:lnTo>
                  <a:pt x="0" y="755903"/>
                </a:lnTo>
                <a:lnTo>
                  <a:pt x="10668" y="755903"/>
                </a:lnTo>
                <a:lnTo>
                  <a:pt x="10668" y="787907"/>
                </a:lnTo>
                <a:close/>
              </a:path>
              <a:path w="1655445" h="876300">
                <a:moveTo>
                  <a:pt x="10668" y="745235"/>
                </a:moveTo>
                <a:lnTo>
                  <a:pt x="0" y="745235"/>
                </a:lnTo>
                <a:lnTo>
                  <a:pt x="0" y="713231"/>
                </a:lnTo>
                <a:lnTo>
                  <a:pt x="10668" y="713231"/>
                </a:lnTo>
                <a:lnTo>
                  <a:pt x="10668" y="745235"/>
                </a:lnTo>
                <a:close/>
              </a:path>
              <a:path w="1655445" h="876300">
                <a:moveTo>
                  <a:pt x="10668" y="704087"/>
                </a:moveTo>
                <a:lnTo>
                  <a:pt x="0" y="704087"/>
                </a:lnTo>
                <a:lnTo>
                  <a:pt x="0" y="672084"/>
                </a:lnTo>
                <a:lnTo>
                  <a:pt x="10668" y="672084"/>
                </a:lnTo>
                <a:lnTo>
                  <a:pt x="10668" y="704087"/>
                </a:lnTo>
                <a:close/>
              </a:path>
              <a:path w="1655445" h="876300">
                <a:moveTo>
                  <a:pt x="10668" y="661415"/>
                </a:moveTo>
                <a:lnTo>
                  <a:pt x="0" y="661415"/>
                </a:lnTo>
                <a:lnTo>
                  <a:pt x="0" y="629411"/>
                </a:lnTo>
                <a:lnTo>
                  <a:pt x="10668" y="629411"/>
                </a:lnTo>
                <a:lnTo>
                  <a:pt x="10668" y="661415"/>
                </a:lnTo>
                <a:close/>
              </a:path>
              <a:path w="1655445" h="876300">
                <a:moveTo>
                  <a:pt x="10668" y="620267"/>
                </a:moveTo>
                <a:lnTo>
                  <a:pt x="0" y="620267"/>
                </a:lnTo>
                <a:lnTo>
                  <a:pt x="0" y="588263"/>
                </a:lnTo>
                <a:lnTo>
                  <a:pt x="10668" y="588263"/>
                </a:lnTo>
                <a:lnTo>
                  <a:pt x="10668" y="620267"/>
                </a:lnTo>
                <a:close/>
              </a:path>
              <a:path w="1655445" h="876300">
                <a:moveTo>
                  <a:pt x="10668" y="577595"/>
                </a:moveTo>
                <a:lnTo>
                  <a:pt x="0" y="577595"/>
                </a:lnTo>
                <a:lnTo>
                  <a:pt x="0" y="545591"/>
                </a:lnTo>
                <a:lnTo>
                  <a:pt x="10668" y="545591"/>
                </a:lnTo>
                <a:lnTo>
                  <a:pt x="10668" y="577595"/>
                </a:lnTo>
                <a:close/>
              </a:path>
              <a:path w="1655445" h="876300">
                <a:moveTo>
                  <a:pt x="10668" y="536447"/>
                </a:moveTo>
                <a:lnTo>
                  <a:pt x="0" y="536447"/>
                </a:lnTo>
                <a:lnTo>
                  <a:pt x="0" y="504443"/>
                </a:lnTo>
                <a:lnTo>
                  <a:pt x="10668" y="504443"/>
                </a:lnTo>
                <a:lnTo>
                  <a:pt x="10668" y="536447"/>
                </a:lnTo>
                <a:close/>
              </a:path>
              <a:path w="1655445" h="876300">
                <a:moveTo>
                  <a:pt x="10668" y="493775"/>
                </a:moveTo>
                <a:lnTo>
                  <a:pt x="0" y="493775"/>
                </a:lnTo>
                <a:lnTo>
                  <a:pt x="0" y="461771"/>
                </a:lnTo>
                <a:lnTo>
                  <a:pt x="10668" y="461771"/>
                </a:lnTo>
                <a:lnTo>
                  <a:pt x="10668" y="493775"/>
                </a:lnTo>
                <a:close/>
              </a:path>
              <a:path w="1655445" h="876300">
                <a:moveTo>
                  <a:pt x="10668" y="452627"/>
                </a:moveTo>
                <a:lnTo>
                  <a:pt x="0" y="452627"/>
                </a:lnTo>
                <a:lnTo>
                  <a:pt x="0" y="420623"/>
                </a:lnTo>
                <a:lnTo>
                  <a:pt x="10668" y="420623"/>
                </a:lnTo>
                <a:lnTo>
                  <a:pt x="10668" y="452627"/>
                </a:lnTo>
                <a:close/>
              </a:path>
              <a:path w="1655445" h="876300">
                <a:moveTo>
                  <a:pt x="10668" y="409955"/>
                </a:moveTo>
                <a:lnTo>
                  <a:pt x="0" y="409955"/>
                </a:lnTo>
                <a:lnTo>
                  <a:pt x="0" y="377951"/>
                </a:lnTo>
                <a:lnTo>
                  <a:pt x="10668" y="377951"/>
                </a:lnTo>
                <a:lnTo>
                  <a:pt x="10668" y="409955"/>
                </a:lnTo>
                <a:close/>
              </a:path>
              <a:path w="1655445" h="876300">
                <a:moveTo>
                  <a:pt x="10668" y="368807"/>
                </a:moveTo>
                <a:lnTo>
                  <a:pt x="0" y="368807"/>
                </a:lnTo>
                <a:lnTo>
                  <a:pt x="0" y="336803"/>
                </a:lnTo>
                <a:lnTo>
                  <a:pt x="10668" y="336803"/>
                </a:lnTo>
                <a:lnTo>
                  <a:pt x="10668" y="368807"/>
                </a:lnTo>
                <a:close/>
              </a:path>
              <a:path w="1655445" h="876300">
                <a:moveTo>
                  <a:pt x="10668" y="326135"/>
                </a:moveTo>
                <a:lnTo>
                  <a:pt x="0" y="326135"/>
                </a:lnTo>
                <a:lnTo>
                  <a:pt x="0" y="294131"/>
                </a:lnTo>
                <a:lnTo>
                  <a:pt x="10668" y="294131"/>
                </a:lnTo>
                <a:lnTo>
                  <a:pt x="10668" y="326135"/>
                </a:lnTo>
                <a:close/>
              </a:path>
              <a:path w="1655445" h="876300">
                <a:moveTo>
                  <a:pt x="10668" y="284987"/>
                </a:moveTo>
                <a:lnTo>
                  <a:pt x="0" y="284987"/>
                </a:lnTo>
                <a:lnTo>
                  <a:pt x="0" y="252983"/>
                </a:lnTo>
                <a:lnTo>
                  <a:pt x="10668" y="252983"/>
                </a:lnTo>
                <a:lnTo>
                  <a:pt x="10668" y="284987"/>
                </a:lnTo>
                <a:close/>
              </a:path>
              <a:path w="1655445" h="876300">
                <a:moveTo>
                  <a:pt x="10668" y="242315"/>
                </a:moveTo>
                <a:lnTo>
                  <a:pt x="0" y="242315"/>
                </a:lnTo>
                <a:lnTo>
                  <a:pt x="0" y="210311"/>
                </a:lnTo>
                <a:lnTo>
                  <a:pt x="10668" y="210311"/>
                </a:lnTo>
                <a:lnTo>
                  <a:pt x="10668" y="242315"/>
                </a:lnTo>
                <a:close/>
              </a:path>
              <a:path w="1655445" h="876300">
                <a:moveTo>
                  <a:pt x="10668" y="201167"/>
                </a:moveTo>
                <a:lnTo>
                  <a:pt x="0" y="201167"/>
                </a:lnTo>
                <a:lnTo>
                  <a:pt x="0" y="169163"/>
                </a:lnTo>
                <a:lnTo>
                  <a:pt x="10668" y="169163"/>
                </a:lnTo>
                <a:lnTo>
                  <a:pt x="10668" y="201167"/>
                </a:lnTo>
                <a:close/>
              </a:path>
              <a:path w="1655445" h="876300">
                <a:moveTo>
                  <a:pt x="10668" y="158495"/>
                </a:moveTo>
                <a:lnTo>
                  <a:pt x="0" y="158495"/>
                </a:lnTo>
                <a:lnTo>
                  <a:pt x="0" y="126491"/>
                </a:lnTo>
                <a:lnTo>
                  <a:pt x="10668" y="126491"/>
                </a:lnTo>
                <a:lnTo>
                  <a:pt x="10668" y="158495"/>
                </a:lnTo>
                <a:close/>
              </a:path>
              <a:path w="1655445" h="876300">
                <a:moveTo>
                  <a:pt x="10668" y="117347"/>
                </a:moveTo>
                <a:lnTo>
                  <a:pt x="0" y="117347"/>
                </a:lnTo>
                <a:lnTo>
                  <a:pt x="0" y="85343"/>
                </a:lnTo>
                <a:lnTo>
                  <a:pt x="10668" y="85343"/>
                </a:lnTo>
                <a:lnTo>
                  <a:pt x="10668" y="117347"/>
                </a:lnTo>
                <a:close/>
              </a:path>
              <a:path w="1655445" h="876300">
                <a:moveTo>
                  <a:pt x="10668" y="74675"/>
                </a:moveTo>
                <a:lnTo>
                  <a:pt x="0" y="74675"/>
                </a:lnTo>
                <a:lnTo>
                  <a:pt x="0" y="42671"/>
                </a:lnTo>
                <a:lnTo>
                  <a:pt x="10668" y="42671"/>
                </a:lnTo>
                <a:lnTo>
                  <a:pt x="10668" y="74675"/>
                </a:lnTo>
                <a:close/>
              </a:path>
              <a:path w="1655445" h="876300">
                <a:moveTo>
                  <a:pt x="10668" y="33527"/>
                </a:moveTo>
                <a:lnTo>
                  <a:pt x="0" y="33527"/>
                </a:lnTo>
                <a:lnTo>
                  <a:pt x="0" y="0"/>
                </a:lnTo>
                <a:lnTo>
                  <a:pt x="9144" y="0"/>
                </a:lnTo>
                <a:lnTo>
                  <a:pt x="9144" y="6095"/>
                </a:lnTo>
                <a:lnTo>
                  <a:pt x="6096" y="9143"/>
                </a:lnTo>
                <a:lnTo>
                  <a:pt x="10668" y="9143"/>
                </a:lnTo>
                <a:lnTo>
                  <a:pt x="10668" y="33527"/>
                </a:lnTo>
                <a:close/>
              </a:path>
              <a:path w="1655445" h="876300">
                <a:moveTo>
                  <a:pt x="10668" y="9143"/>
                </a:moveTo>
                <a:lnTo>
                  <a:pt x="9144" y="9143"/>
                </a:lnTo>
                <a:lnTo>
                  <a:pt x="9144" y="6095"/>
                </a:lnTo>
                <a:lnTo>
                  <a:pt x="10668" y="4571"/>
                </a:lnTo>
                <a:lnTo>
                  <a:pt x="10668" y="9143"/>
                </a:lnTo>
                <a:close/>
              </a:path>
              <a:path w="1655445" h="876300">
                <a:moveTo>
                  <a:pt x="9144" y="9143"/>
                </a:moveTo>
                <a:lnTo>
                  <a:pt x="6096" y="9143"/>
                </a:lnTo>
                <a:lnTo>
                  <a:pt x="9144" y="6095"/>
                </a:lnTo>
                <a:lnTo>
                  <a:pt x="9144" y="9143"/>
                </a:lnTo>
                <a:close/>
              </a:path>
              <a:path w="1655445" h="876300">
                <a:moveTo>
                  <a:pt x="50292" y="9143"/>
                </a:moveTo>
                <a:lnTo>
                  <a:pt x="19812" y="9143"/>
                </a:lnTo>
                <a:lnTo>
                  <a:pt x="19812" y="0"/>
                </a:lnTo>
                <a:lnTo>
                  <a:pt x="50292" y="0"/>
                </a:lnTo>
                <a:lnTo>
                  <a:pt x="50292" y="9143"/>
                </a:lnTo>
                <a:close/>
              </a:path>
              <a:path w="1655445" h="876300">
                <a:moveTo>
                  <a:pt x="92964" y="9143"/>
                </a:moveTo>
                <a:lnTo>
                  <a:pt x="60960" y="9143"/>
                </a:lnTo>
                <a:lnTo>
                  <a:pt x="60960" y="0"/>
                </a:lnTo>
                <a:lnTo>
                  <a:pt x="92964" y="0"/>
                </a:lnTo>
                <a:lnTo>
                  <a:pt x="92964" y="9143"/>
                </a:lnTo>
                <a:close/>
              </a:path>
              <a:path w="1655445" h="876300">
                <a:moveTo>
                  <a:pt x="134112" y="9143"/>
                </a:moveTo>
                <a:lnTo>
                  <a:pt x="103631" y="9143"/>
                </a:lnTo>
                <a:lnTo>
                  <a:pt x="103631" y="0"/>
                </a:lnTo>
                <a:lnTo>
                  <a:pt x="134112" y="0"/>
                </a:lnTo>
                <a:lnTo>
                  <a:pt x="134112" y="9143"/>
                </a:lnTo>
                <a:close/>
              </a:path>
              <a:path w="1655445" h="876300">
                <a:moveTo>
                  <a:pt x="176784" y="9143"/>
                </a:moveTo>
                <a:lnTo>
                  <a:pt x="144779" y="9143"/>
                </a:lnTo>
                <a:lnTo>
                  <a:pt x="144779" y="0"/>
                </a:lnTo>
                <a:lnTo>
                  <a:pt x="176784" y="0"/>
                </a:lnTo>
                <a:lnTo>
                  <a:pt x="176784" y="9143"/>
                </a:lnTo>
                <a:close/>
              </a:path>
              <a:path w="1655445" h="876300">
                <a:moveTo>
                  <a:pt x="217931" y="9143"/>
                </a:moveTo>
                <a:lnTo>
                  <a:pt x="187452" y="9143"/>
                </a:lnTo>
                <a:lnTo>
                  <a:pt x="187452" y="0"/>
                </a:lnTo>
                <a:lnTo>
                  <a:pt x="217931" y="0"/>
                </a:lnTo>
                <a:lnTo>
                  <a:pt x="217931" y="9143"/>
                </a:lnTo>
                <a:close/>
              </a:path>
              <a:path w="1655445" h="876300">
                <a:moveTo>
                  <a:pt x="260603" y="9143"/>
                </a:moveTo>
                <a:lnTo>
                  <a:pt x="228599" y="9143"/>
                </a:lnTo>
                <a:lnTo>
                  <a:pt x="228599" y="0"/>
                </a:lnTo>
                <a:lnTo>
                  <a:pt x="260603" y="0"/>
                </a:lnTo>
                <a:lnTo>
                  <a:pt x="260603" y="9143"/>
                </a:lnTo>
                <a:close/>
              </a:path>
              <a:path w="1655445" h="876300">
                <a:moveTo>
                  <a:pt x="301751" y="9143"/>
                </a:moveTo>
                <a:lnTo>
                  <a:pt x="271272" y="9143"/>
                </a:lnTo>
                <a:lnTo>
                  <a:pt x="271272" y="0"/>
                </a:lnTo>
                <a:lnTo>
                  <a:pt x="301751" y="0"/>
                </a:lnTo>
                <a:lnTo>
                  <a:pt x="301751" y="9143"/>
                </a:lnTo>
                <a:close/>
              </a:path>
              <a:path w="1655445" h="876300">
                <a:moveTo>
                  <a:pt x="344423" y="9143"/>
                </a:moveTo>
                <a:lnTo>
                  <a:pt x="312420" y="9143"/>
                </a:lnTo>
                <a:lnTo>
                  <a:pt x="312420" y="0"/>
                </a:lnTo>
                <a:lnTo>
                  <a:pt x="344423" y="0"/>
                </a:lnTo>
                <a:lnTo>
                  <a:pt x="344423" y="9143"/>
                </a:lnTo>
                <a:close/>
              </a:path>
              <a:path w="1655445" h="876300">
                <a:moveTo>
                  <a:pt x="385572" y="9143"/>
                </a:moveTo>
                <a:lnTo>
                  <a:pt x="355092" y="9143"/>
                </a:lnTo>
                <a:lnTo>
                  <a:pt x="355092" y="0"/>
                </a:lnTo>
                <a:lnTo>
                  <a:pt x="385572" y="0"/>
                </a:lnTo>
                <a:lnTo>
                  <a:pt x="385572" y="9143"/>
                </a:lnTo>
                <a:close/>
              </a:path>
              <a:path w="1655445" h="876300">
                <a:moveTo>
                  <a:pt x="428244" y="9143"/>
                </a:moveTo>
                <a:lnTo>
                  <a:pt x="396240" y="9143"/>
                </a:lnTo>
                <a:lnTo>
                  <a:pt x="396240" y="0"/>
                </a:lnTo>
                <a:lnTo>
                  <a:pt x="428244" y="0"/>
                </a:lnTo>
                <a:lnTo>
                  <a:pt x="428244" y="9143"/>
                </a:lnTo>
                <a:close/>
              </a:path>
              <a:path w="1655445" h="876300">
                <a:moveTo>
                  <a:pt x="469392" y="9143"/>
                </a:moveTo>
                <a:lnTo>
                  <a:pt x="438912" y="9143"/>
                </a:lnTo>
                <a:lnTo>
                  <a:pt x="438912" y="0"/>
                </a:lnTo>
                <a:lnTo>
                  <a:pt x="469392" y="0"/>
                </a:lnTo>
                <a:lnTo>
                  <a:pt x="469392" y="9143"/>
                </a:lnTo>
                <a:close/>
              </a:path>
              <a:path w="1655445" h="876300">
                <a:moveTo>
                  <a:pt x="512064" y="9143"/>
                </a:moveTo>
                <a:lnTo>
                  <a:pt x="480060" y="9143"/>
                </a:lnTo>
                <a:lnTo>
                  <a:pt x="480060" y="0"/>
                </a:lnTo>
                <a:lnTo>
                  <a:pt x="512064" y="0"/>
                </a:lnTo>
                <a:lnTo>
                  <a:pt x="512064" y="9143"/>
                </a:lnTo>
                <a:close/>
              </a:path>
              <a:path w="1655445" h="876300">
                <a:moveTo>
                  <a:pt x="553211" y="9143"/>
                </a:moveTo>
                <a:lnTo>
                  <a:pt x="522732" y="9143"/>
                </a:lnTo>
                <a:lnTo>
                  <a:pt x="522732" y="0"/>
                </a:lnTo>
                <a:lnTo>
                  <a:pt x="553211" y="0"/>
                </a:lnTo>
                <a:lnTo>
                  <a:pt x="553211" y="9143"/>
                </a:lnTo>
                <a:close/>
              </a:path>
              <a:path w="1655445" h="876300">
                <a:moveTo>
                  <a:pt x="595884" y="9143"/>
                </a:moveTo>
                <a:lnTo>
                  <a:pt x="563880" y="9143"/>
                </a:lnTo>
                <a:lnTo>
                  <a:pt x="563880" y="0"/>
                </a:lnTo>
                <a:lnTo>
                  <a:pt x="595884" y="0"/>
                </a:lnTo>
                <a:lnTo>
                  <a:pt x="595884" y="9143"/>
                </a:lnTo>
                <a:close/>
              </a:path>
              <a:path w="1655445" h="876300">
                <a:moveTo>
                  <a:pt x="637032" y="9143"/>
                </a:moveTo>
                <a:lnTo>
                  <a:pt x="606552" y="9143"/>
                </a:lnTo>
                <a:lnTo>
                  <a:pt x="606552" y="0"/>
                </a:lnTo>
                <a:lnTo>
                  <a:pt x="637032" y="0"/>
                </a:lnTo>
                <a:lnTo>
                  <a:pt x="637032" y="9143"/>
                </a:lnTo>
                <a:close/>
              </a:path>
              <a:path w="1655445" h="876300">
                <a:moveTo>
                  <a:pt x="679704" y="9143"/>
                </a:moveTo>
                <a:lnTo>
                  <a:pt x="647700" y="9143"/>
                </a:lnTo>
                <a:lnTo>
                  <a:pt x="647700" y="0"/>
                </a:lnTo>
                <a:lnTo>
                  <a:pt x="679704" y="0"/>
                </a:lnTo>
                <a:lnTo>
                  <a:pt x="679704" y="9143"/>
                </a:lnTo>
                <a:close/>
              </a:path>
              <a:path w="1655445" h="876300">
                <a:moveTo>
                  <a:pt x="720852" y="9143"/>
                </a:moveTo>
                <a:lnTo>
                  <a:pt x="690372" y="9143"/>
                </a:lnTo>
                <a:lnTo>
                  <a:pt x="690372" y="0"/>
                </a:lnTo>
                <a:lnTo>
                  <a:pt x="720852" y="0"/>
                </a:lnTo>
                <a:lnTo>
                  <a:pt x="720852" y="9143"/>
                </a:lnTo>
                <a:close/>
              </a:path>
              <a:path w="1655445" h="876300">
                <a:moveTo>
                  <a:pt x="763524" y="9143"/>
                </a:moveTo>
                <a:lnTo>
                  <a:pt x="731520" y="9143"/>
                </a:lnTo>
                <a:lnTo>
                  <a:pt x="731520" y="0"/>
                </a:lnTo>
                <a:lnTo>
                  <a:pt x="763524" y="0"/>
                </a:lnTo>
                <a:lnTo>
                  <a:pt x="763524" y="9143"/>
                </a:lnTo>
                <a:close/>
              </a:path>
              <a:path w="1655445" h="876300">
                <a:moveTo>
                  <a:pt x="804672" y="9143"/>
                </a:moveTo>
                <a:lnTo>
                  <a:pt x="774192" y="9143"/>
                </a:lnTo>
                <a:lnTo>
                  <a:pt x="774192" y="0"/>
                </a:lnTo>
                <a:lnTo>
                  <a:pt x="804672" y="0"/>
                </a:lnTo>
                <a:lnTo>
                  <a:pt x="804672" y="9143"/>
                </a:lnTo>
                <a:close/>
              </a:path>
              <a:path w="1655445" h="876300">
                <a:moveTo>
                  <a:pt x="847344" y="9143"/>
                </a:moveTo>
                <a:lnTo>
                  <a:pt x="815340" y="9143"/>
                </a:lnTo>
                <a:lnTo>
                  <a:pt x="815340" y="0"/>
                </a:lnTo>
                <a:lnTo>
                  <a:pt x="847344" y="0"/>
                </a:lnTo>
                <a:lnTo>
                  <a:pt x="847344" y="9143"/>
                </a:lnTo>
                <a:close/>
              </a:path>
              <a:path w="1655445" h="876300">
                <a:moveTo>
                  <a:pt x="888492" y="9143"/>
                </a:moveTo>
                <a:lnTo>
                  <a:pt x="858011" y="9143"/>
                </a:lnTo>
                <a:lnTo>
                  <a:pt x="858011" y="0"/>
                </a:lnTo>
                <a:lnTo>
                  <a:pt x="888492" y="0"/>
                </a:lnTo>
                <a:lnTo>
                  <a:pt x="888492" y="9143"/>
                </a:lnTo>
                <a:close/>
              </a:path>
              <a:path w="1655445" h="876300">
                <a:moveTo>
                  <a:pt x="931163" y="9143"/>
                </a:moveTo>
                <a:lnTo>
                  <a:pt x="899160" y="9143"/>
                </a:lnTo>
                <a:lnTo>
                  <a:pt x="899160" y="0"/>
                </a:lnTo>
                <a:lnTo>
                  <a:pt x="931163" y="0"/>
                </a:lnTo>
                <a:lnTo>
                  <a:pt x="931163" y="9143"/>
                </a:lnTo>
                <a:close/>
              </a:path>
              <a:path w="1655445" h="876300">
                <a:moveTo>
                  <a:pt x="972311" y="9143"/>
                </a:moveTo>
                <a:lnTo>
                  <a:pt x="941832" y="9143"/>
                </a:lnTo>
                <a:lnTo>
                  <a:pt x="941832" y="0"/>
                </a:lnTo>
                <a:lnTo>
                  <a:pt x="972311" y="0"/>
                </a:lnTo>
                <a:lnTo>
                  <a:pt x="972311" y="9143"/>
                </a:lnTo>
                <a:close/>
              </a:path>
              <a:path w="1655445" h="876300">
                <a:moveTo>
                  <a:pt x="1014984" y="9143"/>
                </a:moveTo>
                <a:lnTo>
                  <a:pt x="982980" y="9143"/>
                </a:lnTo>
                <a:lnTo>
                  <a:pt x="982980" y="0"/>
                </a:lnTo>
                <a:lnTo>
                  <a:pt x="1014984" y="0"/>
                </a:lnTo>
                <a:lnTo>
                  <a:pt x="1014984" y="9143"/>
                </a:lnTo>
                <a:close/>
              </a:path>
              <a:path w="1655445" h="876300">
                <a:moveTo>
                  <a:pt x="1056132" y="9143"/>
                </a:moveTo>
                <a:lnTo>
                  <a:pt x="1025652" y="9143"/>
                </a:lnTo>
                <a:lnTo>
                  <a:pt x="1025652" y="0"/>
                </a:lnTo>
                <a:lnTo>
                  <a:pt x="1056132" y="0"/>
                </a:lnTo>
                <a:lnTo>
                  <a:pt x="1056132" y="9143"/>
                </a:lnTo>
                <a:close/>
              </a:path>
              <a:path w="1655445" h="876300">
                <a:moveTo>
                  <a:pt x="1098804" y="9143"/>
                </a:moveTo>
                <a:lnTo>
                  <a:pt x="1066800" y="9143"/>
                </a:lnTo>
                <a:lnTo>
                  <a:pt x="1066800" y="0"/>
                </a:lnTo>
                <a:lnTo>
                  <a:pt x="1098804" y="0"/>
                </a:lnTo>
                <a:lnTo>
                  <a:pt x="1098804" y="9143"/>
                </a:lnTo>
                <a:close/>
              </a:path>
              <a:path w="1655445" h="876300">
                <a:moveTo>
                  <a:pt x="1139952" y="9143"/>
                </a:moveTo>
                <a:lnTo>
                  <a:pt x="1109472" y="9143"/>
                </a:lnTo>
                <a:lnTo>
                  <a:pt x="1109472" y="0"/>
                </a:lnTo>
                <a:lnTo>
                  <a:pt x="1139952" y="0"/>
                </a:lnTo>
                <a:lnTo>
                  <a:pt x="1139952" y="9143"/>
                </a:lnTo>
                <a:close/>
              </a:path>
              <a:path w="1655445" h="876300">
                <a:moveTo>
                  <a:pt x="1182624" y="9143"/>
                </a:moveTo>
                <a:lnTo>
                  <a:pt x="1150620" y="9143"/>
                </a:lnTo>
                <a:lnTo>
                  <a:pt x="1150620" y="0"/>
                </a:lnTo>
                <a:lnTo>
                  <a:pt x="1182624" y="0"/>
                </a:lnTo>
                <a:lnTo>
                  <a:pt x="1182624" y="9143"/>
                </a:lnTo>
                <a:close/>
              </a:path>
              <a:path w="1655445" h="876300">
                <a:moveTo>
                  <a:pt x="1223772" y="9143"/>
                </a:moveTo>
                <a:lnTo>
                  <a:pt x="1193291" y="9143"/>
                </a:lnTo>
                <a:lnTo>
                  <a:pt x="1193291" y="0"/>
                </a:lnTo>
                <a:lnTo>
                  <a:pt x="1223772" y="0"/>
                </a:lnTo>
                <a:lnTo>
                  <a:pt x="1223772" y="9143"/>
                </a:lnTo>
                <a:close/>
              </a:path>
              <a:path w="1655445" h="876300">
                <a:moveTo>
                  <a:pt x="1266444" y="9143"/>
                </a:moveTo>
                <a:lnTo>
                  <a:pt x="1234440" y="9143"/>
                </a:lnTo>
                <a:lnTo>
                  <a:pt x="1234440" y="0"/>
                </a:lnTo>
                <a:lnTo>
                  <a:pt x="1266444" y="0"/>
                </a:lnTo>
                <a:lnTo>
                  <a:pt x="1266444" y="9143"/>
                </a:lnTo>
                <a:close/>
              </a:path>
              <a:path w="1655445" h="876300">
                <a:moveTo>
                  <a:pt x="1307591" y="9143"/>
                </a:moveTo>
                <a:lnTo>
                  <a:pt x="1277111" y="9143"/>
                </a:lnTo>
                <a:lnTo>
                  <a:pt x="1277111" y="0"/>
                </a:lnTo>
                <a:lnTo>
                  <a:pt x="1307591" y="0"/>
                </a:lnTo>
                <a:lnTo>
                  <a:pt x="1307591" y="9143"/>
                </a:lnTo>
                <a:close/>
              </a:path>
              <a:path w="1655445" h="876300">
                <a:moveTo>
                  <a:pt x="1350264" y="9143"/>
                </a:moveTo>
                <a:lnTo>
                  <a:pt x="1318260" y="9143"/>
                </a:lnTo>
                <a:lnTo>
                  <a:pt x="1318260" y="0"/>
                </a:lnTo>
                <a:lnTo>
                  <a:pt x="1350264" y="0"/>
                </a:lnTo>
                <a:lnTo>
                  <a:pt x="1350264" y="9143"/>
                </a:lnTo>
                <a:close/>
              </a:path>
              <a:path w="1655445" h="876300">
                <a:moveTo>
                  <a:pt x="1391412" y="9143"/>
                </a:moveTo>
                <a:lnTo>
                  <a:pt x="1360932" y="9143"/>
                </a:lnTo>
                <a:lnTo>
                  <a:pt x="1360932" y="0"/>
                </a:lnTo>
                <a:lnTo>
                  <a:pt x="1391412" y="0"/>
                </a:lnTo>
                <a:lnTo>
                  <a:pt x="1391412" y="9143"/>
                </a:lnTo>
                <a:close/>
              </a:path>
              <a:path w="1655445" h="876300">
                <a:moveTo>
                  <a:pt x="1434084" y="9143"/>
                </a:moveTo>
                <a:lnTo>
                  <a:pt x="1402080" y="9143"/>
                </a:lnTo>
                <a:lnTo>
                  <a:pt x="1402080" y="0"/>
                </a:lnTo>
                <a:lnTo>
                  <a:pt x="1434084" y="0"/>
                </a:lnTo>
                <a:lnTo>
                  <a:pt x="1434084" y="9143"/>
                </a:lnTo>
                <a:close/>
              </a:path>
              <a:path w="1655445" h="876300">
                <a:moveTo>
                  <a:pt x="1475232" y="9143"/>
                </a:moveTo>
                <a:lnTo>
                  <a:pt x="1444752" y="9143"/>
                </a:lnTo>
                <a:lnTo>
                  <a:pt x="1444752" y="0"/>
                </a:lnTo>
                <a:lnTo>
                  <a:pt x="1475232" y="0"/>
                </a:lnTo>
                <a:lnTo>
                  <a:pt x="1475232" y="9143"/>
                </a:lnTo>
                <a:close/>
              </a:path>
              <a:path w="1655445" h="876300">
                <a:moveTo>
                  <a:pt x="1517903" y="9143"/>
                </a:moveTo>
                <a:lnTo>
                  <a:pt x="1485899" y="9143"/>
                </a:lnTo>
                <a:lnTo>
                  <a:pt x="1485899" y="0"/>
                </a:lnTo>
                <a:lnTo>
                  <a:pt x="1517903" y="0"/>
                </a:lnTo>
                <a:lnTo>
                  <a:pt x="1517903" y="9143"/>
                </a:lnTo>
                <a:close/>
              </a:path>
              <a:path w="1655445" h="876300">
                <a:moveTo>
                  <a:pt x="1559052" y="9143"/>
                </a:moveTo>
                <a:lnTo>
                  <a:pt x="1528572" y="9143"/>
                </a:lnTo>
                <a:lnTo>
                  <a:pt x="1528572" y="0"/>
                </a:lnTo>
                <a:lnTo>
                  <a:pt x="1559052" y="0"/>
                </a:lnTo>
                <a:lnTo>
                  <a:pt x="1559052" y="9143"/>
                </a:lnTo>
                <a:close/>
              </a:path>
              <a:path w="1655445" h="876300">
                <a:moveTo>
                  <a:pt x="1601724" y="9143"/>
                </a:moveTo>
                <a:lnTo>
                  <a:pt x="1569720" y="9143"/>
                </a:lnTo>
                <a:lnTo>
                  <a:pt x="1569720" y="0"/>
                </a:lnTo>
                <a:lnTo>
                  <a:pt x="1601724" y="0"/>
                </a:lnTo>
                <a:lnTo>
                  <a:pt x="1601724" y="9143"/>
                </a:lnTo>
                <a:close/>
              </a:path>
              <a:path w="1655445" h="876300">
                <a:moveTo>
                  <a:pt x="1642872" y="9143"/>
                </a:moveTo>
                <a:lnTo>
                  <a:pt x="1612391" y="9143"/>
                </a:lnTo>
                <a:lnTo>
                  <a:pt x="1612391" y="0"/>
                </a:lnTo>
                <a:lnTo>
                  <a:pt x="1642872" y="0"/>
                </a:lnTo>
                <a:lnTo>
                  <a:pt x="1642872" y="9143"/>
                </a:lnTo>
                <a:close/>
              </a:path>
              <a:path w="1655445" h="876300">
                <a:moveTo>
                  <a:pt x="1655064" y="39623"/>
                </a:moveTo>
                <a:lnTo>
                  <a:pt x="1644395" y="39623"/>
                </a:lnTo>
                <a:lnTo>
                  <a:pt x="1644395" y="7619"/>
                </a:lnTo>
                <a:lnTo>
                  <a:pt x="1655064" y="7619"/>
                </a:lnTo>
                <a:lnTo>
                  <a:pt x="1655064" y="39623"/>
                </a:lnTo>
                <a:close/>
              </a:path>
              <a:path w="1655445" h="876300">
                <a:moveTo>
                  <a:pt x="1655064" y="80771"/>
                </a:moveTo>
                <a:lnTo>
                  <a:pt x="1644395" y="80771"/>
                </a:lnTo>
                <a:lnTo>
                  <a:pt x="1644395" y="50291"/>
                </a:lnTo>
                <a:lnTo>
                  <a:pt x="1655064" y="50291"/>
                </a:lnTo>
                <a:lnTo>
                  <a:pt x="1655064" y="80771"/>
                </a:lnTo>
                <a:close/>
              </a:path>
              <a:path w="1655445" h="876300">
                <a:moveTo>
                  <a:pt x="1655064" y="123443"/>
                </a:moveTo>
                <a:lnTo>
                  <a:pt x="1644395" y="123443"/>
                </a:lnTo>
                <a:lnTo>
                  <a:pt x="1644395" y="91439"/>
                </a:lnTo>
                <a:lnTo>
                  <a:pt x="1655064" y="91439"/>
                </a:lnTo>
                <a:lnTo>
                  <a:pt x="1655064" y="123443"/>
                </a:lnTo>
                <a:close/>
              </a:path>
              <a:path w="1655445" h="876300">
                <a:moveTo>
                  <a:pt x="1655064" y="164591"/>
                </a:moveTo>
                <a:lnTo>
                  <a:pt x="1644395" y="164591"/>
                </a:lnTo>
                <a:lnTo>
                  <a:pt x="1644395" y="134111"/>
                </a:lnTo>
                <a:lnTo>
                  <a:pt x="1655064" y="134111"/>
                </a:lnTo>
                <a:lnTo>
                  <a:pt x="1655064" y="164591"/>
                </a:lnTo>
                <a:close/>
              </a:path>
              <a:path w="1655445" h="876300">
                <a:moveTo>
                  <a:pt x="1655064" y="207263"/>
                </a:moveTo>
                <a:lnTo>
                  <a:pt x="1644395" y="207263"/>
                </a:lnTo>
                <a:lnTo>
                  <a:pt x="1644395" y="175259"/>
                </a:lnTo>
                <a:lnTo>
                  <a:pt x="1655064" y="175259"/>
                </a:lnTo>
                <a:lnTo>
                  <a:pt x="1655064" y="207263"/>
                </a:lnTo>
                <a:close/>
              </a:path>
              <a:path w="1655445" h="876300">
                <a:moveTo>
                  <a:pt x="1655064" y="248411"/>
                </a:moveTo>
                <a:lnTo>
                  <a:pt x="1644395" y="248411"/>
                </a:lnTo>
                <a:lnTo>
                  <a:pt x="1644395" y="217931"/>
                </a:lnTo>
                <a:lnTo>
                  <a:pt x="1655064" y="217931"/>
                </a:lnTo>
                <a:lnTo>
                  <a:pt x="1655064" y="248411"/>
                </a:lnTo>
                <a:close/>
              </a:path>
              <a:path w="1655445" h="876300">
                <a:moveTo>
                  <a:pt x="1655064" y="291083"/>
                </a:moveTo>
                <a:lnTo>
                  <a:pt x="1644395" y="291083"/>
                </a:lnTo>
                <a:lnTo>
                  <a:pt x="1644395" y="259079"/>
                </a:lnTo>
                <a:lnTo>
                  <a:pt x="1655064" y="259079"/>
                </a:lnTo>
                <a:lnTo>
                  <a:pt x="1655064" y="291083"/>
                </a:lnTo>
                <a:close/>
              </a:path>
              <a:path w="1655445" h="876300">
                <a:moveTo>
                  <a:pt x="1655064" y="332231"/>
                </a:moveTo>
                <a:lnTo>
                  <a:pt x="1644395" y="332231"/>
                </a:lnTo>
                <a:lnTo>
                  <a:pt x="1644395" y="301751"/>
                </a:lnTo>
                <a:lnTo>
                  <a:pt x="1655064" y="301751"/>
                </a:lnTo>
                <a:lnTo>
                  <a:pt x="1655064" y="332231"/>
                </a:lnTo>
                <a:close/>
              </a:path>
              <a:path w="1655445" h="876300">
                <a:moveTo>
                  <a:pt x="1655064" y="374903"/>
                </a:moveTo>
                <a:lnTo>
                  <a:pt x="1644395" y="374903"/>
                </a:lnTo>
                <a:lnTo>
                  <a:pt x="1644395" y="342900"/>
                </a:lnTo>
                <a:lnTo>
                  <a:pt x="1655064" y="342900"/>
                </a:lnTo>
                <a:lnTo>
                  <a:pt x="1655064" y="374903"/>
                </a:lnTo>
                <a:close/>
              </a:path>
              <a:path w="1655445" h="876300">
                <a:moveTo>
                  <a:pt x="1655064" y="416051"/>
                </a:moveTo>
                <a:lnTo>
                  <a:pt x="1644395" y="416051"/>
                </a:lnTo>
                <a:lnTo>
                  <a:pt x="1644395" y="385571"/>
                </a:lnTo>
                <a:lnTo>
                  <a:pt x="1655064" y="385571"/>
                </a:lnTo>
                <a:lnTo>
                  <a:pt x="1655064" y="416051"/>
                </a:lnTo>
                <a:close/>
              </a:path>
              <a:path w="1655445" h="876300">
                <a:moveTo>
                  <a:pt x="1655064" y="458723"/>
                </a:moveTo>
                <a:lnTo>
                  <a:pt x="1644395" y="458723"/>
                </a:lnTo>
                <a:lnTo>
                  <a:pt x="1644395" y="426719"/>
                </a:lnTo>
                <a:lnTo>
                  <a:pt x="1655064" y="426719"/>
                </a:lnTo>
                <a:lnTo>
                  <a:pt x="1655064" y="458723"/>
                </a:lnTo>
                <a:close/>
              </a:path>
              <a:path w="1655445" h="876300">
                <a:moveTo>
                  <a:pt x="1655064" y="499871"/>
                </a:moveTo>
                <a:lnTo>
                  <a:pt x="1644395" y="499871"/>
                </a:lnTo>
                <a:lnTo>
                  <a:pt x="1644395" y="469391"/>
                </a:lnTo>
                <a:lnTo>
                  <a:pt x="1655064" y="469391"/>
                </a:lnTo>
                <a:lnTo>
                  <a:pt x="1655064" y="499871"/>
                </a:lnTo>
                <a:close/>
              </a:path>
              <a:path w="1655445" h="876300">
                <a:moveTo>
                  <a:pt x="1655064" y="542543"/>
                </a:moveTo>
                <a:lnTo>
                  <a:pt x="1644395" y="542543"/>
                </a:lnTo>
                <a:lnTo>
                  <a:pt x="1644395" y="510539"/>
                </a:lnTo>
                <a:lnTo>
                  <a:pt x="1655064" y="510539"/>
                </a:lnTo>
                <a:lnTo>
                  <a:pt x="1655064" y="542543"/>
                </a:lnTo>
                <a:close/>
              </a:path>
              <a:path w="1655445" h="876300">
                <a:moveTo>
                  <a:pt x="1655064" y="583691"/>
                </a:moveTo>
                <a:lnTo>
                  <a:pt x="1644395" y="583691"/>
                </a:lnTo>
                <a:lnTo>
                  <a:pt x="1644395" y="553211"/>
                </a:lnTo>
                <a:lnTo>
                  <a:pt x="1655064" y="553211"/>
                </a:lnTo>
                <a:lnTo>
                  <a:pt x="1655064" y="583691"/>
                </a:lnTo>
                <a:close/>
              </a:path>
              <a:path w="1655445" h="876300">
                <a:moveTo>
                  <a:pt x="1655064" y="626363"/>
                </a:moveTo>
                <a:lnTo>
                  <a:pt x="1644395" y="626363"/>
                </a:lnTo>
                <a:lnTo>
                  <a:pt x="1644395" y="594359"/>
                </a:lnTo>
                <a:lnTo>
                  <a:pt x="1655064" y="594359"/>
                </a:lnTo>
                <a:lnTo>
                  <a:pt x="1655064" y="626363"/>
                </a:lnTo>
                <a:close/>
              </a:path>
              <a:path w="1655445" h="876300">
                <a:moveTo>
                  <a:pt x="1655064" y="667511"/>
                </a:moveTo>
                <a:lnTo>
                  <a:pt x="1644395" y="667511"/>
                </a:lnTo>
                <a:lnTo>
                  <a:pt x="1644395" y="637031"/>
                </a:lnTo>
                <a:lnTo>
                  <a:pt x="1655064" y="637031"/>
                </a:lnTo>
                <a:lnTo>
                  <a:pt x="1655064" y="667511"/>
                </a:lnTo>
                <a:close/>
              </a:path>
              <a:path w="1655445" h="876300">
                <a:moveTo>
                  <a:pt x="1655064" y="710184"/>
                </a:moveTo>
                <a:lnTo>
                  <a:pt x="1644395" y="710184"/>
                </a:lnTo>
                <a:lnTo>
                  <a:pt x="1644395" y="678179"/>
                </a:lnTo>
                <a:lnTo>
                  <a:pt x="1655064" y="678179"/>
                </a:lnTo>
                <a:lnTo>
                  <a:pt x="1655064" y="710184"/>
                </a:lnTo>
                <a:close/>
              </a:path>
              <a:path w="1655445" h="876300">
                <a:moveTo>
                  <a:pt x="1655064" y="751331"/>
                </a:moveTo>
                <a:lnTo>
                  <a:pt x="1644395" y="751331"/>
                </a:lnTo>
                <a:lnTo>
                  <a:pt x="1644395" y="720851"/>
                </a:lnTo>
                <a:lnTo>
                  <a:pt x="1655064" y="720851"/>
                </a:lnTo>
                <a:lnTo>
                  <a:pt x="1655064" y="751331"/>
                </a:lnTo>
                <a:close/>
              </a:path>
              <a:path w="1655445" h="876300">
                <a:moveTo>
                  <a:pt x="1655064" y="794003"/>
                </a:moveTo>
                <a:lnTo>
                  <a:pt x="1644395" y="794003"/>
                </a:lnTo>
                <a:lnTo>
                  <a:pt x="1644395" y="762000"/>
                </a:lnTo>
                <a:lnTo>
                  <a:pt x="1655064" y="762000"/>
                </a:lnTo>
                <a:lnTo>
                  <a:pt x="1655064" y="794003"/>
                </a:lnTo>
                <a:close/>
              </a:path>
              <a:path w="1655445" h="876300">
                <a:moveTo>
                  <a:pt x="1655064" y="835151"/>
                </a:moveTo>
                <a:lnTo>
                  <a:pt x="1644395" y="835151"/>
                </a:lnTo>
                <a:lnTo>
                  <a:pt x="1644395" y="804671"/>
                </a:lnTo>
                <a:lnTo>
                  <a:pt x="1655064" y="804671"/>
                </a:lnTo>
                <a:lnTo>
                  <a:pt x="1655064" y="835151"/>
                </a:lnTo>
                <a:close/>
              </a:path>
              <a:path w="1655445" h="876300">
                <a:moveTo>
                  <a:pt x="1644395" y="871727"/>
                </a:moveTo>
                <a:lnTo>
                  <a:pt x="1644395" y="845819"/>
                </a:lnTo>
                <a:lnTo>
                  <a:pt x="1655064" y="845819"/>
                </a:lnTo>
                <a:lnTo>
                  <a:pt x="1655064" y="865631"/>
                </a:lnTo>
                <a:lnTo>
                  <a:pt x="1650491" y="865631"/>
                </a:lnTo>
                <a:lnTo>
                  <a:pt x="1644395" y="871727"/>
                </a:lnTo>
                <a:close/>
              </a:path>
              <a:path w="1655445" h="876300">
                <a:moveTo>
                  <a:pt x="1655064" y="876300"/>
                </a:moveTo>
                <a:lnTo>
                  <a:pt x="1644395" y="876300"/>
                </a:lnTo>
                <a:lnTo>
                  <a:pt x="1644395" y="871727"/>
                </a:lnTo>
                <a:lnTo>
                  <a:pt x="1650491" y="865631"/>
                </a:lnTo>
                <a:lnTo>
                  <a:pt x="1655064" y="865631"/>
                </a:lnTo>
                <a:lnTo>
                  <a:pt x="1655064" y="876300"/>
                </a:lnTo>
                <a:close/>
              </a:path>
              <a:path w="1655445" h="876300">
                <a:moveTo>
                  <a:pt x="1633728" y="876300"/>
                </a:moveTo>
                <a:lnTo>
                  <a:pt x="1601724" y="876300"/>
                </a:lnTo>
                <a:lnTo>
                  <a:pt x="1601724" y="865631"/>
                </a:lnTo>
                <a:lnTo>
                  <a:pt x="1633728" y="865631"/>
                </a:lnTo>
                <a:lnTo>
                  <a:pt x="1633728" y="876300"/>
                </a:lnTo>
                <a:close/>
              </a:path>
              <a:path w="1655445" h="876300">
                <a:moveTo>
                  <a:pt x="1591056" y="876300"/>
                </a:moveTo>
                <a:lnTo>
                  <a:pt x="1560576" y="876300"/>
                </a:lnTo>
                <a:lnTo>
                  <a:pt x="1560576" y="865631"/>
                </a:lnTo>
                <a:lnTo>
                  <a:pt x="1591056" y="865631"/>
                </a:lnTo>
                <a:lnTo>
                  <a:pt x="1591056" y="876300"/>
                </a:lnTo>
                <a:close/>
              </a:path>
              <a:path w="1655445" h="876300">
                <a:moveTo>
                  <a:pt x="1549908" y="876300"/>
                </a:moveTo>
                <a:lnTo>
                  <a:pt x="1517903" y="876300"/>
                </a:lnTo>
                <a:lnTo>
                  <a:pt x="1517903" y="865631"/>
                </a:lnTo>
                <a:lnTo>
                  <a:pt x="1549908" y="865631"/>
                </a:lnTo>
                <a:lnTo>
                  <a:pt x="1549908" y="876300"/>
                </a:lnTo>
                <a:close/>
              </a:path>
              <a:path w="1655445" h="876300">
                <a:moveTo>
                  <a:pt x="1507236" y="876300"/>
                </a:moveTo>
                <a:lnTo>
                  <a:pt x="1476756" y="876300"/>
                </a:lnTo>
                <a:lnTo>
                  <a:pt x="1476756" y="865631"/>
                </a:lnTo>
                <a:lnTo>
                  <a:pt x="1507236" y="865631"/>
                </a:lnTo>
                <a:lnTo>
                  <a:pt x="1507236" y="876300"/>
                </a:lnTo>
                <a:close/>
              </a:path>
              <a:path w="1655445" h="876300">
                <a:moveTo>
                  <a:pt x="1466087" y="876300"/>
                </a:moveTo>
                <a:lnTo>
                  <a:pt x="1434084" y="876300"/>
                </a:lnTo>
                <a:lnTo>
                  <a:pt x="1434084" y="865631"/>
                </a:lnTo>
                <a:lnTo>
                  <a:pt x="1466087" y="865631"/>
                </a:lnTo>
                <a:lnTo>
                  <a:pt x="1466087" y="876300"/>
                </a:lnTo>
                <a:close/>
              </a:path>
              <a:path w="1655445" h="876300">
                <a:moveTo>
                  <a:pt x="1423416" y="876300"/>
                </a:moveTo>
                <a:lnTo>
                  <a:pt x="1392936" y="876300"/>
                </a:lnTo>
                <a:lnTo>
                  <a:pt x="1392936" y="865631"/>
                </a:lnTo>
                <a:lnTo>
                  <a:pt x="1423416" y="865631"/>
                </a:lnTo>
                <a:lnTo>
                  <a:pt x="1423416" y="876300"/>
                </a:lnTo>
                <a:close/>
              </a:path>
              <a:path w="1655445" h="876300">
                <a:moveTo>
                  <a:pt x="1382268" y="876300"/>
                </a:moveTo>
                <a:lnTo>
                  <a:pt x="1350264" y="876300"/>
                </a:lnTo>
                <a:lnTo>
                  <a:pt x="1350264" y="865631"/>
                </a:lnTo>
                <a:lnTo>
                  <a:pt x="1382268" y="865631"/>
                </a:lnTo>
                <a:lnTo>
                  <a:pt x="1382268" y="876300"/>
                </a:lnTo>
                <a:close/>
              </a:path>
              <a:path w="1655445" h="876300">
                <a:moveTo>
                  <a:pt x="1339595" y="876300"/>
                </a:moveTo>
                <a:lnTo>
                  <a:pt x="1309116" y="876300"/>
                </a:lnTo>
                <a:lnTo>
                  <a:pt x="1309116" y="865631"/>
                </a:lnTo>
                <a:lnTo>
                  <a:pt x="1339595" y="865631"/>
                </a:lnTo>
                <a:lnTo>
                  <a:pt x="1339595" y="876300"/>
                </a:lnTo>
                <a:close/>
              </a:path>
              <a:path w="1655445" h="876300">
                <a:moveTo>
                  <a:pt x="1298448" y="876300"/>
                </a:moveTo>
                <a:lnTo>
                  <a:pt x="1266444" y="876300"/>
                </a:lnTo>
                <a:lnTo>
                  <a:pt x="1266444" y="865631"/>
                </a:lnTo>
                <a:lnTo>
                  <a:pt x="1298448" y="865631"/>
                </a:lnTo>
                <a:lnTo>
                  <a:pt x="1298448" y="876300"/>
                </a:lnTo>
                <a:close/>
              </a:path>
              <a:path w="1655445" h="876300">
                <a:moveTo>
                  <a:pt x="1255776" y="876300"/>
                </a:moveTo>
                <a:lnTo>
                  <a:pt x="1225295" y="876300"/>
                </a:lnTo>
                <a:lnTo>
                  <a:pt x="1225295" y="865631"/>
                </a:lnTo>
                <a:lnTo>
                  <a:pt x="1255776" y="865631"/>
                </a:lnTo>
                <a:lnTo>
                  <a:pt x="1255776" y="876300"/>
                </a:lnTo>
                <a:close/>
              </a:path>
              <a:path w="1655445" h="876300">
                <a:moveTo>
                  <a:pt x="1214628" y="876300"/>
                </a:moveTo>
                <a:lnTo>
                  <a:pt x="1182624" y="876300"/>
                </a:lnTo>
                <a:lnTo>
                  <a:pt x="1182624" y="865631"/>
                </a:lnTo>
                <a:lnTo>
                  <a:pt x="1214628" y="865631"/>
                </a:lnTo>
                <a:lnTo>
                  <a:pt x="1214628" y="876300"/>
                </a:lnTo>
                <a:close/>
              </a:path>
              <a:path w="1655445" h="876300">
                <a:moveTo>
                  <a:pt x="1171956" y="876300"/>
                </a:moveTo>
                <a:lnTo>
                  <a:pt x="1141476" y="876300"/>
                </a:lnTo>
                <a:lnTo>
                  <a:pt x="1141476" y="865631"/>
                </a:lnTo>
                <a:lnTo>
                  <a:pt x="1171956" y="865631"/>
                </a:lnTo>
                <a:lnTo>
                  <a:pt x="1171956" y="876300"/>
                </a:lnTo>
                <a:close/>
              </a:path>
              <a:path w="1655445" h="876300">
                <a:moveTo>
                  <a:pt x="1130807" y="876300"/>
                </a:moveTo>
                <a:lnTo>
                  <a:pt x="1098804" y="876300"/>
                </a:lnTo>
                <a:lnTo>
                  <a:pt x="1098804" y="865631"/>
                </a:lnTo>
                <a:lnTo>
                  <a:pt x="1130807" y="865631"/>
                </a:lnTo>
                <a:lnTo>
                  <a:pt x="1130807" y="876300"/>
                </a:lnTo>
                <a:close/>
              </a:path>
              <a:path w="1655445" h="876300">
                <a:moveTo>
                  <a:pt x="1088136" y="876300"/>
                </a:moveTo>
                <a:lnTo>
                  <a:pt x="1057656" y="876300"/>
                </a:lnTo>
                <a:lnTo>
                  <a:pt x="1057656" y="865631"/>
                </a:lnTo>
                <a:lnTo>
                  <a:pt x="1088136" y="865631"/>
                </a:lnTo>
                <a:lnTo>
                  <a:pt x="1088136" y="876300"/>
                </a:lnTo>
                <a:close/>
              </a:path>
              <a:path w="1655445" h="876300">
                <a:moveTo>
                  <a:pt x="1046988" y="876300"/>
                </a:moveTo>
                <a:lnTo>
                  <a:pt x="1014984" y="876300"/>
                </a:lnTo>
                <a:lnTo>
                  <a:pt x="1014984" y="865631"/>
                </a:lnTo>
                <a:lnTo>
                  <a:pt x="1046988" y="865631"/>
                </a:lnTo>
                <a:lnTo>
                  <a:pt x="1046988" y="876300"/>
                </a:lnTo>
                <a:close/>
              </a:path>
              <a:path w="1655445" h="876300">
                <a:moveTo>
                  <a:pt x="1004316" y="876300"/>
                </a:moveTo>
                <a:lnTo>
                  <a:pt x="973836" y="876300"/>
                </a:lnTo>
                <a:lnTo>
                  <a:pt x="973836" y="865631"/>
                </a:lnTo>
                <a:lnTo>
                  <a:pt x="1004316" y="865631"/>
                </a:lnTo>
                <a:lnTo>
                  <a:pt x="1004316" y="876300"/>
                </a:lnTo>
                <a:close/>
              </a:path>
              <a:path w="1655445" h="876300">
                <a:moveTo>
                  <a:pt x="963168" y="876300"/>
                </a:moveTo>
                <a:lnTo>
                  <a:pt x="931163" y="876300"/>
                </a:lnTo>
                <a:lnTo>
                  <a:pt x="931163" y="865631"/>
                </a:lnTo>
                <a:lnTo>
                  <a:pt x="963168" y="865631"/>
                </a:lnTo>
                <a:lnTo>
                  <a:pt x="963168" y="876300"/>
                </a:lnTo>
                <a:close/>
              </a:path>
              <a:path w="1655445" h="876300">
                <a:moveTo>
                  <a:pt x="920496" y="876300"/>
                </a:moveTo>
                <a:lnTo>
                  <a:pt x="890015" y="876300"/>
                </a:lnTo>
                <a:lnTo>
                  <a:pt x="890015" y="865631"/>
                </a:lnTo>
                <a:lnTo>
                  <a:pt x="920496" y="865631"/>
                </a:lnTo>
                <a:lnTo>
                  <a:pt x="920496" y="876300"/>
                </a:lnTo>
                <a:close/>
              </a:path>
              <a:path w="1655445" h="876300">
                <a:moveTo>
                  <a:pt x="879348" y="876300"/>
                </a:moveTo>
                <a:lnTo>
                  <a:pt x="847344" y="876300"/>
                </a:lnTo>
                <a:lnTo>
                  <a:pt x="847344" y="865631"/>
                </a:lnTo>
                <a:lnTo>
                  <a:pt x="879348" y="865631"/>
                </a:lnTo>
                <a:lnTo>
                  <a:pt x="879348" y="876300"/>
                </a:lnTo>
                <a:close/>
              </a:path>
              <a:path w="1655445" h="876300">
                <a:moveTo>
                  <a:pt x="836676" y="876300"/>
                </a:moveTo>
                <a:lnTo>
                  <a:pt x="806196" y="876300"/>
                </a:lnTo>
                <a:lnTo>
                  <a:pt x="806196" y="865631"/>
                </a:lnTo>
                <a:lnTo>
                  <a:pt x="836676" y="865631"/>
                </a:lnTo>
                <a:lnTo>
                  <a:pt x="836676" y="876300"/>
                </a:lnTo>
                <a:close/>
              </a:path>
              <a:path w="1655445" h="876300">
                <a:moveTo>
                  <a:pt x="795528" y="876300"/>
                </a:moveTo>
                <a:lnTo>
                  <a:pt x="763524" y="876300"/>
                </a:lnTo>
                <a:lnTo>
                  <a:pt x="763524" y="865631"/>
                </a:lnTo>
                <a:lnTo>
                  <a:pt x="795528" y="865631"/>
                </a:lnTo>
                <a:lnTo>
                  <a:pt x="795528" y="876300"/>
                </a:lnTo>
                <a:close/>
              </a:path>
              <a:path w="1655445" h="876300">
                <a:moveTo>
                  <a:pt x="752856" y="876300"/>
                </a:moveTo>
                <a:lnTo>
                  <a:pt x="722376" y="876300"/>
                </a:lnTo>
                <a:lnTo>
                  <a:pt x="722376" y="865631"/>
                </a:lnTo>
                <a:lnTo>
                  <a:pt x="752856" y="865631"/>
                </a:lnTo>
                <a:lnTo>
                  <a:pt x="752856" y="876300"/>
                </a:lnTo>
                <a:close/>
              </a:path>
              <a:path w="1655445" h="876300">
                <a:moveTo>
                  <a:pt x="711708" y="876300"/>
                </a:moveTo>
                <a:lnTo>
                  <a:pt x="679704" y="876300"/>
                </a:lnTo>
                <a:lnTo>
                  <a:pt x="679704" y="865631"/>
                </a:lnTo>
                <a:lnTo>
                  <a:pt x="711708" y="865631"/>
                </a:lnTo>
                <a:lnTo>
                  <a:pt x="711708" y="876300"/>
                </a:lnTo>
                <a:close/>
              </a:path>
              <a:path w="1655445" h="876300">
                <a:moveTo>
                  <a:pt x="669036" y="876300"/>
                </a:moveTo>
                <a:lnTo>
                  <a:pt x="638556" y="876300"/>
                </a:lnTo>
                <a:lnTo>
                  <a:pt x="638556" y="865631"/>
                </a:lnTo>
                <a:lnTo>
                  <a:pt x="669036" y="865631"/>
                </a:lnTo>
                <a:lnTo>
                  <a:pt x="669036" y="876300"/>
                </a:lnTo>
                <a:close/>
              </a:path>
              <a:path w="1655445" h="876300">
                <a:moveTo>
                  <a:pt x="627888" y="876300"/>
                </a:moveTo>
                <a:lnTo>
                  <a:pt x="595884" y="876300"/>
                </a:lnTo>
                <a:lnTo>
                  <a:pt x="595884" y="865631"/>
                </a:lnTo>
                <a:lnTo>
                  <a:pt x="627888" y="865631"/>
                </a:lnTo>
                <a:lnTo>
                  <a:pt x="627888" y="876300"/>
                </a:lnTo>
                <a:close/>
              </a:path>
              <a:path w="1655445" h="876300">
                <a:moveTo>
                  <a:pt x="585215" y="876300"/>
                </a:moveTo>
                <a:lnTo>
                  <a:pt x="554736" y="876300"/>
                </a:lnTo>
                <a:lnTo>
                  <a:pt x="554736" y="865631"/>
                </a:lnTo>
                <a:lnTo>
                  <a:pt x="585215" y="865631"/>
                </a:lnTo>
                <a:lnTo>
                  <a:pt x="585215" y="876300"/>
                </a:lnTo>
                <a:close/>
              </a:path>
              <a:path w="1655445" h="876300">
                <a:moveTo>
                  <a:pt x="544067" y="876300"/>
                </a:moveTo>
                <a:lnTo>
                  <a:pt x="512064" y="876300"/>
                </a:lnTo>
                <a:lnTo>
                  <a:pt x="512064" y="865631"/>
                </a:lnTo>
                <a:lnTo>
                  <a:pt x="544067" y="865631"/>
                </a:lnTo>
                <a:lnTo>
                  <a:pt x="544067" y="876300"/>
                </a:lnTo>
                <a:close/>
              </a:path>
              <a:path w="1655445" h="876300">
                <a:moveTo>
                  <a:pt x="501396" y="876300"/>
                </a:moveTo>
                <a:lnTo>
                  <a:pt x="470916" y="876300"/>
                </a:lnTo>
                <a:lnTo>
                  <a:pt x="470916" y="865631"/>
                </a:lnTo>
                <a:lnTo>
                  <a:pt x="501396" y="865631"/>
                </a:lnTo>
                <a:lnTo>
                  <a:pt x="501396" y="876300"/>
                </a:lnTo>
                <a:close/>
              </a:path>
              <a:path w="1655445" h="876300">
                <a:moveTo>
                  <a:pt x="460248" y="876300"/>
                </a:moveTo>
                <a:lnTo>
                  <a:pt x="428244" y="876300"/>
                </a:lnTo>
                <a:lnTo>
                  <a:pt x="428244" y="865631"/>
                </a:lnTo>
                <a:lnTo>
                  <a:pt x="460248" y="865631"/>
                </a:lnTo>
                <a:lnTo>
                  <a:pt x="460248" y="876300"/>
                </a:lnTo>
                <a:close/>
              </a:path>
              <a:path w="1655445" h="876300">
                <a:moveTo>
                  <a:pt x="417575" y="876300"/>
                </a:moveTo>
                <a:lnTo>
                  <a:pt x="387096" y="876300"/>
                </a:lnTo>
                <a:lnTo>
                  <a:pt x="387096" y="865631"/>
                </a:lnTo>
                <a:lnTo>
                  <a:pt x="417575" y="865631"/>
                </a:lnTo>
                <a:lnTo>
                  <a:pt x="417575" y="876300"/>
                </a:lnTo>
                <a:close/>
              </a:path>
              <a:path w="1655445" h="876300">
                <a:moveTo>
                  <a:pt x="376428" y="876300"/>
                </a:moveTo>
                <a:lnTo>
                  <a:pt x="344423" y="876300"/>
                </a:lnTo>
                <a:lnTo>
                  <a:pt x="344423" y="865631"/>
                </a:lnTo>
                <a:lnTo>
                  <a:pt x="376428" y="865631"/>
                </a:lnTo>
                <a:lnTo>
                  <a:pt x="376428" y="876300"/>
                </a:lnTo>
                <a:close/>
              </a:path>
              <a:path w="1655445" h="876300">
                <a:moveTo>
                  <a:pt x="333756" y="876300"/>
                </a:moveTo>
                <a:lnTo>
                  <a:pt x="303275" y="876300"/>
                </a:lnTo>
                <a:lnTo>
                  <a:pt x="303275" y="865631"/>
                </a:lnTo>
                <a:lnTo>
                  <a:pt x="333756" y="865631"/>
                </a:lnTo>
                <a:lnTo>
                  <a:pt x="333756" y="876300"/>
                </a:lnTo>
                <a:close/>
              </a:path>
              <a:path w="1655445" h="876300">
                <a:moveTo>
                  <a:pt x="292608" y="876300"/>
                </a:moveTo>
                <a:lnTo>
                  <a:pt x="260603" y="876300"/>
                </a:lnTo>
                <a:lnTo>
                  <a:pt x="260603" y="865631"/>
                </a:lnTo>
                <a:lnTo>
                  <a:pt x="292608" y="865631"/>
                </a:lnTo>
                <a:lnTo>
                  <a:pt x="292608" y="876300"/>
                </a:lnTo>
                <a:close/>
              </a:path>
              <a:path w="1655445" h="876300">
                <a:moveTo>
                  <a:pt x="249936" y="876300"/>
                </a:moveTo>
                <a:lnTo>
                  <a:pt x="219455" y="876300"/>
                </a:lnTo>
                <a:lnTo>
                  <a:pt x="219455" y="865631"/>
                </a:lnTo>
                <a:lnTo>
                  <a:pt x="249936" y="865631"/>
                </a:lnTo>
                <a:lnTo>
                  <a:pt x="249936" y="876300"/>
                </a:lnTo>
                <a:close/>
              </a:path>
              <a:path w="1655445" h="876300">
                <a:moveTo>
                  <a:pt x="208788" y="876300"/>
                </a:moveTo>
                <a:lnTo>
                  <a:pt x="176784" y="876300"/>
                </a:lnTo>
                <a:lnTo>
                  <a:pt x="176784" y="865631"/>
                </a:lnTo>
                <a:lnTo>
                  <a:pt x="208788" y="865631"/>
                </a:lnTo>
                <a:lnTo>
                  <a:pt x="208788" y="876300"/>
                </a:lnTo>
                <a:close/>
              </a:path>
              <a:path w="1655445" h="876300">
                <a:moveTo>
                  <a:pt x="166116" y="876300"/>
                </a:moveTo>
                <a:lnTo>
                  <a:pt x="135636" y="876300"/>
                </a:lnTo>
                <a:lnTo>
                  <a:pt x="135636" y="865631"/>
                </a:lnTo>
                <a:lnTo>
                  <a:pt x="166116" y="865631"/>
                </a:lnTo>
                <a:lnTo>
                  <a:pt x="166116" y="876300"/>
                </a:lnTo>
                <a:close/>
              </a:path>
              <a:path w="1655445" h="876300">
                <a:moveTo>
                  <a:pt x="124967" y="876300"/>
                </a:moveTo>
                <a:lnTo>
                  <a:pt x="92964" y="876300"/>
                </a:lnTo>
                <a:lnTo>
                  <a:pt x="92964" y="865631"/>
                </a:lnTo>
                <a:lnTo>
                  <a:pt x="124967" y="865631"/>
                </a:lnTo>
                <a:lnTo>
                  <a:pt x="124967" y="876300"/>
                </a:lnTo>
                <a:close/>
              </a:path>
              <a:path w="1655445" h="876300">
                <a:moveTo>
                  <a:pt x="82296" y="876300"/>
                </a:moveTo>
                <a:lnTo>
                  <a:pt x="51816" y="876300"/>
                </a:lnTo>
                <a:lnTo>
                  <a:pt x="51816" y="865631"/>
                </a:lnTo>
                <a:lnTo>
                  <a:pt x="82296" y="865631"/>
                </a:lnTo>
                <a:lnTo>
                  <a:pt x="82296" y="876300"/>
                </a:lnTo>
                <a:close/>
              </a:path>
            </a:pathLst>
          </a:custGeom>
          <a:solidFill>
            <a:srgbClr val="2F528E"/>
          </a:solidFill>
        </p:spPr>
        <p:txBody>
          <a:bodyPr wrap="square" lIns="0" tIns="0" rIns="0" bIns="0" rtlCol="0"/>
          <a:lstStyle/>
          <a:p>
            <a:pPr defTabSz="1183325"/>
            <a:endParaRPr sz="2329"/>
          </a:p>
        </p:txBody>
      </p:sp>
      <p:sp>
        <p:nvSpPr>
          <p:cNvPr id="42" name="object 13"/>
          <p:cNvSpPr txBox="1"/>
          <p:nvPr/>
        </p:nvSpPr>
        <p:spPr>
          <a:xfrm>
            <a:off x="466774" y="6729771"/>
            <a:ext cx="1940186" cy="541355"/>
          </a:xfrm>
          <a:prstGeom prst="rect">
            <a:avLst/>
          </a:prstGeom>
        </p:spPr>
        <p:txBody>
          <a:bodyPr vert="horz" wrap="square" lIns="0" tIns="16435" rIns="0" bIns="0" rtlCol="0">
            <a:spAutoFit/>
          </a:bodyPr>
          <a:lstStyle/>
          <a:p>
            <a:pPr marL="16435" marR="6574" defTabSz="1183325">
              <a:lnSpc>
                <a:spcPct val="138000"/>
              </a:lnSpc>
              <a:spcBef>
                <a:spcPts val="129"/>
              </a:spcBef>
              <a:tabLst>
                <a:tab pos="980352" algn="l"/>
              </a:tabLst>
            </a:pPr>
            <a:r>
              <a:rPr sz="1294" dirty="0">
                <a:latin typeface="Calibri"/>
                <a:cs typeface="Calibri"/>
              </a:rPr>
              <a:t>PRINT</a:t>
            </a:r>
            <a:r>
              <a:rPr sz="1294" spc="-45" dirty="0">
                <a:latin typeface="Calibri"/>
                <a:cs typeface="Calibri"/>
              </a:rPr>
              <a:t> </a:t>
            </a:r>
            <a:r>
              <a:rPr sz="1294" dirty="0">
                <a:latin typeface="Calibri"/>
                <a:cs typeface="Calibri"/>
              </a:rPr>
              <a:t>“Name</a:t>
            </a:r>
            <a:r>
              <a:rPr sz="1294" spc="-45" dirty="0">
                <a:latin typeface="Calibri"/>
                <a:cs typeface="Calibri"/>
              </a:rPr>
              <a:t> </a:t>
            </a:r>
            <a:r>
              <a:rPr sz="1294" dirty="0">
                <a:latin typeface="Calibri"/>
                <a:cs typeface="Calibri"/>
              </a:rPr>
              <a:t>:</a:t>
            </a:r>
            <a:r>
              <a:rPr sz="1294" spc="-6" dirty="0">
                <a:latin typeface="Calibri"/>
                <a:cs typeface="Calibri"/>
              </a:rPr>
              <a:t> </a:t>
            </a:r>
            <a:r>
              <a:rPr sz="1294" spc="-13" dirty="0">
                <a:latin typeface="Calibri"/>
                <a:cs typeface="Calibri"/>
              </a:rPr>
              <a:t>Mohammed” </a:t>
            </a:r>
            <a:r>
              <a:rPr sz="1294" dirty="0">
                <a:latin typeface="Calibri"/>
                <a:cs typeface="Calibri"/>
              </a:rPr>
              <a:t>PRINT</a:t>
            </a:r>
            <a:r>
              <a:rPr sz="1294" spc="-58" dirty="0">
                <a:latin typeface="Calibri"/>
                <a:cs typeface="Calibri"/>
              </a:rPr>
              <a:t> </a:t>
            </a:r>
            <a:r>
              <a:rPr sz="1294" spc="-26" dirty="0">
                <a:latin typeface="Calibri"/>
                <a:cs typeface="Calibri"/>
              </a:rPr>
              <a:t>“Age</a:t>
            </a:r>
            <a:r>
              <a:rPr sz="1294" dirty="0">
                <a:latin typeface="Calibri"/>
                <a:cs typeface="Calibri"/>
              </a:rPr>
              <a:t>	:</a:t>
            </a:r>
            <a:r>
              <a:rPr sz="1294" spc="6" dirty="0">
                <a:latin typeface="Calibri"/>
                <a:cs typeface="Calibri"/>
              </a:rPr>
              <a:t> </a:t>
            </a:r>
            <a:r>
              <a:rPr sz="1294" spc="-32" dirty="0">
                <a:latin typeface="Calibri"/>
                <a:cs typeface="Calibri"/>
              </a:rPr>
              <a:t>44”</a:t>
            </a:r>
            <a:endParaRPr sz="1294">
              <a:latin typeface="Calibri"/>
              <a:cs typeface="Calibri"/>
            </a:endParaRPr>
          </a:p>
        </p:txBody>
      </p:sp>
      <p:sp>
        <p:nvSpPr>
          <p:cNvPr id="43" name="object 14"/>
          <p:cNvSpPr/>
          <p:nvPr/>
        </p:nvSpPr>
        <p:spPr>
          <a:xfrm>
            <a:off x="1015701" y="6279596"/>
            <a:ext cx="657412" cy="361576"/>
          </a:xfrm>
          <a:custGeom>
            <a:avLst/>
            <a:gdLst/>
            <a:ahLst/>
            <a:cxnLst/>
            <a:rect l="l" t="t" r="r" b="b"/>
            <a:pathLst>
              <a:path w="508000" h="279400">
                <a:moveTo>
                  <a:pt x="268223" y="278891"/>
                </a:moveTo>
                <a:lnTo>
                  <a:pt x="0" y="0"/>
                </a:lnTo>
                <a:lnTo>
                  <a:pt x="507491" y="0"/>
                </a:lnTo>
                <a:lnTo>
                  <a:pt x="268223" y="278891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pPr defTabSz="1183325"/>
            <a:endParaRPr sz="2329"/>
          </a:p>
        </p:txBody>
      </p:sp>
      <p:pic>
        <p:nvPicPr>
          <p:cNvPr id="44" name="object 1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52809" y="4161415"/>
            <a:ext cx="1382537" cy="2057041"/>
          </a:xfrm>
          <a:prstGeom prst="rect">
            <a:avLst/>
          </a:prstGeom>
        </p:spPr>
      </p:pic>
      <p:sp>
        <p:nvSpPr>
          <p:cNvPr id="45" name="object 16"/>
          <p:cNvSpPr txBox="1"/>
          <p:nvPr/>
        </p:nvSpPr>
        <p:spPr>
          <a:xfrm>
            <a:off x="987402" y="4184424"/>
            <a:ext cx="655768" cy="474541"/>
          </a:xfrm>
          <a:prstGeom prst="rect">
            <a:avLst/>
          </a:prstGeom>
        </p:spPr>
        <p:txBody>
          <a:bodyPr vert="horz" wrap="square" lIns="0" tIns="16435" rIns="0" bIns="0" rtlCol="0">
            <a:spAutoFit/>
          </a:bodyPr>
          <a:lstStyle/>
          <a:p>
            <a:pPr marL="142163" marR="6574" indent="-126550" defTabSz="1183325">
              <a:spcBef>
                <a:spcPts val="129"/>
              </a:spcBef>
            </a:pPr>
            <a:r>
              <a:rPr sz="1488" spc="-13" dirty="0">
                <a:solidFill>
                  <a:srgbClr val="FFFFFF"/>
                </a:solidFill>
                <a:latin typeface="Comic Sans MS"/>
                <a:cs typeface="Comic Sans MS"/>
              </a:rPr>
              <a:t>Source </a:t>
            </a:r>
            <a:r>
              <a:rPr sz="1488" spc="-26" dirty="0">
                <a:solidFill>
                  <a:srgbClr val="FFFFFF"/>
                </a:solidFill>
                <a:latin typeface="Comic Sans MS"/>
                <a:cs typeface="Comic Sans MS"/>
              </a:rPr>
              <a:t>Code</a:t>
            </a:r>
            <a:endParaRPr sz="1488">
              <a:latin typeface="Comic Sans MS"/>
              <a:cs typeface="Comic Sans MS"/>
            </a:endParaRPr>
          </a:p>
        </p:txBody>
      </p:sp>
      <p:sp>
        <p:nvSpPr>
          <p:cNvPr id="46" name="object 17"/>
          <p:cNvSpPr/>
          <p:nvPr/>
        </p:nvSpPr>
        <p:spPr>
          <a:xfrm>
            <a:off x="3707801" y="4183110"/>
            <a:ext cx="1380565" cy="2055234"/>
          </a:xfrm>
          <a:custGeom>
            <a:avLst/>
            <a:gdLst/>
            <a:ahLst/>
            <a:cxnLst/>
            <a:rect l="l" t="t" r="r" b="b"/>
            <a:pathLst>
              <a:path w="1066800" h="1588135">
                <a:moveTo>
                  <a:pt x="838200" y="1588008"/>
                </a:moveTo>
                <a:lnTo>
                  <a:pt x="228600" y="1588008"/>
                </a:lnTo>
                <a:lnTo>
                  <a:pt x="182460" y="1583165"/>
                </a:lnTo>
                <a:lnTo>
                  <a:pt x="139517" y="1569267"/>
                </a:lnTo>
                <a:lnTo>
                  <a:pt x="100682" y="1547261"/>
                </a:lnTo>
                <a:lnTo>
                  <a:pt x="66865" y="1518094"/>
                </a:lnTo>
                <a:lnTo>
                  <a:pt x="38978" y="1482712"/>
                </a:lnTo>
                <a:lnTo>
                  <a:pt x="17930" y="1442061"/>
                </a:lnTo>
                <a:lnTo>
                  <a:pt x="4634" y="1397088"/>
                </a:lnTo>
                <a:lnTo>
                  <a:pt x="0" y="1348739"/>
                </a:lnTo>
                <a:lnTo>
                  <a:pt x="0" y="239267"/>
                </a:lnTo>
                <a:lnTo>
                  <a:pt x="4634" y="190919"/>
                </a:lnTo>
                <a:lnTo>
                  <a:pt x="17930" y="145946"/>
                </a:lnTo>
                <a:lnTo>
                  <a:pt x="38978" y="105295"/>
                </a:lnTo>
                <a:lnTo>
                  <a:pt x="66865" y="69913"/>
                </a:lnTo>
                <a:lnTo>
                  <a:pt x="100682" y="40746"/>
                </a:lnTo>
                <a:lnTo>
                  <a:pt x="139517" y="18740"/>
                </a:lnTo>
                <a:lnTo>
                  <a:pt x="182460" y="4842"/>
                </a:lnTo>
                <a:lnTo>
                  <a:pt x="228600" y="0"/>
                </a:lnTo>
                <a:lnTo>
                  <a:pt x="838200" y="0"/>
                </a:lnTo>
                <a:lnTo>
                  <a:pt x="884339" y="4842"/>
                </a:lnTo>
                <a:lnTo>
                  <a:pt x="927282" y="18740"/>
                </a:lnTo>
                <a:lnTo>
                  <a:pt x="966117" y="40746"/>
                </a:lnTo>
                <a:lnTo>
                  <a:pt x="999934" y="69913"/>
                </a:lnTo>
                <a:lnTo>
                  <a:pt x="1027821" y="105295"/>
                </a:lnTo>
                <a:lnTo>
                  <a:pt x="1048869" y="145946"/>
                </a:lnTo>
                <a:lnTo>
                  <a:pt x="1062165" y="190919"/>
                </a:lnTo>
                <a:lnTo>
                  <a:pt x="1066800" y="239267"/>
                </a:lnTo>
                <a:lnTo>
                  <a:pt x="1066800" y="1348739"/>
                </a:lnTo>
                <a:lnTo>
                  <a:pt x="1062165" y="1397088"/>
                </a:lnTo>
                <a:lnTo>
                  <a:pt x="1048869" y="1442061"/>
                </a:lnTo>
                <a:lnTo>
                  <a:pt x="1027821" y="1482712"/>
                </a:lnTo>
                <a:lnTo>
                  <a:pt x="999934" y="1518094"/>
                </a:lnTo>
                <a:lnTo>
                  <a:pt x="966117" y="1547261"/>
                </a:lnTo>
                <a:lnTo>
                  <a:pt x="927282" y="1569267"/>
                </a:lnTo>
                <a:lnTo>
                  <a:pt x="884339" y="1583165"/>
                </a:lnTo>
                <a:lnTo>
                  <a:pt x="838200" y="1588008"/>
                </a:lnTo>
                <a:close/>
              </a:path>
            </a:pathLst>
          </a:custGeom>
          <a:solidFill>
            <a:srgbClr val="ED7C31"/>
          </a:solidFill>
        </p:spPr>
        <p:txBody>
          <a:bodyPr wrap="square" lIns="0" tIns="0" rIns="0" bIns="0" rtlCol="0"/>
          <a:lstStyle/>
          <a:p>
            <a:pPr defTabSz="1183325"/>
            <a:endParaRPr sz="2329"/>
          </a:p>
        </p:txBody>
      </p:sp>
      <p:sp>
        <p:nvSpPr>
          <p:cNvPr id="47" name="object 18"/>
          <p:cNvSpPr txBox="1"/>
          <p:nvPr/>
        </p:nvSpPr>
        <p:spPr>
          <a:xfrm>
            <a:off x="3999006" y="4206151"/>
            <a:ext cx="794646" cy="245569"/>
          </a:xfrm>
          <a:prstGeom prst="rect">
            <a:avLst/>
          </a:prstGeom>
        </p:spPr>
        <p:txBody>
          <a:bodyPr vert="horz" wrap="square" lIns="0" tIns="16435" rIns="0" bIns="0" rtlCol="0">
            <a:spAutoFit/>
          </a:bodyPr>
          <a:lstStyle/>
          <a:p>
            <a:pPr marL="16435" defTabSz="1183325">
              <a:spcBef>
                <a:spcPts val="129"/>
              </a:spcBef>
            </a:pPr>
            <a:r>
              <a:rPr sz="1488" spc="-13" dirty="0">
                <a:solidFill>
                  <a:srgbClr val="FFFFFF"/>
                </a:solidFill>
                <a:latin typeface="Comic Sans MS"/>
                <a:cs typeface="Comic Sans MS"/>
              </a:rPr>
              <a:t>Compiler</a:t>
            </a:r>
            <a:endParaRPr sz="1488">
              <a:latin typeface="Comic Sans MS"/>
              <a:cs typeface="Comic Sans MS"/>
            </a:endParaRPr>
          </a:p>
        </p:txBody>
      </p:sp>
      <p:grpSp>
        <p:nvGrpSpPr>
          <p:cNvPr id="48" name="object 19"/>
          <p:cNvGrpSpPr/>
          <p:nvPr/>
        </p:nvGrpSpPr>
        <p:grpSpPr>
          <a:xfrm>
            <a:off x="3993777" y="4804365"/>
            <a:ext cx="844774" cy="882575"/>
            <a:chOff x="2933700" y="3712464"/>
            <a:chExt cx="652780" cy="681990"/>
          </a:xfrm>
        </p:grpSpPr>
        <p:sp>
          <p:nvSpPr>
            <p:cNvPr id="49" name="object 20"/>
            <p:cNvSpPr/>
            <p:nvPr/>
          </p:nvSpPr>
          <p:spPr>
            <a:xfrm>
              <a:off x="2933700" y="3712464"/>
              <a:ext cx="652780" cy="681990"/>
            </a:xfrm>
            <a:custGeom>
              <a:avLst/>
              <a:gdLst/>
              <a:ahLst/>
              <a:cxnLst/>
              <a:rect l="l" t="t" r="r" b="b"/>
              <a:pathLst>
                <a:path w="652779" h="681989">
                  <a:moveTo>
                    <a:pt x="270881" y="123190"/>
                  </a:moveTo>
                  <a:lnTo>
                    <a:pt x="232433" y="123190"/>
                  </a:lnTo>
                  <a:lnTo>
                    <a:pt x="239267" y="120650"/>
                  </a:lnTo>
                  <a:lnTo>
                    <a:pt x="245268" y="116840"/>
                  </a:lnTo>
                  <a:lnTo>
                    <a:pt x="249554" y="111760"/>
                  </a:lnTo>
                  <a:lnTo>
                    <a:pt x="252126" y="105410"/>
                  </a:lnTo>
                  <a:lnTo>
                    <a:pt x="252983" y="97790"/>
                  </a:lnTo>
                  <a:lnTo>
                    <a:pt x="252983" y="34290"/>
                  </a:lnTo>
                  <a:lnTo>
                    <a:pt x="255650" y="20320"/>
                  </a:lnTo>
                  <a:lnTo>
                    <a:pt x="262889" y="8890"/>
                  </a:lnTo>
                  <a:lnTo>
                    <a:pt x="273557" y="2540"/>
                  </a:lnTo>
                  <a:lnTo>
                    <a:pt x="286511" y="0"/>
                  </a:lnTo>
                  <a:lnTo>
                    <a:pt x="364235" y="0"/>
                  </a:lnTo>
                  <a:lnTo>
                    <a:pt x="377190" y="2540"/>
                  </a:lnTo>
                  <a:lnTo>
                    <a:pt x="387858" y="8890"/>
                  </a:lnTo>
                  <a:lnTo>
                    <a:pt x="395097" y="20320"/>
                  </a:lnTo>
                  <a:lnTo>
                    <a:pt x="396066" y="25400"/>
                  </a:lnTo>
                  <a:lnTo>
                    <a:pt x="281940" y="25400"/>
                  </a:lnTo>
                  <a:lnTo>
                    <a:pt x="277367" y="29210"/>
                  </a:lnTo>
                  <a:lnTo>
                    <a:pt x="277367" y="97790"/>
                  </a:lnTo>
                  <a:lnTo>
                    <a:pt x="275415" y="113030"/>
                  </a:lnTo>
                  <a:lnTo>
                    <a:pt x="270881" y="123190"/>
                  </a:lnTo>
                  <a:close/>
                </a:path>
                <a:path w="652779" h="681989">
                  <a:moveTo>
                    <a:pt x="431482" y="147320"/>
                  </a:moveTo>
                  <a:lnTo>
                    <a:pt x="417742" y="147320"/>
                  </a:lnTo>
                  <a:lnTo>
                    <a:pt x="403859" y="143510"/>
                  </a:lnTo>
                  <a:lnTo>
                    <a:pt x="391382" y="137160"/>
                  </a:lnTo>
                  <a:lnTo>
                    <a:pt x="381762" y="125730"/>
                  </a:lnTo>
                  <a:lnTo>
                    <a:pt x="375570" y="113030"/>
                  </a:lnTo>
                  <a:lnTo>
                    <a:pt x="373380" y="97790"/>
                  </a:lnTo>
                  <a:lnTo>
                    <a:pt x="373380" y="29210"/>
                  </a:lnTo>
                  <a:lnTo>
                    <a:pt x="370332" y="25400"/>
                  </a:lnTo>
                  <a:lnTo>
                    <a:pt x="396066" y="25400"/>
                  </a:lnTo>
                  <a:lnTo>
                    <a:pt x="397764" y="34290"/>
                  </a:lnTo>
                  <a:lnTo>
                    <a:pt x="397764" y="97790"/>
                  </a:lnTo>
                  <a:lnTo>
                    <a:pt x="398859" y="105410"/>
                  </a:lnTo>
                  <a:lnTo>
                    <a:pt x="401955" y="111760"/>
                  </a:lnTo>
                  <a:lnTo>
                    <a:pt x="406765" y="116840"/>
                  </a:lnTo>
                  <a:lnTo>
                    <a:pt x="413003" y="120650"/>
                  </a:lnTo>
                  <a:lnTo>
                    <a:pt x="419838" y="123190"/>
                  </a:lnTo>
                  <a:lnTo>
                    <a:pt x="465429" y="123190"/>
                  </a:lnTo>
                  <a:lnTo>
                    <a:pt x="455675" y="133350"/>
                  </a:lnTo>
                  <a:lnTo>
                    <a:pt x="444365" y="142240"/>
                  </a:lnTo>
                  <a:lnTo>
                    <a:pt x="431482" y="147320"/>
                  </a:lnTo>
                  <a:close/>
                </a:path>
                <a:path w="652779" h="681989">
                  <a:moveTo>
                    <a:pt x="146494" y="621030"/>
                  </a:moveTo>
                  <a:lnTo>
                    <a:pt x="67056" y="553720"/>
                  </a:lnTo>
                  <a:lnTo>
                    <a:pt x="57911" y="528320"/>
                  </a:lnTo>
                  <a:lnTo>
                    <a:pt x="58483" y="521970"/>
                  </a:lnTo>
                  <a:lnTo>
                    <a:pt x="60197" y="514350"/>
                  </a:lnTo>
                  <a:lnTo>
                    <a:pt x="63055" y="509270"/>
                  </a:lnTo>
                  <a:lnTo>
                    <a:pt x="67056" y="504190"/>
                  </a:lnTo>
                  <a:lnTo>
                    <a:pt x="111251" y="458470"/>
                  </a:lnTo>
                  <a:lnTo>
                    <a:pt x="115181" y="452120"/>
                  </a:lnTo>
                  <a:lnTo>
                    <a:pt x="117538" y="445770"/>
                  </a:lnTo>
                  <a:lnTo>
                    <a:pt x="117895" y="439420"/>
                  </a:lnTo>
                  <a:lnTo>
                    <a:pt x="115824" y="431800"/>
                  </a:lnTo>
                  <a:lnTo>
                    <a:pt x="111847" y="425450"/>
                  </a:lnTo>
                  <a:lnTo>
                    <a:pt x="106870" y="421640"/>
                  </a:lnTo>
                  <a:lnTo>
                    <a:pt x="101036" y="417830"/>
                  </a:lnTo>
                  <a:lnTo>
                    <a:pt x="94488" y="416560"/>
                  </a:lnTo>
                  <a:lnTo>
                    <a:pt x="33527" y="416560"/>
                  </a:lnTo>
                  <a:lnTo>
                    <a:pt x="20573" y="414020"/>
                  </a:lnTo>
                  <a:lnTo>
                    <a:pt x="9906" y="406400"/>
                  </a:lnTo>
                  <a:lnTo>
                    <a:pt x="2667" y="396240"/>
                  </a:lnTo>
                  <a:lnTo>
                    <a:pt x="0" y="382270"/>
                  </a:lnTo>
                  <a:lnTo>
                    <a:pt x="0" y="299720"/>
                  </a:lnTo>
                  <a:lnTo>
                    <a:pt x="2667" y="287020"/>
                  </a:lnTo>
                  <a:lnTo>
                    <a:pt x="9906" y="275590"/>
                  </a:lnTo>
                  <a:lnTo>
                    <a:pt x="20573" y="267970"/>
                  </a:lnTo>
                  <a:lnTo>
                    <a:pt x="33527" y="264160"/>
                  </a:lnTo>
                  <a:lnTo>
                    <a:pt x="101036" y="264160"/>
                  </a:lnTo>
                  <a:lnTo>
                    <a:pt x="106870" y="260350"/>
                  </a:lnTo>
                  <a:lnTo>
                    <a:pt x="111847" y="256540"/>
                  </a:lnTo>
                  <a:lnTo>
                    <a:pt x="115824" y="248920"/>
                  </a:lnTo>
                  <a:lnTo>
                    <a:pt x="117895" y="242570"/>
                  </a:lnTo>
                  <a:lnTo>
                    <a:pt x="117538" y="236220"/>
                  </a:lnTo>
                  <a:lnTo>
                    <a:pt x="115181" y="229870"/>
                  </a:lnTo>
                  <a:lnTo>
                    <a:pt x="111251" y="223520"/>
                  </a:lnTo>
                  <a:lnTo>
                    <a:pt x="67056" y="177800"/>
                  </a:lnTo>
                  <a:lnTo>
                    <a:pt x="63055" y="172720"/>
                  </a:lnTo>
                  <a:lnTo>
                    <a:pt x="60197" y="166370"/>
                  </a:lnTo>
                  <a:lnTo>
                    <a:pt x="58483" y="160020"/>
                  </a:lnTo>
                  <a:lnTo>
                    <a:pt x="57911" y="153670"/>
                  </a:lnTo>
                  <a:lnTo>
                    <a:pt x="58388" y="147320"/>
                  </a:lnTo>
                  <a:lnTo>
                    <a:pt x="58483" y="146050"/>
                  </a:lnTo>
                  <a:lnTo>
                    <a:pt x="123443" y="71120"/>
                  </a:lnTo>
                  <a:lnTo>
                    <a:pt x="146494" y="60960"/>
                  </a:lnTo>
                  <a:lnTo>
                    <a:pt x="159234" y="63500"/>
                  </a:lnTo>
                  <a:lnTo>
                    <a:pt x="170688" y="71120"/>
                  </a:lnTo>
                  <a:lnTo>
                    <a:pt x="183726" y="85090"/>
                  </a:lnTo>
                  <a:lnTo>
                    <a:pt x="143256" y="85090"/>
                  </a:lnTo>
                  <a:lnTo>
                    <a:pt x="140208" y="88900"/>
                  </a:lnTo>
                  <a:lnTo>
                    <a:pt x="85343" y="146050"/>
                  </a:lnTo>
                  <a:lnTo>
                    <a:pt x="80772" y="149860"/>
                  </a:lnTo>
                  <a:lnTo>
                    <a:pt x="80772" y="156210"/>
                  </a:lnTo>
                  <a:lnTo>
                    <a:pt x="85343" y="161290"/>
                  </a:lnTo>
                  <a:lnTo>
                    <a:pt x="128016" y="204470"/>
                  </a:lnTo>
                  <a:lnTo>
                    <a:pt x="136540" y="217170"/>
                  </a:lnTo>
                  <a:lnTo>
                    <a:pt x="141350" y="229870"/>
                  </a:lnTo>
                  <a:lnTo>
                    <a:pt x="142160" y="245110"/>
                  </a:lnTo>
                  <a:lnTo>
                    <a:pt x="138683" y="260350"/>
                  </a:lnTo>
                  <a:lnTo>
                    <a:pt x="131349" y="273050"/>
                  </a:lnTo>
                  <a:lnTo>
                    <a:pt x="121158" y="281940"/>
                  </a:lnTo>
                  <a:lnTo>
                    <a:pt x="108680" y="288290"/>
                  </a:lnTo>
                  <a:lnTo>
                    <a:pt x="94488" y="290830"/>
                  </a:lnTo>
                  <a:lnTo>
                    <a:pt x="28956" y="290830"/>
                  </a:lnTo>
                  <a:lnTo>
                    <a:pt x="24383" y="294640"/>
                  </a:lnTo>
                  <a:lnTo>
                    <a:pt x="24383" y="386080"/>
                  </a:lnTo>
                  <a:lnTo>
                    <a:pt x="28956" y="391160"/>
                  </a:lnTo>
                  <a:lnTo>
                    <a:pt x="94488" y="391160"/>
                  </a:lnTo>
                  <a:lnTo>
                    <a:pt x="108680" y="393700"/>
                  </a:lnTo>
                  <a:lnTo>
                    <a:pt x="121158" y="400050"/>
                  </a:lnTo>
                  <a:lnTo>
                    <a:pt x="131349" y="410210"/>
                  </a:lnTo>
                  <a:lnTo>
                    <a:pt x="138683" y="422910"/>
                  </a:lnTo>
                  <a:lnTo>
                    <a:pt x="142160" y="436880"/>
                  </a:lnTo>
                  <a:lnTo>
                    <a:pt x="141350" y="450850"/>
                  </a:lnTo>
                  <a:lnTo>
                    <a:pt x="136540" y="464820"/>
                  </a:lnTo>
                  <a:lnTo>
                    <a:pt x="128016" y="476250"/>
                  </a:lnTo>
                  <a:lnTo>
                    <a:pt x="85343" y="521970"/>
                  </a:lnTo>
                  <a:lnTo>
                    <a:pt x="80772" y="524510"/>
                  </a:lnTo>
                  <a:lnTo>
                    <a:pt x="80772" y="530860"/>
                  </a:lnTo>
                  <a:lnTo>
                    <a:pt x="85343" y="535940"/>
                  </a:lnTo>
                  <a:lnTo>
                    <a:pt x="140208" y="593090"/>
                  </a:lnTo>
                  <a:lnTo>
                    <a:pt x="143256" y="596900"/>
                  </a:lnTo>
                  <a:lnTo>
                    <a:pt x="184099" y="596900"/>
                  </a:lnTo>
                  <a:lnTo>
                    <a:pt x="170688" y="610870"/>
                  </a:lnTo>
                  <a:lnTo>
                    <a:pt x="159234" y="618490"/>
                  </a:lnTo>
                  <a:lnTo>
                    <a:pt x="146494" y="621030"/>
                  </a:lnTo>
                  <a:close/>
                </a:path>
                <a:path w="652779" h="681989">
                  <a:moveTo>
                    <a:pt x="465429" y="123190"/>
                  </a:moveTo>
                  <a:lnTo>
                    <a:pt x="426529" y="123190"/>
                  </a:lnTo>
                  <a:lnTo>
                    <a:pt x="432935" y="120650"/>
                  </a:lnTo>
                  <a:lnTo>
                    <a:pt x="438911" y="116840"/>
                  </a:lnTo>
                  <a:lnTo>
                    <a:pt x="481583" y="71120"/>
                  </a:lnTo>
                  <a:lnTo>
                    <a:pt x="492394" y="63500"/>
                  </a:lnTo>
                  <a:lnTo>
                    <a:pt x="505205" y="60960"/>
                  </a:lnTo>
                  <a:lnTo>
                    <a:pt x="518017" y="63500"/>
                  </a:lnTo>
                  <a:lnTo>
                    <a:pt x="528827" y="71120"/>
                  </a:lnTo>
                  <a:lnTo>
                    <a:pt x="542239" y="85090"/>
                  </a:lnTo>
                  <a:lnTo>
                    <a:pt x="502919" y="85090"/>
                  </a:lnTo>
                  <a:lnTo>
                    <a:pt x="498348" y="88900"/>
                  </a:lnTo>
                  <a:lnTo>
                    <a:pt x="465429" y="123190"/>
                  </a:lnTo>
                  <a:close/>
                </a:path>
                <a:path w="652779" h="681989">
                  <a:moveTo>
                    <a:pt x="234529" y="147320"/>
                  </a:moveTo>
                  <a:lnTo>
                    <a:pt x="220789" y="147320"/>
                  </a:lnTo>
                  <a:lnTo>
                    <a:pt x="207906" y="142240"/>
                  </a:lnTo>
                  <a:lnTo>
                    <a:pt x="196596" y="133350"/>
                  </a:lnTo>
                  <a:lnTo>
                    <a:pt x="153924" y="88900"/>
                  </a:lnTo>
                  <a:lnTo>
                    <a:pt x="149351" y="85090"/>
                  </a:lnTo>
                  <a:lnTo>
                    <a:pt x="183726" y="85090"/>
                  </a:lnTo>
                  <a:lnTo>
                    <a:pt x="213359" y="116840"/>
                  </a:lnTo>
                  <a:lnTo>
                    <a:pt x="219336" y="120650"/>
                  </a:lnTo>
                  <a:lnTo>
                    <a:pt x="225742" y="123190"/>
                  </a:lnTo>
                  <a:lnTo>
                    <a:pt x="270881" y="123190"/>
                  </a:lnTo>
                  <a:lnTo>
                    <a:pt x="269747" y="125730"/>
                  </a:lnTo>
                  <a:lnTo>
                    <a:pt x="260651" y="137160"/>
                  </a:lnTo>
                  <a:lnTo>
                    <a:pt x="248411" y="143510"/>
                  </a:lnTo>
                  <a:lnTo>
                    <a:pt x="234529" y="147320"/>
                  </a:lnTo>
                  <a:close/>
                </a:path>
                <a:path w="652779" h="681989">
                  <a:moveTo>
                    <a:pt x="542239" y="596900"/>
                  </a:moveTo>
                  <a:lnTo>
                    <a:pt x="507492" y="596900"/>
                  </a:lnTo>
                  <a:lnTo>
                    <a:pt x="512064" y="593090"/>
                  </a:lnTo>
                  <a:lnTo>
                    <a:pt x="566927" y="535940"/>
                  </a:lnTo>
                  <a:lnTo>
                    <a:pt x="569975" y="530860"/>
                  </a:lnTo>
                  <a:lnTo>
                    <a:pt x="569975" y="524510"/>
                  </a:lnTo>
                  <a:lnTo>
                    <a:pt x="566927" y="521970"/>
                  </a:lnTo>
                  <a:lnTo>
                    <a:pt x="524256" y="476250"/>
                  </a:lnTo>
                  <a:lnTo>
                    <a:pt x="515088" y="464820"/>
                  </a:lnTo>
                  <a:lnTo>
                    <a:pt x="510349" y="450850"/>
                  </a:lnTo>
                  <a:lnTo>
                    <a:pt x="509979" y="439420"/>
                  </a:lnTo>
                  <a:lnTo>
                    <a:pt x="509897" y="436880"/>
                  </a:lnTo>
                  <a:lnTo>
                    <a:pt x="531114" y="400050"/>
                  </a:lnTo>
                  <a:lnTo>
                    <a:pt x="557783" y="391160"/>
                  </a:lnTo>
                  <a:lnTo>
                    <a:pt x="623316" y="391160"/>
                  </a:lnTo>
                  <a:lnTo>
                    <a:pt x="627888" y="386080"/>
                  </a:lnTo>
                  <a:lnTo>
                    <a:pt x="627888" y="294640"/>
                  </a:lnTo>
                  <a:lnTo>
                    <a:pt x="623316" y="290830"/>
                  </a:lnTo>
                  <a:lnTo>
                    <a:pt x="557783" y="290830"/>
                  </a:lnTo>
                  <a:lnTo>
                    <a:pt x="543591" y="288290"/>
                  </a:lnTo>
                  <a:lnTo>
                    <a:pt x="531114" y="281940"/>
                  </a:lnTo>
                  <a:lnTo>
                    <a:pt x="520922" y="273050"/>
                  </a:lnTo>
                  <a:lnTo>
                    <a:pt x="513588" y="260350"/>
                  </a:lnTo>
                  <a:lnTo>
                    <a:pt x="509897" y="245110"/>
                  </a:lnTo>
                  <a:lnTo>
                    <a:pt x="510349" y="229870"/>
                  </a:lnTo>
                  <a:lnTo>
                    <a:pt x="515088" y="217170"/>
                  </a:lnTo>
                  <a:lnTo>
                    <a:pt x="524256" y="204470"/>
                  </a:lnTo>
                  <a:lnTo>
                    <a:pt x="566927" y="161290"/>
                  </a:lnTo>
                  <a:lnTo>
                    <a:pt x="569975" y="156210"/>
                  </a:lnTo>
                  <a:lnTo>
                    <a:pt x="569975" y="149860"/>
                  </a:lnTo>
                  <a:lnTo>
                    <a:pt x="566927" y="146050"/>
                  </a:lnTo>
                  <a:lnTo>
                    <a:pt x="512064" y="88900"/>
                  </a:lnTo>
                  <a:lnTo>
                    <a:pt x="507492" y="85090"/>
                  </a:lnTo>
                  <a:lnTo>
                    <a:pt x="542239" y="85090"/>
                  </a:lnTo>
                  <a:lnTo>
                    <a:pt x="583692" y="128270"/>
                  </a:lnTo>
                  <a:lnTo>
                    <a:pt x="592835" y="153670"/>
                  </a:lnTo>
                  <a:lnTo>
                    <a:pt x="592264" y="160020"/>
                  </a:lnTo>
                  <a:lnTo>
                    <a:pt x="590550" y="166370"/>
                  </a:lnTo>
                  <a:lnTo>
                    <a:pt x="587692" y="172720"/>
                  </a:lnTo>
                  <a:lnTo>
                    <a:pt x="583692" y="177800"/>
                  </a:lnTo>
                  <a:lnTo>
                    <a:pt x="541019" y="223520"/>
                  </a:lnTo>
                  <a:lnTo>
                    <a:pt x="536424" y="229870"/>
                  </a:lnTo>
                  <a:lnTo>
                    <a:pt x="533971" y="236220"/>
                  </a:lnTo>
                  <a:lnTo>
                    <a:pt x="533519" y="242570"/>
                  </a:lnTo>
                  <a:lnTo>
                    <a:pt x="534924" y="248920"/>
                  </a:lnTo>
                  <a:lnTo>
                    <a:pt x="538924" y="256540"/>
                  </a:lnTo>
                  <a:lnTo>
                    <a:pt x="544068" y="260350"/>
                  </a:lnTo>
                  <a:lnTo>
                    <a:pt x="550354" y="264160"/>
                  </a:lnTo>
                  <a:lnTo>
                    <a:pt x="618743" y="264160"/>
                  </a:lnTo>
                  <a:lnTo>
                    <a:pt x="631698" y="267970"/>
                  </a:lnTo>
                  <a:lnTo>
                    <a:pt x="642366" y="275590"/>
                  </a:lnTo>
                  <a:lnTo>
                    <a:pt x="649605" y="287020"/>
                  </a:lnTo>
                  <a:lnTo>
                    <a:pt x="652272" y="299720"/>
                  </a:lnTo>
                  <a:lnTo>
                    <a:pt x="652272" y="382270"/>
                  </a:lnTo>
                  <a:lnTo>
                    <a:pt x="649605" y="396240"/>
                  </a:lnTo>
                  <a:lnTo>
                    <a:pt x="642366" y="406400"/>
                  </a:lnTo>
                  <a:lnTo>
                    <a:pt x="631698" y="414020"/>
                  </a:lnTo>
                  <a:lnTo>
                    <a:pt x="618743" y="416560"/>
                  </a:lnTo>
                  <a:lnTo>
                    <a:pt x="557783" y="416560"/>
                  </a:lnTo>
                  <a:lnTo>
                    <a:pt x="550354" y="417830"/>
                  </a:lnTo>
                  <a:lnTo>
                    <a:pt x="544068" y="421640"/>
                  </a:lnTo>
                  <a:lnTo>
                    <a:pt x="538924" y="425450"/>
                  </a:lnTo>
                  <a:lnTo>
                    <a:pt x="534924" y="431800"/>
                  </a:lnTo>
                  <a:lnTo>
                    <a:pt x="533519" y="439420"/>
                  </a:lnTo>
                  <a:lnTo>
                    <a:pt x="533971" y="445770"/>
                  </a:lnTo>
                  <a:lnTo>
                    <a:pt x="536424" y="452120"/>
                  </a:lnTo>
                  <a:lnTo>
                    <a:pt x="541019" y="458470"/>
                  </a:lnTo>
                  <a:lnTo>
                    <a:pt x="583692" y="504190"/>
                  </a:lnTo>
                  <a:lnTo>
                    <a:pt x="587692" y="509270"/>
                  </a:lnTo>
                  <a:lnTo>
                    <a:pt x="590550" y="514350"/>
                  </a:lnTo>
                  <a:lnTo>
                    <a:pt x="592264" y="521970"/>
                  </a:lnTo>
                  <a:lnTo>
                    <a:pt x="592835" y="528320"/>
                  </a:lnTo>
                  <a:lnTo>
                    <a:pt x="592454" y="533400"/>
                  </a:lnTo>
                  <a:lnTo>
                    <a:pt x="592359" y="534670"/>
                  </a:lnTo>
                  <a:lnTo>
                    <a:pt x="592264" y="535940"/>
                  </a:lnTo>
                  <a:lnTo>
                    <a:pt x="590550" y="542290"/>
                  </a:lnTo>
                  <a:lnTo>
                    <a:pt x="587692" y="548640"/>
                  </a:lnTo>
                  <a:lnTo>
                    <a:pt x="583692" y="553720"/>
                  </a:lnTo>
                  <a:lnTo>
                    <a:pt x="542239" y="596900"/>
                  </a:lnTo>
                  <a:close/>
                </a:path>
                <a:path w="652779" h="681989">
                  <a:moveTo>
                    <a:pt x="184099" y="596900"/>
                  </a:moveTo>
                  <a:lnTo>
                    <a:pt x="149351" y="596900"/>
                  </a:lnTo>
                  <a:lnTo>
                    <a:pt x="153924" y="593090"/>
                  </a:lnTo>
                  <a:lnTo>
                    <a:pt x="196596" y="547370"/>
                  </a:lnTo>
                  <a:lnTo>
                    <a:pt x="203977" y="542290"/>
                  </a:lnTo>
                  <a:lnTo>
                    <a:pt x="212217" y="537210"/>
                  </a:lnTo>
                  <a:lnTo>
                    <a:pt x="221027" y="533400"/>
                  </a:lnTo>
                  <a:lnTo>
                    <a:pt x="236219" y="533400"/>
                  </a:lnTo>
                  <a:lnTo>
                    <a:pt x="269747" y="554990"/>
                  </a:lnTo>
                  <a:lnTo>
                    <a:pt x="271293" y="558800"/>
                  </a:lnTo>
                  <a:lnTo>
                    <a:pt x="225742" y="558800"/>
                  </a:lnTo>
                  <a:lnTo>
                    <a:pt x="219336" y="561340"/>
                  </a:lnTo>
                  <a:lnTo>
                    <a:pt x="213359" y="566420"/>
                  </a:lnTo>
                  <a:lnTo>
                    <a:pt x="184099" y="596900"/>
                  </a:lnTo>
                  <a:close/>
                </a:path>
                <a:path w="652779" h="681989">
                  <a:moveTo>
                    <a:pt x="395630" y="657860"/>
                  </a:moveTo>
                  <a:lnTo>
                    <a:pt x="370332" y="657860"/>
                  </a:lnTo>
                  <a:lnTo>
                    <a:pt x="373380" y="651510"/>
                  </a:lnTo>
                  <a:lnTo>
                    <a:pt x="373380" y="582930"/>
                  </a:lnTo>
                  <a:lnTo>
                    <a:pt x="391382" y="544830"/>
                  </a:lnTo>
                  <a:lnTo>
                    <a:pt x="417742" y="533400"/>
                  </a:lnTo>
                  <a:lnTo>
                    <a:pt x="431482" y="534670"/>
                  </a:lnTo>
                  <a:lnTo>
                    <a:pt x="444365" y="539750"/>
                  </a:lnTo>
                  <a:lnTo>
                    <a:pt x="455675" y="547370"/>
                  </a:lnTo>
                  <a:lnTo>
                    <a:pt x="466344" y="558800"/>
                  </a:lnTo>
                  <a:lnTo>
                    <a:pt x="419838" y="558800"/>
                  </a:lnTo>
                  <a:lnTo>
                    <a:pt x="413003" y="560070"/>
                  </a:lnTo>
                  <a:lnTo>
                    <a:pt x="406765" y="563880"/>
                  </a:lnTo>
                  <a:lnTo>
                    <a:pt x="401955" y="568960"/>
                  </a:lnTo>
                  <a:lnTo>
                    <a:pt x="398859" y="575310"/>
                  </a:lnTo>
                  <a:lnTo>
                    <a:pt x="397764" y="582930"/>
                  </a:lnTo>
                  <a:lnTo>
                    <a:pt x="397764" y="647700"/>
                  </a:lnTo>
                  <a:lnTo>
                    <a:pt x="395630" y="657860"/>
                  </a:lnTo>
                  <a:close/>
                </a:path>
                <a:path w="652779" h="681989">
                  <a:moveTo>
                    <a:pt x="364235" y="681990"/>
                  </a:moveTo>
                  <a:lnTo>
                    <a:pt x="286511" y="681990"/>
                  </a:lnTo>
                  <a:lnTo>
                    <a:pt x="273557" y="679450"/>
                  </a:lnTo>
                  <a:lnTo>
                    <a:pt x="262889" y="671830"/>
                  </a:lnTo>
                  <a:lnTo>
                    <a:pt x="255650" y="660400"/>
                  </a:lnTo>
                  <a:lnTo>
                    <a:pt x="252983" y="647700"/>
                  </a:lnTo>
                  <a:lnTo>
                    <a:pt x="252983" y="582930"/>
                  </a:lnTo>
                  <a:lnTo>
                    <a:pt x="252126" y="575310"/>
                  </a:lnTo>
                  <a:lnTo>
                    <a:pt x="249554" y="568960"/>
                  </a:lnTo>
                  <a:lnTo>
                    <a:pt x="245268" y="563880"/>
                  </a:lnTo>
                  <a:lnTo>
                    <a:pt x="239267" y="560070"/>
                  </a:lnTo>
                  <a:lnTo>
                    <a:pt x="232433" y="558800"/>
                  </a:lnTo>
                  <a:lnTo>
                    <a:pt x="271293" y="558800"/>
                  </a:lnTo>
                  <a:lnTo>
                    <a:pt x="275415" y="568960"/>
                  </a:lnTo>
                  <a:lnTo>
                    <a:pt x="277367" y="582930"/>
                  </a:lnTo>
                  <a:lnTo>
                    <a:pt x="277367" y="651510"/>
                  </a:lnTo>
                  <a:lnTo>
                    <a:pt x="281940" y="657860"/>
                  </a:lnTo>
                  <a:lnTo>
                    <a:pt x="395630" y="657860"/>
                  </a:lnTo>
                  <a:lnTo>
                    <a:pt x="395097" y="660400"/>
                  </a:lnTo>
                  <a:lnTo>
                    <a:pt x="387858" y="671830"/>
                  </a:lnTo>
                  <a:lnTo>
                    <a:pt x="377190" y="679450"/>
                  </a:lnTo>
                  <a:lnTo>
                    <a:pt x="364235" y="681990"/>
                  </a:lnTo>
                  <a:close/>
                </a:path>
                <a:path w="652779" h="681989">
                  <a:moveTo>
                    <a:pt x="505205" y="621030"/>
                  </a:moveTo>
                  <a:lnTo>
                    <a:pt x="492394" y="618490"/>
                  </a:lnTo>
                  <a:lnTo>
                    <a:pt x="481583" y="610870"/>
                  </a:lnTo>
                  <a:lnTo>
                    <a:pt x="438911" y="566420"/>
                  </a:lnTo>
                  <a:lnTo>
                    <a:pt x="432935" y="561340"/>
                  </a:lnTo>
                  <a:lnTo>
                    <a:pt x="426529" y="558800"/>
                  </a:lnTo>
                  <a:lnTo>
                    <a:pt x="466344" y="558800"/>
                  </a:lnTo>
                  <a:lnTo>
                    <a:pt x="498348" y="593090"/>
                  </a:lnTo>
                  <a:lnTo>
                    <a:pt x="502919" y="596900"/>
                  </a:lnTo>
                  <a:lnTo>
                    <a:pt x="542239" y="596900"/>
                  </a:lnTo>
                  <a:lnTo>
                    <a:pt x="528827" y="610870"/>
                  </a:lnTo>
                  <a:lnTo>
                    <a:pt x="518017" y="618490"/>
                  </a:lnTo>
                  <a:lnTo>
                    <a:pt x="505205" y="62103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pPr defTabSz="1183325"/>
              <a:endParaRPr sz="2329"/>
            </a:p>
          </p:txBody>
        </p:sp>
        <p:pic>
          <p:nvPicPr>
            <p:cNvPr id="50" name="object 21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150107" y="3941063"/>
              <a:ext cx="217932" cy="227076"/>
            </a:xfrm>
            <a:prstGeom prst="rect">
              <a:avLst/>
            </a:prstGeom>
          </p:spPr>
        </p:pic>
      </p:grpSp>
      <p:grpSp>
        <p:nvGrpSpPr>
          <p:cNvPr id="51" name="object 22"/>
          <p:cNvGrpSpPr/>
          <p:nvPr/>
        </p:nvGrpSpPr>
        <p:grpSpPr>
          <a:xfrm>
            <a:off x="5999540" y="6737156"/>
            <a:ext cx="2708536" cy="1132392"/>
            <a:chOff x="4483608" y="5205984"/>
            <a:chExt cx="2092960" cy="875030"/>
          </a:xfrm>
        </p:grpSpPr>
        <p:sp>
          <p:nvSpPr>
            <p:cNvPr id="52" name="object 23"/>
            <p:cNvSpPr/>
            <p:nvPr/>
          </p:nvSpPr>
          <p:spPr>
            <a:xfrm>
              <a:off x="4483608" y="5205984"/>
              <a:ext cx="2092960" cy="875030"/>
            </a:xfrm>
            <a:custGeom>
              <a:avLst/>
              <a:gdLst/>
              <a:ahLst/>
              <a:cxnLst/>
              <a:rect l="l" t="t" r="r" b="b"/>
              <a:pathLst>
                <a:path w="2092959" h="875029">
                  <a:moveTo>
                    <a:pt x="4572" y="870203"/>
                  </a:moveTo>
                  <a:lnTo>
                    <a:pt x="0" y="870203"/>
                  </a:lnTo>
                  <a:lnTo>
                    <a:pt x="0" y="838200"/>
                  </a:lnTo>
                  <a:lnTo>
                    <a:pt x="10667" y="838200"/>
                  </a:lnTo>
                  <a:lnTo>
                    <a:pt x="10667" y="864108"/>
                  </a:lnTo>
                  <a:lnTo>
                    <a:pt x="4572" y="864108"/>
                  </a:lnTo>
                  <a:lnTo>
                    <a:pt x="4572" y="870203"/>
                  </a:lnTo>
                  <a:close/>
                </a:path>
                <a:path w="2092959" h="875029">
                  <a:moveTo>
                    <a:pt x="32003" y="874776"/>
                  </a:moveTo>
                  <a:lnTo>
                    <a:pt x="4572" y="874776"/>
                  </a:lnTo>
                  <a:lnTo>
                    <a:pt x="4572" y="864108"/>
                  </a:lnTo>
                  <a:lnTo>
                    <a:pt x="10667" y="864108"/>
                  </a:lnTo>
                  <a:lnTo>
                    <a:pt x="10667" y="870203"/>
                  </a:lnTo>
                  <a:lnTo>
                    <a:pt x="32003" y="870203"/>
                  </a:lnTo>
                  <a:lnTo>
                    <a:pt x="32003" y="874776"/>
                  </a:lnTo>
                  <a:close/>
                </a:path>
                <a:path w="2092959" h="875029">
                  <a:moveTo>
                    <a:pt x="32003" y="870203"/>
                  </a:moveTo>
                  <a:lnTo>
                    <a:pt x="10667" y="870203"/>
                  </a:lnTo>
                  <a:lnTo>
                    <a:pt x="10667" y="864108"/>
                  </a:lnTo>
                  <a:lnTo>
                    <a:pt x="32003" y="864108"/>
                  </a:lnTo>
                  <a:lnTo>
                    <a:pt x="32003" y="870203"/>
                  </a:lnTo>
                  <a:close/>
                </a:path>
                <a:path w="2092959" h="875029">
                  <a:moveTo>
                    <a:pt x="10667" y="827532"/>
                  </a:moveTo>
                  <a:lnTo>
                    <a:pt x="0" y="827532"/>
                  </a:lnTo>
                  <a:lnTo>
                    <a:pt x="0" y="797051"/>
                  </a:lnTo>
                  <a:lnTo>
                    <a:pt x="10667" y="797051"/>
                  </a:lnTo>
                  <a:lnTo>
                    <a:pt x="10667" y="827532"/>
                  </a:lnTo>
                  <a:close/>
                </a:path>
                <a:path w="2092959" h="875029">
                  <a:moveTo>
                    <a:pt x="10667" y="786383"/>
                  </a:moveTo>
                  <a:lnTo>
                    <a:pt x="0" y="786383"/>
                  </a:lnTo>
                  <a:lnTo>
                    <a:pt x="0" y="754380"/>
                  </a:lnTo>
                  <a:lnTo>
                    <a:pt x="10667" y="754380"/>
                  </a:lnTo>
                  <a:lnTo>
                    <a:pt x="10667" y="786383"/>
                  </a:lnTo>
                  <a:close/>
                </a:path>
                <a:path w="2092959" h="875029">
                  <a:moveTo>
                    <a:pt x="10667" y="743712"/>
                  </a:moveTo>
                  <a:lnTo>
                    <a:pt x="0" y="743712"/>
                  </a:lnTo>
                  <a:lnTo>
                    <a:pt x="0" y="713232"/>
                  </a:lnTo>
                  <a:lnTo>
                    <a:pt x="10667" y="713232"/>
                  </a:lnTo>
                  <a:lnTo>
                    <a:pt x="10667" y="743712"/>
                  </a:lnTo>
                  <a:close/>
                </a:path>
                <a:path w="2092959" h="875029">
                  <a:moveTo>
                    <a:pt x="10667" y="702564"/>
                  </a:moveTo>
                  <a:lnTo>
                    <a:pt x="0" y="702564"/>
                  </a:lnTo>
                  <a:lnTo>
                    <a:pt x="0" y="670560"/>
                  </a:lnTo>
                  <a:lnTo>
                    <a:pt x="10667" y="670560"/>
                  </a:lnTo>
                  <a:lnTo>
                    <a:pt x="10667" y="702564"/>
                  </a:lnTo>
                  <a:close/>
                </a:path>
                <a:path w="2092959" h="875029">
                  <a:moveTo>
                    <a:pt x="10667" y="659892"/>
                  </a:moveTo>
                  <a:lnTo>
                    <a:pt x="0" y="659892"/>
                  </a:lnTo>
                  <a:lnTo>
                    <a:pt x="0" y="629412"/>
                  </a:lnTo>
                  <a:lnTo>
                    <a:pt x="10667" y="629412"/>
                  </a:lnTo>
                  <a:lnTo>
                    <a:pt x="10667" y="659892"/>
                  </a:lnTo>
                  <a:close/>
                </a:path>
                <a:path w="2092959" h="875029">
                  <a:moveTo>
                    <a:pt x="10667" y="618744"/>
                  </a:moveTo>
                  <a:lnTo>
                    <a:pt x="0" y="618744"/>
                  </a:lnTo>
                  <a:lnTo>
                    <a:pt x="0" y="586739"/>
                  </a:lnTo>
                  <a:lnTo>
                    <a:pt x="10667" y="586739"/>
                  </a:lnTo>
                  <a:lnTo>
                    <a:pt x="10667" y="618744"/>
                  </a:lnTo>
                  <a:close/>
                </a:path>
                <a:path w="2092959" h="875029">
                  <a:moveTo>
                    <a:pt x="10667" y="576071"/>
                  </a:moveTo>
                  <a:lnTo>
                    <a:pt x="0" y="576071"/>
                  </a:lnTo>
                  <a:lnTo>
                    <a:pt x="0" y="545592"/>
                  </a:lnTo>
                  <a:lnTo>
                    <a:pt x="10667" y="545592"/>
                  </a:lnTo>
                  <a:lnTo>
                    <a:pt x="10667" y="576071"/>
                  </a:lnTo>
                  <a:close/>
                </a:path>
                <a:path w="2092959" h="875029">
                  <a:moveTo>
                    <a:pt x="10667" y="534923"/>
                  </a:moveTo>
                  <a:lnTo>
                    <a:pt x="0" y="534923"/>
                  </a:lnTo>
                  <a:lnTo>
                    <a:pt x="0" y="502919"/>
                  </a:lnTo>
                  <a:lnTo>
                    <a:pt x="10667" y="502919"/>
                  </a:lnTo>
                  <a:lnTo>
                    <a:pt x="10667" y="534923"/>
                  </a:lnTo>
                  <a:close/>
                </a:path>
                <a:path w="2092959" h="875029">
                  <a:moveTo>
                    <a:pt x="10667" y="492251"/>
                  </a:moveTo>
                  <a:lnTo>
                    <a:pt x="0" y="492251"/>
                  </a:lnTo>
                  <a:lnTo>
                    <a:pt x="0" y="461771"/>
                  </a:lnTo>
                  <a:lnTo>
                    <a:pt x="10667" y="461771"/>
                  </a:lnTo>
                  <a:lnTo>
                    <a:pt x="10667" y="492251"/>
                  </a:lnTo>
                  <a:close/>
                </a:path>
                <a:path w="2092959" h="875029">
                  <a:moveTo>
                    <a:pt x="10667" y="451103"/>
                  </a:moveTo>
                  <a:lnTo>
                    <a:pt x="0" y="451103"/>
                  </a:lnTo>
                  <a:lnTo>
                    <a:pt x="0" y="419100"/>
                  </a:lnTo>
                  <a:lnTo>
                    <a:pt x="10667" y="419100"/>
                  </a:lnTo>
                  <a:lnTo>
                    <a:pt x="10667" y="451103"/>
                  </a:lnTo>
                  <a:close/>
                </a:path>
                <a:path w="2092959" h="875029">
                  <a:moveTo>
                    <a:pt x="10667" y="408432"/>
                  </a:moveTo>
                  <a:lnTo>
                    <a:pt x="0" y="408432"/>
                  </a:lnTo>
                  <a:lnTo>
                    <a:pt x="0" y="377951"/>
                  </a:lnTo>
                  <a:lnTo>
                    <a:pt x="10667" y="377951"/>
                  </a:lnTo>
                  <a:lnTo>
                    <a:pt x="10667" y="408432"/>
                  </a:lnTo>
                  <a:close/>
                </a:path>
                <a:path w="2092959" h="875029">
                  <a:moveTo>
                    <a:pt x="10667" y="367283"/>
                  </a:moveTo>
                  <a:lnTo>
                    <a:pt x="0" y="367283"/>
                  </a:lnTo>
                  <a:lnTo>
                    <a:pt x="0" y="335280"/>
                  </a:lnTo>
                  <a:lnTo>
                    <a:pt x="10667" y="335280"/>
                  </a:lnTo>
                  <a:lnTo>
                    <a:pt x="10667" y="367283"/>
                  </a:lnTo>
                  <a:close/>
                </a:path>
                <a:path w="2092959" h="875029">
                  <a:moveTo>
                    <a:pt x="10667" y="324612"/>
                  </a:moveTo>
                  <a:lnTo>
                    <a:pt x="0" y="324612"/>
                  </a:lnTo>
                  <a:lnTo>
                    <a:pt x="0" y="294132"/>
                  </a:lnTo>
                  <a:lnTo>
                    <a:pt x="10667" y="294132"/>
                  </a:lnTo>
                  <a:lnTo>
                    <a:pt x="10667" y="324612"/>
                  </a:lnTo>
                  <a:close/>
                </a:path>
                <a:path w="2092959" h="875029">
                  <a:moveTo>
                    <a:pt x="10667" y="283464"/>
                  </a:moveTo>
                  <a:lnTo>
                    <a:pt x="0" y="283464"/>
                  </a:lnTo>
                  <a:lnTo>
                    <a:pt x="0" y="251460"/>
                  </a:lnTo>
                  <a:lnTo>
                    <a:pt x="10667" y="251460"/>
                  </a:lnTo>
                  <a:lnTo>
                    <a:pt x="10667" y="283464"/>
                  </a:lnTo>
                  <a:close/>
                </a:path>
                <a:path w="2092959" h="875029">
                  <a:moveTo>
                    <a:pt x="10667" y="240792"/>
                  </a:moveTo>
                  <a:lnTo>
                    <a:pt x="0" y="240792"/>
                  </a:lnTo>
                  <a:lnTo>
                    <a:pt x="0" y="210312"/>
                  </a:lnTo>
                  <a:lnTo>
                    <a:pt x="10667" y="210312"/>
                  </a:lnTo>
                  <a:lnTo>
                    <a:pt x="10667" y="240792"/>
                  </a:lnTo>
                  <a:close/>
                </a:path>
                <a:path w="2092959" h="875029">
                  <a:moveTo>
                    <a:pt x="10667" y="199644"/>
                  </a:moveTo>
                  <a:lnTo>
                    <a:pt x="0" y="199644"/>
                  </a:lnTo>
                  <a:lnTo>
                    <a:pt x="0" y="167639"/>
                  </a:lnTo>
                  <a:lnTo>
                    <a:pt x="10667" y="167639"/>
                  </a:lnTo>
                  <a:lnTo>
                    <a:pt x="10667" y="199644"/>
                  </a:lnTo>
                  <a:close/>
                </a:path>
                <a:path w="2092959" h="875029">
                  <a:moveTo>
                    <a:pt x="10667" y="156971"/>
                  </a:moveTo>
                  <a:lnTo>
                    <a:pt x="0" y="156971"/>
                  </a:lnTo>
                  <a:lnTo>
                    <a:pt x="0" y="126492"/>
                  </a:lnTo>
                  <a:lnTo>
                    <a:pt x="10667" y="126492"/>
                  </a:lnTo>
                  <a:lnTo>
                    <a:pt x="10667" y="156971"/>
                  </a:lnTo>
                  <a:close/>
                </a:path>
                <a:path w="2092959" h="875029">
                  <a:moveTo>
                    <a:pt x="10667" y="115823"/>
                  </a:moveTo>
                  <a:lnTo>
                    <a:pt x="0" y="115823"/>
                  </a:lnTo>
                  <a:lnTo>
                    <a:pt x="0" y="83819"/>
                  </a:lnTo>
                  <a:lnTo>
                    <a:pt x="10667" y="83819"/>
                  </a:lnTo>
                  <a:lnTo>
                    <a:pt x="10667" y="115823"/>
                  </a:lnTo>
                  <a:close/>
                </a:path>
                <a:path w="2092959" h="875029">
                  <a:moveTo>
                    <a:pt x="10667" y="73151"/>
                  </a:moveTo>
                  <a:lnTo>
                    <a:pt x="0" y="73151"/>
                  </a:lnTo>
                  <a:lnTo>
                    <a:pt x="0" y="42671"/>
                  </a:lnTo>
                  <a:lnTo>
                    <a:pt x="10667" y="42671"/>
                  </a:lnTo>
                  <a:lnTo>
                    <a:pt x="10667" y="73151"/>
                  </a:lnTo>
                  <a:close/>
                </a:path>
                <a:path w="2092959" h="875029">
                  <a:moveTo>
                    <a:pt x="10667" y="32003"/>
                  </a:moveTo>
                  <a:lnTo>
                    <a:pt x="0" y="32003"/>
                  </a:lnTo>
                  <a:lnTo>
                    <a:pt x="0" y="0"/>
                  </a:lnTo>
                  <a:lnTo>
                    <a:pt x="10667" y="0"/>
                  </a:lnTo>
                  <a:lnTo>
                    <a:pt x="10667" y="6096"/>
                  </a:lnTo>
                  <a:lnTo>
                    <a:pt x="4572" y="10667"/>
                  </a:lnTo>
                  <a:lnTo>
                    <a:pt x="10667" y="10667"/>
                  </a:lnTo>
                  <a:lnTo>
                    <a:pt x="10667" y="32003"/>
                  </a:lnTo>
                  <a:close/>
                </a:path>
                <a:path w="2092959" h="875029">
                  <a:moveTo>
                    <a:pt x="10667" y="10667"/>
                  </a:moveTo>
                  <a:lnTo>
                    <a:pt x="4572" y="10667"/>
                  </a:lnTo>
                  <a:lnTo>
                    <a:pt x="10667" y="6096"/>
                  </a:lnTo>
                  <a:lnTo>
                    <a:pt x="10667" y="10667"/>
                  </a:lnTo>
                  <a:close/>
                </a:path>
                <a:path w="2092959" h="875029">
                  <a:moveTo>
                    <a:pt x="51816" y="10667"/>
                  </a:moveTo>
                  <a:lnTo>
                    <a:pt x="21335" y="10667"/>
                  </a:lnTo>
                  <a:lnTo>
                    <a:pt x="21335" y="0"/>
                  </a:lnTo>
                  <a:lnTo>
                    <a:pt x="51816" y="0"/>
                  </a:lnTo>
                  <a:lnTo>
                    <a:pt x="51816" y="10667"/>
                  </a:lnTo>
                  <a:close/>
                </a:path>
                <a:path w="2092959" h="875029">
                  <a:moveTo>
                    <a:pt x="94488" y="10667"/>
                  </a:moveTo>
                  <a:lnTo>
                    <a:pt x="62483" y="10667"/>
                  </a:lnTo>
                  <a:lnTo>
                    <a:pt x="62483" y="0"/>
                  </a:lnTo>
                  <a:lnTo>
                    <a:pt x="94488" y="0"/>
                  </a:lnTo>
                  <a:lnTo>
                    <a:pt x="94488" y="10667"/>
                  </a:lnTo>
                  <a:close/>
                </a:path>
                <a:path w="2092959" h="875029">
                  <a:moveTo>
                    <a:pt x="135635" y="10667"/>
                  </a:moveTo>
                  <a:lnTo>
                    <a:pt x="105156" y="10667"/>
                  </a:lnTo>
                  <a:lnTo>
                    <a:pt x="105156" y="0"/>
                  </a:lnTo>
                  <a:lnTo>
                    <a:pt x="135635" y="0"/>
                  </a:lnTo>
                  <a:lnTo>
                    <a:pt x="135635" y="10667"/>
                  </a:lnTo>
                  <a:close/>
                </a:path>
                <a:path w="2092959" h="875029">
                  <a:moveTo>
                    <a:pt x="178308" y="10667"/>
                  </a:moveTo>
                  <a:lnTo>
                    <a:pt x="146303" y="10667"/>
                  </a:lnTo>
                  <a:lnTo>
                    <a:pt x="146303" y="0"/>
                  </a:lnTo>
                  <a:lnTo>
                    <a:pt x="178308" y="0"/>
                  </a:lnTo>
                  <a:lnTo>
                    <a:pt x="178308" y="10667"/>
                  </a:lnTo>
                  <a:close/>
                </a:path>
                <a:path w="2092959" h="875029">
                  <a:moveTo>
                    <a:pt x="219456" y="10667"/>
                  </a:moveTo>
                  <a:lnTo>
                    <a:pt x="188975" y="10667"/>
                  </a:lnTo>
                  <a:lnTo>
                    <a:pt x="188975" y="0"/>
                  </a:lnTo>
                  <a:lnTo>
                    <a:pt x="219456" y="0"/>
                  </a:lnTo>
                  <a:lnTo>
                    <a:pt x="219456" y="10667"/>
                  </a:lnTo>
                  <a:close/>
                </a:path>
                <a:path w="2092959" h="875029">
                  <a:moveTo>
                    <a:pt x="262127" y="10667"/>
                  </a:moveTo>
                  <a:lnTo>
                    <a:pt x="230124" y="10667"/>
                  </a:lnTo>
                  <a:lnTo>
                    <a:pt x="230124" y="0"/>
                  </a:lnTo>
                  <a:lnTo>
                    <a:pt x="262127" y="0"/>
                  </a:lnTo>
                  <a:lnTo>
                    <a:pt x="262127" y="10667"/>
                  </a:lnTo>
                  <a:close/>
                </a:path>
                <a:path w="2092959" h="875029">
                  <a:moveTo>
                    <a:pt x="303275" y="10667"/>
                  </a:moveTo>
                  <a:lnTo>
                    <a:pt x="272795" y="10667"/>
                  </a:lnTo>
                  <a:lnTo>
                    <a:pt x="272795" y="0"/>
                  </a:lnTo>
                  <a:lnTo>
                    <a:pt x="303275" y="0"/>
                  </a:lnTo>
                  <a:lnTo>
                    <a:pt x="303275" y="10667"/>
                  </a:lnTo>
                  <a:close/>
                </a:path>
                <a:path w="2092959" h="875029">
                  <a:moveTo>
                    <a:pt x="345948" y="10667"/>
                  </a:moveTo>
                  <a:lnTo>
                    <a:pt x="313943" y="10667"/>
                  </a:lnTo>
                  <a:lnTo>
                    <a:pt x="313943" y="0"/>
                  </a:lnTo>
                  <a:lnTo>
                    <a:pt x="345948" y="0"/>
                  </a:lnTo>
                  <a:lnTo>
                    <a:pt x="345948" y="10667"/>
                  </a:lnTo>
                  <a:close/>
                </a:path>
                <a:path w="2092959" h="875029">
                  <a:moveTo>
                    <a:pt x="387095" y="10667"/>
                  </a:moveTo>
                  <a:lnTo>
                    <a:pt x="356616" y="10667"/>
                  </a:lnTo>
                  <a:lnTo>
                    <a:pt x="356616" y="0"/>
                  </a:lnTo>
                  <a:lnTo>
                    <a:pt x="387095" y="0"/>
                  </a:lnTo>
                  <a:lnTo>
                    <a:pt x="387095" y="10667"/>
                  </a:lnTo>
                  <a:close/>
                </a:path>
                <a:path w="2092959" h="875029">
                  <a:moveTo>
                    <a:pt x="429768" y="10667"/>
                  </a:moveTo>
                  <a:lnTo>
                    <a:pt x="397763" y="10667"/>
                  </a:lnTo>
                  <a:lnTo>
                    <a:pt x="397763" y="0"/>
                  </a:lnTo>
                  <a:lnTo>
                    <a:pt x="429768" y="0"/>
                  </a:lnTo>
                  <a:lnTo>
                    <a:pt x="429768" y="10667"/>
                  </a:lnTo>
                  <a:close/>
                </a:path>
                <a:path w="2092959" h="875029">
                  <a:moveTo>
                    <a:pt x="470915" y="10667"/>
                  </a:moveTo>
                  <a:lnTo>
                    <a:pt x="440436" y="10667"/>
                  </a:lnTo>
                  <a:lnTo>
                    <a:pt x="440436" y="0"/>
                  </a:lnTo>
                  <a:lnTo>
                    <a:pt x="470915" y="0"/>
                  </a:lnTo>
                  <a:lnTo>
                    <a:pt x="470915" y="10667"/>
                  </a:lnTo>
                  <a:close/>
                </a:path>
                <a:path w="2092959" h="875029">
                  <a:moveTo>
                    <a:pt x="513588" y="10667"/>
                  </a:moveTo>
                  <a:lnTo>
                    <a:pt x="481584" y="10667"/>
                  </a:lnTo>
                  <a:lnTo>
                    <a:pt x="481584" y="0"/>
                  </a:lnTo>
                  <a:lnTo>
                    <a:pt x="513588" y="0"/>
                  </a:lnTo>
                  <a:lnTo>
                    <a:pt x="513588" y="10667"/>
                  </a:lnTo>
                  <a:close/>
                </a:path>
                <a:path w="2092959" h="875029">
                  <a:moveTo>
                    <a:pt x="554736" y="10667"/>
                  </a:moveTo>
                  <a:lnTo>
                    <a:pt x="524256" y="10667"/>
                  </a:lnTo>
                  <a:lnTo>
                    <a:pt x="524256" y="0"/>
                  </a:lnTo>
                  <a:lnTo>
                    <a:pt x="554736" y="0"/>
                  </a:lnTo>
                  <a:lnTo>
                    <a:pt x="554736" y="10667"/>
                  </a:lnTo>
                  <a:close/>
                </a:path>
                <a:path w="2092959" h="875029">
                  <a:moveTo>
                    <a:pt x="597408" y="10667"/>
                  </a:moveTo>
                  <a:lnTo>
                    <a:pt x="565404" y="10667"/>
                  </a:lnTo>
                  <a:lnTo>
                    <a:pt x="565404" y="0"/>
                  </a:lnTo>
                  <a:lnTo>
                    <a:pt x="597408" y="0"/>
                  </a:lnTo>
                  <a:lnTo>
                    <a:pt x="597408" y="10667"/>
                  </a:lnTo>
                  <a:close/>
                </a:path>
                <a:path w="2092959" h="875029">
                  <a:moveTo>
                    <a:pt x="638556" y="10667"/>
                  </a:moveTo>
                  <a:lnTo>
                    <a:pt x="608075" y="10667"/>
                  </a:lnTo>
                  <a:lnTo>
                    <a:pt x="608075" y="0"/>
                  </a:lnTo>
                  <a:lnTo>
                    <a:pt x="638556" y="0"/>
                  </a:lnTo>
                  <a:lnTo>
                    <a:pt x="638556" y="10667"/>
                  </a:lnTo>
                  <a:close/>
                </a:path>
                <a:path w="2092959" h="875029">
                  <a:moveTo>
                    <a:pt x="681227" y="10667"/>
                  </a:moveTo>
                  <a:lnTo>
                    <a:pt x="649224" y="10667"/>
                  </a:lnTo>
                  <a:lnTo>
                    <a:pt x="649224" y="0"/>
                  </a:lnTo>
                  <a:lnTo>
                    <a:pt x="681227" y="0"/>
                  </a:lnTo>
                  <a:lnTo>
                    <a:pt x="681227" y="10667"/>
                  </a:lnTo>
                  <a:close/>
                </a:path>
                <a:path w="2092959" h="875029">
                  <a:moveTo>
                    <a:pt x="722375" y="10667"/>
                  </a:moveTo>
                  <a:lnTo>
                    <a:pt x="691895" y="10667"/>
                  </a:lnTo>
                  <a:lnTo>
                    <a:pt x="691895" y="0"/>
                  </a:lnTo>
                  <a:lnTo>
                    <a:pt x="722375" y="0"/>
                  </a:lnTo>
                  <a:lnTo>
                    <a:pt x="722375" y="10667"/>
                  </a:lnTo>
                  <a:close/>
                </a:path>
                <a:path w="2092959" h="875029">
                  <a:moveTo>
                    <a:pt x="765047" y="10667"/>
                  </a:moveTo>
                  <a:lnTo>
                    <a:pt x="733043" y="10667"/>
                  </a:lnTo>
                  <a:lnTo>
                    <a:pt x="733043" y="0"/>
                  </a:lnTo>
                  <a:lnTo>
                    <a:pt x="765047" y="0"/>
                  </a:lnTo>
                  <a:lnTo>
                    <a:pt x="765047" y="10667"/>
                  </a:lnTo>
                  <a:close/>
                </a:path>
                <a:path w="2092959" h="875029">
                  <a:moveTo>
                    <a:pt x="806195" y="10667"/>
                  </a:moveTo>
                  <a:lnTo>
                    <a:pt x="775715" y="10667"/>
                  </a:lnTo>
                  <a:lnTo>
                    <a:pt x="775715" y="0"/>
                  </a:lnTo>
                  <a:lnTo>
                    <a:pt x="806195" y="0"/>
                  </a:lnTo>
                  <a:lnTo>
                    <a:pt x="806195" y="10667"/>
                  </a:lnTo>
                  <a:close/>
                </a:path>
                <a:path w="2092959" h="875029">
                  <a:moveTo>
                    <a:pt x="848868" y="10667"/>
                  </a:moveTo>
                  <a:lnTo>
                    <a:pt x="816863" y="10667"/>
                  </a:lnTo>
                  <a:lnTo>
                    <a:pt x="816863" y="0"/>
                  </a:lnTo>
                  <a:lnTo>
                    <a:pt x="848868" y="0"/>
                  </a:lnTo>
                  <a:lnTo>
                    <a:pt x="848868" y="10667"/>
                  </a:lnTo>
                  <a:close/>
                </a:path>
                <a:path w="2092959" h="875029">
                  <a:moveTo>
                    <a:pt x="890015" y="10667"/>
                  </a:moveTo>
                  <a:lnTo>
                    <a:pt x="859536" y="10667"/>
                  </a:lnTo>
                  <a:lnTo>
                    <a:pt x="859536" y="0"/>
                  </a:lnTo>
                  <a:lnTo>
                    <a:pt x="890015" y="0"/>
                  </a:lnTo>
                  <a:lnTo>
                    <a:pt x="890015" y="10667"/>
                  </a:lnTo>
                  <a:close/>
                </a:path>
                <a:path w="2092959" h="875029">
                  <a:moveTo>
                    <a:pt x="932688" y="10667"/>
                  </a:moveTo>
                  <a:lnTo>
                    <a:pt x="900684" y="10667"/>
                  </a:lnTo>
                  <a:lnTo>
                    <a:pt x="900684" y="0"/>
                  </a:lnTo>
                  <a:lnTo>
                    <a:pt x="932688" y="0"/>
                  </a:lnTo>
                  <a:lnTo>
                    <a:pt x="932688" y="10667"/>
                  </a:lnTo>
                  <a:close/>
                </a:path>
                <a:path w="2092959" h="875029">
                  <a:moveTo>
                    <a:pt x="973836" y="10667"/>
                  </a:moveTo>
                  <a:lnTo>
                    <a:pt x="943356" y="10667"/>
                  </a:lnTo>
                  <a:lnTo>
                    <a:pt x="943356" y="0"/>
                  </a:lnTo>
                  <a:lnTo>
                    <a:pt x="973836" y="0"/>
                  </a:lnTo>
                  <a:lnTo>
                    <a:pt x="973836" y="10667"/>
                  </a:lnTo>
                  <a:close/>
                </a:path>
                <a:path w="2092959" h="875029">
                  <a:moveTo>
                    <a:pt x="1016508" y="10667"/>
                  </a:moveTo>
                  <a:lnTo>
                    <a:pt x="984504" y="10667"/>
                  </a:lnTo>
                  <a:lnTo>
                    <a:pt x="984504" y="0"/>
                  </a:lnTo>
                  <a:lnTo>
                    <a:pt x="1016508" y="0"/>
                  </a:lnTo>
                  <a:lnTo>
                    <a:pt x="1016508" y="10667"/>
                  </a:lnTo>
                  <a:close/>
                </a:path>
                <a:path w="2092959" h="875029">
                  <a:moveTo>
                    <a:pt x="1057656" y="10667"/>
                  </a:moveTo>
                  <a:lnTo>
                    <a:pt x="1027176" y="10667"/>
                  </a:lnTo>
                  <a:lnTo>
                    <a:pt x="1027176" y="0"/>
                  </a:lnTo>
                  <a:lnTo>
                    <a:pt x="1057656" y="0"/>
                  </a:lnTo>
                  <a:lnTo>
                    <a:pt x="1057656" y="10667"/>
                  </a:lnTo>
                  <a:close/>
                </a:path>
                <a:path w="2092959" h="875029">
                  <a:moveTo>
                    <a:pt x="1100327" y="10667"/>
                  </a:moveTo>
                  <a:lnTo>
                    <a:pt x="1068324" y="10667"/>
                  </a:lnTo>
                  <a:lnTo>
                    <a:pt x="1068324" y="0"/>
                  </a:lnTo>
                  <a:lnTo>
                    <a:pt x="1100327" y="0"/>
                  </a:lnTo>
                  <a:lnTo>
                    <a:pt x="1100327" y="10667"/>
                  </a:lnTo>
                  <a:close/>
                </a:path>
                <a:path w="2092959" h="875029">
                  <a:moveTo>
                    <a:pt x="1141476" y="10667"/>
                  </a:moveTo>
                  <a:lnTo>
                    <a:pt x="1110995" y="10667"/>
                  </a:lnTo>
                  <a:lnTo>
                    <a:pt x="1110995" y="0"/>
                  </a:lnTo>
                  <a:lnTo>
                    <a:pt x="1141476" y="0"/>
                  </a:lnTo>
                  <a:lnTo>
                    <a:pt x="1141476" y="10667"/>
                  </a:lnTo>
                  <a:close/>
                </a:path>
                <a:path w="2092959" h="875029">
                  <a:moveTo>
                    <a:pt x="1184147" y="10667"/>
                  </a:moveTo>
                  <a:lnTo>
                    <a:pt x="1152143" y="10667"/>
                  </a:lnTo>
                  <a:lnTo>
                    <a:pt x="1152143" y="0"/>
                  </a:lnTo>
                  <a:lnTo>
                    <a:pt x="1184147" y="0"/>
                  </a:lnTo>
                  <a:lnTo>
                    <a:pt x="1184147" y="10667"/>
                  </a:lnTo>
                  <a:close/>
                </a:path>
                <a:path w="2092959" h="875029">
                  <a:moveTo>
                    <a:pt x="1225295" y="10667"/>
                  </a:moveTo>
                  <a:lnTo>
                    <a:pt x="1194815" y="10667"/>
                  </a:lnTo>
                  <a:lnTo>
                    <a:pt x="1194815" y="0"/>
                  </a:lnTo>
                  <a:lnTo>
                    <a:pt x="1225295" y="0"/>
                  </a:lnTo>
                  <a:lnTo>
                    <a:pt x="1225295" y="10667"/>
                  </a:lnTo>
                  <a:close/>
                </a:path>
                <a:path w="2092959" h="875029">
                  <a:moveTo>
                    <a:pt x="1267968" y="10667"/>
                  </a:moveTo>
                  <a:lnTo>
                    <a:pt x="1235963" y="10667"/>
                  </a:lnTo>
                  <a:lnTo>
                    <a:pt x="1235963" y="0"/>
                  </a:lnTo>
                  <a:lnTo>
                    <a:pt x="1267968" y="0"/>
                  </a:lnTo>
                  <a:lnTo>
                    <a:pt x="1267968" y="10667"/>
                  </a:lnTo>
                  <a:close/>
                </a:path>
                <a:path w="2092959" h="875029">
                  <a:moveTo>
                    <a:pt x="1309115" y="10667"/>
                  </a:moveTo>
                  <a:lnTo>
                    <a:pt x="1278636" y="10667"/>
                  </a:lnTo>
                  <a:lnTo>
                    <a:pt x="1278636" y="0"/>
                  </a:lnTo>
                  <a:lnTo>
                    <a:pt x="1309115" y="0"/>
                  </a:lnTo>
                  <a:lnTo>
                    <a:pt x="1309115" y="10667"/>
                  </a:lnTo>
                  <a:close/>
                </a:path>
                <a:path w="2092959" h="875029">
                  <a:moveTo>
                    <a:pt x="1351788" y="10667"/>
                  </a:moveTo>
                  <a:lnTo>
                    <a:pt x="1319784" y="10667"/>
                  </a:lnTo>
                  <a:lnTo>
                    <a:pt x="1319784" y="0"/>
                  </a:lnTo>
                  <a:lnTo>
                    <a:pt x="1351788" y="0"/>
                  </a:lnTo>
                  <a:lnTo>
                    <a:pt x="1351788" y="10667"/>
                  </a:lnTo>
                  <a:close/>
                </a:path>
                <a:path w="2092959" h="875029">
                  <a:moveTo>
                    <a:pt x="1392936" y="10667"/>
                  </a:moveTo>
                  <a:lnTo>
                    <a:pt x="1362456" y="10667"/>
                  </a:lnTo>
                  <a:lnTo>
                    <a:pt x="1362456" y="0"/>
                  </a:lnTo>
                  <a:lnTo>
                    <a:pt x="1392936" y="0"/>
                  </a:lnTo>
                  <a:lnTo>
                    <a:pt x="1392936" y="10667"/>
                  </a:lnTo>
                  <a:close/>
                </a:path>
                <a:path w="2092959" h="875029">
                  <a:moveTo>
                    <a:pt x="1435608" y="10667"/>
                  </a:moveTo>
                  <a:lnTo>
                    <a:pt x="1403604" y="10667"/>
                  </a:lnTo>
                  <a:lnTo>
                    <a:pt x="1403604" y="0"/>
                  </a:lnTo>
                  <a:lnTo>
                    <a:pt x="1435608" y="0"/>
                  </a:lnTo>
                  <a:lnTo>
                    <a:pt x="1435608" y="10667"/>
                  </a:lnTo>
                  <a:close/>
                </a:path>
                <a:path w="2092959" h="875029">
                  <a:moveTo>
                    <a:pt x="1476756" y="10667"/>
                  </a:moveTo>
                  <a:lnTo>
                    <a:pt x="1446276" y="10667"/>
                  </a:lnTo>
                  <a:lnTo>
                    <a:pt x="1446276" y="0"/>
                  </a:lnTo>
                  <a:lnTo>
                    <a:pt x="1476756" y="0"/>
                  </a:lnTo>
                  <a:lnTo>
                    <a:pt x="1476756" y="10667"/>
                  </a:lnTo>
                  <a:close/>
                </a:path>
                <a:path w="2092959" h="875029">
                  <a:moveTo>
                    <a:pt x="1519427" y="10667"/>
                  </a:moveTo>
                  <a:lnTo>
                    <a:pt x="1487424" y="10667"/>
                  </a:lnTo>
                  <a:lnTo>
                    <a:pt x="1487424" y="0"/>
                  </a:lnTo>
                  <a:lnTo>
                    <a:pt x="1519427" y="0"/>
                  </a:lnTo>
                  <a:lnTo>
                    <a:pt x="1519427" y="10667"/>
                  </a:lnTo>
                  <a:close/>
                </a:path>
                <a:path w="2092959" h="875029">
                  <a:moveTo>
                    <a:pt x="1560576" y="10667"/>
                  </a:moveTo>
                  <a:lnTo>
                    <a:pt x="1530095" y="10667"/>
                  </a:lnTo>
                  <a:lnTo>
                    <a:pt x="1530095" y="0"/>
                  </a:lnTo>
                  <a:lnTo>
                    <a:pt x="1560576" y="0"/>
                  </a:lnTo>
                  <a:lnTo>
                    <a:pt x="1560576" y="10667"/>
                  </a:lnTo>
                  <a:close/>
                </a:path>
                <a:path w="2092959" h="875029">
                  <a:moveTo>
                    <a:pt x="1603247" y="10667"/>
                  </a:moveTo>
                  <a:lnTo>
                    <a:pt x="1571243" y="10667"/>
                  </a:lnTo>
                  <a:lnTo>
                    <a:pt x="1571243" y="0"/>
                  </a:lnTo>
                  <a:lnTo>
                    <a:pt x="1603247" y="0"/>
                  </a:lnTo>
                  <a:lnTo>
                    <a:pt x="1603247" y="10667"/>
                  </a:lnTo>
                  <a:close/>
                </a:path>
                <a:path w="2092959" h="875029">
                  <a:moveTo>
                    <a:pt x="1644395" y="10667"/>
                  </a:moveTo>
                  <a:lnTo>
                    <a:pt x="1613915" y="10667"/>
                  </a:lnTo>
                  <a:lnTo>
                    <a:pt x="1613915" y="0"/>
                  </a:lnTo>
                  <a:lnTo>
                    <a:pt x="1644395" y="0"/>
                  </a:lnTo>
                  <a:lnTo>
                    <a:pt x="1644395" y="10667"/>
                  </a:lnTo>
                  <a:close/>
                </a:path>
                <a:path w="2092959" h="875029">
                  <a:moveTo>
                    <a:pt x="1687068" y="10667"/>
                  </a:moveTo>
                  <a:lnTo>
                    <a:pt x="1655063" y="10667"/>
                  </a:lnTo>
                  <a:lnTo>
                    <a:pt x="1655063" y="0"/>
                  </a:lnTo>
                  <a:lnTo>
                    <a:pt x="1687068" y="0"/>
                  </a:lnTo>
                  <a:lnTo>
                    <a:pt x="1687068" y="10667"/>
                  </a:lnTo>
                  <a:close/>
                </a:path>
                <a:path w="2092959" h="875029">
                  <a:moveTo>
                    <a:pt x="1728215" y="10667"/>
                  </a:moveTo>
                  <a:lnTo>
                    <a:pt x="1697736" y="10667"/>
                  </a:lnTo>
                  <a:lnTo>
                    <a:pt x="1697736" y="0"/>
                  </a:lnTo>
                  <a:lnTo>
                    <a:pt x="1728215" y="0"/>
                  </a:lnTo>
                  <a:lnTo>
                    <a:pt x="1728215" y="10667"/>
                  </a:lnTo>
                  <a:close/>
                </a:path>
                <a:path w="2092959" h="875029">
                  <a:moveTo>
                    <a:pt x="1770888" y="10667"/>
                  </a:moveTo>
                  <a:lnTo>
                    <a:pt x="1738884" y="10667"/>
                  </a:lnTo>
                  <a:lnTo>
                    <a:pt x="1738884" y="0"/>
                  </a:lnTo>
                  <a:lnTo>
                    <a:pt x="1770888" y="0"/>
                  </a:lnTo>
                  <a:lnTo>
                    <a:pt x="1770888" y="10667"/>
                  </a:lnTo>
                  <a:close/>
                </a:path>
                <a:path w="2092959" h="875029">
                  <a:moveTo>
                    <a:pt x="1812036" y="10667"/>
                  </a:moveTo>
                  <a:lnTo>
                    <a:pt x="1781556" y="10667"/>
                  </a:lnTo>
                  <a:lnTo>
                    <a:pt x="1781556" y="0"/>
                  </a:lnTo>
                  <a:lnTo>
                    <a:pt x="1812036" y="0"/>
                  </a:lnTo>
                  <a:lnTo>
                    <a:pt x="1812036" y="10667"/>
                  </a:lnTo>
                  <a:close/>
                </a:path>
                <a:path w="2092959" h="875029">
                  <a:moveTo>
                    <a:pt x="1854708" y="10667"/>
                  </a:moveTo>
                  <a:lnTo>
                    <a:pt x="1822704" y="10667"/>
                  </a:lnTo>
                  <a:lnTo>
                    <a:pt x="1822704" y="0"/>
                  </a:lnTo>
                  <a:lnTo>
                    <a:pt x="1854708" y="0"/>
                  </a:lnTo>
                  <a:lnTo>
                    <a:pt x="1854708" y="10667"/>
                  </a:lnTo>
                  <a:close/>
                </a:path>
                <a:path w="2092959" h="875029">
                  <a:moveTo>
                    <a:pt x="1895856" y="10667"/>
                  </a:moveTo>
                  <a:lnTo>
                    <a:pt x="1865376" y="10667"/>
                  </a:lnTo>
                  <a:lnTo>
                    <a:pt x="1865376" y="0"/>
                  </a:lnTo>
                  <a:lnTo>
                    <a:pt x="1895856" y="0"/>
                  </a:lnTo>
                  <a:lnTo>
                    <a:pt x="1895856" y="10667"/>
                  </a:lnTo>
                  <a:close/>
                </a:path>
                <a:path w="2092959" h="875029">
                  <a:moveTo>
                    <a:pt x="1938527" y="10667"/>
                  </a:moveTo>
                  <a:lnTo>
                    <a:pt x="1906524" y="10667"/>
                  </a:lnTo>
                  <a:lnTo>
                    <a:pt x="1906524" y="0"/>
                  </a:lnTo>
                  <a:lnTo>
                    <a:pt x="1938527" y="0"/>
                  </a:lnTo>
                  <a:lnTo>
                    <a:pt x="1938527" y="10667"/>
                  </a:lnTo>
                  <a:close/>
                </a:path>
                <a:path w="2092959" h="875029">
                  <a:moveTo>
                    <a:pt x="1979676" y="10667"/>
                  </a:moveTo>
                  <a:lnTo>
                    <a:pt x="1949195" y="10667"/>
                  </a:lnTo>
                  <a:lnTo>
                    <a:pt x="1949195" y="0"/>
                  </a:lnTo>
                  <a:lnTo>
                    <a:pt x="1979676" y="0"/>
                  </a:lnTo>
                  <a:lnTo>
                    <a:pt x="1979676" y="10667"/>
                  </a:lnTo>
                  <a:close/>
                </a:path>
                <a:path w="2092959" h="875029">
                  <a:moveTo>
                    <a:pt x="2022347" y="10667"/>
                  </a:moveTo>
                  <a:lnTo>
                    <a:pt x="1990343" y="10667"/>
                  </a:lnTo>
                  <a:lnTo>
                    <a:pt x="1990343" y="0"/>
                  </a:lnTo>
                  <a:lnTo>
                    <a:pt x="2022347" y="0"/>
                  </a:lnTo>
                  <a:lnTo>
                    <a:pt x="2022347" y="10667"/>
                  </a:lnTo>
                  <a:close/>
                </a:path>
                <a:path w="2092959" h="875029">
                  <a:moveTo>
                    <a:pt x="2063495" y="10667"/>
                  </a:moveTo>
                  <a:lnTo>
                    <a:pt x="2033015" y="10667"/>
                  </a:lnTo>
                  <a:lnTo>
                    <a:pt x="2033015" y="0"/>
                  </a:lnTo>
                  <a:lnTo>
                    <a:pt x="2063495" y="0"/>
                  </a:lnTo>
                  <a:lnTo>
                    <a:pt x="2063495" y="10667"/>
                  </a:lnTo>
                  <a:close/>
                </a:path>
                <a:path w="2092959" h="875029">
                  <a:moveTo>
                    <a:pt x="2081784" y="10667"/>
                  </a:moveTo>
                  <a:lnTo>
                    <a:pt x="2074163" y="10667"/>
                  </a:lnTo>
                  <a:lnTo>
                    <a:pt x="2074163" y="0"/>
                  </a:lnTo>
                  <a:lnTo>
                    <a:pt x="2092452" y="0"/>
                  </a:lnTo>
                  <a:lnTo>
                    <a:pt x="2092452" y="6096"/>
                  </a:lnTo>
                  <a:lnTo>
                    <a:pt x="2081784" y="6096"/>
                  </a:lnTo>
                  <a:lnTo>
                    <a:pt x="2081784" y="10667"/>
                  </a:lnTo>
                  <a:close/>
                </a:path>
                <a:path w="2092959" h="875029">
                  <a:moveTo>
                    <a:pt x="2092452" y="24383"/>
                  </a:moveTo>
                  <a:lnTo>
                    <a:pt x="2081784" y="24383"/>
                  </a:lnTo>
                  <a:lnTo>
                    <a:pt x="2081784" y="6096"/>
                  </a:lnTo>
                  <a:lnTo>
                    <a:pt x="2087879" y="10667"/>
                  </a:lnTo>
                  <a:lnTo>
                    <a:pt x="2092452" y="10667"/>
                  </a:lnTo>
                  <a:lnTo>
                    <a:pt x="2092452" y="24383"/>
                  </a:lnTo>
                  <a:close/>
                </a:path>
                <a:path w="2092959" h="875029">
                  <a:moveTo>
                    <a:pt x="2092452" y="10667"/>
                  </a:moveTo>
                  <a:lnTo>
                    <a:pt x="2087879" y="10667"/>
                  </a:lnTo>
                  <a:lnTo>
                    <a:pt x="2081784" y="6096"/>
                  </a:lnTo>
                  <a:lnTo>
                    <a:pt x="2092452" y="6096"/>
                  </a:lnTo>
                  <a:lnTo>
                    <a:pt x="2092452" y="10667"/>
                  </a:lnTo>
                  <a:close/>
                </a:path>
                <a:path w="2092959" h="875029">
                  <a:moveTo>
                    <a:pt x="2092452" y="65532"/>
                  </a:moveTo>
                  <a:lnTo>
                    <a:pt x="2081784" y="65532"/>
                  </a:lnTo>
                  <a:lnTo>
                    <a:pt x="2081784" y="35051"/>
                  </a:lnTo>
                  <a:lnTo>
                    <a:pt x="2092452" y="35051"/>
                  </a:lnTo>
                  <a:lnTo>
                    <a:pt x="2092452" y="65532"/>
                  </a:lnTo>
                  <a:close/>
                </a:path>
                <a:path w="2092959" h="875029">
                  <a:moveTo>
                    <a:pt x="2092452" y="108203"/>
                  </a:moveTo>
                  <a:lnTo>
                    <a:pt x="2081784" y="108203"/>
                  </a:lnTo>
                  <a:lnTo>
                    <a:pt x="2081784" y="76200"/>
                  </a:lnTo>
                  <a:lnTo>
                    <a:pt x="2092452" y="76200"/>
                  </a:lnTo>
                  <a:lnTo>
                    <a:pt x="2092452" y="108203"/>
                  </a:lnTo>
                  <a:close/>
                </a:path>
                <a:path w="2092959" h="875029">
                  <a:moveTo>
                    <a:pt x="2092452" y="149351"/>
                  </a:moveTo>
                  <a:lnTo>
                    <a:pt x="2081784" y="149351"/>
                  </a:lnTo>
                  <a:lnTo>
                    <a:pt x="2081784" y="118871"/>
                  </a:lnTo>
                  <a:lnTo>
                    <a:pt x="2092452" y="118871"/>
                  </a:lnTo>
                  <a:lnTo>
                    <a:pt x="2092452" y="149351"/>
                  </a:lnTo>
                  <a:close/>
                </a:path>
                <a:path w="2092959" h="875029">
                  <a:moveTo>
                    <a:pt x="2092452" y="192023"/>
                  </a:moveTo>
                  <a:lnTo>
                    <a:pt x="2081784" y="192023"/>
                  </a:lnTo>
                  <a:lnTo>
                    <a:pt x="2081784" y="160019"/>
                  </a:lnTo>
                  <a:lnTo>
                    <a:pt x="2092452" y="160019"/>
                  </a:lnTo>
                  <a:lnTo>
                    <a:pt x="2092452" y="192023"/>
                  </a:lnTo>
                  <a:close/>
                </a:path>
                <a:path w="2092959" h="875029">
                  <a:moveTo>
                    <a:pt x="2092452" y="233171"/>
                  </a:moveTo>
                  <a:lnTo>
                    <a:pt x="2081784" y="233171"/>
                  </a:lnTo>
                  <a:lnTo>
                    <a:pt x="2081784" y="202692"/>
                  </a:lnTo>
                  <a:lnTo>
                    <a:pt x="2092452" y="202692"/>
                  </a:lnTo>
                  <a:lnTo>
                    <a:pt x="2092452" y="233171"/>
                  </a:lnTo>
                  <a:close/>
                </a:path>
                <a:path w="2092959" h="875029">
                  <a:moveTo>
                    <a:pt x="2092452" y="275844"/>
                  </a:moveTo>
                  <a:lnTo>
                    <a:pt x="2081784" y="275844"/>
                  </a:lnTo>
                  <a:lnTo>
                    <a:pt x="2081784" y="243839"/>
                  </a:lnTo>
                  <a:lnTo>
                    <a:pt x="2092452" y="243839"/>
                  </a:lnTo>
                  <a:lnTo>
                    <a:pt x="2092452" y="275844"/>
                  </a:lnTo>
                  <a:close/>
                </a:path>
                <a:path w="2092959" h="875029">
                  <a:moveTo>
                    <a:pt x="2092452" y="316992"/>
                  </a:moveTo>
                  <a:lnTo>
                    <a:pt x="2081784" y="316992"/>
                  </a:lnTo>
                  <a:lnTo>
                    <a:pt x="2081784" y="286512"/>
                  </a:lnTo>
                  <a:lnTo>
                    <a:pt x="2092452" y="286512"/>
                  </a:lnTo>
                  <a:lnTo>
                    <a:pt x="2092452" y="316992"/>
                  </a:lnTo>
                  <a:close/>
                </a:path>
                <a:path w="2092959" h="875029">
                  <a:moveTo>
                    <a:pt x="2092452" y="359664"/>
                  </a:moveTo>
                  <a:lnTo>
                    <a:pt x="2081784" y="359664"/>
                  </a:lnTo>
                  <a:lnTo>
                    <a:pt x="2081784" y="327660"/>
                  </a:lnTo>
                  <a:lnTo>
                    <a:pt x="2092452" y="327660"/>
                  </a:lnTo>
                  <a:lnTo>
                    <a:pt x="2092452" y="359664"/>
                  </a:lnTo>
                  <a:close/>
                </a:path>
                <a:path w="2092959" h="875029">
                  <a:moveTo>
                    <a:pt x="2092452" y="400812"/>
                  </a:moveTo>
                  <a:lnTo>
                    <a:pt x="2081784" y="400812"/>
                  </a:lnTo>
                  <a:lnTo>
                    <a:pt x="2081784" y="370332"/>
                  </a:lnTo>
                  <a:lnTo>
                    <a:pt x="2092452" y="370332"/>
                  </a:lnTo>
                  <a:lnTo>
                    <a:pt x="2092452" y="400812"/>
                  </a:lnTo>
                  <a:close/>
                </a:path>
                <a:path w="2092959" h="875029">
                  <a:moveTo>
                    <a:pt x="2092452" y="443483"/>
                  </a:moveTo>
                  <a:lnTo>
                    <a:pt x="2081784" y="443483"/>
                  </a:lnTo>
                  <a:lnTo>
                    <a:pt x="2081784" y="411480"/>
                  </a:lnTo>
                  <a:lnTo>
                    <a:pt x="2092452" y="411480"/>
                  </a:lnTo>
                  <a:lnTo>
                    <a:pt x="2092452" y="443483"/>
                  </a:lnTo>
                  <a:close/>
                </a:path>
                <a:path w="2092959" h="875029">
                  <a:moveTo>
                    <a:pt x="2092452" y="484632"/>
                  </a:moveTo>
                  <a:lnTo>
                    <a:pt x="2081784" y="484632"/>
                  </a:lnTo>
                  <a:lnTo>
                    <a:pt x="2081784" y="454151"/>
                  </a:lnTo>
                  <a:lnTo>
                    <a:pt x="2092452" y="454151"/>
                  </a:lnTo>
                  <a:lnTo>
                    <a:pt x="2092452" y="484632"/>
                  </a:lnTo>
                  <a:close/>
                </a:path>
                <a:path w="2092959" h="875029">
                  <a:moveTo>
                    <a:pt x="2092452" y="527303"/>
                  </a:moveTo>
                  <a:lnTo>
                    <a:pt x="2081784" y="527303"/>
                  </a:lnTo>
                  <a:lnTo>
                    <a:pt x="2081784" y="495300"/>
                  </a:lnTo>
                  <a:lnTo>
                    <a:pt x="2092452" y="495300"/>
                  </a:lnTo>
                  <a:lnTo>
                    <a:pt x="2092452" y="527303"/>
                  </a:lnTo>
                  <a:close/>
                </a:path>
                <a:path w="2092959" h="875029">
                  <a:moveTo>
                    <a:pt x="2092452" y="568451"/>
                  </a:moveTo>
                  <a:lnTo>
                    <a:pt x="2081784" y="568451"/>
                  </a:lnTo>
                  <a:lnTo>
                    <a:pt x="2081784" y="537971"/>
                  </a:lnTo>
                  <a:lnTo>
                    <a:pt x="2092452" y="537971"/>
                  </a:lnTo>
                  <a:lnTo>
                    <a:pt x="2092452" y="568451"/>
                  </a:lnTo>
                  <a:close/>
                </a:path>
                <a:path w="2092959" h="875029">
                  <a:moveTo>
                    <a:pt x="2092452" y="611123"/>
                  </a:moveTo>
                  <a:lnTo>
                    <a:pt x="2081784" y="611123"/>
                  </a:lnTo>
                  <a:lnTo>
                    <a:pt x="2081784" y="579119"/>
                  </a:lnTo>
                  <a:lnTo>
                    <a:pt x="2092452" y="579119"/>
                  </a:lnTo>
                  <a:lnTo>
                    <a:pt x="2092452" y="611123"/>
                  </a:lnTo>
                  <a:close/>
                </a:path>
                <a:path w="2092959" h="875029">
                  <a:moveTo>
                    <a:pt x="2092452" y="652271"/>
                  </a:moveTo>
                  <a:lnTo>
                    <a:pt x="2081784" y="652271"/>
                  </a:lnTo>
                  <a:lnTo>
                    <a:pt x="2081784" y="621792"/>
                  </a:lnTo>
                  <a:lnTo>
                    <a:pt x="2092452" y="621792"/>
                  </a:lnTo>
                  <a:lnTo>
                    <a:pt x="2092452" y="652271"/>
                  </a:lnTo>
                  <a:close/>
                </a:path>
                <a:path w="2092959" h="875029">
                  <a:moveTo>
                    <a:pt x="2092452" y="694944"/>
                  </a:moveTo>
                  <a:lnTo>
                    <a:pt x="2081784" y="694944"/>
                  </a:lnTo>
                  <a:lnTo>
                    <a:pt x="2081784" y="662939"/>
                  </a:lnTo>
                  <a:lnTo>
                    <a:pt x="2092452" y="662939"/>
                  </a:lnTo>
                  <a:lnTo>
                    <a:pt x="2092452" y="694944"/>
                  </a:lnTo>
                  <a:close/>
                </a:path>
                <a:path w="2092959" h="875029">
                  <a:moveTo>
                    <a:pt x="2092452" y="736092"/>
                  </a:moveTo>
                  <a:lnTo>
                    <a:pt x="2081784" y="736092"/>
                  </a:lnTo>
                  <a:lnTo>
                    <a:pt x="2081784" y="705612"/>
                  </a:lnTo>
                  <a:lnTo>
                    <a:pt x="2092452" y="705612"/>
                  </a:lnTo>
                  <a:lnTo>
                    <a:pt x="2092452" y="736092"/>
                  </a:lnTo>
                  <a:close/>
                </a:path>
                <a:path w="2092959" h="875029">
                  <a:moveTo>
                    <a:pt x="2092452" y="778764"/>
                  </a:moveTo>
                  <a:lnTo>
                    <a:pt x="2081784" y="778764"/>
                  </a:lnTo>
                  <a:lnTo>
                    <a:pt x="2081784" y="746760"/>
                  </a:lnTo>
                  <a:lnTo>
                    <a:pt x="2092452" y="746760"/>
                  </a:lnTo>
                  <a:lnTo>
                    <a:pt x="2092452" y="778764"/>
                  </a:lnTo>
                  <a:close/>
                </a:path>
                <a:path w="2092959" h="875029">
                  <a:moveTo>
                    <a:pt x="2092452" y="819912"/>
                  </a:moveTo>
                  <a:lnTo>
                    <a:pt x="2081784" y="819912"/>
                  </a:lnTo>
                  <a:lnTo>
                    <a:pt x="2081784" y="789432"/>
                  </a:lnTo>
                  <a:lnTo>
                    <a:pt x="2092452" y="789432"/>
                  </a:lnTo>
                  <a:lnTo>
                    <a:pt x="2092452" y="819912"/>
                  </a:lnTo>
                  <a:close/>
                </a:path>
                <a:path w="2092959" h="875029">
                  <a:moveTo>
                    <a:pt x="2092452" y="862583"/>
                  </a:moveTo>
                  <a:lnTo>
                    <a:pt x="2081784" y="862583"/>
                  </a:lnTo>
                  <a:lnTo>
                    <a:pt x="2081784" y="830580"/>
                  </a:lnTo>
                  <a:lnTo>
                    <a:pt x="2092452" y="830580"/>
                  </a:lnTo>
                  <a:lnTo>
                    <a:pt x="2092452" y="862583"/>
                  </a:lnTo>
                  <a:close/>
                </a:path>
                <a:path w="2092959" h="875029">
                  <a:moveTo>
                    <a:pt x="2084831" y="874776"/>
                  </a:moveTo>
                  <a:lnTo>
                    <a:pt x="2052827" y="874776"/>
                  </a:lnTo>
                  <a:lnTo>
                    <a:pt x="2052827" y="864108"/>
                  </a:lnTo>
                  <a:lnTo>
                    <a:pt x="2084831" y="864108"/>
                  </a:lnTo>
                  <a:lnTo>
                    <a:pt x="2084831" y="874776"/>
                  </a:lnTo>
                  <a:close/>
                </a:path>
                <a:path w="2092959" h="875029">
                  <a:moveTo>
                    <a:pt x="2043684" y="874776"/>
                  </a:moveTo>
                  <a:lnTo>
                    <a:pt x="2011679" y="874776"/>
                  </a:lnTo>
                  <a:lnTo>
                    <a:pt x="2011679" y="864108"/>
                  </a:lnTo>
                  <a:lnTo>
                    <a:pt x="2043684" y="864108"/>
                  </a:lnTo>
                  <a:lnTo>
                    <a:pt x="2043684" y="874776"/>
                  </a:lnTo>
                  <a:close/>
                </a:path>
                <a:path w="2092959" h="875029">
                  <a:moveTo>
                    <a:pt x="2001011" y="874776"/>
                  </a:moveTo>
                  <a:lnTo>
                    <a:pt x="1969008" y="874776"/>
                  </a:lnTo>
                  <a:lnTo>
                    <a:pt x="1969008" y="864108"/>
                  </a:lnTo>
                  <a:lnTo>
                    <a:pt x="2001011" y="864108"/>
                  </a:lnTo>
                  <a:lnTo>
                    <a:pt x="2001011" y="874776"/>
                  </a:lnTo>
                  <a:close/>
                </a:path>
                <a:path w="2092959" h="875029">
                  <a:moveTo>
                    <a:pt x="1959863" y="874776"/>
                  </a:moveTo>
                  <a:lnTo>
                    <a:pt x="1927860" y="874776"/>
                  </a:lnTo>
                  <a:lnTo>
                    <a:pt x="1927860" y="864108"/>
                  </a:lnTo>
                  <a:lnTo>
                    <a:pt x="1959863" y="864108"/>
                  </a:lnTo>
                  <a:lnTo>
                    <a:pt x="1959863" y="874776"/>
                  </a:lnTo>
                  <a:close/>
                </a:path>
                <a:path w="2092959" h="875029">
                  <a:moveTo>
                    <a:pt x="1917192" y="874776"/>
                  </a:moveTo>
                  <a:lnTo>
                    <a:pt x="1885188" y="874776"/>
                  </a:lnTo>
                  <a:lnTo>
                    <a:pt x="1885188" y="864108"/>
                  </a:lnTo>
                  <a:lnTo>
                    <a:pt x="1917192" y="864108"/>
                  </a:lnTo>
                  <a:lnTo>
                    <a:pt x="1917192" y="874776"/>
                  </a:lnTo>
                  <a:close/>
                </a:path>
                <a:path w="2092959" h="875029">
                  <a:moveTo>
                    <a:pt x="1876043" y="874776"/>
                  </a:moveTo>
                  <a:lnTo>
                    <a:pt x="1844040" y="874776"/>
                  </a:lnTo>
                  <a:lnTo>
                    <a:pt x="1844040" y="864108"/>
                  </a:lnTo>
                  <a:lnTo>
                    <a:pt x="1876043" y="864108"/>
                  </a:lnTo>
                  <a:lnTo>
                    <a:pt x="1876043" y="874776"/>
                  </a:lnTo>
                  <a:close/>
                </a:path>
                <a:path w="2092959" h="875029">
                  <a:moveTo>
                    <a:pt x="1833372" y="874776"/>
                  </a:moveTo>
                  <a:lnTo>
                    <a:pt x="1801368" y="874776"/>
                  </a:lnTo>
                  <a:lnTo>
                    <a:pt x="1801368" y="864108"/>
                  </a:lnTo>
                  <a:lnTo>
                    <a:pt x="1833372" y="864108"/>
                  </a:lnTo>
                  <a:lnTo>
                    <a:pt x="1833372" y="874776"/>
                  </a:lnTo>
                  <a:close/>
                </a:path>
                <a:path w="2092959" h="875029">
                  <a:moveTo>
                    <a:pt x="1792224" y="874776"/>
                  </a:moveTo>
                  <a:lnTo>
                    <a:pt x="1760220" y="874776"/>
                  </a:lnTo>
                  <a:lnTo>
                    <a:pt x="1760220" y="864108"/>
                  </a:lnTo>
                  <a:lnTo>
                    <a:pt x="1792224" y="864108"/>
                  </a:lnTo>
                  <a:lnTo>
                    <a:pt x="1792224" y="874776"/>
                  </a:lnTo>
                  <a:close/>
                </a:path>
                <a:path w="2092959" h="875029">
                  <a:moveTo>
                    <a:pt x="1749552" y="874776"/>
                  </a:moveTo>
                  <a:lnTo>
                    <a:pt x="1717547" y="874776"/>
                  </a:lnTo>
                  <a:lnTo>
                    <a:pt x="1717547" y="864108"/>
                  </a:lnTo>
                  <a:lnTo>
                    <a:pt x="1749552" y="864108"/>
                  </a:lnTo>
                  <a:lnTo>
                    <a:pt x="1749552" y="874776"/>
                  </a:lnTo>
                  <a:close/>
                </a:path>
                <a:path w="2092959" h="875029">
                  <a:moveTo>
                    <a:pt x="1708404" y="874776"/>
                  </a:moveTo>
                  <a:lnTo>
                    <a:pt x="1676399" y="874776"/>
                  </a:lnTo>
                  <a:lnTo>
                    <a:pt x="1676399" y="864108"/>
                  </a:lnTo>
                  <a:lnTo>
                    <a:pt x="1708404" y="864108"/>
                  </a:lnTo>
                  <a:lnTo>
                    <a:pt x="1708404" y="874776"/>
                  </a:lnTo>
                  <a:close/>
                </a:path>
                <a:path w="2092959" h="875029">
                  <a:moveTo>
                    <a:pt x="1665731" y="874776"/>
                  </a:moveTo>
                  <a:lnTo>
                    <a:pt x="1633727" y="874776"/>
                  </a:lnTo>
                  <a:lnTo>
                    <a:pt x="1633727" y="864108"/>
                  </a:lnTo>
                  <a:lnTo>
                    <a:pt x="1665731" y="864108"/>
                  </a:lnTo>
                  <a:lnTo>
                    <a:pt x="1665731" y="874776"/>
                  </a:lnTo>
                  <a:close/>
                </a:path>
                <a:path w="2092959" h="875029">
                  <a:moveTo>
                    <a:pt x="1624584" y="874776"/>
                  </a:moveTo>
                  <a:lnTo>
                    <a:pt x="1592579" y="874776"/>
                  </a:lnTo>
                  <a:lnTo>
                    <a:pt x="1592579" y="864108"/>
                  </a:lnTo>
                  <a:lnTo>
                    <a:pt x="1624584" y="864108"/>
                  </a:lnTo>
                  <a:lnTo>
                    <a:pt x="1624584" y="874776"/>
                  </a:lnTo>
                  <a:close/>
                </a:path>
                <a:path w="2092959" h="875029">
                  <a:moveTo>
                    <a:pt x="1581911" y="874776"/>
                  </a:moveTo>
                  <a:lnTo>
                    <a:pt x="1549908" y="874776"/>
                  </a:lnTo>
                  <a:lnTo>
                    <a:pt x="1549908" y="864108"/>
                  </a:lnTo>
                  <a:lnTo>
                    <a:pt x="1581911" y="864108"/>
                  </a:lnTo>
                  <a:lnTo>
                    <a:pt x="1581911" y="874776"/>
                  </a:lnTo>
                  <a:close/>
                </a:path>
                <a:path w="2092959" h="875029">
                  <a:moveTo>
                    <a:pt x="1540763" y="874776"/>
                  </a:moveTo>
                  <a:lnTo>
                    <a:pt x="1508759" y="874776"/>
                  </a:lnTo>
                  <a:lnTo>
                    <a:pt x="1508759" y="864108"/>
                  </a:lnTo>
                  <a:lnTo>
                    <a:pt x="1540763" y="864108"/>
                  </a:lnTo>
                  <a:lnTo>
                    <a:pt x="1540763" y="874776"/>
                  </a:lnTo>
                  <a:close/>
                </a:path>
                <a:path w="2092959" h="875029">
                  <a:moveTo>
                    <a:pt x="1498092" y="874776"/>
                  </a:moveTo>
                  <a:lnTo>
                    <a:pt x="1466088" y="874776"/>
                  </a:lnTo>
                  <a:lnTo>
                    <a:pt x="1466088" y="864108"/>
                  </a:lnTo>
                  <a:lnTo>
                    <a:pt x="1498092" y="864108"/>
                  </a:lnTo>
                  <a:lnTo>
                    <a:pt x="1498092" y="874776"/>
                  </a:lnTo>
                  <a:close/>
                </a:path>
                <a:path w="2092959" h="875029">
                  <a:moveTo>
                    <a:pt x="1456943" y="874776"/>
                  </a:moveTo>
                  <a:lnTo>
                    <a:pt x="1424940" y="874776"/>
                  </a:lnTo>
                  <a:lnTo>
                    <a:pt x="1424940" y="864108"/>
                  </a:lnTo>
                  <a:lnTo>
                    <a:pt x="1456943" y="864108"/>
                  </a:lnTo>
                  <a:lnTo>
                    <a:pt x="1456943" y="874776"/>
                  </a:lnTo>
                  <a:close/>
                </a:path>
                <a:path w="2092959" h="875029">
                  <a:moveTo>
                    <a:pt x="1414272" y="874776"/>
                  </a:moveTo>
                  <a:lnTo>
                    <a:pt x="1382268" y="874776"/>
                  </a:lnTo>
                  <a:lnTo>
                    <a:pt x="1382268" y="864108"/>
                  </a:lnTo>
                  <a:lnTo>
                    <a:pt x="1414272" y="864108"/>
                  </a:lnTo>
                  <a:lnTo>
                    <a:pt x="1414272" y="874776"/>
                  </a:lnTo>
                  <a:close/>
                </a:path>
                <a:path w="2092959" h="875029">
                  <a:moveTo>
                    <a:pt x="1373124" y="874776"/>
                  </a:moveTo>
                  <a:lnTo>
                    <a:pt x="1341120" y="874776"/>
                  </a:lnTo>
                  <a:lnTo>
                    <a:pt x="1341120" y="864108"/>
                  </a:lnTo>
                  <a:lnTo>
                    <a:pt x="1373124" y="864108"/>
                  </a:lnTo>
                  <a:lnTo>
                    <a:pt x="1373124" y="874776"/>
                  </a:lnTo>
                  <a:close/>
                </a:path>
                <a:path w="2092959" h="875029">
                  <a:moveTo>
                    <a:pt x="1330452" y="874776"/>
                  </a:moveTo>
                  <a:lnTo>
                    <a:pt x="1298447" y="874776"/>
                  </a:lnTo>
                  <a:lnTo>
                    <a:pt x="1298447" y="864108"/>
                  </a:lnTo>
                  <a:lnTo>
                    <a:pt x="1330452" y="864108"/>
                  </a:lnTo>
                  <a:lnTo>
                    <a:pt x="1330452" y="874776"/>
                  </a:lnTo>
                  <a:close/>
                </a:path>
                <a:path w="2092959" h="875029">
                  <a:moveTo>
                    <a:pt x="1289304" y="874776"/>
                  </a:moveTo>
                  <a:lnTo>
                    <a:pt x="1257299" y="874776"/>
                  </a:lnTo>
                  <a:lnTo>
                    <a:pt x="1257299" y="864108"/>
                  </a:lnTo>
                  <a:lnTo>
                    <a:pt x="1289304" y="864108"/>
                  </a:lnTo>
                  <a:lnTo>
                    <a:pt x="1289304" y="874776"/>
                  </a:lnTo>
                  <a:close/>
                </a:path>
                <a:path w="2092959" h="875029">
                  <a:moveTo>
                    <a:pt x="1246631" y="874776"/>
                  </a:moveTo>
                  <a:lnTo>
                    <a:pt x="1214627" y="874776"/>
                  </a:lnTo>
                  <a:lnTo>
                    <a:pt x="1214627" y="864108"/>
                  </a:lnTo>
                  <a:lnTo>
                    <a:pt x="1246631" y="864108"/>
                  </a:lnTo>
                  <a:lnTo>
                    <a:pt x="1246631" y="874776"/>
                  </a:lnTo>
                  <a:close/>
                </a:path>
                <a:path w="2092959" h="875029">
                  <a:moveTo>
                    <a:pt x="1205484" y="874776"/>
                  </a:moveTo>
                  <a:lnTo>
                    <a:pt x="1173479" y="874776"/>
                  </a:lnTo>
                  <a:lnTo>
                    <a:pt x="1173479" y="864108"/>
                  </a:lnTo>
                  <a:lnTo>
                    <a:pt x="1205484" y="864108"/>
                  </a:lnTo>
                  <a:lnTo>
                    <a:pt x="1205484" y="874776"/>
                  </a:lnTo>
                  <a:close/>
                </a:path>
                <a:path w="2092959" h="875029">
                  <a:moveTo>
                    <a:pt x="1162811" y="874776"/>
                  </a:moveTo>
                  <a:lnTo>
                    <a:pt x="1130808" y="874776"/>
                  </a:lnTo>
                  <a:lnTo>
                    <a:pt x="1130808" y="864108"/>
                  </a:lnTo>
                  <a:lnTo>
                    <a:pt x="1162811" y="864108"/>
                  </a:lnTo>
                  <a:lnTo>
                    <a:pt x="1162811" y="874776"/>
                  </a:lnTo>
                  <a:close/>
                </a:path>
                <a:path w="2092959" h="875029">
                  <a:moveTo>
                    <a:pt x="1121663" y="874776"/>
                  </a:moveTo>
                  <a:lnTo>
                    <a:pt x="1089659" y="874776"/>
                  </a:lnTo>
                  <a:lnTo>
                    <a:pt x="1089659" y="864108"/>
                  </a:lnTo>
                  <a:lnTo>
                    <a:pt x="1121663" y="864108"/>
                  </a:lnTo>
                  <a:lnTo>
                    <a:pt x="1121663" y="874776"/>
                  </a:lnTo>
                  <a:close/>
                </a:path>
                <a:path w="2092959" h="875029">
                  <a:moveTo>
                    <a:pt x="1078992" y="874776"/>
                  </a:moveTo>
                  <a:lnTo>
                    <a:pt x="1046988" y="874776"/>
                  </a:lnTo>
                  <a:lnTo>
                    <a:pt x="1046988" y="864108"/>
                  </a:lnTo>
                  <a:lnTo>
                    <a:pt x="1078992" y="864108"/>
                  </a:lnTo>
                  <a:lnTo>
                    <a:pt x="1078992" y="874776"/>
                  </a:lnTo>
                  <a:close/>
                </a:path>
                <a:path w="2092959" h="875029">
                  <a:moveTo>
                    <a:pt x="1037843" y="874776"/>
                  </a:moveTo>
                  <a:lnTo>
                    <a:pt x="1005840" y="874776"/>
                  </a:lnTo>
                  <a:lnTo>
                    <a:pt x="1005840" y="864108"/>
                  </a:lnTo>
                  <a:lnTo>
                    <a:pt x="1037843" y="864108"/>
                  </a:lnTo>
                  <a:lnTo>
                    <a:pt x="1037843" y="874776"/>
                  </a:lnTo>
                  <a:close/>
                </a:path>
                <a:path w="2092959" h="875029">
                  <a:moveTo>
                    <a:pt x="995172" y="874776"/>
                  </a:moveTo>
                  <a:lnTo>
                    <a:pt x="963168" y="874776"/>
                  </a:lnTo>
                  <a:lnTo>
                    <a:pt x="963168" y="864108"/>
                  </a:lnTo>
                  <a:lnTo>
                    <a:pt x="995172" y="864108"/>
                  </a:lnTo>
                  <a:lnTo>
                    <a:pt x="995172" y="874776"/>
                  </a:lnTo>
                  <a:close/>
                </a:path>
                <a:path w="2092959" h="875029">
                  <a:moveTo>
                    <a:pt x="954024" y="874776"/>
                  </a:moveTo>
                  <a:lnTo>
                    <a:pt x="922020" y="874776"/>
                  </a:lnTo>
                  <a:lnTo>
                    <a:pt x="922020" y="864108"/>
                  </a:lnTo>
                  <a:lnTo>
                    <a:pt x="954024" y="864108"/>
                  </a:lnTo>
                  <a:lnTo>
                    <a:pt x="954024" y="874776"/>
                  </a:lnTo>
                  <a:close/>
                </a:path>
                <a:path w="2092959" h="875029">
                  <a:moveTo>
                    <a:pt x="911352" y="874776"/>
                  </a:moveTo>
                  <a:lnTo>
                    <a:pt x="879347" y="874776"/>
                  </a:lnTo>
                  <a:lnTo>
                    <a:pt x="879347" y="864108"/>
                  </a:lnTo>
                  <a:lnTo>
                    <a:pt x="911352" y="864108"/>
                  </a:lnTo>
                  <a:lnTo>
                    <a:pt x="911352" y="874776"/>
                  </a:lnTo>
                  <a:close/>
                </a:path>
                <a:path w="2092959" h="875029">
                  <a:moveTo>
                    <a:pt x="870204" y="874776"/>
                  </a:moveTo>
                  <a:lnTo>
                    <a:pt x="838199" y="874776"/>
                  </a:lnTo>
                  <a:lnTo>
                    <a:pt x="838199" y="864108"/>
                  </a:lnTo>
                  <a:lnTo>
                    <a:pt x="870204" y="864108"/>
                  </a:lnTo>
                  <a:lnTo>
                    <a:pt x="870204" y="874776"/>
                  </a:lnTo>
                  <a:close/>
                </a:path>
                <a:path w="2092959" h="875029">
                  <a:moveTo>
                    <a:pt x="827531" y="874776"/>
                  </a:moveTo>
                  <a:lnTo>
                    <a:pt x="795527" y="874776"/>
                  </a:lnTo>
                  <a:lnTo>
                    <a:pt x="795527" y="864108"/>
                  </a:lnTo>
                  <a:lnTo>
                    <a:pt x="827531" y="864108"/>
                  </a:lnTo>
                  <a:lnTo>
                    <a:pt x="827531" y="874776"/>
                  </a:lnTo>
                  <a:close/>
                </a:path>
                <a:path w="2092959" h="875029">
                  <a:moveTo>
                    <a:pt x="786384" y="874776"/>
                  </a:moveTo>
                  <a:lnTo>
                    <a:pt x="754379" y="874776"/>
                  </a:lnTo>
                  <a:lnTo>
                    <a:pt x="754379" y="864108"/>
                  </a:lnTo>
                  <a:lnTo>
                    <a:pt x="786384" y="864108"/>
                  </a:lnTo>
                  <a:lnTo>
                    <a:pt x="786384" y="874776"/>
                  </a:lnTo>
                  <a:close/>
                </a:path>
                <a:path w="2092959" h="875029">
                  <a:moveTo>
                    <a:pt x="743711" y="874776"/>
                  </a:moveTo>
                  <a:lnTo>
                    <a:pt x="711708" y="874776"/>
                  </a:lnTo>
                  <a:lnTo>
                    <a:pt x="711708" y="864108"/>
                  </a:lnTo>
                  <a:lnTo>
                    <a:pt x="743711" y="864108"/>
                  </a:lnTo>
                  <a:lnTo>
                    <a:pt x="743711" y="874776"/>
                  </a:lnTo>
                  <a:close/>
                </a:path>
                <a:path w="2092959" h="875029">
                  <a:moveTo>
                    <a:pt x="702563" y="874776"/>
                  </a:moveTo>
                  <a:lnTo>
                    <a:pt x="670559" y="874776"/>
                  </a:lnTo>
                  <a:lnTo>
                    <a:pt x="670559" y="864108"/>
                  </a:lnTo>
                  <a:lnTo>
                    <a:pt x="702563" y="864108"/>
                  </a:lnTo>
                  <a:lnTo>
                    <a:pt x="702563" y="874776"/>
                  </a:lnTo>
                  <a:close/>
                </a:path>
                <a:path w="2092959" h="875029">
                  <a:moveTo>
                    <a:pt x="659892" y="874776"/>
                  </a:moveTo>
                  <a:lnTo>
                    <a:pt x="627888" y="874776"/>
                  </a:lnTo>
                  <a:lnTo>
                    <a:pt x="627888" y="864108"/>
                  </a:lnTo>
                  <a:lnTo>
                    <a:pt x="659892" y="864108"/>
                  </a:lnTo>
                  <a:lnTo>
                    <a:pt x="659892" y="874776"/>
                  </a:lnTo>
                  <a:close/>
                </a:path>
                <a:path w="2092959" h="875029">
                  <a:moveTo>
                    <a:pt x="618743" y="874776"/>
                  </a:moveTo>
                  <a:lnTo>
                    <a:pt x="586740" y="874776"/>
                  </a:lnTo>
                  <a:lnTo>
                    <a:pt x="586740" y="864108"/>
                  </a:lnTo>
                  <a:lnTo>
                    <a:pt x="618743" y="864108"/>
                  </a:lnTo>
                  <a:lnTo>
                    <a:pt x="618743" y="874776"/>
                  </a:lnTo>
                  <a:close/>
                </a:path>
                <a:path w="2092959" h="875029">
                  <a:moveTo>
                    <a:pt x="576072" y="874776"/>
                  </a:moveTo>
                  <a:lnTo>
                    <a:pt x="544068" y="874776"/>
                  </a:lnTo>
                  <a:lnTo>
                    <a:pt x="544068" y="864108"/>
                  </a:lnTo>
                  <a:lnTo>
                    <a:pt x="576072" y="864108"/>
                  </a:lnTo>
                  <a:lnTo>
                    <a:pt x="576072" y="874776"/>
                  </a:lnTo>
                  <a:close/>
                </a:path>
                <a:path w="2092959" h="875029">
                  <a:moveTo>
                    <a:pt x="534924" y="874776"/>
                  </a:moveTo>
                  <a:lnTo>
                    <a:pt x="502920" y="874776"/>
                  </a:lnTo>
                  <a:lnTo>
                    <a:pt x="502920" y="864108"/>
                  </a:lnTo>
                  <a:lnTo>
                    <a:pt x="534924" y="864108"/>
                  </a:lnTo>
                  <a:lnTo>
                    <a:pt x="534924" y="874776"/>
                  </a:lnTo>
                  <a:close/>
                </a:path>
                <a:path w="2092959" h="875029">
                  <a:moveTo>
                    <a:pt x="492252" y="874776"/>
                  </a:moveTo>
                  <a:lnTo>
                    <a:pt x="460247" y="874776"/>
                  </a:lnTo>
                  <a:lnTo>
                    <a:pt x="460247" y="864108"/>
                  </a:lnTo>
                  <a:lnTo>
                    <a:pt x="492252" y="864108"/>
                  </a:lnTo>
                  <a:lnTo>
                    <a:pt x="492252" y="874776"/>
                  </a:lnTo>
                  <a:close/>
                </a:path>
                <a:path w="2092959" h="875029">
                  <a:moveTo>
                    <a:pt x="451104" y="874776"/>
                  </a:moveTo>
                  <a:lnTo>
                    <a:pt x="419099" y="874776"/>
                  </a:lnTo>
                  <a:lnTo>
                    <a:pt x="419099" y="864108"/>
                  </a:lnTo>
                  <a:lnTo>
                    <a:pt x="451104" y="864108"/>
                  </a:lnTo>
                  <a:lnTo>
                    <a:pt x="451104" y="874776"/>
                  </a:lnTo>
                  <a:close/>
                </a:path>
                <a:path w="2092959" h="875029">
                  <a:moveTo>
                    <a:pt x="408431" y="874776"/>
                  </a:moveTo>
                  <a:lnTo>
                    <a:pt x="376427" y="874776"/>
                  </a:lnTo>
                  <a:lnTo>
                    <a:pt x="376427" y="864108"/>
                  </a:lnTo>
                  <a:lnTo>
                    <a:pt x="408431" y="864108"/>
                  </a:lnTo>
                  <a:lnTo>
                    <a:pt x="408431" y="874776"/>
                  </a:lnTo>
                  <a:close/>
                </a:path>
                <a:path w="2092959" h="875029">
                  <a:moveTo>
                    <a:pt x="367283" y="874776"/>
                  </a:moveTo>
                  <a:lnTo>
                    <a:pt x="335280" y="874776"/>
                  </a:lnTo>
                  <a:lnTo>
                    <a:pt x="335280" y="864108"/>
                  </a:lnTo>
                  <a:lnTo>
                    <a:pt x="367283" y="864108"/>
                  </a:lnTo>
                  <a:lnTo>
                    <a:pt x="367283" y="874776"/>
                  </a:lnTo>
                  <a:close/>
                </a:path>
                <a:path w="2092959" h="875029">
                  <a:moveTo>
                    <a:pt x="324611" y="874776"/>
                  </a:moveTo>
                  <a:lnTo>
                    <a:pt x="292608" y="874776"/>
                  </a:lnTo>
                  <a:lnTo>
                    <a:pt x="292608" y="864108"/>
                  </a:lnTo>
                  <a:lnTo>
                    <a:pt x="324611" y="864108"/>
                  </a:lnTo>
                  <a:lnTo>
                    <a:pt x="324611" y="874776"/>
                  </a:lnTo>
                  <a:close/>
                </a:path>
                <a:path w="2092959" h="875029">
                  <a:moveTo>
                    <a:pt x="283464" y="874776"/>
                  </a:moveTo>
                  <a:lnTo>
                    <a:pt x="251459" y="874776"/>
                  </a:lnTo>
                  <a:lnTo>
                    <a:pt x="251459" y="864108"/>
                  </a:lnTo>
                  <a:lnTo>
                    <a:pt x="283464" y="864108"/>
                  </a:lnTo>
                  <a:lnTo>
                    <a:pt x="283464" y="874776"/>
                  </a:lnTo>
                  <a:close/>
                </a:path>
                <a:path w="2092959" h="875029">
                  <a:moveTo>
                    <a:pt x="240791" y="874776"/>
                  </a:moveTo>
                  <a:lnTo>
                    <a:pt x="208788" y="874776"/>
                  </a:lnTo>
                  <a:lnTo>
                    <a:pt x="208788" y="864108"/>
                  </a:lnTo>
                  <a:lnTo>
                    <a:pt x="240791" y="864108"/>
                  </a:lnTo>
                  <a:lnTo>
                    <a:pt x="240791" y="874776"/>
                  </a:lnTo>
                  <a:close/>
                </a:path>
                <a:path w="2092959" h="875029">
                  <a:moveTo>
                    <a:pt x="199643" y="874776"/>
                  </a:moveTo>
                  <a:lnTo>
                    <a:pt x="167640" y="874776"/>
                  </a:lnTo>
                  <a:lnTo>
                    <a:pt x="167640" y="864108"/>
                  </a:lnTo>
                  <a:lnTo>
                    <a:pt x="199643" y="864108"/>
                  </a:lnTo>
                  <a:lnTo>
                    <a:pt x="199643" y="874776"/>
                  </a:lnTo>
                  <a:close/>
                </a:path>
                <a:path w="2092959" h="875029">
                  <a:moveTo>
                    <a:pt x="156972" y="874776"/>
                  </a:moveTo>
                  <a:lnTo>
                    <a:pt x="124967" y="874776"/>
                  </a:lnTo>
                  <a:lnTo>
                    <a:pt x="124967" y="864108"/>
                  </a:lnTo>
                  <a:lnTo>
                    <a:pt x="156972" y="864108"/>
                  </a:lnTo>
                  <a:lnTo>
                    <a:pt x="156972" y="874776"/>
                  </a:lnTo>
                  <a:close/>
                </a:path>
                <a:path w="2092959" h="875029">
                  <a:moveTo>
                    <a:pt x="115824" y="874776"/>
                  </a:moveTo>
                  <a:lnTo>
                    <a:pt x="83819" y="874776"/>
                  </a:lnTo>
                  <a:lnTo>
                    <a:pt x="83819" y="864108"/>
                  </a:lnTo>
                  <a:lnTo>
                    <a:pt x="115824" y="864108"/>
                  </a:lnTo>
                  <a:lnTo>
                    <a:pt x="115824" y="874776"/>
                  </a:lnTo>
                  <a:close/>
                </a:path>
                <a:path w="2092959" h="875029">
                  <a:moveTo>
                    <a:pt x="73151" y="874776"/>
                  </a:moveTo>
                  <a:lnTo>
                    <a:pt x="41148" y="874776"/>
                  </a:lnTo>
                  <a:lnTo>
                    <a:pt x="41148" y="864108"/>
                  </a:lnTo>
                  <a:lnTo>
                    <a:pt x="73151" y="864108"/>
                  </a:lnTo>
                  <a:lnTo>
                    <a:pt x="73151" y="874776"/>
                  </a:lnTo>
                  <a:close/>
                </a:path>
              </a:pathLst>
            </a:custGeom>
            <a:solidFill>
              <a:srgbClr val="2F528E"/>
            </a:solidFill>
          </p:spPr>
          <p:txBody>
            <a:bodyPr wrap="square" lIns="0" tIns="0" rIns="0" bIns="0" rtlCol="0"/>
            <a:lstStyle/>
            <a:p>
              <a:pPr defTabSz="1183325"/>
              <a:endParaRPr sz="2329"/>
            </a:p>
          </p:txBody>
        </p:sp>
        <p:pic>
          <p:nvPicPr>
            <p:cNvPr id="53" name="object 24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593335" y="5309616"/>
              <a:ext cx="1871471" cy="652271"/>
            </a:xfrm>
            <a:prstGeom prst="rect">
              <a:avLst/>
            </a:prstGeom>
          </p:spPr>
        </p:pic>
      </p:grpSp>
      <p:sp>
        <p:nvSpPr>
          <p:cNvPr id="54" name="object 25"/>
          <p:cNvSpPr/>
          <p:nvPr/>
        </p:nvSpPr>
        <p:spPr>
          <a:xfrm>
            <a:off x="6965935" y="6279596"/>
            <a:ext cx="654946" cy="363220"/>
          </a:xfrm>
          <a:custGeom>
            <a:avLst/>
            <a:gdLst/>
            <a:ahLst/>
            <a:cxnLst/>
            <a:rect l="l" t="t" r="r" b="b"/>
            <a:pathLst>
              <a:path w="506095" h="280670">
                <a:moveTo>
                  <a:pt x="266700" y="280416"/>
                </a:moveTo>
                <a:lnTo>
                  <a:pt x="0" y="0"/>
                </a:lnTo>
                <a:lnTo>
                  <a:pt x="505967" y="0"/>
                </a:lnTo>
                <a:lnTo>
                  <a:pt x="266700" y="280416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pPr defTabSz="1183325"/>
            <a:endParaRPr sz="2329"/>
          </a:p>
        </p:txBody>
      </p:sp>
      <p:sp>
        <p:nvSpPr>
          <p:cNvPr id="55" name="object 26"/>
          <p:cNvSpPr txBox="1"/>
          <p:nvPr/>
        </p:nvSpPr>
        <p:spPr>
          <a:xfrm>
            <a:off x="6986964" y="4180450"/>
            <a:ext cx="663986" cy="474541"/>
          </a:xfrm>
          <a:prstGeom prst="rect">
            <a:avLst/>
          </a:prstGeom>
        </p:spPr>
        <p:txBody>
          <a:bodyPr vert="horz" wrap="square" lIns="0" tIns="16435" rIns="0" bIns="0" rtlCol="0">
            <a:spAutoFit/>
          </a:bodyPr>
          <a:lstStyle/>
          <a:p>
            <a:pPr marL="116689" marR="6574" indent="-101076" defTabSz="1183325">
              <a:spcBef>
                <a:spcPts val="129"/>
              </a:spcBef>
            </a:pPr>
            <a:r>
              <a:rPr sz="1488" spc="-13" dirty="0">
                <a:solidFill>
                  <a:srgbClr val="FFFFFF"/>
                </a:solidFill>
                <a:latin typeface="Comic Sans MS"/>
                <a:cs typeface="Comic Sans MS"/>
              </a:rPr>
              <a:t>Object </a:t>
            </a:r>
            <a:r>
              <a:rPr sz="1488" spc="-26" dirty="0">
                <a:solidFill>
                  <a:srgbClr val="FFFFFF"/>
                </a:solidFill>
                <a:latin typeface="Comic Sans MS"/>
                <a:cs typeface="Comic Sans MS"/>
              </a:rPr>
              <a:t>Code</a:t>
            </a:r>
            <a:endParaRPr sz="1488">
              <a:latin typeface="Comic Sans MS"/>
              <a:cs typeface="Comic Sans MS"/>
            </a:endParaRPr>
          </a:p>
        </p:txBody>
      </p:sp>
      <p:grpSp>
        <p:nvGrpSpPr>
          <p:cNvPr id="56" name="object 27"/>
          <p:cNvGrpSpPr/>
          <p:nvPr/>
        </p:nvGrpSpPr>
        <p:grpSpPr>
          <a:xfrm>
            <a:off x="6427514" y="2435709"/>
            <a:ext cx="6333341" cy="3241040"/>
            <a:chOff x="4814315" y="1882139"/>
            <a:chExt cx="4893945" cy="2504440"/>
          </a:xfrm>
        </p:grpSpPr>
        <p:sp>
          <p:nvSpPr>
            <p:cNvPr id="57" name="object 28"/>
            <p:cNvSpPr/>
            <p:nvPr/>
          </p:nvSpPr>
          <p:spPr>
            <a:xfrm>
              <a:off x="5274563" y="3730752"/>
              <a:ext cx="510540" cy="655320"/>
            </a:xfrm>
            <a:custGeom>
              <a:avLst/>
              <a:gdLst/>
              <a:ahLst/>
              <a:cxnLst/>
              <a:rect l="l" t="t" r="r" b="b"/>
              <a:pathLst>
                <a:path w="510539" h="655320">
                  <a:moveTo>
                    <a:pt x="426720" y="655320"/>
                  </a:moveTo>
                  <a:lnTo>
                    <a:pt x="83819" y="655320"/>
                  </a:lnTo>
                  <a:lnTo>
                    <a:pt x="51434" y="648366"/>
                  </a:lnTo>
                  <a:lnTo>
                    <a:pt x="24764" y="629412"/>
                  </a:lnTo>
                  <a:lnTo>
                    <a:pt x="6667" y="601313"/>
                  </a:lnTo>
                  <a:lnTo>
                    <a:pt x="0" y="566928"/>
                  </a:lnTo>
                  <a:lnTo>
                    <a:pt x="0" y="330708"/>
                  </a:lnTo>
                  <a:lnTo>
                    <a:pt x="5381" y="299561"/>
                  </a:lnTo>
                  <a:lnTo>
                    <a:pt x="20193" y="273558"/>
                  </a:lnTo>
                  <a:lnTo>
                    <a:pt x="42433" y="254412"/>
                  </a:lnTo>
                  <a:lnTo>
                    <a:pt x="70104" y="243840"/>
                  </a:lnTo>
                  <a:lnTo>
                    <a:pt x="70104" y="176784"/>
                  </a:lnTo>
                  <a:lnTo>
                    <a:pt x="76672" y="129822"/>
                  </a:lnTo>
                  <a:lnTo>
                    <a:pt x="95221" y="87601"/>
                  </a:lnTo>
                  <a:lnTo>
                    <a:pt x="124015" y="51815"/>
                  </a:lnTo>
                  <a:lnTo>
                    <a:pt x="161318" y="24158"/>
                  </a:lnTo>
                  <a:lnTo>
                    <a:pt x="205394" y="6321"/>
                  </a:lnTo>
                  <a:lnTo>
                    <a:pt x="254508" y="0"/>
                  </a:lnTo>
                  <a:lnTo>
                    <a:pt x="304263" y="6321"/>
                  </a:lnTo>
                  <a:lnTo>
                    <a:pt x="348770" y="24158"/>
                  </a:lnTo>
                  <a:lnTo>
                    <a:pt x="349076" y="24384"/>
                  </a:lnTo>
                  <a:lnTo>
                    <a:pt x="254508" y="24384"/>
                  </a:lnTo>
                  <a:lnTo>
                    <a:pt x="203764" y="32186"/>
                  </a:lnTo>
                  <a:lnTo>
                    <a:pt x="159459" y="53888"/>
                  </a:lnTo>
                  <a:lnTo>
                    <a:pt x="124370" y="86928"/>
                  </a:lnTo>
                  <a:lnTo>
                    <a:pt x="101278" y="128747"/>
                  </a:lnTo>
                  <a:lnTo>
                    <a:pt x="92964" y="176784"/>
                  </a:lnTo>
                  <a:lnTo>
                    <a:pt x="92964" y="242315"/>
                  </a:lnTo>
                  <a:lnTo>
                    <a:pt x="440436" y="242315"/>
                  </a:lnTo>
                  <a:lnTo>
                    <a:pt x="440436" y="243840"/>
                  </a:lnTo>
                  <a:lnTo>
                    <a:pt x="468106" y="254412"/>
                  </a:lnTo>
                  <a:lnTo>
                    <a:pt x="482380" y="266700"/>
                  </a:lnTo>
                  <a:lnTo>
                    <a:pt x="83819" y="266700"/>
                  </a:lnTo>
                  <a:lnTo>
                    <a:pt x="60150" y="271772"/>
                  </a:lnTo>
                  <a:lnTo>
                    <a:pt x="40767" y="285559"/>
                  </a:lnTo>
                  <a:lnTo>
                    <a:pt x="27670" y="305919"/>
                  </a:lnTo>
                  <a:lnTo>
                    <a:pt x="22860" y="330708"/>
                  </a:lnTo>
                  <a:lnTo>
                    <a:pt x="22860" y="566928"/>
                  </a:lnTo>
                  <a:lnTo>
                    <a:pt x="27670" y="591716"/>
                  </a:lnTo>
                  <a:lnTo>
                    <a:pt x="40767" y="612076"/>
                  </a:lnTo>
                  <a:lnTo>
                    <a:pt x="60150" y="625863"/>
                  </a:lnTo>
                  <a:lnTo>
                    <a:pt x="83819" y="630936"/>
                  </a:lnTo>
                  <a:lnTo>
                    <a:pt x="483630" y="630936"/>
                  </a:lnTo>
                  <a:lnTo>
                    <a:pt x="459105" y="648366"/>
                  </a:lnTo>
                  <a:lnTo>
                    <a:pt x="426720" y="655320"/>
                  </a:lnTo>
                  <a:close/>
                </a:path>
                <a:path w="510539" h="655320">
                  <a:moveTo>
                    <a:pt x="440436" y="242315"/>
                  </a:moveTo>
                  <a:lnTo>
                    <a:pt x="417576" y="242315"/>
                  </a:lnTo>
                  <a:lnTo>
                    <a:pt x="417576" y="176784"/>
                  </a:lnTo>
                  <a:lnTo>
                    <a:pt x="409248" y="128747"/>
                  </a:lnTo>
                  <a:lnTo>
                    <a:pt x="386071" y="86928"/>
                  </a:lnTo>
                  <a:lnTo>
                    <a:pt x="350751" y="53888"/>
                  </a:lnTo>
                  <a:lnTo>
                    <a:pt x="305994" y="32186"/>
                  </a:lnTo>
                  <a:lnTo>
                    <a:pt x="254508" y="24384"/>
                  </a:lnTo>
                  <a:lnTo>
                    <a:pt x="349076" y="24384"/>
                  </a:lnTo>
                  <a:lnTo>
                    <a:pt x="386334" y="51815"/>
                  </a:lnTo>
                  <a:lnTo>
                    <a:pt x="415261" y="87601"/>
                  </a:lnTo>
                  <a:lnTo>
                    <a:pt x="433860" y="129822"/>
                  </a:lnTo>
                  <a:lnTo>
                    <a:pt x="440436" y="176784"/>
                  </a:lnTo>
                  <a:lnTo>
                    <a:pt x="440436" y="242315"/>
                  </a:lnTo>
                  <a:close/>
                </a:path>
                <a:path w="510539" h="655320">
                  <a:moveTo>
                    <a:pt x="483630" y="630936"/>
                  </a:moveTo>
                  <a:lnTo>
                    <a:pt x="426720" y="630936"/>
                  </a:lnTo>
                  <a:lnTo>
                    <a:pt x="450151" y="625863"/>
                  </a:lnTo>
                  <a:lnTo>
                    <a:pt x="469011" y="612076"/>
                  </a:lnTo>
                  <a:lnTo>
                    <a:pt x="481584" y="591716"/>
                  </a:lnTo>
                  <a:lnTo>
                    <a:pt x="486156" y="566928"/>
                  </a:lnTo>
                  <a:lnTo>
                    <a:pt x="486156" y="330708"/>
                  </a:lnTo>
                  <a:lnTo>
                    <a:pt x="481584" y="305919"/>
                  </a:lnTo>
                  <a:lnTo>
                    <a:pt x="469011" y="285559"/>
                  </a:lnTo>
                  <a:lnTo>
                    <a:pt x="450151" y="271772"/>
                  </a:lnTo>
                  <a:lnTo>
                    <a:pt x="426720" y="266700"/>
                  </a:lnTo>
                  <a:lnTo>
                    <a:pt x="482380" y="266700"/>
                  </a:lnTo>
                  <a:lnTo>
                    <a:pt x="490347" y="273558"/>
                  </a:lnTo>
                  <a:lnTo>
                    <a:pt x="505158" y="299561"/>
                  </a:lnTo>
                  <a:lnTo>
                    <a:pt x="510540" y="330708"/>
                  </a:lnTo>
                  <a:lnTo>
                    <a:pt x="510540" y="566928"/>
                  </a:lnTo>
                  <a:lnTo>
                    <a:pt x="503872" y="601313"/>
                  </a:lnTo>
                  <a:lnTo>
                    <a:pt x="485775" y="629412"/>
                  </a:lnTo>
                  <a:lnTo>
                    <a:pt x="483630" y="630936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pPr defTabSz="1183325"/>
              <a:endParaRPr sz="2329"/>
            </a:p>
          </p:txBody>
        </p:sp>
        <p:pic>
          <p:nvPicPr>
            <p:cNvPr id="58" name="object 29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5483351" y="4070604"/>
              <a:ext cx="92964" cy="169164"/>
            </a:xfrm>
            <a:prstGeom prst="rect">
              <a:avLst/>
            </a:prstGeom>
          </p:spPr>
        </p:pic>
        <p:sp>
          <p:nvSpPr>
            <p:cNvPr id="59" name="object 30"/>
            <p:cNvSpPr/>
            <p:nvPr/>
          </p:nvSpPr>
          <p:spPr>
            <a:xfrm>
              <a:off x="9086088" y="2759964"/>
              <a:ext cx="622300" cy="1057910"/>
            </a:xfrm>
            <a:custGeom>
              <a:avLst/>
              <a:gdLst/>
              <a:ahLst/>
              <a:cxnLst/>
              <a:rect l="l" t="t" r="r" b="b"/>
              <a:pathLst>
                <a:path w="622300" h="1057910">
                  <a:moveTo>
                    <a:pt x="47244" y="1057655"/>
                  </a:moveTo>
                  <a:lnTo>
                    <a:pt x="32004" y="1056132"/>
                  </a:lnTo>
                  <a:lnTo>
                    <a:pt x="18288" y="1051560"/>
                  </a:lnTo>
                  <a:lnTo>
                    <a:pt x="4572" y="1043939"/>
                  </a:lnTo>
                  <a:lnTo>
                    <a:pt x="0" y="1025651"/>
                  </a:lnTo>
                  <a:lnTo>
                    <a:pt x="42672" y="1007363"/>
                  </a:lnTo>
                  <a:lnTo>
                    <a:pt x="83820" y="987551"/>
                  </a:lnTo>
                  <a:lnTo>
                    <a:pt x="121920" y="966215"/>
                  </a:lnTo>
                  <a:lnTo>
                    <a:pt x="158495" y="943355"/>
                  </a:lnTo>
                  <a:lnTo>
                    <a:pt x="192024" y="917447"/>
                  </a:lnTo>
                  <a:lnTo>
                    <a:pt x="224028" y="891539"/>
                  </a:lnTo>
                  <a:lnTo>
                    <a:pt x="254507" y="861059"/>
                  </a:lnTo>
                  <a:lnTo>
                    <a:pt x="280416" y="830579"/>
                  </a:lnTo>
                  <a:lnTo>
                    <a:pt x="306323" y="798576"/>
                  </a:lnTo>
                  <a:lnTo>
                    <a:pt x="329184" y="765047"/>
                  </a:lnTo>
                  <a:lnTo>
                    <a:pt x="350519" y="728471"/>
                  </a:lnTo>
                  <a:lnTo>
                    <a:pt x="368808" y="691895"/>
                  </a:lnTo>
                  <a:lnTo>
                    <a:pt x="384048" y="652271"/>
                  </a:lnTo>
                  <a:lnTo>
                    <a:pt x="399287" y="611123"/>
                  </a:lnTo>
                  <a:lnTo>
                    <a:pt x="411480" y="569975"/>
                  </a:lnTo>
                  <a:lnTo>
                    <a:pt x="420623" y="527303"/>
                  </a:lnTo>
                  <a:lnTo>
                    <a:pt x="428243" y="483108"/>
                  </a:lnTo>
                  <a:lnTo>
                    <a:pt x="434339" y="437388"/>
                  </a:lnTo>
                  <a:lnTo>
                    <a:pt x="437387" y="391668"/>
                  </a:lnTo>
                  <a:lnTo>
                    <a:pt x="438912" y="342899"/>
                  </a:lnTo>
                  <a:lnTo>
                    <a:pt x="438912" y="294131"/>
                  </a:lnTo>
                  <a:lnTo>
                    <a:pt x="435863" y="243839"/>
                  </a:lnTo>
                  <a:lnTo>
                    <a:pt x="429767" y="193547"/>
                  </a:lnTo>
                  <a:lnTo>
                    <a:pt x="423672" y="140208"/>
                  </a:lnTo>
                  <a:lnTo>
                    <a:pt x="414528" y="147827"/>
                  </a:lnTo>
                  <a:lnTo>
                    <a:pt x="406908" y="153924"/>
                  </a:lnTo>
                  <a:lnTo>
                    <a:pt x="399287" y="161543"/>
                  </a:lnTo>
                  <a:lnTo>
                    <a:pt x="393191" y="169164"/>
                  </a:lnTo>
                  <a:lnTo>
                    <a:pt x="374904" y="205739"/>
                  </a:lnTo>
                  <a:lnTo>
                    <a:pt x="370332" y="213360"/>
                  </a:lnTo>
                  <a:lnTo>
                    <a:pt x="364236" y="222503"/>
                  </a:lnTo>
                  <a:lnTo>
                    <a:pt x="358139" y="230124"/>
                  </a:lnTo>
                  <a:lnTo>
                    <a:pt x="350519" y="236220"/>
                  </a:lnTo>
                  <a:lnTo>
                    <a:pt x="339852" y="242316"/>
                  </a:lnTo>
                  <a:lnTo>
                    <a:pt x="330708" y="248412"/>
                  </a:lnTo>
                  <a:lnTo>
                    <a:pt x="318515" y="251460"/>
                  </a:lnTo>
                  <a:lnTo>
                    <a:pt x="303276" y="254508"/>
                  </a:lnTo>
                  <a:lnTo>
                    <a:pt x="298704" y="245364"/>
                  </a:lnTo>
                  <a:lnTo>
                    <a:pt x="297180" y="233172"/>
                  </a:lnTo>
                  <a:lnTo>
                    <a:pt x="297180" y="219456"/>
                  </a:lnTo>
                  <a:lnTo>
                    <a:pt x="298704" y="205739"/>
                  </a:lnTo>
                  <a:lnTo>
                    <a:pt x="303276" y="190499"/>
                  </a:lnTo>
                  <a:lnTo>
                    <a:pt x="307848" y="173735"/>
                  </a:lnTo>
                  <a:lnTo>
                    <a:pt x="315467" y="158495"/>
                  </a:lnTo>
                  <a:lnTo>
                    <a:pt x="321563" y="140208"/>
                  </a:lnTo>
                  <a:lnTo>
                    <a:pt x="339852" y="106679"/>
                  </a:lnTo>
                  <a:lnTo>
                    <a:pt x="361187" y="74676"/>
                  </a:lnTo>
                  <a:lnTo>
                    <a:pt x="396239" y="33527"/>
                  </a:lnTo>
                  <a:lnTo>
                    <a:pt x="429767" y="7620"/>
                  </a:lnTo>
                  <a:lnTo>
                    <a:pt x="463295" y="0"/>
                  </a:lnTo>
                  <a:lnTo>
                    <a:pt x="477012" y="4572"/>
                  </a:lnTo>
                  <a:lnTo>
                    <a:pt x="513587" y="28956"/>
                  </a:lnTo>
                  <a:lnTo>
                    <a:pt x="547115" y="73151"/>
                  </a:lnTo>
                  <a:lnTo>
                    <a:pt x="556260" y="89916"/>
                  </a:lnTo>
                  <a:lnTo>
                    <a:pt x="566928" y="106679"/>
                  </a:lnTo>
                  <a:lnTo>
                    <a:pt x="576072" y="126491"/>
                  </a:lnTo>
                  <a:lnTo>
                    <a:pt x="583691" y="146303"/>
                  </a:lnTo>
                  <a:lnTo>
                    <a:pt x="591312" y="164591"/>
                  </a:lnTo>
                  <a:lnTo>
                    <a:pt x="600456" y="185927"/>
                  </a:lnTo>
                  <a:lnTo>
                    <a:pt x="606552" y="204216"/>
                  </a:lnTo>
                  <a:lnTo>
                    <a:pt x="614172" y="224027"/>
                  </a:lnTo>
                  <a:lnTo>
                    <a:pt x="621791" y="240791"/>
                  </a:lnTo>
                  <a:lnTo>
                    <a:pt x="608076" y="243839"/>
                  </a:lnTo>
                  <a:lnTo>
                    <a:pt x="597408" y="243839"/>
                  </a:lnTo>
                  <a:lnTo>
                    <a:pt x="562356" y="227076"/>
                  </a:lnTo>
                  <a:lnTo>
                    <a:pt x="533400" y="187451"/>
                  </a:lnTo>
                  <a:lnTo>
                    <a:pt x="521208" y="172212"/>
                  </a:lnTo>
                  <a:lnTo>
                    <a:pt x="513587" y="166116"/>
                  </a:lnTo>
                  <a:lnTo>
                    <a:pt x="505967" y="161543"/>
                  </a:lnTo>
                  <a:lnTo>
                    <a:pt x="505967" y="252983"/>
                  </a:lnTo>
                  <a:lnTo>
                    <a:pt x="502919" y="345947"/>
                  </a:lnTo>
                  <a:lnTo>
                    <a:pt x="498348" y="390143"/>
                  </a:lnTo>
                  <a:lnTo>
                    <a:pt x="492252" y="435864"/>
                  </a:lnTo>
                  <a:lnTo>
                    <a:pt x="486156" y="478536"/>
                  </a:lnTo>
                  <a:lnTo>
                    <a:pt x="478536" y="522732"/>
                  </a:lnTo>
                  <a:lnTo>
                    <a:pt x="469391" y="563879"/>
                  </a:lnTo>
                  <a:lnTo>
                    <a:pt x="457200" y="606551"/>
                  </a:lnTo>
                  <a:lnTo>
                    <a:pt x="445008" y="646175"/>
                  </a:lnTo>
                  <a:lnTo>
                    <a:pt x="429767" y="687323"/>
                  </a:lnTo>
                  <a:lnTo>
                    <a:pt x="414528" y="725423"/>
                  </a:lnTo>
                  <a:lnTo>
                    <a:pt x="396239" y="761999"/>
                  </a:lnTo>
                  <a:lnTo>
                    <a:pt x="376428" y="797051"/>
                  </a:lnTo>
                  <a:lnTo>
                    <a:pt x="353567" y="832104"/>
                  </a:lnTo>
                  <a:lnTo>
                    <a:pt x="330708" y="865632"/>
                  </a:lnTo>
                  <a:lnTo>
                    <a:pt x="304800" y="896111"/>
                  </a:lnTo>
                  <a:lnTo>
                    <a:pt x="277368" y="926591"/>
                  </a:lnTo>
                  <a:lnTo>
                    <a:pt x="246888" y="954023"/>
                  </a:lnTo>
                  <a:lnTo>
                    <a:pt x="214883" y="979932"/>
                  </a:lnTo>
                  <a:lnTo>
                    <a:pt x="179831" y="1004315"/>
                  </a:lnTo>
                  <a:lnTo>
                    <a:pt x="169164" y="1010411"/>
                  </a:lnTo>
                  <a:lnTo>
                    <a:pt x="158495" y="1018032"/>
                  </a:lnTo>
                  <a:lnTo>
                    <a:pt x="134112" y="1033271"/>
                  </a:lnTo>
                  <a:lnTo>
                    <a:pt x="106679" y="1045463"/>
                  </a:lnTo>
                  <a:lnTo>
                    <a:pt x="76200" y="1054608"/>
                  </a:lnTo>
                  <a:lnTo>
                    <a:pt x="47244" y="1057655"/>
                  </a:lnTo>
                  <a:close/>
                </a:path>
              </a:pathLst>
            </a:custGeom>
            <a:solidFill>
              <a:srgbClr val="2F5497"/>
            </a:solidFill>
          </p:spPr>
          <p:txBody>
            <a:bodyPr wrap="square" lIns="0" tIns="0" rIns="0" bIns="0" rtlCol="0"/>
            <a:lstStyle/>
            <a:p>
              <a:pPr defTabSz="1183325"/>
              <a:endParaRPr sz="2329"/>
            </a:p>
          </p:txBody>
        </p:sp>
        <p:sp>
          <p:nvSpPr>
            <p:cNvPr id="60" name="object 31"/>
            <p:cNvSpPr/>
            <p:nvPr/>
          </p:nvSpPr>
          <p:spPr>
            <a:xfrm>
              <a:off x="5484875" y="2074164"/>
              <a:ext cx="867410" cy="867410"/>
            </a:xfrm>
            <a:custGeom>
              <a:avLst/>
              <a:gdLst/>
              <a:ahLst/>
              <a:cxnLst/>
              <a:rect l="l" t="t" r="r" b="b"/>
              <a:pathLst>
                <a:path w="867410" h="867410">
                  <a:moveTo>
                    <a:pt x="25717" y="269533"/>
                  </a:moveTo>
                  <a:lnTo>
                    <a:pt x="12954" y="265366"/>
                  </a:lnTo>
                  <a:lnTo>
                    <a:pt x="3619" y="255770"/>
                  </a:lnTo>
                  <a:lnTo>
                    <a:pt x="0" y="242315"/>
                  </a:lnTo>
                  <a:lnTo>
                    <a:pt x="0" y="0"/>
                  </a:lnTo>
                  <a:lnTo>
                    <a:pt x="242316" y="0"/>
                  </a:lnTo>
                  <a:lnTo>
                    <a:pt x="255793" y="3619"/>
                  </a:lnTo>
                  <a:lnTo>
                    <a:pt x="265557" y="12953"/>
                  </a:lnTo>
                  <a:lnTo>
                    <a:pt x="270176" y="25717"/>
                  </a:lnTo>
                  <a:lnTo>
                    <a:pt x="268224" y="39624"/>
                  </a:lnTo>
                  <a:lnTo>
                    <a:pt x="258865" y="59483"/>
                  </a:lnTo>
                  <a:lnTo>
                    <a:pt x="251650" y="79628"/>
                  </a:lnTo>
                  <a:lnTo>
                    <a:pt x="247007" y="99202"/>
                  </a:lnTo>
                  <a:lnTo>
                    <a:pt x="245364" y="117347"/>
                  </a:lnTo>
                  <a:lnTo>
                    <a:pt x="252579" y="150709"/>
                  </a:lnTo>
                  <a:lnTo>
                    <a:pt x="272224" y="175069"/>
                  </a:lnTo>
                  <a:lnTo>
                    <a:pt x="301299" y="189999"/>
                  </a:lnTo>
                  <a:lnTo>
                    <a:pt x="336804" y="195071"/>
                  </a:lnTo>
                  <a:lnTo>
                    <a:pt x="672084" y="195071"/>
                  </a:lnTo>
                  <a:lnTo>
                    <a:pt x="672084" y="242315"/>
                  </a:lnTo>
                  <a:lnTo>
                    <a:pt x="672952" y="245363"/>
                  </a:lnTo>
                  <a:lnTo>
                    <a:pt x="117348" y="245363"/>
                  </a:lnTo>
                  <a:lnTo>
                    <a:pt x="100060" y="246768"/>
                  </a:lnTo>
                  <a:lnTo>
                    <a:pt x="80772" y="250888"/>
                  </a:lnTo>
                  <a:lnTo>
                    <a:pt x="60340" y="257579"/>
                  </a:lnTo>
                  <a:lnTo>
                    <a:pt x="39624" y="266700"/>
                  </a:lnTo>
                  <a:lnTo>
                    <a:pt x="25717" y="269533"/>
                  </a:lnTo>
                  <a:close/>
                </a:path>
                <a:path w="867410" h="867410">
                  <a:moveTo>
                    <a:pt x="672084" y="195071"/>
                  </a:moveTo>
                  <a:lnTo>
                    <a:pt x="336804" y="195071"/>
                  </a:lnTo>
                  <a:lnTo>
                    <a:pt x="371427" y="189999"/>
                  </a:lnTo>
                  <a:lnTo>
                    <a:pt x="400050" y="175069"/>
                  </a:lnTo>
                  <a:lnTo>
                    <a:pt x="419528" y="150709"/>
                  </a:lnTo>
                  <a:lnTo>
                    <a:pt x="426720" y="117347"/>
                  </a:lnTo>
                  <a:lnTo>
                    <a:pt x="424838" y="99202"/>
                  </a:lnTo>
                  <a:lnTo>
                    <a:pt x="419671" y="79628"/>
                  </a:lnTo>
                  <a:lnTo>
                    <a:pt x="411932" y="59483"/>
                  </a:lnTo>
                  <a:lnTo>
                    <a:pt x="402336" y="39624"/>
                  </a:lnTo>
                  <a:lnTo>
                    <a:pt x="400383" y="25717"/>
                  </a:lnTo>
                  <a:lnTo>
                    <a:pt x="405003" y="12953"/>
                  </a:lnTo>
                  <a:lnTo>
                    <a:pt x="414766" y="3619"/>
                  </a:lnTo>
                  <a:lnTo>
                    <a:pt x="428244" y="0"/>
                  </a:lnTo>
                  <a:lnTo>
                    <a:pt x="672084" y="0"/>
                  </a:lnTo>
                  <a:lnTo>
                    <a:pt x="672084" y="195071"/>
                  </a:lnTo>
                  <a:close/>
                </a:path>
                <a:path w="867410" h="867410">
                  <a:moveTo>
                    <a:pt x="672517" y="426720"/>
                  </a:moveTo>
                  <a:lnTo>
                    <a:pt x="117348" y="426720"/>
                  </a:lnTo>
                  <a:lnTo>
                    <a:pt x="150947" y="419504"/>
                  </a:lnTo>
                  <a:lnTo>
                    <a:pt x="175831" y="399859"/>
                  </a:lnTo>
                  <a:lnTo>
                    <a:pt x="191285" y="370784"/>
                  </a:lnTo>
                  <a:lnTo>
                    <a:pt x="196596" y="335280"/>
                  </a:lnTo>
                  <a:lnTo>
                    <a:pt x="191285" y="300656"/>
                  </a:lnTo>
                  <a:lnTo>
                    <a:pt x="175831" y="272033"/>
                  </a:lnTo>
                  <a:lnTo>
                    <a:pt x="150947" y="252555"/>
                  </a:lnTo>
                  <a:lnTo>
                    <a:pt x="117348" y="245363"/>
                  </a:lnTo>
                  <a:lnTo>
                    <a:pt x="672952" y="245363"/>
                  </a:lnTo>
                  <a:lnTo>
                    <a:pt x="675917" y="255770"/>
                  </a:lnTo>
                  <a:lnTo>
                    <a:pt x="685609" y="265366"/>
                  </a:lnTo>
                  <a:lnTo>
                    <a:pt x="698444" y="269533"/>
                  </a:lnTo>
                  <a:lnTo>
                    <a:pt x="844026" y="269533"/>
                  </a:lnTo>
                  <a:lnTo>
                    <a:pt x="847153" y="272033"/>
                  </a:lnTo>
                  <a:lnTo>
                    <a:pt x="862083" y="300656"/>
                  </a:lnTo>
                  <a:lnTo>
                    <a:pt x="867156" y="335280"/>
                  </a:lnTo>
                  <a:lnTo>
                    <a:pt x="862083" y="370784"/>
                  </a:lnTo>
                  <a:lnTo>
                    <a:pt x="847153" y="399859"/>
                  </a:lnTo>
                  <a:lnTo>
                    <a:pt x="846503" y="400383"/>
                  </a:lnTo>
                  <a:lnTo>
                    <a:pt x="698444" y="400383"/>
                  </a:lnTo>
                  <a:lnTo>
                    <a:pt x="685609" y="405003"/>
                  </a:lnTo>
                  <a:lnTo>
                    <a:pt x="675917" y="414766"/>
                  </a:lnTo>
                  <a:lnTo>
                    <a:pt x="672517" y="426720"/>
                  </a:lnTo>
                  <a:close/>
                </a:path>
                <a:path w="867410" h="867410">
                  <a:moveTo>
                    <a:pt x="844026" y="269533"/>
                  </a:moveTo>
                  <a:lnTo>
                    <a:pt x="698444" y="269533"/>
                  </a:lnTo>
                  <a:lnTo>
                    <a:pt x="711708" y="266700"/>
                  </a:lnTo>
                  <a:lnTo>
                    <a:pt x="731567" y="257579"/>
                  </a:lnTo>
                  <a:lnTo>
                    <a:pt x="751713" y="250888"/>
                  </a:lnTo>
                  <a:lnTo>
                    <a:pt x="771286" y="246768"/>
                  </a:lnTo>
                  <a:lnTo>
                    <a:pt x="789432" y="245363"/>
                  </a:lnTo>
                  <a:lnTo>
                    <a:pt x="822793" y="252555"/>
                  </a:lnTo>
                  <a:lnTo>
                    <a:pt x="844026" y="269533"/>
                  </a:lnTo>
                  <a:close/>
                </a:path>
                <a:path w="867410" h="867410">
                  <a:moveTo>
                    <a:pt x="672084" y="672084"/>
                  </a:moveTo>
                  <a:lnTo>
                    <a:pt x="0" y="672084"/>
                  </a:lnTo>
                  <a:lnTo>
                    <a:pt x="0" y="428244"/>
                  </a:lnTo>
                  <a:lnTo>
                    <a:pt x="3619" y="414766"/>
                  </a:lnTo>
                  <a:lnTo>
                    <a:pt x="12954" y="405003"/>
                  </a:lnTo>
                  <a:lnTo>
                    <a:pt x="25717" y="400383"/>
                  </a:lnTo>
                  <a:lnTo>
                    <a:pt x="39624" y="402336"/>
                  </a:lnTo>
                  <a:lnTo>
                    <a:pt x="60340" y="411932"/>
                  </a:lnTo>
                  <a:lnTo>
                    <a:pt x="80772" y="419671"/>
                  </a:lnTo>
                  <a:lnTo>
                    <a:pt x="100060" y="424838"/>
                  </a:lnTo>
                  <a:lnTo>
                    <a:pt x="117348" y="426720"/>
                  </a:lnTo>
                  <a:lnTo>
                    <a:pt x="672517" y="426720"/>
                  </a:lnTo>
                  <a:lnTo>
                    <a:pt x="672084" y="428244"/>
                  </a:lnTo>
                  <a:lnTo>
                    <a:pt x="672084" y="672084"/>
                  </a:lnTo>
                  <a:close/>
                </a:path>
                <a:path w="867410" h="867410">
                  <a:moveTo>
                    <a:pt x="789432" y="426720"/>
                  </a:moveTo>
                  <a:lnTo>
                    <a:pt x="771286" y="424838"/>
                  </a:lnTo>
                  <a:lnTo>
                    <a:pt x="751713" y="419671"/>
                  </a:lnTo>
                  <a:lnTo>
                    <a:pt x="731567" y="411932"/>
                  </a:lnTo>
                  <a:lnTo>
                    <a:pt x="711708" y="402336"/>
                  </a:lnTo>
                  <a:lnTo>
                    <a:pt x="698444" y="400383"/>
                  </a:lnTo>
                  <a:lnTo>
                    <a:pt x="846503" y="400383"/>
                  </a:lnTo>
                  <a:lnTo>
                    <a:pt x="822793" y="419504"/>
                  </a:lnTo>
                  <a:lnTo>
                    <a:pt x="789432" y="426720"/>
                  </a:lnTo>
                  <a:close/>
                </a:path>
                <a:path w="867410" h="867410">
                  <a:moveTo>
                    <a:pt x="336804" y="867156"/>
                  </a:moveTo>
                  <a:lnTo>
                    <a:pt x="301299" y="862036"/>
                  </a:lnTo>
                  <a:lnTo>
                    <a:pt x="272224" y="846772"/>
                  </a:lnTo>
                  <a:lnTo>
                    <a:pt x="252579" y="821507"/>
                  </a:lnTo>
                  <a:lnTo>
                    <a:pt x="245364" y="786383"/>
                  </a:lnTo>
                  <a:lnTo>
                    <a:pt x="247007" y="770643"/>
                  </a:lnTo>
                  <a:lnTo>
                    <a:pt x="251650" y="751903"/>
                  </a:lnTo>
                  <a:lnTo>
                    <a:pt x="258865" y="731734"/>
                  </a:lnTo>
                  <a:lnTo>
                    <a:pt x="268224" y="711708"/>
                  </a:lnTo>
                  <a:lnTo>
                    <a:pt x="270086" y="698444"/>
                  </a:lnTo>
                  <a:lnTo>
                    <a:pt x="270176" y="697801"/>
                  </a:lnTo>
                  <a:lnTo>
                    <a:pt x="265557" y="685038"/>
                  </a:lnTo>
                  <a:lnTo>
                    <a:pt x="255793" y="675703"/>
                  </a:lnTo>
                  <a:lnTo>
                    <a:pt x="242316" y="672084"/>
                  </a:lnTo>
                  <a:lnTo>
                    <a:pt x="428244" y="672084"/>
                  </a:lnTo>
                  <a:lnTo>
                    <a:pt x="414766" y="675917"/>
                  </a:lnTo>
                  <a:lnTo>
                    <a:pt x="405003" y="685609"/>
                  </a:lnTo>
                  <a:lnTo>
                    <a:pt x="400383" y="698444"/>
                  </a:lnTo>
                  <a:lnTo>
                    <a:pt x="402336" y="711708"/>
                  </a:lnTo>
                  <a:lnTo>
                    <a:pt x="411932" y="731734"/>
                  </a:lnTo>
                  <a:lnTo>
                    <a:pt x="419671" y="751903"/>
                  </a:lnTo>
                  <a:lnTo>
                    <a:pt x="424838" y="770643"/>
                  </a:lnTo>
                  <a:lnTo>
                    <a:pt x="426720" y="786383"/>
                  </a:lnTo>
                  <a:lnTo>
                    <a:pt x="419528" y="821507"/>
                  </a:lnTo>
                  <a:lnTo>
                    <a:pt x="400050" y="846772"/>
                  </a:lnTo>
                  <a:lnTo>
                    <a:pt x="371427" y="862036"/>
                  </a:lnTo>
                  <a:lnTo>
                    <a:pt x="336804" y="867156"/>
                  </a:lnTo>
                  <a:close/>
                </a:path>
              </a:pathLst>
            </a:custGeom>
            <a:solidFill>
              <a:srgbClr val="FFBF00"/>
            </a:solidFill>
          </p:spPr>
          <p:txBody>
            <a:bodyPr wrap="square" lIns="0" tIns="0" rIns="0" bIns="0" rtlCol="0"/>
            <a:lstStyle/>
            <a:p>
              <a:pPr defTabSz="1183325"/>
              <a:endParaRPr sz="2329"/>
            </a:p>
          </p:txBody>
        </p:sp>
        <p:sp>
          <p:nvSpPr>
            <p:cNvPr id="61" name="object 32"/>
            <p:cNvSpPr/>
            <p:nvPr/>
          </p:nvSpPr>
          <p:spPr>
            <a:xfrm>
              <a:off x="4814315" y="1882139"/>
              <a:ext cx="867410" cy="867410"/>
            </a:xfrm>
            <a:custGeom>
              <a:avLst/>
              <a:gdLst/>
              <a:ahLst/>
              <a:cxnLst/>
              <a:rect l="l" t="t" r="r" b="b"/>
              <a:pathLst>
                <a:path w="867410" h="867410">
                  <a:moveTo>
                    <a:pt x="426720" y="195072"/>
                  </a:moveTo>
                  <a:lnTo>
                    <a:pt x="242316" y="195072"/>
                  </a:lnTo>
                  <a:lnTo>
                    <a:pt x="255794" y="191428"/>
                  </a:lnTo>
                  <a:lnTo>
                    <a:pt x="265366" y="182118"/>
                  </a:lnTo>
                  <a:lnTo>
                    <a:pt x="269533" y="169354"/>
                  </a:lnTo>
                  <a:lnTo>
                    <a:pt x="266700" y="155448"/>
                  </a:lnTo>
                  <a:lnTo>
                    <a:pt x="257341" y="134945"/>
                  </a:lnTo>
                  <a:lnTo>
                    <a:pt x="250126" y="114871"/>
                  </a:lnTo>
                  <a:lnTo>
                    <a:pt x="245480" y="95631"/>
                  </a:lnTo>
                  <a:lnTo>
                    <a:pt x="243840" y="77724"/>
                  </a:lnTo>
                  <a:lnTo>
                    <a:pt x="251055" y="44362"/>
                  </a:lnTo>
                  <a:lnTo>
                    <a:pt x="270700" y="20002"/>
                  </a:lnTo>
                  <a:lnTo>
                    <a:pt x="299775" y="5072"/>
                  </a:lnTo>
                  <a:lnTo>
                    <a:pt x="335280" y="0"/>
                  </a:lnTo>
                  <a:lnTo>
                    <a:pt x="370546" y="5072"/>
                  </a:lnTo>
                  <a:lnTo>
                    <a:pt x="399097" y="20002"/>
                  </a:lnTo>
                  <a:lnTo>
                    <a:pt x="418218" y="44362"/>
                  </a:lnTo>
                  <a:lnTo>
                    <a:pt x="425196" y="77724"/>
                  </a:lnTo>
                  <a:lnTo>
                    <a:pt x="423576" y="95631"/>
                  </a:lnTo>
                  <a:lnTo>
                    <a:pt x="419100" y="114681"/>
                  </a:lnTo>
                  <a:lnTo>
                    <a:pt x="412337" y="134302"/>
                  </a:lnTo>
                  <a:lnTo>
                    <a:pt x="403860" y="153924"/>
                  </a:lnTo>
                  <a:lnTo>
                    <a:pt x="399288" y="168711"/>
                  </a:lnTo>
                  <a:lnTo>
                    <a:pt x="402717" y="181927"/>
                  </a:lnTo>
                  <a:lnTo>
                    <a:pt x="412432" y="191428"/>
                  </a:lnTo>
                  <a:lnTo>
                    <a:pt x="426720" y="195072"/>
                  </a:lnTo>
                  <a:close/>
                </a:path>
                <a:path w="867410" h="867410">
                  <a:moveTo>
                    <a:pt x="25717" y="465486"/>
                  </a:moveTo>
                  <a:lnTo>
                    <a:pt x="13335" y="461772"/>
                  </a:lnTo>
                  <a:lnTo>
                    <a:pt x="3810" y="452342"/>
                  </a:lnTo>
                  <a:lnTo>
                    <a:pt x="0" y="438912"/>
                  </a:lnTo>
                  <a:lnTo>
                    <a:pt x="0" y="195072"/>
                  </a:lnTo>
                  <a:lnTo>
                    <a:pt x="670560" y="195072"/>
                  </a:lnTo>
                  <a:lnTo>
                    <a:pt x="670560" y="438912"/>
                  </a:lnTo>
                  <a:lnTo>
                    <a:pt x="670997" y="440436"/>
                  </a:lnTo>
                  <a:lnTo>
                    <a:pt x="115824" y="440436"/>
                  </a:lnTo>
                  <a:lnTo>
                    <a:pt x="98536" y="442055"/>
                  </a:lnTo>
                  <a:lnTo>
                    <a:pt x="79248" y="446532"/>
                  </a:lnTo>
                  <a:lnTo>
                    <a:pt x="58816" y="453294"/>
                  </a:lnTo>
                  <a:lnTo>
                    <a:pt x="38100" y="461772"/>
                  </a:lnTo>
                  <a:lnTo>
                    <a:pt x="25717" y="465486"/>
                  </a:lnTo>
                  <a:close/>
                </a:path>
                <a:path w="867410" h="867410">
                  <a:moveTo>
                    <a:pt x="671420" y="621792"/>
                  </a:moveTo>
                  <a:lnTo>
                    <a:pt x="115824" y="621792"/>
                  </a:lnTo>
                  <a:lnTo>
                    <a:pt x="150066" y="614576"/>
                  </a:lnTo>
                  <a:lnTo>
                    <a:pt x="174879" y="594931"/>
                  </a:lnTo>
                  <a:lnTo>
                    <a:pt x="189976" y="565856"/>
                  </a:lnTo>
                  <a:lnTo>
                    <a:pt x="195072" y="530352"/>
                  </a:lnTo>
                  <a:lnTo>
                    <a:pt x="189976" y="495728"/>
                  </a:lnTo>
                  <a:lnTo>
                    <a:pt x="174879" y="467106"/>
                  </a:lnTo>
                  <a:lnTo>
                    <a:pt x="150066" y="447627"/>
                  </a:lnTo>
                  <a:lnTo>
                    <a:pt x="115824" y="440436"/>
                  </a:lnTo>
                  <a:lnTo>
                    <a:pt x="670997" y="440436"/>
                  </a:lnTo>
                  <a:lnTo>
                    <a:pt x="674417" y="452342"/>
                  </a:lnTo>
                  <a:lnTo>
                    <a:pt x="684276" y="461772"/>
                  </a:lnTo>
                  <a:lnTo>
                    <a:pt x="697563" y="465486"/>
                  </a:lnTo>
                  <a:lnTo>
                    <a:pt x="844322" y="465486"/>
                  </a:lnTo>
                  <a:lnTo>
                    <a:pt x="846391" y="467106"/>
                  </a:lnTo>
                  <a:lnTo>
                    <a:pt x="861845" y="495728"/>
                  </a:lnTo>
                  <a:lnTo>
                    <a:pt x="867155" y="530352"/>
                  </a:lnTo>
                  <a:lnTo>
                    <a:pt x="861845" y="565856"/>
                  </a:lnTo>
                  <a:lnTo>
                    <a:pt x="846391" y="594931"/>
                  </a:lnTo>
                  <a:lnTo>
                    <a:pt x="843797" y="596979"/>
                  </a:lnTo>
                  <a:lnTo>
                    <a:pt x="697563" y="596979"/>
                  </a:lnTo>
                  <a:lnTo>
                    <a:pt x="684276" y="601218"/>
                  </a:lnTo>
                  <a:lnTo>
                    <a:pt x="674417" y="611171"/>
                  </a:lnTo>
                  <a:lnTo>
                    <a:pt x="671420" y="621792"/>
                  </a:lnTo>
                  <a:close/>
                </a:path>
                <a:path w="867410" h="867410">
                  <a:moveTo>
                    <a:pt x="844322" y="465486"/>
                  </a:moveTo>
                  <a:lnTo>
                    <a:pt x="697563" y="465486"/>
                  </a:lnTo>
                  <a:lnTo>
                    <a:pt x="711708" y="461772"/>
                  </a:lnTo>
                  <a:lnTo>
                    <a:pt x="732186" y="453294"/>
                  </a:lnTo>
                  <a:lnTo>
                    <a:pt x="752094" y="446532"/>
                  </a:lnTo>
                  <a:lnTo>
                    <a:pt x="770858" y="442055"/>
                  </a:lnTo>
                  <a:lnTo>
                    <a:pt x="787908" y="440436"/>
                  </a:lnTo>
                  <a:lnTo>
                    <a:pt x="821507" y="447627"/>
                  </a:lnTo>
                  <a:lnTo>
                    <a:pt x="844322" y="465486"/>
                  </a:lnTo>
                  <a:close/>
                </a:path>
                <a:path w="867410" h="867410">
                  <a:moveTo>
                    <a:pt x="242316" y="867156"/>
                  </a:moveTo>
                  <a:lnTo>
                    <a:pt x="0" y="867156"/>
                  </a:lnTo>
                  <a:lnTo>
                    <a:pt x="0" y="624840"/>
                  </a:lnTo>
                  <a:lnTo>
                    <a:pt x="3381" y="611171"/>
                  </a:lnTo>
                  <a:lnTo>
                    <a:pt x="12192" y="601218"/>
                  </a:lnTo>
                  <a:lnTo>
                    <a:pt x="24431" y="596979"/>
                  </a:lnTo>
                  <a:lnTo>
                    <a:pt x="38100" y="600456"/>
                  </a:lnTo>
                  <a:lnTo>
                    <a:pt x="58816" y="609576"/>
                  </a:lnTo>
                  <a:lnTo>
                    <a:pt x="79248" y="616267"/>
                  </a:lnTo>
                  <a:lnTo>
                    <a:pt x="98536" y="620387"/>
                  </a:lnTo>
                  <a:lnTo>
                    <a:pt x="115824" y="621792"/>
                  </a:lnTo>
                  <a:lnTo>
                    <a:pt x="671420" y="621792"/>
                  </a:lnTo>
                  <a:lnTo>
                    <a:pt x="670560" y="624840"/>
                  </a:lnTo>
                  <a:lnTo>
                    <a:pt x="670560" y="670560"/>
                  </a:lnTo>
                  <a:lnTo>
                    <a:pt x="335280" y="670560"/>
                  </a:lnTo>
                  <a:lnTo>
                    <a:pt x="299775" y="676108"/>
                  </a:lnTo>
                  <a:lnTo>
                    <a:pt x="270700" y="692086"/>
                  </a:lnTo>
                  <a:lnTo>
                    <a:pt x="251055" y="717494"/>
                  </a:lnTo>
                  <a:lnTo>
                    <a:pt x="243840" y="751332"/>
                  </a:lnTo>
                  <a:lnTo>
                    <a:pt x="245483" y="767738"/>
                  </a:lnTo>
                  <a:lnTo>
                    <a:pt x="250126" y="786574"/>
                  </a:lnTo>
                  <a:lnTo>
                    <a:pt x="257341" y="806838"/>
                  </a:lnTo>
                  <a:lnTo>
                    <a:pt x="266700" y="827532"/>
                  </a:lnTo>
                  <a:lnTo>
                    <a:pt x="269533" y="841438"/>
                  </a:lnTo>
                  <a:lnTo>
                    <a:pt x="265366" y="854202"/>
                  </a:lnTo>
                  <a:lnTo>
                    <a:pt x="255770" y="863536"/>
                  </a:lnTo>
                  <a:lnTo>
                    <a:pt x="242316" y="867156"/>
                  </a:lnTo>
                  <a:close/>
                </a:path>
                <a:path w="867410" h="867410">
                  <a:moveTo>
                    <a:pt x="787908" y="621792"/>
                  </a:moveTo>
                  <a:lnTo>
                    <a:pt x="770858" y="620387"/>
                  </a:lnTo>
                  <a:lnTo>
                    <a:pt x="752094" y="616267"/>
                  </a:lnTo>
                  <a:lnTo>
                    <a:pt x="732186" y="609576"/>
                  </a:lnTo>
                  <a:lnTo>
                    <a:pt x="711708" y="600456"/>
                  </a:lnTo>
                  <a:lnTo>
                    <a:pt x="697563" y="596979"/>
                  </a:lnTo>
                  <a:lnTo>
                    <a:pt x="843797" y="596979"/>
                  </a:lnTo>
                  <a:lnTo>
                    <a:pt x="821507" y="614576"/>
                  </a:lnTo>
                  <a:lnTo>
                    <a:pt x="787908" y="621792"/>
                  </a:lnTo>
                  <a:close/>
                </a:path>
                <a:path w="867410" h="867410">
                  <a:moveTo>
                    <a:pt x="670560" y="867156"/>
                  </a:moveTo>
                  <a:lnTo>
                    <a:pt x="426720" y="867156"/>
                  </a:lnTo>
                  <a:lnTo>
                    <a:pt x="412432" y="863536"/>
                  </a:lnTo>
                  <a:lnTo>
                    <a:pt x="402717" y="854202"/>
                  </a:lnTo>
                  <a:lnTo>
                    <a:pt x="399288" y="841438"/>
                  </a:lnTo>
                  <a:lnTo>
                    <a:pt x="403860" y="827532"/>
                  </a:lnTo>
                  <a:lnTo>
                    <a:pt x="412337" y="806838"/>
                  </a:lnTo>
                  <a:lnTo>
                    <a:pt x="419100" y="786574"/>
                  </a:lnTo>
                  <a:lnTo>
                    <a:pt x="423576" y="767738"/>
                  </a:lnTo>
                  <a:lnTo>
                    <a:pt x="425196" y="751332"/>
                  </a:lnTo>
                  <a:lnTo>
                    <a:pt x="418218" y="717494"/>
                  </a:lnTo>
                  <a:lnTo>
                    <a:pt x="399097" y="692086"/>
                  </a:lnTo>
                  <a:lnTo>
                    <a:pt x="370546" y="676108"/>
                  </a:lnTo>
                  <a:lnTo>
                    <a:pt x="335280" y="670560"/>
                  </a:lnTo>
                  <a:lnTo>
                    <a:pt x="670560" y="670560"/>
                  </a:lnTo>
                  <a:lnTo>
                    <a:pt x="670560" y="867156"/>
                  </a:lnTo>
                  <a:close/>
                </a:path>
              </a:pathLst>
            </a:custGeom>
            <a:solidFill>
              <a:srgbClr val="A5A5A5"/>
            </a:solidFill>
          </p:spPr>
          <p:txBody>
            <a:bodyPr wrap="square" lIns="0" tIns="0" rIns="0" bIns="0" rtlCol="0"/>
            <a:lstStyle/>
            <a:p>
              <a:pPr defTabSz="1183325"/>
              <a:endParaRPr sz="2329"/>
            </a:p>
          </p:txBody>
        </p:sp>
      </p:grpSp>
      <p:sp>
        <p:nvSpPr>
          <p:cNvPr id="62" name="object 33"/>
          <p:cNvSpPr txBox="1"/>
          <p:nvPr/>
        </p:nvSpPr>
        <p:spPr>
          <a:xfrm>
            <a:off x="6635866" y="2780221"/>
            <a:ext cx="528395" cy="407954"/>
          </a:xfrm>
          <a:prstGeom prst="rect">
            <a:avLst/>
          </a:prstGeom>
        </p:spPr>
        <p:txBody>
          <a:bodyPr vert="horz" wrap="square" lIns="0" tIns="23009" rIns="0" bIns="0" rtlCol="0">
            <a:spAutoFit/>
          </a:bodyPr>
          <a:lstStyle/>
          <a:p>
            <a:pPr marL="73136" marR="6574" indent="-57523" defTabSz="1183325">
              <a:lnSpc>
                <a:spcPts val="1540"/>
              </a:lnSpc>
              <a:spcBef>
                <a:spcPts val="181"/>
              </a:spcBef>
            </a:pPr>
            <a:r>
              <a:rPr sz="1294" b="1" spc="-84" dirty="0">
                <a:solidFill>
                  <a:srgbClr val="FFFFFF"/>
                </a:solidFill>
                <a:latin typeface="Tahoma"/>
                <a:cs typeface="Tahoma"/>
              </a:rPr>
              <a:t>Object </a:t>
            </a:r>
            <a:r>
              <a:rPr sz="1294" b="1" spc="-26" dirty="0">
                <a:solidFill>
                  <a:srgbClr val="FFFFFF"/>
                </a:solidFill>
                <a:latin typeface="Tahoma"/>
                <a:cs typeface="Tahoma"/>
              </a:rPr>
              <a:t>Code</a:t>
            </a:r>
            <a:endParaRPr sz="1294">
              <a:latin typeface="Tahoma"/>
              <a:cs typeface="Tahoma"/>
            </a:endParaRPr>
          </a:p>
        </p:txBody>
      </p:sp>
      <p:sp>
        <p:nvSpPr>
          <p:cNvPr id="63" name="object 34"/>
          <p:cNvSpPr txBox="1"/>
          <p:nvPr/>
        </p:nvSpPr>
        <p:spPr>
          <a:xfrm>
            <a:off x="7456390" y="3239714"/>
            <a:ext cx="676312" cy="214924"/>
          </a:xfrm>
          <a:prstGeom prst="rect">
            <a:avLst/>
          </a:prstGeom>
        </p:spPr>
        <p:txBody>
          <a:bodyPr vert="horz" wrap="square" lIns="0" tIns="15614" rIns="0" bIns="0" rtlCol="0">
            <a:spAutoFit/>
          </a:bodyPr>
          <a:lstStyle/>
          <a:p>
            <a:pPr marL="16435" defTabSz="1183325">
              <a:spcBef>
                <a:spcPts val="123"/>
              </a:spcBef>
            </a:pPr>
            <a:r>
              <a:rPr sz="1294" b="1" spc="-71" dirty="0">
                <a:solidFill>
                  <a:srgbClr val="FFFFFF"/>
                </a:solidFill>
                <a:latin typeface="Tahoma"/>
                <a:cs typeface="Tahoma"/>
              </a:rPr>
              <a:t>Libraries</a:t>
            </a:r>
            <a:endParaRPr sz="1294">
              <a:latin typeface="Tahoma"/>
              <a:cs typeface="Tahoma"/>
            </a:endParaRPr>
          </a:p>
        </p:txBody>
      </p:sp>
      <p:sp>
        <p:nvSpPr>
          <p:cNvPr id="64" name="object 35"/>
          <p:cNvSpPr/>
          <p:nvPr/>
        </p:nvSpPr>
        <p:spPr>
          <a:xfrm>
            <a:off x="6009400" y="2344987"/>
            <a:ext cx="2623073" cy="1609837"/>
          </a:xfrm>
          <a:custGeom>
            <a:avLst/>
            <a:gdLst/>
            <a:ahLst/>
            <a:cxnLst/>
            <a:rect l="l" t="t" r="r" b="b"/>
            <a:pathLst>
              <a:path w="2026920" h="1243964">
                <a:moveTo>
                  <a:pt x="0" y="207263"/>
                </a:moveTo>
                <a:lnTo>
                  <a:pt x="5482" y="159793"/>
                </a:lnTo>
                <a:lnTo>
                  <a:pt x="21096" y="116188"/>
                </a:lnTo>
                <a:lnTo>
                  <a:pt x="45586" y="77701"/>
                </a:lnTo>
                <a:lnTo>
                  <a:pt x="77701" y="45586"/>
                </a:lnTo>
                <a:lnTo>
                  <a:pt x="116188" y="21096"/>
                </a:lnTo>
                <a:lnTo>
                  <a:pt x="159793" y="5482"/>
                </a:lnTo>
                <a:lnTo>
                  <a:pt x="207264" y="0"/>
                </a:lnTo>
                <a:lnTo>
                  <a:pt x="1819655" y="0"/>
                </a:lnTo>
                <a:lnTo>
                  <a:pt x="1867126" y="5482"/>
                </a:lnTo>
                <a:lnTo>
                  <a:pt x="1910731" y="21096"/>
                </a:lnTo>
                <a:lnTo>
                  <a:pt x="1949218" y="45586"/>
                </a:lnTo>
                <a:lnTo>
                  <a:pt x="1981333" y="77701"/>
                </a:lnTo>
                <a:lnTo>
                  <a:pt x="2005823" y="116188"/>
                </a:lnTo>
                <a:lnTo>
                  <a:pt x="2021437" y="159793"/>
                </a:lnTo>
                <a:lnTo>
                  <a:pt x="2026920" y="207263"/>
                </a:lnTo>
                <a:lnTo>
                  <a:pt x="2026920" y="1036320"/>
                </a:lnTo>
                <a:lnTo>
                  <a:pt x="2021437" y="1083790"/>
                </a:lnTo>
                <a:lnTo>
                  <a:pt x="2005823" y="1127395"/>
                </a:lnTo>
                <a:lnTo>
                  <a:pt x="1981333" y="1165882"/>
                </a:lnTo>
                <a:lnTo>
                  <a:pt x="1949218" y="1197997"/>
                </a:lnTo>
                <a:lnTo>
                  <a:pt x="1910731" y="1222487"/>
                </a:lnTo>
                <a:lnTo>
                  <a:pt x="1867126" y="1238101"/>
                </a:lnTo>
                <a:lnTo>
                  <a:pt x="1819655" y="1243584"/>
                </a:lnTo>
                <a:lnTo>
                  <a:pt x="207264" y="1243584"/>
                </a:lnTo>
                <a:lnTo>
                  <a:pt x="159793" y="1238101"/>
                </a:lnTo>
                <a:lnTo>
                  <a:pt x="116188" y="1222487"/>
                </a:lnTo>
                <a:lnTo>
                  <a:pt x="77701" y="1197997"/>
                </a:lnTo>
                <a:lnTo>
                  <a:pt x="45586" y="1165882"/>
                </a:lnTo>
                <a:lnTo>
                  <a:pt x="21096" y="1127395"/>
                </a:lnTo>
                <a:lnTo>
                  <a:pt x="5482" y="1083790"/>
                </a:lnTo>
                <a:lnTo>
                  <a:pt x="0" y="1036320"/>
                </a:lnTo>
                <a:lnTo>
                  <a:pt x="0" y="207263"/>
                </a:lnTo>
                <a:close/>
              </a:path>
            </a:pathLst>
          </a:custGeom>
          <a:ln w="10668">
            <a:solidFill>
              <a:srgbClr val="2F528E"/>
            </a:solidFill>
          </a:ln>
        </p:spPr>
        <p:txBody>
          <a:bodyPr wrap="square" lIns="0" tIns="0" rIns="0" bIns="0" rtlCol="0"/>
          <a:lstStyle/>
          <a:p>
            <a:pPr defTabSz="1183325"/>
            <a:endParaRPr sz="2329"/>
          </a:p>
        </p:txBody>
      </p:sp>
      <p:sp>
        <p:nvSpPr>
          <p:cNvPr id="65" name="object 36"/>
          <p:cNvSpPr txBox="1"/>
          <p:nvPr/>
        </p:nvSpPr>
        <p:spPr>
          <a:xfrm>
            <a:off x="7734477" y="2314743"/>
            <a:ext cx="747806" cy="311073"/>
          </a:xfrm>
          <a:prstGeom prst="rect">
            <a:avLst/>
          </a:prstGeom>
        </p:spPr>
        <p:txBody>
          <a:bodyPr vert="horz" wrap="square" lIns="0" tIns="22188" rIns="0" bIns="0" rtlCol="0">
            <a:spAutoFit/>
          </a:bodyPr>
          <a:lstStyle/>
          <a:p>
            <a:pPr marL="16435" defTabSz="1183325">
              <a:spcBef>
                <a:spcPts val="175"/>
              </a:spcBef>
            </a:pPr>
            <a:r>
              <a:rPr sz="1876" spc="-13" dirty="0">
                <a:latin typeface="Comic Sans MS"/>
                <a:cs typeface="Comic Sans MS"/>
              </a:rPr>
              <a:t>Linker</a:t>
            </a:r>
            <a:endParaRPr sz="1876">
              <a:latin typeface="Comic Sans MS"/>
              <a:cs typeface="Comic Sans MS"/>
            </a:endParaRPr>
          </a:p>
        </p:txBody>
      </p:sp>
      <p:grpSp>
        <p:nvGrpSpPr>
          <p:cNvPr id="66" name="object 37"/>
          <p:cNvGrpSpPr/>
          <p:nvPr/>
        </p:nvGrpSpPr>
        <p:grpSpPr>
          <a:xfrm>
            <a:off x="8717281" y="3550024"/>
            <a:ext cx="3100518" cy="2248348"/>
            <a:chOff x="6583680" y="2743200"/>
            <a:chExt cx="2395855" cy="1737360"/>
          </a:xfrm>
        </p:grpSpPr>
        <p:sp>
          <p:nvSpPr>
            <p:cNvPr id="67" name="object 38"/>
            <p:cNvSpPr/>
            <p:nvPr/>
          </p:nvSpPr>
          <p:spPr>
            <a:xfrm>
              <a:off x="6583680" y="2743200"/>
              <a:ext cx="1033780" cy="624840"/>
            </a:xfrm>
            <a:custGeom>
              <a:avLst/>
              <a:gdLst/>
              <a:ahLst/>
              <a:cxnLst/>
              <a:rect l="l" t="t" r="r" b="b"/>
              <a:pathLst>
                <a:path w="1033779" h="624839">
                  <a:moveTo>
                    <a:pt x="967740" y="624840"/>
                  </a:moveTo>
                  <a:lnTo>
                    <a:pt x="954024" y="624840"/>
                  </a:lnTo>
                  <a:lnTo>
                    <a:pt x="920495" y="621792"/>
                  </a:lnTo>
                  <a:lnTo>
                    <a:pt x="902207" y="618744"/>
                  </a:lnTo>
                  <a:lnTo>
                    <a:pt x="883920" y="614172"/>
                  </a:lnTo>
                  <a:lnTo>
                    <a:pt x="867155" y="608075"/>
                  </a:lnTo>
                  <a:lnTo>
                    <a:pt x="847344" y="601979"/>
                  </a:lnTo>
                  <a:lnTo>
                    <a:pt x="830580" y="594360"/>
                  </a:lnTo>
                  <a:lnTo>
                    <a:pt x="812292" y="586740"/>
                  </a:lnTo>
                  <a:lnTo>
                    <a:pt x="795528" y="579120"/>
                  </a:lnTo>
                  <a:lnTo>
                    <a:pt x="752855" y="551688"/>
                  </a:lnTo>
                  <a:lnTo>
                    <a:pt x="729995" y="519684"/>
                  </a:lnTo>
                  <a:lnTo>
                    <a:pt x="725424" y="510540"/>
                  </a:lnTo>
                  <a:lnTo>
                    <a:pt x="739140" y="502920"/>
                  </a:lnTo>
                  <a:lnTo>
                    <a:pt x="751332" y="498347"/>
                  </a:lnTo>
                  <a:lnTo>
                    <a:pt x="763524" y="495299"/>
                  </a:lnTo>
                  <a:lnTo>
                    <a:pt x="784859" y="495299"/>
                  </a:lnTo>
                  <a:lnTo>
                    <a:pt x="794003" y="496823"/>
                  </a:lnTo>
                  <a:lnTo>
                    <a:pt x="804672" y="501396"/>
                  </a:lnTo>
                  <a:lnTo>
                    <a:pt x="812292" y="504444"/>
                  </a:lnTo>
                  <a:lnTo>
                    <a:pt x="822959" y="509016"/>
                  </a:lnTo>
                  <a:lnTo>
                    <a:pt x="832103" y="512064"/>
                  </a:lnTo>
                  <a:lnTo>
                    <a:pt x="841247" y="516636"/>
                  </a:lnTo>
                  <a:lnTo>
                    <a:pt x="859536" y="522732"/>
                  </a:lnTo>
                  <a:lnTo>
                    <a:pt x="870203" y="524255"/>
                  </a:lnTo>
                  <a:lnTo>
                    <a:pt x="880872" y="524255"/>
                  </a:lnTo>
                  <a:lnTo>
                    <a:pt x="891540" y="522732"/>
                  </a:lnTo>
                  <a:lnTo>
                    <a:pt x="864107" y="478536"/>
                  </a:lnTo>
                  <a:lnTo>
                    <a:pt x="835151" y="435864"/>
                  </a:lnTo>
                  <a:lnTo>
                    <a:pt x="807720" y="394716"/>
                  </a:lnTo>
                  <a:lnTo>
                    <a:pt x="777240" y="356616"/>
                  </a:lnTo>
                  <a:lnTo>
                    <a:pt x="745236" y="320040"/>
                  </a:lnTo>
                  <a:lnTo>
                    <a:pt x="713232" y="284988"/>
                  </a:lnTo>
                  <a:lnTo>
                    <a:pt x="681228" y="252984"/>
                  </a:lnTo>
                  <a:lnTo>
                    <a:pt x="646176" y="224028"/>
                  </a:lnTo>
                  <a:lnTo>
                    <a:pt x="612648" y="196596"/>
                  </a:lnTo>
                  <a:lnTo>
                    <a:pt x="577596" y="172212"/>
                  </a:lnTo>
                  <a:lnTo>
                    <a:pt x="541020" y="149352"/>
                  </a:lnTo>
                  <a:lnTo>
                    <a:pt x="504444" y="128016"/>
                  </a:lnTo>
                  <a:lnTo>
                    <a:pt x="466344" y="111252"/>
                  </a:lnTo>
                  <a:lnTo>
                    <a:pt x="428244" y="96012"/>
                  </a:lnTo>
                  <a:lnTo>
                    <a:pt x="388620" y="83820"/>
                  </a:lnTo>
                  <a:lnTo>
                    <a:pt x="347472" y="74676"/>
                  </a:lnTo>
                  <a:lnTo>
                    <a:pt x="307848" y="68580"/>
                  </a:lnTo>
                  <a:lnTo>
                    <a:pt x="266700" y="64008"/>
                  </a:lnTo>
                  <a:lnTo>
                    <a:pt x="224027" y="62484"/>
                  </a:lnTo>
                  <a:lnTo>
                    <a:pt x="182880" y="64008"/>
                  </a:lnTo>
                  <a:lnTo>
                    <a:pt x="140208" y="68580"/>
                  </a:lnTo>
                  <a:lnTo>
                    <a:pt x="96012" y="76200"/>
                  </a:lnTo>
                  <a:lnTo>
                    <a:pt x="51816" y="85344"/>
                  </a:lnTo>
                  <a:lnTo>
                    <a:pt x="7620" y="99060"/>
                  </a:lnTo>
                  <a:lnTo>
                    <a:pt x="0" y="82296"/>
                  </a:lnTo>
                  <a:lnTo>
                    <a:pt x="24384" y="44196"/>
                  </a:lnTo>
                  <a:lnTo>
                    <a:pt x="62484" y="22860"/>
                  </a:lnTo>
                  <a:lnTo>
                    <a:pt x="106680" y="9144"/>
                  </a:lnTo>
                  <a:lnTo>
                    <a:pt x="135636" y="6096"/>
                  </a:lnTo>
                  <a:lnTo>
                    <a:pt x="161544" y="3048"/>
                  </a:lnTo>
                  <a:lnTo>
                    <a:pt x="202692" y="0"/>
                  </a:lnTo>
                  <a:lnTo>
                    <a:pt x="243839" y="0"/>
                  </a:lnTo>
                  <a:lnTo>
                    <a:pt x="284988" y="3048"/>
                  </a:lnTo>
                  <a:lnTo>
                    <a:pt x="326135" y="9144"/>
                  </a:lnTo>
                  <a:lnTo>
                    <a:pt x="365759" y="16764"/>
                  </a:lnTo>
                  <a:lnTo>
                    <a:pt x="403859" y="28956"/>
                  </a:lnTo>
                  <a:lnTo>
                    <a:pt x="443483" y="41148"/>
                  </a:lnTo>
                  <a:lnTo>
                    <a:pt x="481583" y="57912"/>
                  </a:lnTo>
                  <a:lnTo>
                    <a:pt x="518159" y="74676"/>
                  </a:lnTo>
                  <a:lnTo>
                    <a:pt x="554735" y="94488"/>
                  </a:lnTo>
                  <a:lnTo>
                    <a:pt x="591311" y="115824"/>
                  </a:lnTo>
                  <a:lnTo>
                    <a:pt x="661415" y="164592"/>
                  </a:lnTo>
                  <a:lnTo>
                    <a:pt x="694944" y="192024"/>
                  </a:lnTo>
                  <a:lnTo>
                    <a:pt x="728472" y="220980"/>
                  </a:lnTo>
                  <a:lnTo>
                    <a:pt x="761999" y="251460"/>
                  </a:lnTo>
                  <a:lnTo>
                    <a:pt x="792480" y="281940"/>
                  </a:lnTo>
                  <a:lnTo>
                    <a:pt x="824484" y="315467"/>
                  </a:lnTo>
                  <a:lnTo>
                    <a:pt x="854963" y="348996"/>
                  </a:lnTo>
                  <a:lnTo>
                    <a:pt x="885444" y="384048"/>
                  </a:lnTo>
                  <a:lnTo>
                    <a:pt x="914399" y="419099"/>
                  </a:lnTo>
                  <a:lnTo>
                    <a:pt x="943355" y="455675"/>
                  </a:lnTo>
                  <a:lnTo>
                    <a:pt x="946403" y="446532"/>
                  </a:lnTo>
                  <a:lnTo>
                    <a:pt x="947928" y="437388"/>
                  </a:lnTo>
                  <a:lnTo>
                    <a:pt x="947928" y="419099"/>
                  </a:lnTo>
                  <a:lnTo>
                    <a:pt x="946403" y="388620"/>
                  </a:lnTo>
                  <a:lnTo>
                    <a:pt x="946403" y="368808"/>
                  </a:lnTo>
                  <a:lnTo>
                    <a:pt x="947928" y="359664"/>
                  </a:lnTo>
                  <a:lnTo>
                    <a:pt x="950976" y="350520"/>
                  </a:lnTo>
                  <a:lnTo>
                    <a:pt x="955547" y="341376"/>
                  </a:lnTo>
                  <a:lnTo>
                    <a:pt x="963168" y="335279"/>
                  </a:lnTo>
                  <a:lnTo>
                    <a:pt x="970788" y="327660"/>
                  </a:lnTo>
                  <a:lnTo>
                    <a:pt x="982980" y="321564"/>
                  </a:lnTo>
                  <a:lnTo>
                    <a:pt x="989076" y="339852"/>
                  </a:lnTo>
                  <a:lnTo>
                    <a:pt x="995172" y="359664"/>
                  </a:lnTo>
                  <a:lnTo>
                    <a:pt x="1001268" y="377952"/>
                  </a:lnTo>
                  <a:lnTo>
                    <a:pt x="1007363" y="399288"/>
                  </a:lnTo>
                  <a:lnTo>
                    <a:pt x="1019555" y="438912"/>
                  </a:lnTo>
                  <a:lnTo>
                    <a:pt x="1024128" y="460247"/>
                  </a:lnTo>
                  <a:lnTo>
                    <a:pt x="1033272" y="519684"/>
                  </a:lnTo>
                  <a:lnTo>
                    <a:pt x="1033272" y="536447"/>
                  </a:lnTo>
                  <a:lnTo>
                    <a:pt x="1025651" y="583692"/>
                  </a:lnTo>
                  <a:lnTo>
                    <a:pt x="999744" y="615696"/>
                  </a:lnTo>
                  <a:lnTo>
                    <a:pt x="979932" y="623316"/>
                  </a:lnTo>
                  <a:lnTo>
                    <a:pt x="967740" y="624840"/>
                  </a:lnTo>
                  <a:close/>
                </a:path>
              </a:pathLst>
            </a:custGeom>
            <a:solidFill>
              <a:srgbClr val="2F5497"/>
            </a:solidFill>
          </p:spPr>
          <p:txBody>
            <a:bodyPr wrap="square" lIns="0" tIns="0" rIns="0" bIns="0" rtlCol="0"/>
            <a:lstStyle/>
            <a:p>
              <a:pPr defTabSz="1183325"/>
              <a:endParaRPr sz="2329"/>
            </a:p>
          </p:txBody>
        </p:sp>
        <p:sp>
          <p:nvSpPr>
            <p:cNvPr id="68" name="object 39"/>
            <p:cNvSpPr/>
            <p:nvPr/>
          </p:nvSpPr>
          <p:spPr>
            <a:xfrm>
              <a:off x="8051292" y="3552443"/>
              <a:ext cx="928369" cy="928369"/>
            </a:xfrm>
            <a:custGeom>
              <a:avLst/>
              <a:gdLst/>
              <a:ahLst/>
              <a:cxnLst/>
              <a:rect l="l" t="t" r="r" b="b"/>
              <a:pathLst>
                <a:path w="928370" h="928370">
                  <a:moveTo>
                    <a:pt x="822960" y="928116"/>
                  </a:moveTo>
                  <a:lnTo>
                    <a:pt x="105156" y="928116"/>
                  </a:lnTo>
                  <a:lnTo>
                    <a:pt x="64293" y="919805"/>
                  </a:lnTo>
                  <a:lnTo>
                    <a:pt x="30861" y="897064"/>
                  </a:lnTo>
                  <a:lnTo>
                    <a:pt x="8286" y="863179"/>
                  </a:lnTo>
                  <a:lnTo>
                    <a:pt x="0" y="821436"/>
                  </a:lnTo>
                  <a:lnTo>
                    <a:pt x="0" y="105156"/>
                  </a:lnTo>
                  <a:lnTo>
                    <a:pt x="8286" y="64293"/>
                  </a:lnTo>
                  <a:lnTo>
                    <a:pt x="30861" y="30860"/>
                  </a:lnTo>
                  <a:lnTo>
                    <a:pt x="64293" y="8286"/>
                  </a:lnTo>
                  <a:lnTo>
                    <a:pt x="105156" y="0"/>
                  </a:lnTo>
                  <a:lnTo>
                    <a:pt x="822960" y="0"/>
                  </a:lnTo>
                  <a:lnTo>
                    <a:pt x="863822" y="8286"/>
                  </a:lnTo>
                  <a:lnTo>
                    <a:pt x="897255" y="30860"/>
                  </a:lnTo>
                  <a:lnTo>
                    <a:pt x="919829" y="64293"/>
                  </a:lnTo>
                  <a:lnTo>
                    <a:pt x="928116" y="105156"/>
                  </a:lnTo>
                  <a:lnTo>
                    <a:pt x="928116" y="821436"/>
                  </a:lnTo>
                  <a:lnTo>
                    <a:pt x="919829" y="863179"/>
                  </a:lnTo>
                  <a:lnTo>
                    <a:pt x="897255" y="897064"/>
                  </a:lnTo>
                  <a:lnTo>
                    <a:pt x="863822" y="919805"/>
                  </a:lnTo>
                  <a:lnTo>
                    <a:pt x="822960" y="928116"/>
                  </a:lnTo>
                  <a:close/>
                </a:path>
              </a:pathLst>
            </a:custGeom>
            <a:solidFill>
              <a:srgbClr val="52677B"/>
            </a:solidFill>
          </p:spPr>
          <p:txBody>
            <a:bodyPr wrap="square" lIns="0" tIns="0" rIns="0" bIns="0" rtlCol="0"/>
            <a:lstStyle/>
            <a:p>
              <a:pPr defTabSz="1183325"/>
              <a:endParaRPr sz="2329"/>
            </a:p>
          </p:txBody>
        </p:sp>
      </p:grpSp>
      <p:sp>
        <p:nvSpPr>
          <p:cNvPr id="69" name="object 40"/>
          <p:cNvSpPr txBox="1"/>
          <p:nvPr/>
        </p:nvSpPr>
        <p:spPr>
          <a:xfrm>
            <a:off x="10990643" y="5168593"/>
            <a:ext cx="451149" cy="311073"/>
          </a:xfrm>
          <a:prstGeom prst="rect">
            <a:avLst/>
          </a:prstGeom>
        </p:spPr>
        <p:txBody>
          <a:bodyPr vert="horz" wrap="square" lIns="0" tIns="22188" rIns="0" bIns="0" rtlCol="0">
            <a:spAutoFit/>
          </a:bodyPr>
          <a:lstStyle/>
          <a:p>
            <a:pPr marL="16435" defTabSz="1183325">
              <a:spcBef>
                <a:spcPts val="175"/>
              </a:spcBef>
            </a:pPr>
            <a:r>
              <a:rPr sz="1876" spc="-26" dirty="0">
                <a:solidFill>
                  <a:srgbClr val="FFFFFF"/>
                </a:solidFill>
                <a:latin typeface="Comic Sans MS"/>
                <a:cs typeface="Comic Sans MS"/>
              </a:rPr>
              <a:t>File</a:t>
            </a:r>
            <a:endParaRPr sz="1876">
              <a:latin typeface="Comic Sans MS"/>
              <a:cs typeface="Comic Sans MS"/>
            </a:endParaRPr>
          </a:p>
        </p:txBody>
      </p:sp>
      <p:sp>
        <p:nvSpPr>
          <p:cNvPr id="70" name="object 41"/>
          <p:cNvSpPr/>
          <p:nvPr/>
        </p:nvSpPr>
        <p:spPr>
          <a:xfrm>
            <a:off x="10332540" y="4214667"/>
            <a:ext cx="742054" cy="742054"/>
          </a:xfrm>
          <a:custGeom>
            <a:avLst/>
            <a:gdLst/>
            <a:ahLst/>
            <a:cxnLst/>
            <a:rect l="l" t="t" r="r" b="b"/>
            <a:pathLst>
              <a:path w="573404" h="573404">
                <a:moveTo>
                  <a:pt x="286512" y="573024"/>
                </a:moveTo>
                <a:lnTo>
                  <a:pt x="239975" y="569238"/>
                </a:lnTo>
                <a:lnTo>
                  <a:pt x="195852" y="558283"/>
                </a:lnTo>
                <a:lnTo>
                  <a:pt x="154728" y="540763"/>
                </a:lnTo>
                <a:lnTo>
                  <a:pt x="117189" y="517282"/>
                </a:lnTo>
                <a:lnTo>
                  <a:pt x="83819" y="488442"/>
                </a:lnTo>
                <a:lnTo>
                  <a:pt x="55205" y="454846"/>
                </a:lnTo>
                <a:lnTo>
                  <a:pt x="31930" y="417100"/>
                </a:lnTo>
                <a:lnTo>
                  <a:pt x="14581" y="375806"/>
                </a:lnTo>
                <a:lnTo>
                  <a:pt x="3742" y="331567"/>
                </a:lnTo>
                <a:lnTo>
                  <a:pt x="0" y="284988"/>
                </a:lnTo>
                <a:lnTo>
                  <a:pt x="3742" y="238864"/>
                </a:lnTo>
                <a:lnTo>
                  <a:pt x="14581" y="195072"/>
                </a:lnTo>
                <a:lnTo>
                  <a:pt x="31930" y="154205"/>
                </a:lnTo>
                <a:lnTo>
                  <a:pt x="55205" y="116860"/>
                </a:lnTo>
                <a:lnTo>
                  <a:pt x="83819" y="83629"/>
                </a:lnTo>
                <a:lnTo>
                  <a:pt x="117189" y="55107"/>
                </a:lnTo>
                <a:lnTo>
                  <a:pt x="154728" y="31889"/>
                </a:lnTo>
                <a:lnTo>
                  <a:pt x="195852" y="14569"/>
                </a:lnTo>
                <a:lnTo>
                  <a:pt x="239975" y="3741"/>
                </a:lnTo>
                <a:lnTo>
                  <a:pt x="286512" y="0"/>
                </a:lnTo>
                <a:lnTo>
                  <a:pt x="332678" y="3741"/>
                </a:lnTo>
                <a:lnTo>
                  <a:pt x="376586" y="14569"/>
                </a:lnTo>
                <a:lnTo>
                  <a:pt x="417623" y="31889"/>
                </a:lnTo>
                <a:lnTo>
                  <a:pt x="455176" y="55107"/>
                </a:lnTo>
                <a:lnTo>
                  <a:pt x="488632" y="83629"/>
                </a:lnTo>
                <a:lnTo>
                  <a:pt x="517379" y="116860"/>
                </a:lnTo>
                <a:lnTo>
                  <a:pt x="540805" y="154205"/>
                </a:lnTo>
                <a:lnTo>
                  <a:pt x="558296" y="195072"/>
                </a:lnTo>
                <a:lnTo>
                  <a:pt x="569239" y="238864"/>
                </a:lnTo>
                <a:lnTo>
                  <a:pt x="573024" y="284988"/>
                </a:lnTo>
                <a:lnTo>
                  <a:pt x="569239" y="331567"/>
                </a:lnTo>
                <a:lnTo>
                  <a:pt x="558296" y="375806"/>
                </a:lnTo>
                <a:lnTo>
                  <a:pt x="540805" y="417100"/>
                </a:lnTo>
                <a:lnTo>
                  <a:pt x="517379" y="454846"/>
                </a:lnTo>
                <a:lnTo>
                  <a:pt x="488632" y="488442"/>
                </a:lnTo>
                <a:lnTo>
                  <a:pt x="455176" y="517282"/>
                </a:lnTo>
                <a:lnTo>
                  <a:pt x="417623" y="540763"/>
                </a:lnTo>
                <a:lnTo>
                  <a:pt x="376586" y="558283"/>
                </a:lnTo>
                <a:lnTo>
                  <a:pt x="332678" y="569238"/>
                </a:lnTo>
                <a:lnTo>
                  <a:pt x="286512" y="573024"/>
                </a:lnTo>
                <a:close/>
              </a:path>
            </a:pathLst>
          </a:custGeom>
          <a:solidFill>
            <a:srgbClr val="28343D"/>
          </a:solidFill>
        </p:spPr>
        <p:txBody>
          <a:bodyPr wrap="square" lIns="0" tIns="0" rIns="0" bIns="0" rtlCol="0"/>
          <a:lstStyle/>
          <a:p>
            <a:pPr defTabSz="1183325"/>
            <a:endParaRPr sz="2329"/>
          </a:p>
        </p:txBody>
      </p:sp>
      <p:sp>
        <p:nvSpPr>
          <p:cNvPr id="71" name="object 42"/>
          <p:cNvSpPr txBox="1"/>
          <p:nvPr/>
        </p:nvSpPr>
        <p:spPr>
          <a:xfrm>
            <a:off x="10448285" y="4409247"/>
            <a:ext cx="507029" cy="311073"/>
          </a:xfrm>
          <a:prstGeom prst="rect">
            <a:avLst/>
          </a:prstGeom>
        </p:spPr>
        <p:txBody>
          <a:bodyPr vert="horz" wrap="square" lIns="0" tIns="22188" rIns="0" bIns="0" rtlCol="0">
            <a:spAutoFit/>
          </a:bodyPr>
          <a:lstStyle/>
          <a:p>
            <a:pPr marL="16435" defTabSz="1183325">
              <a:spcBef>
                <a:spcPts val="175"/>
              </a:spcBef>
            </a:pPr>
            <a:r>
              <a:rPr sz="1876" spc="-26" dirty="0">
                <a:solidFill>
                  <a:srgbClr val="FFFFFF"/>
                </a:solidFill>
                <a:latin typeface="Comic Sans MS"/>
                <a:cs typeface="Comic Sans MS"/>
              </a:rPr>
              <a:t>.exe</a:t>
            </a:r>
            <a:endParaRPr sz="1876">
              <a:latin typeface="Comic Sans MS"/>
              <a:cs typeface="Comic Sans MS"/>
            </a:endParaRPr>
          </a:p>
        </p:txBody>
      </p:sp>
      <p:grpSp>
        <p:nvGrpSpPr>
          <p:cNvPr id="72" name="object 43"/>
          <p:cNvGrpSpPr/>
          <p:nvPr/>
        </p:nvGrpSpPr>
        <p:grpSpPr>
          <a:xfrm>
            <a:off x="8050664" y="4790559"/>
            <a:ext cx="3504826" cy="1498899"/>
            <a:chOff x="6068567" y="3701796"/>
            <a:chExt cx="2708275" cy="1158240"/>
          </a:xfrm>
        </p:grpSpPr>
        <p:sp>
          <p:nvSpPr>
            <p:cNvPr id="73" name="object 44"/>
            <p:cNvSpPr/>
            <p:nvPr/>
          </p:nvSpPr>
          <p:spPr>
            <a:xfrm>
              <a:off x="8266175" y="3701796"/>
              <a:ext cx="510540" cy="655320"/>
            </a:xfrm>
            <a:custGeom>
              <a:avLst/>
              <a:gdLst/>
              <a:ahLst/>
              <a:cxnLst/>
              <a:rect l="l" t="t" r="r" b="b"/>
              <a:pathLst>
                <a:path w="510540" h="655320">
                  <a:moveTo>
                    <a:pt x="426720" y="655320"/>
                  </a:moveTo>
                  <a:lnTo>
                    <a:pt x="83819" y="655320"/>
                  </a:lnTo>
                  <a:lnTo>
                    <a:pt x="51434" y="648366"/>
                  </a:lnTo>
                  <a:lnTo>
                    <a:pt x="24764" y="629412"/>
                  </a:lnTo>
                  <a:lnTo>
                    <a:pt x="6667" y="601313"/>
                  </a:lnTo>
                  <a:lnTo>
                    <a:pt x="0" y="566928"/>
                  </a:lnTo>
                  <a:lnTo>
                    <a:pt x="0" y="329184"/>
                  </a:lnTo>
                  <a:lnTo>
                    <a:pt x="5381" y="298680"/>
                  </a:lnTo>
                  <a:lnTo>
                    <a:pt x="20193" y="272605"/>
                  </a:lnTo>
                  <a:lnTo>
                    <a:pt x="42433" y="253103"/>
                  </a:lnTo>
                  <a:lnTo>
                    <a:pt x="70104" y="242315"/>
                  </a:lnTo>
                  <a:lnTo>
                    <a:pt x="70104" y="175260"/>
                  </a:lnTo>
                  <a:lnTo>
                    <a:pt x="76679" y="128940"/>
                  </a:lnTo>
                  <a:lnTo>
                    <a:pt x="95278" y="87150"/>
                  </a:lnTo>
                  <a:lnTo>
                    <a:pt x="124206" y="51625"/>
                  </a:lnTo>
                  <a:lnTo>
                    <a:pt x="161769" y="24101"/>
                  </a:lnTo>
                  <a:lnTo>
                    <a:pt x="206276" y="6314"/>
                  </a:lnTo>
                  <a:lnTo>
                    <a:pt x="256032" y="0"/>
                  </a:lnTo>
                  <a:lnTo>
                    <a:pt x="305145" y="6314"/>
                  </a:lnTo>
                  <a:lnTo>
                    <a:pt x="346144" y="22860"/>
                  </a:lnTo>
                  <a:lnTo>
                    <a:pt x="256032" y="22860"/>
                  </a:lnTo>
                  <a:lnTo>
                    <a:pt x="204545" y="30662"/>
                  </a:lnTo>
                  <a:lnTo>
                    <a:pt x="159788" y="52364"/>
                  </a:lnTo>
                  <a:lnTo>
                    <a:pt x="124468" y="85404"/>
                  </a:lnTo>
                  <a:lnTo>
                    <a:pt x="101291" y="127223"/>
                  </a:lnTo>
                  <a:lnTo>
                    <a:pt x="92964" y="175260"/>
                  </a:lnTo>
                  <a:lnTo>
                    <a:pt x="92964" y="240791"/>
                  </a:lnTo>
                  <a:lnTo>
                    <a:pt x="440436" y="240791"/>
                  </a:lnTo>
                  <a:lnTo>
                    <a:pt x="440436" y="242315"/>
                  </a:lnTo>
                  <a:lnTo>
                    <a:pt x="468749" y="253103"/>
                  </a:lnTo>
                  <a:lnTo>
                    <a:pt x="484205" y="266700"/>
                  </a:lnTo>
                  <a:lnTo>
                    <a:pt x="83819" y="266700"/>
                  </a:lnTo>
                  <a:lnTo>
                    <a:pt x="60150" y="271533"/>
                  </a:lnTo>
                  <a:lnTo>
                    <a:pt x="40767" y="284797"/>
                  </a:lnTo>
                  <a:lnTo>
                    <a:pt x="27670" y="304633"/>
                  </a:lnTo>
                  <a:lnTo>
                    <a:pt x="22860" y="329184"/>
                  </a:lnTo>
                  <a:lnTo>
                    <a:pt x="22860" y="566928"/>
                  </a:lnTo>
                  <a:lnTo>
                    <a:pt x="27670" y="591716"/>
                  </a:lnTo>
                  <a:lnTo>
                    <a:pt x="40767" y="612076"/>
                  </a:lnTo>
                  <a:lnTo>
                    <a:pt x="60150" y="625863"/>
                  </a:lnTo>
                  <a:lnTo>
                    <a:pt x="83819" y="630936"/>
                  </a:lnTo>
                  <a:lnTo>
                    <a:pt x="484207" y="630936"/>
                  </a:lnTo>
                  <a:lnTo>
                    <a:pt x="459747" y="648366"/>
                  </a:lnTo>
                  <a:lnTo>
                    <a:pt x="426720" y="655320"/>
                  </a:lnTo>
                  <a:close/>
                </a:path>
                <a:path w="510540" h="655320">
                  <a:moveTo>
                    <a:pt x="440436" y="240791"/>
                  </a:moveTo>
                  <a:lnTo>
                    <a:pt x="417576" y="240791"/>
                  </a:lnTo>
                  <a:lnTo>
                    <a:pt x="417576" y="175260"/>
                  </a:lnTo>
                  <a:lnTo>
                    <a:pt x="409261" y="127223"/>
                  </a:lnTo>
                  <a:lnTo>
                    <a:pt x="386169" y="85404"/>
                  </a:lnTo>
                  <a:lnTo>
                    <a:pt x="351080" y="52364"/>
                  </a:lnTo>
                  <a:lnTo>
                    <a:pt x="306775" y="30662"/>
                  </a:lnTo>
                  <a:lnTo>
                    <a:pt x="256032" y="22860"/>
                  </a:lnTo>
                  <a:lnTo>
                    <a:pt x="346144" y="22860"/>
                  </a:lnTo>
                  <a:lnTo>
                    <a:pt x="386524" y="51625"/>
                  </a:lnTo>
                  <a:lnTo>
                    <a:pt x="415318" y="87150"/>
                  </a:lnTo>
                  <a:lnTo>
                    <a:pt x="433867" y="128940"/>
                  </a:lnTo>
                  <a:lnTo>
                    <a:pt x="440436" y="175260"/>
                  </a:lnTo>
                  <a:lnTo>
                    <a:pt x="440436" y="240791"/>
                  </a:lnTo>
                  <a:close/>
                </a:path>
                <a:path w="510540" h="655320">
                  <a:moveTo>
                    <a:pt x="484207" y="630936"/>
                  </a:moveTo>
                  <a:lnTo>
                    <a:pt x="426720" y="630936"/>
                  </a:lnTo>
                  <a:lnTo>
                    <a:pt x="450389" y="625863"/>
                  </a:lnTo>
                  <a:lnTo>
                    <a:pt x="469773" y="612076"/>
                  </a:lnTo>
                  <a:lnTo>
                    <a:pt x="482869" y="591716"/>
                  </a:lnTo>
                  <a:lnTo>
                    <a:pt x="487680" y="566928"/>
                  </a:lnTo>
                  <a:lnTo>
                    <a:pt x="487680" y="329184"/>
                  </a:lnTo>
                  <a:lnTo>
                    <a:pt x="482869" y="304633"/>
                  </a:lnTo>
                  <a:lnTo>
                    <a:pt x="469773" y="284797"/>
                  </a:lnTo>
                  <a:lnTo>
                    <a:pt x="450389" y="271533"/>
                  </a:lnTo>
                  <a:lnTo>
                    <a:pt x="426720" y="266700"/>
                  </a:lnTo>
                  <a:lnTo>
                    <a:pt x="484205" y="266700"/>
                  </a:lnTo>
                  <a:lnTo>
                    <a:pt x="490918" y="272605"/>
                  </a:lnTo>
                  <a:lnTo>
                    <a:pt x="505372" y="298680"/>
                  </a:lnTo>
                  <a:lnTo>
                    <a:pt x="510540" y="329184"/>
                  </a:lnTo>
                  <a:lnTo>
                    <a:pt x="510540" y="566928"/>
                  </a:lnTo>
                  <a:lnTo>
                    <a:pt x="504086" y="601313"/>
                  </a:lnTo>
                  <a:lnTo>
                    <a:pt x="486346" y="629412"/>
                  </a:lnTo>
                  <a:lnTo>
                    <a:pt x="484207" y="630936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pPr defTabSz="1183325"/>
              <a:endParaRPr sz="2329"/>
            </a:p>
          </p:txBody>
        </p:sp>
        <p:sp>
          <p:nvSpPr>
            <p:cNvPr id="74" name="object 45"/>
            <p:cNvSpPr/>
            <p:nvPr/>
          </p:nvSpPr>
          <p:spPr>
            <a:xfrm>
              <a:off x="6068567" y="4509516"/>
              <a:ext cx="508000" cy="350520"/>
            </a:xfrm>
            <a:custGeom>
              <a:avLst/>
              <a:gdLst/>
              <a:ahLst/>
              <a:cxnLst/>
              <a:rect l="l" t="t" r="r" b="b"/>
              <a:pathLst>
                <a:path w="508000" h="350520">
                  <a:moveTo>
                    <a:pt x="316991" y="350519"/>
                  </a:moveTo>
                  <a:lnTo>
                    <a:pt x="303276" y="348995"/>
                  </a:lnTo>
                  <a:lnTo>
                    <a:pt x="298703" y="347471"/>
                  </a:lnTo>
                  <a:lnTo>
                    <a:pt x="298703" y="342899"/>
                  </a:lnTo>
                  <a:lnTo>
                    <a:pt x="300227" y="339851"/>
                  </a:lnTo>
                  <a:lnTo>
                    <a:pt x="309372" y="327659"/>
                  </a:lnTo>
                  <a:lnTo>
                    <a:pt x="310896" y="324611"/>
                  </a:lnTo>
                  <a:lnTo>
                    <a:pt x="307848" y="320039"/>
                  </a:lnTo>
                  <a:lnTo>
                    <a:pt x="301752" y="315468"/>
                  </a:lnTo>
                  <a:lnTo>
                    <a:pt x="298703" y="315468"/>
                  </a:lnTo>
                  <a:lnTo>
                    <a:pt x="295656" y="316992"/>
                  </a:lnTo>
                  <a:lnTo>
                    <a:pt x="289560" y="326135"/>
                  </a:lnTo>
                  <a:lnTo>
                    <a:pt x="286512" y="329183"/>
                  </a:lnTo>
                  <a:lnTo>
                    <a:pt x="281939" y="327659"/>
                  </a:lnTo>
                  <a:lnTo>
                    <a:pt x="277368" y="324611"/>
                  </a:lnTo>
                  <a:lnTo>
                    <a:pt x="278891" y="307847"/>
                  </a:lnTo>
                  <a:lnTo>
                    <a:pt x="283464" y="288035"/>
                  </a:lnTo>
                  <a:lnTo>
                    <a:pt x="292608" y="266699"/>
                  </a:lnTo>
                  <a:lnTo>
                    <a:pt x="306324" y="262127"/>
                  </a:lnTo>
                  <a:lnTo>
                    <a:pt x="320039" y="260603"/>
                  </a:lnTo>
                  <a:lnTo>
                    <a:pt x="347472" y="254507"/>
                  </a:lnTo>
                  <a:lnTo>
                    <a:pt x="359663" y="246887"/>
                  </a:lnTo>
                  <a:lnTo>
                    <a:pt x="312420" y="219456"/>
                  </a:lnTo>
                  <a:lnTo>
                    <a:pt x="263652" y="196595"/>
                  </a:lnTo>
                  <a:lnTo>
                    <a:pt x="120396" y="131063"/>
                  </a:lnTo>
                  <a:lnTo>
                    <a:pt x="76200" y="106679"/>
                  </a:lnTo>
                  <a:lnTo>
                    <a:pt x="36576" y="80771"/>
                  </a:lnTo>
                  <a:lnTo>
                    <a:pt x="0" y="51815"/>
                  </a:lnTo>
                  <a:lnTo>
                    <a:pt x="6096" y="36575"/>
                  </a:lnTo>
                  <a:lnTo>
                    <a:pt x="12192" y="25907"/>
                  </a:lnTo>
                  <a:lnTo>
                    <a:pt x="18288" y="18287"/>
                  </a:lnTo>
                  <a:lnTo>
                    <a:pt x="35052" y="6095"/>
                  </a:lnTo>
                  <a:lnTo>
                    <a:pt x="42672" y="0"/>
                  </a:lnTo>
                  <a:lnTo>
                    <a:pt x="83820" y="22859"/>
                  </a:lnTo>
                  <a:lnTo>
                    <a:pt x="126492" y="47243"/>
                  </a:lnTo>
                  <a:lnTo>
                    <a:pt x="170688" y="73151"/>
                  </a:lnTo>
                  <a:lnTo>
                    <a:pt x="216408" y="97535"/>
                  </a:lnTo>
                  <a:lnTo>
                    <a:pt x="260603" y="120395"/>
                  </a:lnTo>
                  <a:lnTo>
                    <a:pt x="304800" y="138683"/>
                  </a:lnTo>
                  <a:lnTo>
                    <a:pt x="350520" y="153923"/>
                  </a:lnTo>
                  <a:lnTo>
                    <a:pt x="320039" y="89915"/>
                  </a:lnTo>
                  <a:lnTo>
                    <a:pt x="333756" y="73151"/>
                  </a:lnTo>
                  <a:lnTo>
                    <a:pt x="344424" y="62483"/>
                  </a:lnTo>
                  <a:lnTo>
                    <a:pt x="356615" y="56387"/>
                  </a:lnTo>
                  <a:lnTo>
                    <a:pt x="367283" y="56387"/>
                  </a:lnTo>
                  <a:lnTo>
                    <a:pt x="399287" y="77723"/>
                  </a:lnTo>
                  <a:lnTo>
                    <a:pt x="429768" y="121919"/>
                  </a:lnTo>
                  <a:lnTo>
                    <a:pt x="438911" y="138683"/>
                  </a:lnTo>
                  <a:lnTo>
                    <a:pt x="449580" y="153923"/>
                  </a:lnTo>
                  <a:lnTo>
                    <a:pt x="470915" y="185927"/>
                  </a:lnTo>
                  <a:lnTo>
                    <a:pt x="507491" y="219456"/>
                  </a:lnTo>
                  <a:lnTo>
                    <a:pt x="507491" y="240792"/>
                  </a:lnTo>
                  <a:lnTo>
                    <a:pt x="486156" y="277368"/>
                  </a:lnTo>
                  <a:lnTo>
                    <a:pt x="448056" y="295656"/>
                  </a:lnTo>
                  <a:lnTo>
                    <a:pt x="432815" y="298703"/>
                  </a:lnTo>
                  <a:lnTo>
                    <a:pt x="419100" y="301751"/>
                  </a:lnTo>
                  <a:lnTo>
                    <a:pt x="403859" y="304799"/>
                  </a:lnTo>
                  <a:lnTo>
                    <a:pt x="388620" y="310895"/>
                  </a:lnTo>
                  <a:lnTo>
                    <a:pt x="371856" y="320039"/>
                  </a:lnTo>
                  <a:lnTo>
                    <a:pt x="355091" y="332232"/>
                  </a:lnTo>
                  <a:lnTo>
                    <a:pt x="327659" y="347471"/>
                  </a:lnTo>
                  <a:lnTo>
                    <a:pt x="316991" y="350519"/>
                  </a:lnTo>
                  <a:close/>
                </a:path>
              </a:pathLst>
            </a:custGeom>
            <a:solidFill>
              <a:srgbClr val="2F5497"/>
            </a:solidFill>
          </p:spPr>
          <p:txBody>
            <a:bodyPr wrap="square" lIns="0" tIns="0" rIns="0" bIns="0" rtlCol="0"/>
            <a:lstStyle/>
            <a:p>
              <a:pPr defTabSz="1183325"/>
              <a:endParaRPr sz="2329"/>
            </a:p>
          </p:txBody>
        </p:sp>
      </p:grpSp>
      <p:sp>
        <p:nvSpPr>
          <p:cNvPr id="75" name="object 46"/>
          <p:cNvSpPr txBox="1"/>
          <p:nvPr/>
        </p:nvSpPr>
        <p:spPr>
          <a:xfrm>
            <a:off x="2160893" y="3044596"/>
            <a:ext cx="1157045" cy="608278"/>
          </a:xfrm>
          <a:prstGeom prst="rect">
            <a:avLst/>
          </a:prstGeom>
        </p:spPr>
        <p:txBody>
          <a:bodyPr vert="horz" wrap="square" lIns="0" tIns="20544" rIns="0" bIns="0" rtlCol="0">
            <a:spAutoFit/>
          </a:bodyPr>
          <a:lstStyle/>
          <a:p>
            <a:pPr marL="16435" defTabSz="1183325">
              <a:spcBef>
                <a:spcPts val="162"/>
              </a:spcBef>
            </a:pPr>
            <a:r>
              <a:rPr sz="3818" spc="-13" dirty="0">
                <a:solidFill>
                  <a:srgbClr val="FF0000"/>
                </a:solidFill>
                <a:latin typeface="Comic Sans MS"/>
                <a:cs typeface="Comic Sans MS"/>
              </a:rPr>
              <a:t>Build</a:t>
            </a:r>
            <a:endParaRPr sz="3818">
              <a:latin typeface="Comic Sans MS"/>
              <a:cs typeface="Comic Sans MS"/>
            </a:endParaRPr>
          </a:p>
        </p:txBody>
      </p:sp>
      <p:sp>
        <p:nvSpPr>
          <p:cNvPr id="76" name="object 47"/>
          <p:cNvSpPr txBox="1"/>
          <p:nvPr/>
        </p:nvSpPr>
        <p:spPr>
          <a:xfrm>
            <a:off x="8588405" y="6207961"/>
            <a:ext cx="1300030" cy="245569"/>
          </a:xfrm>
          <a:prstGeom prst="rect">
            <a:avLst/>
          </a:prstGeom>
        </p:spPr>
        <p:txBody>
          <a:bodyPr vert="horz" wrap="square" lIns="0" tIns="16435" rIns="0" bIns="0" rtlCol="0">
            <a:spAutoFit/>
          </a:bodyPr>
          <a:lstStyle/>
          <a:p>
            <a:pPr marL="16435" defTabSz="1183325">
              <a:spcBef>
                <a:spcPts val="129"/>
              </a:spcBef>
            </a:pPr>
            <a:r>
              <a:rPr sz="1488" dirty="0">
                <a:solidFill>
                  <a:srgbClr val="FF0000"/>
                </a:solidFill>
                <a:latin typeface="Comic Sans MS"/>
                <a:cs typeface="Comic Sans MS"/>
              </a:rPr>
              <a:t>Saved</a:t>
            </a:r>
            <a:r>
              <a:rPr sz="1488" spc="-32" dirty="0">
                <a:solidFill>
                  <a:srgbClr val="FF0000"/>
                </a:solidFill>
                <a:latin typeface="Comic Sans MS"/>
                <a:cs typeface="Comic Sans MS"/>
              </a:rPr>
              <a:t> </a:t>
            </a:r>
            <a:r>
              <a:rPr sz="1488" dirty="0">
                <a:solidFill>
                  <a:srgbClr val="FF0000"/>
                </a:solidFill>
                <a:latin typeface="Comic Sans MS"/>
                <a:cs typeface="Comic Sans MS"/>
              </a:rPr>
              <a:t>on</a:t>
            </a:r>
            <a:r>
              <a:rPr sz="1488" spc="-6" dirty="0">
                <a:solidFill>
                  <a:srgbClr val="FF0000"/>
                </a:solidFill>
                <a:latin typeface="Comic Sans MS"/>
                <a:cs typeface="Comic Sans MS"/>
              </a:rPr>
              <a:t> </a:t>
            </a:r>
            <a:r>
              <a:rPr sz="1488" spc="-32" dirty="0">
                <a:solidFill>
                  <a:srgbClr val="FF0000"/>
                </a:solidFill>
                <a:latin typeface="Comic Sans MS"/>
                <a:cs typeface="Comic Sans MS"/>
              </a:rPr>
              <a:t>HDD</a:t>
            </a:r>
            <a:endParaRPr sz="1488">
              <a:latin typeface="Comic Sans MS"/>
              <a:cs typeface="Comic Sans MS"/>
            </a:endParaRPr>
          </a:p>
        </p:txBody>
      </p:sp>
      <p:sp>
        <p:nvSpPr>
          <p:cNvPr id="77" name="object 48"/>
          <p:cNvSpPr/>
          <p:nvPr/>
        </p:nvSpPr>
        <p:spPr>
          <a:xfrm>
            <a:off x="10995213" y="5851622"/>
            <a:ext cx="654946" cy="453614"/>
          </a:xfrm>
          <a:custGeom>
            <a:avLst/>
            <a:gdLst/>
            <a:ahLst/>
            <a:cxnLst/>
            <a:rect l="l" t="t" r="r" b="b"/>
            <a:pathLst>
              <a:path w="506095" h="350520">
                <a:moveTo>
                  <a:pt x="315467" y="350519"/>
                </a:moveTo>
                <a:lnTo>
                  <a:pt x="303276" y="348995"/>
                </a:lnTo>
                <a:lnTo>
                  <a:pt x="297179" y="345947"/>
                </a:lnTo>
                <a:lnTo>
                  <a:pt x="297179" y="342899"/>
                </a:lnTo>
                <a:lnTo>
                  <a:pt x="298703" y="339851"/>
                </a:lnTo>
                <a:lnTo>
                  <a:pt x="307848" y="326135"/>
                </a:lnTo>
                <a:lnTo>
                  <a:pt x="309372" y="323087"/>
                </a:lnTo>
                <a:lnTo>
                  <a:pt x="307848" y="318516"/>
                </a:lnTo>
                <a:lnTo>
                  <a:pt x="301752" y="315468"/>
                </a:lnTo>
                <a:lnTo>
                  <a:pt x="298703" y="315468"/>
                </a:lnTo>
                <a:lnTo>
                  <a:pt x="294132" y="316992"/>
                </a:lnTo>
                <a:lnTo>
                  <a:pt x="288036" y="324611"/>
                </a:lnTo>
                <a:lnTo>
                  <a:pt x="284988" y="329183"/>
                </a:lnTo>
                <a:lnTo>
                  <a:pt x="280415" y="327659"/>
                </a:lnTo>
                <a:lnTo>
                  <a:pt x="275844" y="324611"/>
                </a:lnTo>
                <a:lnTo>
                  <a:pt x="277367" y="307847"/>
                </a:lnTo>
                <a:lnTo>
                  <a:pt x="281940" y="288035"/>
                </a:lnTo>
                <a:lnTo>
                  <a:pt x="292608" y="266699"/>
                </a:lnTo>
                <a:lnTo>
                  <a:pt x="306324" y="262127"/>
                </a:lnTo>
                <a:lnTo>
                  <a:pt x="318515" y="260603"/>
                </a:lnTo>
                <a:lnTo>
                  <a:pt x="333756" y="257556"/>
                </a:lnTo>
                <a:lnTo>
                  <a:pt x="345948" y="252983"/>
                </a:lnTo>
                <a:lnTo>
                  <a:pt x="358139" y="246887"/>
                </a:lnTo>
                <a:lnTo>
                  <a:pt x="312420" y="219456"/>
                </a:lnTo>
                <a:lnTo>
                  <a:pt x="262128" y="195071"/>
                </a:lnTo>
                <a:lnTo>
                  <a:pt x="118872" y="129539"/>
                </a:lnTo>
                <a:lnTo>
                  <a:pt x="74676" y="106679"/>
                </a:lnTo>
                <a:lnTo>
                  <a:pt x="35052" y="80771"/>
                </a:lnTo>
                <a:lnTo>
                  <a:pt x="0" y="50291"/>
                </a:lnTo>
                <a:lnTo>
                  <a:pt x="4572" y="36575"/>
                </a:lnTo>
                <a:lnTo>
                  <a:pt x="10668" y="25907"/>
                </a:lnTo>
                <a:lnTo>
                  <a:pt x="18288" y="16763"/>
                </a:lnTo>
                <a:lnTo>
                  <a:pt x="33528" y="4571"/>
                </a:lnTo>
                <a:lnTo>
                  <a:pt x="41148" y="0"/>
                </a:lnTo>
                <a:lnTo>
                  <a:pt x="83820" y="22859"/>
                </a:lnTo>
                <a:lnTo>
                  <a:pt x="124968" y="47243"/>
                </a:lnTo>
                <a:lnTo>
                  <a:pt x="169164" y="71627"/>
                </a:lnTo>
                <a:lnTo>
                  <a:pt x="214884" y="97535"/>
                </a:lnTo>
                <a:lnTo>
                  <a:pt x="259079" y="118871"/>
                </a:lnTo>
                <a:lnTo>
                  <a:pt x="304800" y="138683"/>
                </a:lnTo>
                <a:lnTo>
                  <a:pt x="348996" y="152399"/>
                </a:lnTo>
                <a:lnTo>
                  <a:pt x="320039" y="88391"/>
                </a:lnTo>
                <a:lnTo>
                  <a:pt x="332232" y="73151"/>
                </a:lnTo>
                <a:lnTo>
                  <a:pt x="344424" y="62483"/>
                </a:lnTo>
                <a:lnTo>
                  <a:pt x="356615" y="56387"/>
                </a:lnTo>
                <a:lnTo>
                  <a:pt x="367284" y="54863"/>
                </a:lnTo>
                <a:lnTo>
                  <a:pt x="377952" y="59435"/>
                </a:lnTo>
                <a:lnTo>
                  <a:pt x="388620" y="67055"/>
                </a:lnTo>
                <a:lnTo>
                  <a:pt x="399287" y="77723"/>
                </a:lnTo>
                <a:lnTo>
                  <a:pt x="408432" y="89915"/>
                </a:lnTo>
                <a:lnTo>
                  <a:pt x="428244" y="121919"/>
                </a:lnTo>
                <a:lnTo>
                  <a:pt x="438911" y="138683"/>
                </a:lnTo>
                <a:lnTo>
                  <a:pt x="448056" y="153923"/>
                </a:lnTo>
                <a:lnTo>
                  <a:pt x="460248" y="170687"/>
                </a:lnTo>
                <a:lnTo>
                  <a:pt x="470915" y="185927"/>
                </a:lnTo>
                <a:lnTo>
                  <a:pt x="481584" y="199644"/>
                </a:lnTo>
                <a:lnTo>
                  <a:pt x="493776" y="210311"/>
                </a:lnTo>
                <a:lnTo>
                  <a:pt x="505967" y="219456"/>
                </a:lnTo>
                <a:lnTo>
                  <a:pt x="505967" y="240792"/>
                </a:lnTo>
                <a:lnTo>
                  <a:pt x="484632" y="277368"/>
                </a:lnTo>
                <a:lnTo>
                  <a:pt x="446532" y="294132"/>
                </a:lnTo>
                <a:lnTo>
                  <a:pt x="432815" y="297180"/>
                </a:lnTo>
                <a:lnTo>
                  <a:pt x="417576" y="301751"/>
                </a:lnTo>
                <a:lnTo>
                  <a:pt x="402335" y="304799"/>
                </a:lnTo>
                <a:lnTo>
                  <a:pt x="388620" y="310895"/>
                </a:lnTo>
                <a:lnTo>
                  <a:pt x="370332" y="320039"/>
                </a:lnTo>
                <a:lnTo>
                  <a:pt x="355091" y="330707"/>
                </a:lnTo>
                <a:lnTo>
                  <a:pt x="341376" y="339851"/>
                </a:lnTo>
                <a:lnTo>
                  <a:pt x="326135" y="347471"/>
                </a:lnTo>
                <a:lnTo>
                  <a:pt x="315467" y="350519"/>
                </a:lnTo>
                <a:close/>
              </a:path>
            </a:pathLst>
          </a:custGeom>
          <a:solidFill>
            <a:srgbClr val="2F5497"/>
          </a:solidFill>
        </p:spPr>
        <p:txBody>
          <a:bodyPr wrap="square" lIns="0" tIns="0" rIns="0" bIns="0" rtlCol="0"/>
          <a:lstStyle/>
          <a:p>
            <a:pPr defTabSz="1183325"/>
            <a:endParaRPr sz="2329"/>
          </a:p>
        </p:txBody>
      </p:sp>
      <p:sp>
        <p:nvSpPr>
          <p:cNvPr id="78" name="object 49"/>
          <p:cNvSpPr txBox="1"/>
          <p:nvPr/>
        </p:nvSpPr>
        <p:spPr>
          <a:xfrm>
            <a:off x="11530983" y="6223736"/>
            <a:ext cx="1300030" cy="245569"/>
          </a:xfrm>
          <a:prstGeom prst="rect">
            <a:avLst/>
          </a:prstGeom>
        </p:spPr>
        <p:txBody>
          <a:bodyPr vert="horz" wrap="square" lIns="0" tIns="16435" rIns="0" bIns="0" rtlCol="0">
            <a:spAutoFit/>
          </a:bodyPr>
          <a:lstStyle/>
          <a:p>
            <a:pPr marL="16435" defTabSz="1183325">
              <a:spcBef>
                <a:spcPts val="129"/>
              </a:spcBef>
            </a:pPr>
            <a:r>
              <a:rPr sz="1488" dirty="0">
                <a:solidFill>
                  <a:srgbClr val="FF0000"/>
                </a:solidFill>
                <a:latin typeface="Comic Sans MS"/>
                <a:cs typeface="Comic Sans MS"/>
              </a:rPr>
              <a:t>Saved</a:t>
            </a:r>
            <a:r>
              <a:rPr sz="1488" spc="-32" dirty="0">
                <a:solidFill>
                  <a:srgbClr val="FF0000"/>
                </a:solidFill>
                <a:latin typeface="Comic Sans MS"/>
                <a:cs typeface="Comic Sans MS"/>
              </a:rPr>
              <a:t> </a:t>
            </a:r>
            <a:r>
              <a:rPr sz="1488" dirty="0">
                <a:solidFill>
                  <a:srgbClr val="FF0000"/>
                </a:solidFill>
                <a:latin typeface="Comic Sans MS"/>
                <a:cs typeface="Comic Sans MS"/>
              </a:rPr>
              <a:t>on</a:t>
            </a:r>
            <a:r>
              <a:rPr sz="1488" spc="-6" dirty="0">
                <a:solidFill>
                  <a:srgbClr val="FF0000"/>
                </a:solidFill>
                <a:latin typeface="Comic Sans MS"/>
                <a:cs typeface="Comic Sans MS"/>
              </a:rPr>
              <a:t> </a:t>
            </a:r>
            <a:r>
              <a:rPr sz="1488" spc="-32" dirty="0">
                <a:solidFill>
                  <a:srgbClr val="FF0000"/>
                </a:solidFill>
                <a:latin typeface="Comic Sans MS"/>
                <a:cs typeface="Comic Sans MS"/>
              </a:rPr>
              <a:t>HDD</a:t>
            </a:r>
            <a:endParaRPr sz="1488">
              <a:latin typeface="Comic Sans MS"/>
              <a:cs typeface="Comic Sans MS"/>
            </a:endParaRPr>
          </a:p>
        </p:txBody>
      </p:sp>
      <p:sp>
        <p:nvSpPr>
          <p:cNvPr id="79" name="object 50"/>
          <p:cNvSpPr txBox="1"/>
          <p:nvPr/>
        </p:nvSpPr>
        <p:spPr>
          <a:xfrm>
            <a:off x="12037889" y="5069989"/>
            <a:ext cx="639333" cy="245569"/>
          </a:xfrm>
          <a:prstGeom prst="rect">
            <a:avLst/>
          </a:prstGeom>
        </p:spPr>
        <p:txBody>
          <a:bodyPr vert="horz" wrap="square" lIns="0" tIns="16435" rIns="0" bIns="0" rtlCol="0">
            <a:spAutoFit/>
          </a:bodyPr>
          <a:lstStyle/>
          <a:p>
            <a:pPr marL="16435" defTabSz="1183325">
              <a:spcBef>
                <a:spcPts val="129"/>
              </a:spcBef>
            </a:pPr>
            <a:r>
              <a:rPr sz="1488" spc="-13" dirty="0">
                <a:solidFill>
                  <a:srgbClr val="FF0000"/>
                </a:solidFill>
                <a:latin typeface="Comic Sans MS"/>
                <a:cs typeface="Comic Sans MS"/>
              </a:rPr>
              <a:t>Loader</a:t>
            </a:r>
            <a:endParaRPr sz="1488">
              <a:latin typeface="Comic Sans MS"/>
              <a:cs typeface="Comic Sans MS"/>
            </a:endParaRPr>
          </a:p>
        </p:txBody>
      </p:sp>
    </p:spTree>
    <p:extLst>
      <p:ext uri="{BB962C8B-B14F-4D97-AF65-F5344CB8AC3E}">
        <p14:creationId xmlns:p14="http://schemas.microsoft.com/office/powerpoint/2010/main" val="300412969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BE91C419-7BB3-098D-EFEB-96FF2D066B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>
            <a:extLst>
              <a:ext uri="{FF2B5EF4-FFF2-40B4-BE49-F238E27FC236}">
                <a16:creationId xmlns:a16="http://schemas.microsoft.com/office/drawing/2014/main" id="{809EF0CD-943D-812D-1B0E-E0E138DB78C8}"/>
              </a:ext>
            </a:extLst>
          </p:cNvPr>
          <p:cNvSpPr txBox="1"/>
          <p:nvPr/>
        </p:nvSpPr>
        <p:spPr>
          <a:xfrm>
            <a:off x="381000" y="888075"/>
            <a:ext cx="12352767" cy="4464873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r>
              <a:rPr lang="sv-SE" sz="4000" b="1" spc="-13" dirty="0" err="1">
                <a:solidFill>
                  <a:srgbClr val="000000"/>
                </a:solidFill>
                <a:latin typeface="Comic Sans MS" panose="030F0702030302020204" pitchFamily="66" charset="0"/>
              </a:rPr>
              <a:t>Compiler</a:t>
            </a:r>
            <a:r>
              <a:rPr lang="sv-SE" sz="4000" b="1" spc="-13" dirty="0">
                <a:solidFill>
                  <a:srgbClr val="000000"/>
                </a:solidFill>
                <a:latin typeface="Comic Sans MS" panose="030F0702030302020204" pitchFamily="66" charset="0"/>
              </a:rPr>
              <a:t>:</a:t>
            </a:r>
            <a:endParaRPr lang="sv-SE" sz="2400" b="1" spc="-13" dirty="0">
              <a:solidFill>
                <a:srgbClr val="000000"/>
              </a:solidFill>
              <a:latin typeface="Comic Sans MS" panose="030F0702030302020204" pitchFamily="66" charset="0"/>
            </a:endParaRPr>
          </a:p>
          <a:p>
            <a:endParaRPr lang="en-GB" sz="2400" b="1" dirty="0">
              <a:latin typeface="Comic Sans MS" panose="030F0702030302020204" pitchFamily="66" charset="0"/>
            </a:endParaRPr>
          </a:p>
          <a:p>
            <a:r>
              <a:rPr lang="en-GB" sz="2400" b="1" dirty="0">
                <a:latin typeface="Comic Sans MS" panose="030F0702030302020204" pitchFamily="66" charset="0"/>
              </a:rPr>
              <a:t>Input:</a:t>
            </a:r>
            <a:r>
              <a:rPr lang="en-GB" sz="2400" dirty="0">
                <a:latin typeface="Comic Sans MS" panose="030F0702030302020204" pitchFamily="66" charset="0"/>
              </a:rPr>
              <a:t> Source code 👉 </a:t>
            </a:r>
            <a:r>
              <a:rPr lang="en-GB" sz="2400" b="1" dirty="0">
                <a:latin typeface="Comic Sans MS" panose="030F0702030302020204" pitchFamily="66" charset="0"/>
              </a:rPr>
              <a:t>Compiler</a:t>
            </a:r>
            <a:r>
              <a:rPr lang="en-GB" sz="2400" dirty="0">
                <a:latin typeface="Comic Sans MS" panose="030F0702030302020204" pitchFamily="66" charset="0"/>
              </a:rPr>
              <a:t> 👉 </a:t>
            </a:r>
            <a:r>
              <a:rPr lang="en-GB" sz="2400" b="1" dirty="0">
                <a:latin typeface="Comic Sans MS" panose="030F0702030302020204" pitchFamily="66" charset="0"/>
              </a:rPr>
              <a:t>Object code</a:t>
            </a:r>
            <a:r>
              <a:rPr lang="en-GB" sz="2400" dirty="0">
                <a:latin typeface="Comic Sans MS" panose="030F0702030302020204" pitchFamily="66" charset="0"/>
              </a:rPr>
              <a:t> + </a:t>
            </a:r>
            <a:r>
              <a:rPr lang="en-GB" sz="2400" b="1" dirty="0">
                <a:latin typeface="Comic Sans MS" panose="030F0702030302020204" pitchFamily="66" charset="0"/>
              </a:rPr>
              <a:t>Libraries</a:t>
            </a:r>
            <a:r>
              <a:rPr lang="en-GB" sz="2400" dirty="0">
                <a:latin typeface="Comic Sans MS" panose="030F0702030302020204" pitchFamily="66" charset="0"/>
              </a:rPr>
              <a:t> 👉 </a:t>
            </a:r>
            <a:r>
              <a:rPr lang="en-GB" sz="2400" b="1" dirty="0">
                <a:latin typeface="Comic Sans MS" panose="030F0702030302020204" pitchFamily="66" charset="0"/>
              </a:rPr>
              <a:t>Linker</a:t>
            </a:r>
            <a:r>
              <a:rPr lang="en-GB" sz="2400" dirty="0">
                <a:latin typeface="Comic Sans MS" panose="030F0702030302020204" pitchFamily="66" charset="0"/>
              </a:rPr>
              <a:t> 👉 </a:t>
            </a:r>
            <a:r>
              <a:rPr lang="en-GB" sz="2400" b="1" dirty="0">
                <a:latin typeface="Comic Sans MS" panose="030F0702030302020204" pitchFamily="66" charset="0"/>
              </a:rPr>
              <a:t>.exe file</a:t>
            </a:r>
            <a:r>
              <a:rPr lang="en-GB" sz="2400" dirty="0">
                <a:latin typeface="Comic Sans MS" panose="030F0702030302020204" pitchFamily="66" charset="0"/>
              </a:rPr>
              <a:t> (saved on disk) 👉 </a:t>
            </a:r>
            <a:r>
              <a:rPr lang="en-GB" sz="2400" b="1" dirty="0">
                <a:latin typeface="Comic Sans MS" panose="030F0702030302020204" pitchFamily="66" charset="0"/>
              </a:rPr>
              <a:t>Loader</a:t>
            </a:r>
            <a:r>
              <a:rPr lang="en-GB" sz="2400" dirty="0">
                <a:latin typeface="Comic Sans MS" panose="030F0702030302020204" pitchFamily="66" charset="0"/>
              </a:rPr>
              <a:t> loads it into memory 👉 </a:t>
            </a:r>
            <a:r>
              <a:rPr lang="en-GB" sz="2400" b="1" dirty="0">
                <a:latin typeface="Comic Sans MS" panose="030F0702030302020204" pitchFamily="66" charset="0"/>
              </a:rPr>
              <a:t>Program runs</a:t>
            </a:r>
            <a:r>
              <a:rPr lang="en-GB" sz="2400" dirty="0">
                <a:latin typeface="Comic Sans MS" panose="030F0702030302020204" pitchFamily="66" charset="0"/>
              </a:rPr>
              <a:t> and prints output (e.g., </a:t>
            </a:r>
            <a:r>
              <a:rPr lang="en-GB" sz="2400" i="1" dirty="0">
                <a:latin typeface="Comic Sans MS" panose="030F0702030302020204" pitchFamily="66" charset="0"/>
              </a:rPr>
              <a:t>Name : Mohammed</a:t>
            </a:r>
            <a:r>
              <a:rPr lang="en-GB" sz="2400" dirty="0">
                <a:latin typeface="Comic Sans MS" panose="030F0702030302020204" pitchFamily="66" charset="0"/>
              </a:rPr>
              <a:t>, </a:t>
            </a:r>
            <a:r>
              <a:rPr lang="en-GB" sz="2400" i="1" dirty="0">
                <a:latin typeface="Comic Sans MS" panose="030F0702030302020204" pitchFamily="66" charset="0"/>
              </a:rPr>
              <a:t>Age : 44</a:t>
            </a:r>
            <a:r>
              <a:rPr lang="en-GB" sz="2400" dirty="0">
                <a:latin typeface="Comic Sans MS" panose="030F0702030302020204" pitchFamily="66" charset="0"/>
              </a:rPr>
              <a:t>).</a:t>
            </a:r>
          </a:p>
          <a:p>
            <a:r>
              <a:rPr lang="en-GB" sz="2400" b="1" dirty="0">
                <a:latin typeface="Comic Sans MS" panose="030F0702030302020204" pitchFamily="66" charset="0"/>
              </a:rPr>
              <a:t>Compiler (build time):</a:t>
            </a:r>
            <a:r>
              <a:rPr lang="en-GB" sz="2400" dirty="0">
                <a:latin typeface="Comic Sans MS" panose="030F0702030302020204" pitchFamily="66" charset="0"/>
              </a:rPr>
              <a:t> translates the </a:t>
            </a:r>
            <a:r>
              <a:rPr lang="en-GB" sz="2400" b="1" dirty="0">
                <a:latin typeface="Comic Sans MS" panose="030F0702030302020204" pitchFamily="66" charset="0"/>
              </a:rPr>
              <a:t>entire program</a:t>
            </a:r>
            <a:r>
              <a:rPr lang="en-GB" sz="2400" dirty="0">
                <a:latin typeface="Comic Sans MS" panose="030F0702030302020204" pitchFamily="66" charset="0"/>
              </a:rPr>
              <a:t> and reports </a:t>
            </a:r>
            <a:r>
              <a:rPr lang="en-GB" sz="2400" b="1" dirty="0">
                <a:latin typeface="Comic Sans MS" panose="030F0702030302020204" pitchFamily="66" charset="0"/>
              </a:rPr>
              <a:t>build errors</a:t>
            </a:r>
            <a:r>
              <a:rPr lang="en-GB" sz="2400" dirty="0">
                <a:latin typeface="Comic Sans MS" panose="030F0702030302020204" pitchFamily="66" charset="0"/>
              </a:rPr>
              <a:t> if found. If errors exist → </a:t>
            </a:r>
            <a:r>
              <a:rPr lang="en-GB" sz="2400" b="1" dirty="0">
                <a:latin typeface="Comic Sans MS" panose="030F0702030302020204" pitchFamily="66" charset="0"/>
              </a:rPr>
              <a:t>stop</a:t>
            </a:r>
            <a:r>
              <a:rPr lang="en-GB" sz="2400" dirty="0">
                <a:latin typeface="Comic Sans MS" panose="030F0702030302020204" pitchFamily="66" charset="0"/>
              </a:rPr>
              <a:t>; otherwise produce </a:t>
            </a:r>
            <a:r>
              <a:rPr lang="en-GB" sz="2400" b="1" dirty="0">
                <a:latin typeface="Comic Sans MS" panose="030F0702030302020204" pitchFamily="66" charset="0"/>
              </a:rPr>
              <a:t>object code</a:t>
            </a:r>
            <a:r>
              <a:rPr lang="en-GB" sz="2400" dirty="0">
                <a:latin typeface="Comic Sans MS" panose="030F0702030302020204" pitchFamily="66" charset="0"/>
              </a:rPr>
              <a:t>.</a:t>
            </a:r>
          </a:p>
          <a:p>
            <a:r>
              <a:rPr lang="en-GB" sz="2400" b="1" dirty="0">
                <a:latin typeface="Comic Sans MS" panose="030F0702030302020204" pitchFamily="66" charset="0"/>
              </a:rPr>
              <a:t>Linker:</a:t>
            </a:r>
            <a:r>
              <a:rPr lang="en-GB" sz="2400" dirty="0">
                <a:latin typeface="Comic Sans MS" panose="030F0702030302020204" pitchFamily="66" charset="0"/>
              </a:rPr>
              <a:t> combines </a:t>
            </a:r>
            <a:r>
              <a:rPr lang="en-GB" sz="2400" b="1" dirty="0">
                <a:latin typeface="Comic Sans MS" panose="030F0702030302020204" pitchFamily="66" charset="0"/>
              </a:rPr>
              <a:t>object code</a:t>
            </a:r>
            <a:r>
              <a:rPr lang="en-GB" sz="2400" dirty="0">
                <a:latin typeface="Comic Sans MS" panose="030F0702030302020204" pitchFamily="66" charset="0"/>
              </a:rPr>
              <a:t> with </a:t>
            </a:r>
            <a:r>
              <a:rPr lang="en-GB" sz="2400" b="1" dirty="0">
                <a:latin typeface="Comic Sans MS" panose="030F0702030302020204" pitchFamily="66" charset="0"/>
              </a:rPr>
              <a:t>libraries</a:t>
            </a:r>
            <a:r>
              <a:rPr lang="en-GB" sz="2400" dirty="0">
                <a:latin typeface="Comic Sans MS" panose="030F0702030302020204" pitchFamily="66" charset="0"/>
              </a:rPr>
              <a:t> to create an </a:t>
            </a:r>
            <a:r>
              <a:rPr lang="en-GB" sz="2400" b="1" dirty="0">
                <a:latin typeface="Comic Sans MS" panose="030F0702030302020204" pitchFamily="66" charset="0"/>
              </a:rPr>
              <a:t>executable (.exe)</a:t>
            </a:r>
            <a:r>
              <a:rPr lang="en-GB" sz="2400" dirty="0">
                <a:latin typeface="Comic Sans MS" panose="030F0702030302020204" pitchFamily="66" charset="0"/>
              </a:rPr>
              <a:t>, stored on </a:t>
            </a:r>
            <a:r>
              <a:rPr lang="en-GB" sz="2400" b="1" dirty="0">
                <a:latin typeface="Comic Sans MS" panose="030F0702030302020204" pitchFamily="66" charset="0"/>
              </a:rPr>
              <a:t>HDD/SSD</a:t>
            </a:r>
            <a:r>
              <a:rPr lang="en-GB" sz="2400" dirty="0">
                <a:latin typeface="Comic Sans MS" panose="030F0702030302020204" pitchFamily="66" charset="0"/>
              </a:rPr>
              <a:t>.</a:t>
            </a:r>
          </a:p>
          <a:p>
            <a:r>
              <a:rPr lang="en-GB" sz="2400" b="1" dirty="0">
                <a:latin typeface="Comic Sans MS" panose="030F0702030302020204" pitchFamily="66" charset="0"/>
              </a:rPr>
              <a:t>Loader (run time):</a:t>
            </a:r>
            <a:r>
              <a:rPr lang="en-GB" sz="2400" dirty="0">
                <a:latin typeface="Comic Sans MS" panose="030F0702030302020204" pitchFamily="66" charset="0"/>
              </a:rPr>
              <a:t> loads the </a:t>
            </a:r>
            <a:r>
              <a:rPr lang="en-GB" sz="2400" b="1" dirty="0">
                <a:latin typeface="Comic Sans MS" panose="030F0702030302020204" pitchFamily="66" charset="0"/>
              </a:rPr>
              <a:t>.exe</a:t>
            </a:r>
            <a:r>
              <a:rPr lang="en-GB" sz="2400" dirty="0">
                <a:latin typeface="Comic Sans MS" panose="030F0702030302020204" pitchFamily="66" charset="0"/>
              </a:rPr>
              <a:t> into memory and starts execution.</a:t>
            </a:r>
          </a:p>
          <a:p>
            <a:r>
              <a:rPr lang="en-GB" sz="2400" b="1" dirty="0">
                <a:latin typeface="Comic Sans MS" panose="030F0702030302020204" pitchFamily="66" charset="0"/>
              </a:rPr>
              <a:t>machine code is stored</a:t>
            </a:r>
            <a:r>
              <a:rPr lang="en-GB" sz="2400" dirty="0">
                <a:latin typeface="Comic Sans MS" panose="030F0702030302020204" pitchFamily="66" charset="0"/>
              </a:rPr>
              <a:t> on disk, </a:t>
            </a:r>
            <a:r>
              <a:rPr lang="en-GB" sz="2400" b="1" dirty="0">
                <a:latin typeface="Comic Sans MS" panose="030F0702030302020204" pitchFamily="66" charset="0"/>
              </a:rPr>
              <a:t>.exe generated</a:t>
            </a:r>
            <a:r>
              <a:rPr lang="en-GB" sz="2400" dirty="0">
                <a:latin typeface="Comic Sans MS" panose="030F0702030302020204" pitchFamily="66" charset="0"/>
              </a:rPr>
              <a:t>, and </a:t>
            </a:r>
            <a:r>
              <a:rPr lang="en-GB" sz="2400" b="1" dirty="0">
                <a:latin typeface="Comic Sans MS" panose="030F0702030302020204" pitchFamily="66" charset="0"/>
              </a:rPr>
              <a:t>execution is fast</a:t>
            </a:r>
            <a:r>
              <a:rPr lang="en-GB" sz="2400" dirty="0">
                <a:latin typeface="Comic Sans MS" panose="030F0702030302020204" pitchFamily="66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25499735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2DCFA132-7A6B-0538-C875-5DEEF79630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>
            <a:extLst>
              <a:ext uri="{FF2B5EF4-FFF2-40B4-BE49-F238E27FC236}">
                <a16:creationId xmlns:a16="http://schemas.microsoft.com/office/drawing/2014/main" id="{A9D6B0C9-3B5D-BA13-A4CF-4BD20E4DA4EE}"/>
              </a:ext>
            </a:extLst>
          </p:cNvPr>
          <p:cNvGrpSpPr/>
          <p:nvPr/>
        </p:nvGrpSpPr>
        <p:grpSpPr>
          <a:xfrm>
            <a:off x="-10957" y="645359"/>
            <a:ext cx="13422157" cy="8767682"/>
            <a:chOff x="0" y="2209800"/>
            <a:chExt cx="7778750" cy="5081270"/>
          </a:xfrm>
        </p:grpSpPr>
        <p:pic>
          <p:nvPicPr>
            <p:cNvPr id="3" name="object 3">
              <a:extLst>
                <a:ext uri="{FF2B5EF4-FFF2-40B4-BE49-F238E27FC236}">
                  <a16:creationId xmlns:a16="http://schemas.microsoft.com/office/drawing/2014/main" id="{022A822E-82B8-E2C0-5B60-B060D2DB07BC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2209800"/>
              <a:ext cx="7772399" cy="5081016"/>
            </a:xfrm>
            <a:prstGeom prst="rect">
              <a:avLst/>
            </a:prstGeom>
          </p:spPr>
        </p:pic>
        <p:sp>
          <p:nvSpPr>
            <p:cNvPr id="4" name="object 4">
              <a:extLst>
                <a:ext uri="{FF2B5EF4-FFF2-40B4-BE49-F238E27FC236}">
                  <a16:creationId xmlns:a16="http://schemas.microsoft.com/office/drawing/2014/main" id="{9ACD2216-406E-BDDD-263E-6146AE90BD9C}"/>
                </a:ext>
              </a:extLst>
            </p:cNvPr>
            <p:cNvSpPr/>
            <p:nvPr/>
          </p:nvSpPr>
          <p:spPr>
            <a:xfrm>
              <a:off x="60960" y="3901439"/>
              <a:ext cx="7711440" cy="1264920"/>
            </a:xfrm>
            <a:custGeom>
              <a:avLst/>
              <a:gdLst/>
              <a:ahLst/>
              <a:cxnLst/>
              <a:rect l="l" t="t" r="r" b="b"/>
              <a:pathLst>
                <a:path w="7711440" h="1264920">
                  <a:moveTo>
                    <a:pt x="0" y="1264919"/>
                  </a:moveTo>
                  <a:lnTo>
                    <a:pt x="7711440" y="1264919"/>
                  </a:lnTo>
                  <a:lnTo>
                    <a:pt x="7711440" y="0"/>
                  </a:lnTo>
                  <a:lnTo>
                    <a:pt x="0" y="0"/>
                  </a:lnTo>
                  <a:lnTo>
                    <a:pt x="0" y="1264919"/>
                  </a:lnTo>
                  <a:close/>
                </a:path>
              </a:pathLst>
            </a:custGeom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>
            <a:extLst>
              <a:ext uri="{FF2B5EF4-FFF2-40B4-BE49-F238E27FC236}">
                <a16:creationId xmlns:a16="http://schemas.microsoft.com/office/drawing/2014/main" id="{CE1CB025-1300-7868-9EF8-283E70B1014F}"/>
              </a:ext>
            </a:extLst>
          </p:cNvPr>
          <p:cNvSpPr txBox="1"/>
          <p:nvPr/>
        </p:nvSpPr>
        <p:spPr>
          <a:xfrm>
            <a:off x="13091697" y="12746337"/>
            <a:ext cx="182980" cy="352972"/>
          </a:xfrm>
          <a:prstGeom prst="rect">
            <a:avLst/>
          </a:prstGeom>
        </p:spPr>
        <p:txBody>
          <a:bodyPr vert="horz" wrap="square" lIns="0" tIns="20818" rIns="0" bIns="0" rtlCol="0">
            <a:spAutoFit/>
          </a:bodyPr>
          <a:lstStyle/>
          <a:p>
            <a:pPr marL="21914">
              <a:spcBef>
                <a:spcPts val="164"/>
              </a:spcBef>
            </a:pPr>
            <a:r>
              <a:rPr sz="2157" spc="-86" dirty="0">
                <a:latin typeface="Calibri"/>
                <a:cs typeface="Calibri"/>
              </a:rPr>
              <a:t>2</a:t>
            </a:r>
            <a:endParaRPr sz="2157">
              <a:latin typeface="Calibri"/>
              <a:cs typeface="Calibri"/>
            </a:endParaRPr>
          </a:p>
        </p:txBody>
      </p:sp>
      <p:sp>
        <p:nvSpPr>
          <p:cNvPr id="9" name="object 30">
            <a:extLst>
              <a:ext uri="{FF2B5EF4-FFF2-40B4-BE49-F238E27FC236}">
                <a16:creationId xmlns:a16="http://schemas.microsoft.com/office/drawing/2014/main" id="{A73E5D5F-028B-AEE8-904D-4C0D8AE33DDC}"/>
              </a:ext>
            </a:extLst>
          </p:cNvPr>
          <p:cNvSpPr txBox="1"/>
          <p:nvPr/>
        </p:nvSpPr>
        <p:spPr>
          <a:xfrm>
            <a:off x="106432" y="3084218"/>
            <a:ext cx="13304768" cy="1728678"/>
          </a:xfrm>
          <a:prstGeom prst="rect">
            <a:avLst/>
          </a:prstGeom>
          <a:ln w="12953"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marL="2089760" algn="ctr">
              <a:spcBef>
                <a:spcPts val="505"/>
              </a:spcBef>
            </a:pPr>
            <a:r>
              <a:rPr lang="en-GB" sz="4000" spc="-13" dirty="0">
                <a:solidFill>
                  <a:srgbClr val="FFFFFF"/>
                </a:solidFill>
                <a:latin typeface="Comic Sans MS"/>
                <a:cs typeface="Comic Sans MS"/>
              </a:rPr>
              <a:t>Programming Foundations</a:t>
            </a:r>
          </a:p>
          <a:p>
            <a:pPr marL="2089760" algn="ctr">
              <a:spcBef>
                <a:spcPts val="505"/>
              </a:spcBef>
            </a:pPr>
            <a:r>
              <a:rPr lang="sv-SE" sz="2400" spc="-13" dirty="0" err="1">
                <a:solidFill>
                  <a:srgbClr val="FFFFFF"/>
                </a:solidFill>
                <a:latin typeface="Comic Sans MS"/>
                <a:cs typeface="Comic Sans MS"/>
              </a:rPr>
              <a:t>Level</a:t>
            </a:r>
            <a:r>
              <a:rPr lang="sv-SE" sz="2400" spc="-13" dirty="0">
                <a:solidFill>
                  <a:srgbClr val="FFFFFF"/>
                </a:solidFill>
                <a:latin typeface="Comic Sans MS"/>
                <a:cs typeface="Comic Sans MS"/>
              </a:rPr>
              <a:t> 1</a:t>
            </a:r>
          </a:p>
          <a:p>
            <a:pPr marL="2089760" algn="ctr">
              <a:spcBef>
                <a:spcPts val="505"/>
              </a:spcBef>
            </a:pPr>
            <a:r>
              <a:rPr lang="en-GB" sz="4000" b="1" dirty="0">
                <a:solidFill>
                  <a:srgbClr val="FFCE53"/>
                </a:solidFill>
                <a:latin typeface="Comic Sans MS"/>
                <a:cs typeface="Comic Sans MS"/>
              </a:rPr>
              <a:t>How Compiler Works?</a:t>
            </a:r>
          </a:p>
        </p:txBody>
      </p:sp>
    </p:spTree>
    <p:extLst>
      <p:ext uri="{BB962C8B-B14F-4D97-AF65-F5344CB8AC3E}">
        <p14:creationId xmlns:p14="http://schemas.microsoft.com/office/powerpoint/2010/main" val="70094317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CCCA15BD-2642-FB9E-914F-CA6D4D6367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>
            <a:extLst>
              <a:ext uri="{FF2B5EF4-FFF2-40B4-BE49-F238E27FC236}">
                <a16:creationId xmlns:a16="http://schemas.microsoft.com/office/drawing/2014/main" id="{0B25A8D5-78DE-266B-DE01-85BBE24212CA}"/>
              </a:ext>
            </a:extLst>
          </p:cNvPr>
          <p:cNvSpPr txBox="1"/>
          <p:nvPr/>
        </p:nvSpPr>
        <p:spPr>
          <a:xfrm>
            <a:off x="381000" y="888075"/>
            <a:ext cx="12352767" cy="8527523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r>
              <a:rPr lang="sv-SE" sz="4000" b="1" spc="-13" dirty="0" err="1">
                <a:solidFill>
                  <a:srgbClr val="000000"/>
                </a:solidFill>
                <a:latin typeface="Comic Sans MS" panose="030F0702030302020204" pitchFamily="66" charset="0"/>
              </a:rPr>
              <a:t>Compiler</a:t>
            </a:r>
            <a:r>
              <a:rPr lang="sv-SE" sz="4000" b="1" spc="-13" dirty="0">
                <a:solidFill>
                  <a:srgbClr val="000000"/>
                </a:solidFill>
                <a:latin typeface="Comic Sans MS" panose="030F0702030302020204" pitchFamily="66" charset="0"/>
              </a:rPr>
              <a:t>:</a:t>
            </a:r>
          </a:p>
          <a:p>
            <a:endParaRPr lang="sv-SE" sz="2400" b="1" spc="-13" dirty="0">
              <a:solidFill>
                <a:srgbClr val="000000"/>
              </a:solidFill>
              <a:latin typeface="Comic Sans MS" panose="030F0702030302020204" pitchFamily="66" charset="0"/>
            </a:endParaRPr>
          </a:p>
          <a:p>
            <a:endParaRPr lang="sv-SE" sz="2400" b="1" spc="-13" dirty="0">
              <a:solidFill>
                <a:srgbClr val="000000"/>
              </a:solidFill>
              <a:latin typeface="Comic Sans MS" panose="030F0702030302020204" pitchFamily="66" charset="0"/>
            </a:endParaRPr>
          </a:p>
          <a:p>
            <a:endParaRPr lang="sv-SE" sz="2400" b="1" spc="-13" dirty="0">
              <a:solidFill>
                <a:srgbClr val="000000"/>
              </a:solidFill>
              <a:latin typeface="Comic Sans MS" panose="030F0702030302020204" pitchFamily="66" charset="0"/>
            </a:endParaRPr>
          </a:p>
          <a:p>
            <a:endParaRPr lang="sv-SE" sz="2400" b="1" spc="-13" dirty="0">
              <a:solidFill>
                <a:srgbClr val="000000"/>
              </a:solidFill>
              <a:latin typeface="Comic Sans MS" panose="030F0702030302020204" pitchFamily="66" charset="0"/>
            </a:endParaRPr>
          </a:p>
          <a:p>
            <a:endParaRPr lang="sv-SE" sz="2400" b="1" spc="-13" dirty="0">
              <a:solidFill>
                <a:srgbClr val="000000"/>
              </a:solidFill>
              <a:latin typeface="Comic Sans MS" panose="030F0702030302020204" pitchFamily="66" charset="0"/>
            </a:endParaRPr>
          </a:p>
          <a:p>
            <a:endParaRPr lang="sv-SE" sz="2400" b="1" spc="-13" dirty="0">
              <a:solidFill>
                <a:srgbClr val="000000"/>
              </a:solidFill>
              <a:latin typeface="Comic Sans MS" panose="030F0702030302020204" pitchFamily="66" charset="0"/>
            </a:endParaRPr>
          </a:p>
          <a:p>
            <a:endParaRPr lang="sv-SE" sz="2400" b="1" spc="-13" dirty="0">
              <a:solidFill>
                <a:srgbClr val="000000"/>
              </a:solidFill>
              <a:latin typeface="Comic Sans MS" panose="030F0702030302020204" pitchFamily="66" charset="0"/>
            </a:endParaRPr>
          </a:p>
          <a:p>
            <a:endParaRPr lang="sv-SE" sz="2400" b="1" spc="-13" dirty="0">
              <a:solidFill>
                <a:srgbClr val="000000"/>
              </a:solidFill>
              <a:latin typeface="Comic Sans MS" panose="030F0702030302020204" pitchFamily="66" charset="0"/>
            </a:endParaRPr>
          </a:p>
          <a:p>
            <a:endParaRPr lang="sv-SE" sz="2400" b="1" spc="-13" dirty="0">
              <a:solidFill>
                <a:srgbClr val="000000"/>
              </a:solidFill>
              <a:latin typeface="Comic Sans MS" panose="030F0702030302020204" pitchFamily="66" charset="0"/>
            </a:endParaRPr>
          </a:p>
          <a:p>
            <a:endParaRPr lang="sv-SE" sz="2400" b="1" spc="-13" dirty="0">
              <a:solidFill>
                <a:srgbClr val="000000"/>
              </a:solidFill>
              <a:latin typeface="Comic Sans MS" panose="030F0702030302020204" pitchFamily="66" charset="0"/>
            </a:endParaRPr>
          </a:p>
          <a:p>
            <a:endParaRPr lang="sv-SE" sz="2400" b="1" spc="-13" dirty="0">
              <a:solidFill>
                <a:srgbClr val="000000"/>
              </a:solidFill>
              <a:latin typeface="Comic Sans MS" panose="030F0702030302020204" pitchFamily="66" charset="0"/>
            </a:endParaRPr>
          </a:p>
          <a:p>
            <a:endParaRPr lang="sv-SE" sz="2400" b="1" spc="-13" dirty="0">
              <a:solidFill>
                <a:srgbClr val="000000"/>
              </a:solidFill>
              <a:latin typeface="Comic Sans MS" panose="030F0702030302020204" pitchFamily="66" charset="0"/>
            </a:endParaRPr>
          </a:p>
          <a:p>
            <a:endParaRPr lang="sv-SE" sz="2400" b="1" spc="-13" dirty="0">
              <a:solidFill>
                <a:srgbClr val="000000"/>
              </a:solidFill>
              <a:latin typeface="Comic Sans MS" panose="030F0702030302020204" pitchFamily="66" charset="0"/>
            </a:endParaRPr>
          </a:p>
          <a:p>
            <a:endParaRPr lang="sv-SE" sz="2400" b="1" spc="-13" dirty="0">
              <a:solidFill>
                <a:srgbClr val="000000"/>
              </a:solidFill>
              <a:latin typeface="Comic Sans MS" panose="030F0702030302020204" pitchFamily="66" charset="0"/>
            </a:endParaRPr>
          </a:p>
          <a:p>
            <a:endParaRPr lang="sv-SE" sz="2400" b="1" spc="-13" dirty="0">
              <a:solidFill>
                <a:srgbClr val="000000"/>
              </a:solidFill>
              <a:latin typeface="Comic Sans MS" panose="030F0702030302020204" pitchFamily="66" charset="0"/>
            </a:endParaRPr>
          </a:p>
          <a:p>
            <a:endParaRPr lang="sv-SE" sz="2400" b="1" spc="-13" dirty="0">
              <a:solidFill>
                <a:srgbClr val="000000"/>
              </a:solidFill>
              <a:latin typeface="Comic Sans MS" panose="030F0702030302020204" pitchFamily="66" charset="0"/>
            </a:endParaRPr>
          </a:p>
          <a:p>
            <a:endParaRPr lang="sv-SE" sz="2400" b="1" spc="-13" dirty="0">
              <a:solidFill>
                <a:srgbClr val="000000"/>
              </a:solidFill>
              <a:latin typeface="Comic Sans MS" panose="030F0702030302020204" pitchFamily="66" charset="0"/>
            </a:endParaRPr>
          </a:p>
          <a:p>
            <a:endParaRPr lang="sv-SE" sz="2400" b="1" spc="-13" dirty="0">
              <a:solidFill>
                <a:srgbClr val="000000"/>
              </a:solidFill>
              <a:latin typeface="Comic Sans MS" panose="030F0702030302020204" pitchFamily="66" charset="0"/>
            </a:endParaRPr>
          </a:p>
          <a:p>
            <a:r>
              <a:rPr lang="en-GB" sz="2400" b="1" dirty="0">
                <a:latin typeface="Comic Sans MS" panose="030F0702030302020204" pitchFamily="66" charset="0"/>
              </a:rPr>
              <a:t>Scan entire program</a:t>
            </a:r>
            <a:r>
              <a:rPr lang="en-GB" sz="2400" dirty="0">
                <a:latin typeface="Comic Sans MS" panose="030F0702030302020204" pitchFamily="66" charset="0"/>
              </a:rPr>
              <a:t>.</a:t>
            </a:r>
          </a:p>
          <a:p>
            <a:r>
              <a:rPr lang="en-GB" sz="2400" dirty="0">
                <a:latin typeface="Comic Sans MS" panose="030F0702030302020204" pitchFamily="66" charset="0"/>
              </a:rPr>
              <a:t>If </a:t>
            </a:r>
            <a:r>
              <a:rPr lang="en-GB" sz="2400" b="1" dirty="0">
                <a:latin typeface="Comic Sans MS" panose="030F0702030302020204" pitchFamily="66" charset="0"/>
              </a:rPr>
              <a:t>build errors?</a:t>
            </a:r>
            <a:r>
              <a:rPr lang="en-GB" sz="2400" dirty="0">
                <a:latin typeface="Comic Sans MS" panose="030F0702030302020204" pitchFamily="66" charset="0"/>
              </a:rPr>
              <a:t> → </a:t>
            </a:r>
            <a:r>
              <a:rPr lang="en-GB" sz="2400" b="1" dirty="0">
                <a:latin typeface="Comic Sans MS" panose="030F0702030302020204" pitchFamily="66" charset="0"/>
              </a:rPr>
              <a:t>display error message</a:t>
            </a:r>
            <a:r>
              <a:rPr lang="en-GB" sz="2400" dirty="0">
                <a:latin typeface="Comic Sans MS" panose="030F0702030302020204" pitchFamily="66" charset="0"/>
              </a:rPr>
              <a:t> and </a:t>
            </a:r>
            <a:r>
              <a:rPr lang="en-GB" sz="2400" b="1" dirty="0">
                <a:latin typeface="Comic Sans MS" panose="030F0702030302020204" pitchFamily="66" charset="0"/>
              </a:rPr>
              <a:t>stop</a:t>
            </a:r>
            <a:r>
              <a:rPr lang="en-GB" sz="2400" dirty="0">
                <a:latin typeface="Comic Sans MS" panose="030F0702030302020204" pitchFamily="66" charset="0"/>
              </a:rPr>
              <a:t>.</a:t>
            </a:r>
          </a:p>
          <a:p>
            <a:r>
              <a:rPr lang="en-GB" sz="2400" dirty="0">
                <a:latin typeface="Comic Sans MS" panose="030F0702030302020204" pitchFamily="66" charset="0"/>
              </a:rPr>
              <a:t>If </a:t>
            </a:r>
            <a:r>
              <a:rPr lang="en-GB" sz="2400" b="1" dirty="0">
                <a:latin typeface="Comic Sans MS" panose="030F0702030302020204" pitchFamily="66" charset="0"/>
              </a:rPr>
              <a:t>no errors</a:t>
            </a:r>
            <a:r>
              <a:rPr lang="en-GB" sz="2400" dirty="0">
                <a:latin typeface="Comic Sans MS" panose="030F0702030302020204" pitchFamily="66" charset="0"/>
              </a:rPr>
              <a:t> → continue to produce </a:t>
            </a:r>
            <a:r>
              <a:rPr lang="en-GB" sz="2400" b="1" dirty="0">
                <a:latin typeface="Comic Sans MS" panose="030F0702030302020204" pitchFamily="66" charset="0"/>
              </a:rPr>
              <a:t>object code</a:t>
            </a:r>
            <a:r>
              <a:rPr lang="en-GB" sz="2400" dirty="0">
                <a:latin typeface="Comic Sans MS" panose="030F0702030302020204" pitchFamily="66" charset="0"/>
              </a:rPr>
              <a:t> and </a:t>
            </a:r>
            <a:r>
              <a:rPr lang="en-GB" sz="2400" b="1" dirty="0">
                <a:latin typeface="Comic Sans MS" panose="030F0702030302020204" pitchFamily="66" charset="0"/>
              </a:rPr>
              <a:t>link</a:t>
            </a:r>
            <a:r>
              <a:rPr lang="en-GB" sz="2400" dirty="0">
                <a:latin typeface="Comic Sans MS" panose="030F0702030302020204" pitchFamily="66" charset="0"/>
              </a:rPr>
              <a:t>.</a:t>
            </a:r>
          </a:p>
        </p:txBody>
      </p:sp>
      <p:grpSp>
        <p:nvGrpSpPr>
          <p:cNvPr id="2" name="object 2"/>
          <p:cNvGrpSpPr/>
          <p:nvPr/>
        </p:nvGrpSpPr>
        <p:grpSpPr>
          <a:xfrm>
            <a:off x="3047104" y="2646739"/>
            <a:ext cx="6660403" cy="5352975"/>
            <a:chOff x="2202180" y="2045207"/>
            <a:chExt cx="5146675" cy="4136390"/>
          </a:xfrm>
        </p:grpSpPr>
        <p:pic>
          <p:nvPicPr>
            <p:cNvPr id="4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203448" y="2045207"/>
              <a:ext cx="4145280" cy="4136135"/>
            </a:xfrm>
            <a:prstGeom prst="rect">
              <a:avLst/>
            </a:prstGeom>
          </p:spPr>
        </p:pic>
        <p:sp>
          <p:nvSpPr>
            <p:cNvPr id="5" name="object 4"/>
            <p:cNvSpPr/>
            <p:nvPr/>
          </p:nvSpPr>
          <p:spPr>
            <a:xfrm>
              <a:off x="3282695" y="2119883"/>
              <a:ext cx="3918585" cy="3910965"/>
            </a:xfrm>
            <a:custGeom>
              <a:avLst/>
              <a:gdLst/>
              <a:ahLst/>
              <a:cxnLst/>
              <a:rect l="l" t="t" r="r" b="b"/>
              <a:pathLst>
                <a:path w="3918584" h="3910965">
                  <a:moveTo>
                    <a:pt x="3791712" y="3910584"/>
                  </a:moveTo>
                  <a:lnTo>
                    <a:pt x="1812036" y="3910584"/>
                  </a:lnTo>
                  <a:lnTo>
                    <a:pt x="0" y="2575560"/>
                  </a:lnTo>
                  <a:lnTo>
                    <a:pt x="0" y="1336548"/>
                  </a:lnTo>
                  <a:lnTo>
                    <a:pt x="1812036" y="0"/>
                  </a:lnTo>
                  <a:lnTo>
                    <a:pt x="3791712" y="0"/>
                  </a:lnTo>
                  <a:lnTo>
                    <a:pt x="3840408" y="7453"/>
                  </a:lnTo>
                  <a:lnTo>
                    <a:pt x="3880675" y="27622"/>
                  </a:lnTo>
                  <a:lnTo>
                    <a:pt x="3908083" y="57221"/>
                  </a:lnTo>
                  <a:lnTo>
                    <a:pt x="3918204" y="92964"/>
                  </a:lnTo>
                  <a:lnTo>
                    <a:pt x="3918204" y="3819144"/>
                  </a:lnTo>
                  <a:lnTo>
                    <a:pt x="3906797" y="3854434"/>
                  </a:lnTo>
                  <a:lnTo>
                    <a:pt x="3879532" y="3883152"/>
                  </a:lnTo>
                  <a:lnTo>
                    <a:pt x="3839980" y="3902725"/>
                  </a:lnTo>
                  <a:lnTo>
                    <a:pt x="3791712" y="3910584"/>
                  </a:lnTo>
                  <a:close/>
                </a:path>
              </a:pathLst>
            </a:custGeom>
            <a:solidFill>
              <a:srgbClr val="FBE4D6"/>
            </a:solidFill>
          </p:spPr>
          <p:txBody>
            <a:bodyPr wrap="square" lIns="0" tIns="0" rIns="0" bIns="0" rtlCol="0"/>
            <a:lstStyle/>
            <a:p>
              <a:pPr defTabSz="1183325"/>
              <a:endParaRPr sz="2329"/>
            </a:p>
          </p:txBody>
        </p:sp>
        <p:sp>
          <p:nvSpPr>
            <p:cNvPr id="6" name="object 5"/>
            <p:cNvSpPr/>
            <p:nvPr/>
          </p:nvSpPr>
          <p:spPr>
            <a:xfrm>
              <a:off x="3282696" y="2119883"/>
              <a:ext cx="3918585" cy="3910965"/>
            </a:xfrm>
            <a:custGeom>
              <a:avLst/>
              <a:gdLst/>
              <a:ahLst/>
              <a:cxnLst/>
              <a:rect l="l" t="t" r="r" b="b"/>
              <a:pathLst>
                <a:path w="3918584" h="3910965">
                  <a:moveTo>
                    <a:pt x="1812036" y="0"/>
                  </a:moveTo>
                  <a:lnTo>
                    <a:pt x="2956536" y="0"/>
                  </a:lnTo>
                  <a:lnTo>
                    <a:pt x="3544252" y="0"/>
                  </a:lnTo>
                  <a:lnTo>
                    <a:pt x="3760779" y="0"/>
                  </a:lnTo>
                  <a:lnTo>
                    <a:pt x="3791712" y="0"/>
                  </a:lnTo>
                  <a:lnTo>
                    <a:pt x="3840408" y="7453"/>
                  </a:lnTo>
                  <a:lnTo>
                    <a:pt x="3880675" y="27622"/>
                  </a:lnTo>
                  <a:lnTo>
                    <a:pt x="3908083" y="57221"/>
                  </a:lnTo>
                  <a:lnTo>
                    <a:pt x="3918204" y="92964"/>
                  </a:lnTo>
                  <a:lnTo>
                    <a:pt x="3918204" y="2247161"/>
                  </a:lnTo>
                  <a:lnTo>
                    <a:pt x="3918204" y="3353371"/>
                  </a:lnTo>
                  <a:lnTo>
                    <a:pt x="3918204" y="3760922"/>
                  </a:lnTo>
                  <a:lnTo>
                    <a:pt x="3918204" y="3819143"/>
                  </a:lnTo>
                  <a:lnTo>
                    <a:pt x="3906797" y="3854434"/>
                  </a:lnTo>
                  <a:lnTo>
                    <a:pt x="3879532" y="3883151"/>
                  </a:lnTo>
                  <a:lnTo>
                    <a:pt x="3839979" y="3902725"/>
                  </a:lnTo>
                  <a:lnTo>
                    <a:pt x="3791712" y="3910583"/>
                  </a:lnTo>
                  <a:lnTo>
                    <a:pt x="2647211" y="3910583"/>
                  </a:lnTo>
                  <a:lnTo>
                    <a:pt x="2059495" y="3910583"/>
                  </a:lnTo>
                  <a:lnTo>
                    <a:pt x="1842968" y="3910583"/>
                  </a:lnTo>
                  <a:lnTo>
                    <a:pt x="1812036" y="3910583"/>
                  </a:lnTo>
                  <a:lnTo>
                    <a:pt x="764452" y="3138773"/>
                  </a:lnTo>
                  <a:lnTo>
                    <a:pt x="226504" y="2742437"/>
                  </a:lnTo>
                  <a:lnTo>
                    <a:pt x="28313" y="2596419"/>
                  </a:lnTo>
                  <a:lnTo>
                    <a:pt x="0" y="2575559"/>
                  </a:lnTo>
                  <a:lnTo>
                    <a:pt x="0" y="1859256"/>
                  </a:lnTo>
                  <a:lnTo>
                    <a:pt x="0" y="1491424"/>
                  </a:lnTo>
                  <a:lnTo>
                    <a:pt x="0" y="1355907"/>
                  </a:lnTo>
                  <a:lnTo>
                    <a:pt x="0" y="1336548"/>
                  </a:lnTo>
                  <a:lnTo>
                    <a:pt x="1812036" y="0"/>
                  </a:lnTo>
                  <a:close/>
                </a:path>
              </a:pathLst>
            </a:custGeom>
            <a:ln w="10668">
              <a:solidFill>
                <a:srgbClr val="BFBFBF"/>
              </a:solidFill>
            </a:ln>
          </p:spPr>
          <p:txBody>
            <a:bodyPr wrap="square" lIns="0" tIns="0" rIns="0" bIns="0" rtlCol="0"/>
            <a:lstStyle/>
            <a:p>
              <a:pPr defTabSz="1183325"/>
              <a:endParaRPr sz="2329"/>
            </a:p>
          </p:txBody>
        </p:sp>
        <p:sp>
          <p:nvSpPr>
            <p:cNvPr id="7" name="object 6"/>
            <p:cNvSpPr/>
            <p:nvPr/>
          </p:nvSpPr>
          <p:spPr>
            <a:xfrm>
              <a:off x="2202180" y="3215639"/>
              <a:ext cx="1066800" cy="1590040"/>
            </a:xfrm>
            <a:custGeom>
              <a:avLst/>
              <a:gdLst/>
              <a:ahLst/>
              <a:cxnLst/>
              <a:rect l="l" t="t" r="r" b="b"/>
              <a:pathLst>
                <a:path w="1066800" h="1590039">
                  <a:moveTo>
                    <a:pt x="838200" y="1589532"/>
                  </a:moveTo>
                  <a:lnTo>
                    <a:pt x="228600" y="1589532"/>
                  </a:lnTo>
                  <a:lnTo>
                    <a:pt x="182460" y="1584623"/>
                  </a:lnTo>
                  <a:lnTo>
                    <a:pt x="139517" y="1570553"/>
                  </a:lnTo>
                  <a:lnTo>
                    <a:pt x="100682" y="1548303"/>
                  </a:lnTo>
                  <a:lnTo>
                    <a:pt x="66865" y="1518856"/>
                  </a:lnTo>
                  <a:lnTo>
                    <a:pt x="38978" y="1483194"/>
                  </a:lnTo>
                  <a:lnTo>
                    <a:pt x="17930" y="1442299"/>
                  </a:lnTo>
                  <a:lnTo>
                    <a:pt x="4634" y="1397153"/>
                  </a:lnTo>
                  <a:lnTo>
                    <a:pt x="0" y="1348740"/>
                  </a:lnTo>
                  <a:lnTo>
                    <a:pt x="0" y="239268"/>
                  </a:lnTo>
                  <a:lnTo>
                    <a:pt x="4634" y="190919"/>
                  </a:lnTo>
                  <a:lnTo>
                    <a:pt x="17930" y="145946"/>
                  </a:lnTo>
                  <a:lnTo>
                    <a:pt x="38978" y="105295"/>
                  </a:lnTo>
                  <a:lnTo>
                    <a:pt x="66865" y="69913"/>
                  </a:lnTo>
                  <a:lnTo>
                    <a:pt x="100682" y="40746"/>
                  </a:lnTo>
                  <a:lnTo>
                    <a:pt x="139517" y="18740"/>
                  </a:lnTo>
                  <a:lnTo>
                    <a:pt x="182460" y="4842"/>
                  </a:lnTo>
                  <a:lnTo>
                    <a:pt x="228600" y="0"/>
                  </a:lnTo>
                  <a:lnTo>
                    <a:pt x="838200" y="0"/>
                  </a:lnTo>
                  <a:lnTo>
                    <a:pt x="884339" y="4842"/>
                  </a:lnTo>
                  <a:lnTo>
                    <a:pt x="927282" y="18740"/>
                  </a:lnTo>
                  <a:lnTo>
                    <a:pt x="966117" y="40746"/>
                  </a:lnTo>
                  <a:lnTo>
                    <a:pt x="999934" y="69913"/>
                  </a:lnTo>
                  <a:lnTo>
                    <a:pt x="1027821" y="105295"/>
                  </a:lnTo>
                  <a:lnTo>
                    <a:pt x="1048869" y="145946"/>
                  </a:lnTo>
                  <a:lnTo>
                    <a:pt x="1062165" y="190919"/>
                  </a:lnTo>
                  <a:lnTo>
                    <a:pt x="1066800" y="239268"/>
                  </a:lnTo>
                  <a:lnTo>
                    <a:pt x="1066800" y="1348740"/>
                  </a:lnTo>
                  <a:lnTo>
                    <a:pt x="1062165" y="1397153"/>
                  </a:lnTo>
                  <a:lnTo>
                    <a:pt x="1048869" y="1442299"/>
                  </a:lnTo>
                  <a:lnTo>
                    <a:pt x="1027821" y="1483194"/>
                  </a:lnTo>
                  <a:lnTo>
                    <a:pt x="999934" y="1518856"/>
                  </a:lnTo>
                  <a:lnTo>
                    <a:pt x="966117" y="1548303"/>
                  </a:lnTo>
                  <a:lnTo>
                    <a:pt x="927282" y="1570553"/>
                  </a:lnTo>
                  <a:lnTo>
                    <a:pt x="884339" y="1584623"/>
                  </a:lnTo>
                  <a:lnTo>
                    <a:pt x="838200" y="1589532"/>
                  </a:lnTo>
                  <a:close/>
                </a:path>
              </a:pathLst>
            </a:custGeom>
            <a:solidFill>
              <a:srgbClr val="ED7C31"/>
            </a:solidFill>
          </p:spPr>
          <p:txBody>
            <a:bodyPr wrap="square" lIns="0" tIns="0" rIns="0" bIns="0" rtlCol="0"/>
            <a:lstStyle/>
            <a:p>
              <a:pPr defTabSz="1183325"/>
              <a:endParaRPr sz="2329"/>
            </a:p>
          </p:txBody>
        </p:sp>
      </p:grpSp>
      <p:sp>
        <p:nvSpPr>
          <p:cNvPr id="8" name="object 8"/>
          <p:cNvSpPr/>
          <p:nvPr/>
        </p:nvSpPr>
        <p:spPr>
          <a:xfrm>
            <a:off x="2195098" y="5096255"/>
            <a:ext cx="700144" cy="377190"/>
          </a:xfrm>
          <a:custGeom>
            <a:avLst/>
            <a:gdLst/>
            <a:ahLst/>
            <a:cxnLst/>
            <a:rect l="l" t="t" r="r" b="b"/>
            <a:pathLst>
              <a:path w="541019" h="291464">
                <a:moveTo>
                  <a:pt x="409956" y="291084"/>
                </a:moveTo>
                <a:lnTo>
                  <a:pt x="403860" y="291084"/>
                </a:lnTo>
                <a:lnTo>
                  <a:pt x="400812" y="284988"/>
                </a:lnTo>
                <a:lnTo>
                  <a:pt x="403860" y="268224"/>
                </a:lnTo>
                <a:lnTo>
                  <a:pt x="403860" y="265176"/>
                </a:lnTo>
                <a:lnTo>
                  <a:pt x="399287" y="262128"/>
                </a:lnTo>
                <a:lnTo>
                  <a:pt x="393191" y="262128"/>
                </a:lnTo>
                <a:lnTo>
                  <a:pt x="388619" y="263652"/>
                </a:lnTo>
                <a:lnTo>
                  <a:pt x="387095" y="266700"/>
                </a:lnTo>
                <a:lnTo>
                  <a:pt x="385572" y="277368"/>
                </a:lnTo>
                <a:lnTo>
                  <a:pt x="384048" y="281940"/>
                </a:lnTo>
                <a:lnTo>
                  <a:pt x="374904" y="281940"/>
                </a:lnTo>
                <a:lnTo>
                  <a:pt x="368808" y="266700"/>
                </a:lnTo>
                <a:lnTo>
                  <a:pt x="362712" y="246887"/>
                </a:lnTo>
                <a:lnTo>
                  <a:pt x="361187" y="222504"/>
                </a:lnTo>
                <a:lnTo>
                  <a:pt x="371856" y="211836"/>
                </a:lnTo>
                <a:lnTo>
                  <a:pt x="382523" y="205740"/>
                </a:lnTo>
                <a:lnTo>
                  <a:pt x="394715" y="195072"/>
                </a:lnTo>
                <a:lnTo>
                  <a:pt x="403860" y="185928"/>
                </a:lnTo>
                <a:lnTo>
                  <a:pt x="411480" y="175260"/>
                </a:lnTo>
                <a:lnTo>
                  <a:pt x="356615" y="172212"/>
                </a:lnTo>
                <a:lnTo>
                  <a:pt x="303276" y="173736"/>
                </a:lnTo>
                <a:lnTo>
                  <a:pt x="144779" y="182880"/>
                </a:lnTo>
                <a:lnTo>
                  <a:pt x="94488" y="181356"/>
                </a:lnTo>
                <a:lnTo>
                  <a:pt x="48768" y="178308"/>
                </a:lnTo>
                <a:lnTo>
                  <a:pt x="3048" y="167640"/>
                </a:lnTo>
                <a:lnTo>
                  <a:pt x="0" y="152400"/>
                </a:lnTo>
                <a:lnTo>
                  <a:pt x="1524" y="140208"/>
                </a:lnTo>
                <a:lnTo>
                  <a:pt x="3048" y="129539"/>
                </a:lnTo>
                <a:lnTo>
                  <a:pt x="10668" y="111252"/>
                </a:lnTo>
                <a:lnTo>
                  <a:pt x="15240" y="103632"/>
                </a:lnTo>
                <a:lnTo>
                  <a:pt x="64008" y="103632"/>
                </a:lnTo>
                <a:lnTo>
                  <a:pt x="112775" y="106680"/>
                </a:lnTo>
                <a:lnTo>
                  <a:pt x="214883" y="109728"/>
                </a:lnTo>
                <a:lnTo>
                  <a:pt x="263652" y="108204"/>
                </a:lnTo>
                <a:lnTo>
                  <a:pt x="313943" y="103632"/>
                </a:lnTo>
                <a:lnTo>
                  <a:pt x="359663" y="96012"/>
                </a:lnTo>
                <a:lnTo>
                  <a:pt x="303276" y="53339"/>
                </a:lnTo>
                <a:lnTo>
                  <a:pt x="307848" y="32003"/>
                </a:lnTo>
                <a:lnTo>
                  <a:pt x="312419" y="18287"/>
                </a:lnTo>
                <a:lnTo>
                  <a:pt x="320039" y="7620"/>
                </a:lnTo>
                <a:lnTo>
                  <a:pt x="329184" y="1524"/>
                </a:lnTo>
                <a:lnTo>
                  <a:pt x="341376" y="0"/>
                </a:lnTo>
                <a:lnTo>
                  <a:pt x="353567" y="1524"/>
                </a:lnTo>
                <a:lnTo>
                  <a:pt x="368808" y="6096"/>
                </a:lnTo>
                <a:lnTo>
                  <a:pt x="382523" y="12191"/>
                </a:lnTo>
                <a:lnTo>
                  <a:pt x="414528" y="30479"/>
                </a:lnTo>
                <a:lnTo>
                  <a:pt x="431291" y="41148"/>
                </a:lnTo>
                <a:lnTo>
                  <a:pt x="448056" y="50291"/>
                </a:lnTo>
                <a:lnTo>
                  <a:pt x="464819" y="60960"/>
                </a:lnTo>
                <a:lnTo>
                  <a:pt x="498348" y="76200"/>
                </a:lnTo>
                <a:lnTo>
                  <a:pt x="513587" y="79248"/>
                </a:lnTo>
                <a:lnTo>
                  <a:pt x="530352" y="82296"/>
                </a:lnTo>
                <a:lnTo>
                  <a:pt x="539495" y="100584"/>
                </a:lnTo>
                <a:lnTo>
                  <a:pt x="541019" y="115824"/>
                </a:lnTo>
                <a:lnTo>
                  <a:pt x="541019" y="131064"/>
                </a:lnTo>
                <a:lnTo>
                  <a:pt x="522732" y="164592"/>
                </a:lnTo>
                <a:lnTo>
                  <a:pt x="499872" y="185928"/>
                </a:lnTo>
                <a:lnTo>
                  <a:pt x="489204" y="196596"/>
                </a:lnTo>
                <a:lnTo>
                  <a:pt x="477012" y="205740"/>
                </a:lnTo>
                <a:lnTo>
                  <a:pt x="467867" y="217932"/>
                </a:lnTo>
                <a:lnTo>
                  <a:pt x="455676" y="233172"/>
                </a:lnTo>
                <a:lnTo>
                  <a:pt x="446532" y="251460"/>
                </a:lnTo>
                <a:lnTo>
                  <a:pt x="438912" y="265176"/>
                </a:lnTo>
                <a:lnTo>
                  <a:pt x="429767" y="278892"/>
                </a:lnTo>
                <a:lnTo>
                  <a:pt x="420623" y="286512"/>
                </a:lnTo>
                <a:lnTo>
                  <a:pt x="409956" y="291084"/>
                </a:lnTo>
                <a:close/>
              </a:path>
            </a:pathLst>
          </a:custGeom>
          <a:solidFill>
            <a:srgbClr val="2F5497"/>
          </a:solidFill>
        </p:spPr>
        <p:txBody>
          <a:bodyPr wrap="square" lIns="0" tIns="0" rIns="0" bIns="0" rtlCol="0"/>
          <a:lstStyle/>
          <a:p>
            <a:pPr defTabSz="1183325"/>
            <a:endParaRPr sz="2329"/>
          </a:p>
        </p:txBody>
      </p:sp>
      <p:sp>
        <p:nvSpPr>
          <p:cNvPr id="9" name="object 9"/>
          <p:cNvSpPr/>
          <p:nvPr/>
        </p:nvSpPr>
        <p:spPr>
          <a:xfrm>
            <a:off x="9876955" y="4307361"/>
            <a:ext cx="702609" cy="377190"/>
          </a:xfrm>
          <a:custGeom>
            <a:avLst/>
            <a:gdLst/>
            <a:ahLst/>
            <a:cxnLst/>
            <a:rect l="l" t="t" r="r" b="b"/>
            <a:pathLst>
              <a:path w="542925" h="291464">
                <a:moveTo>
                  <a:pt x="409956" y="291084"/>
                </a:moveTo>
                <a:lnTo>
                  <a:pt x="403860" y="291084"/>
                </a:lnTo>
                <a:lnTo>
                  <a:pt x="402336" y="288036"/>
                </a:lnTo>
                <a:lnTo>
                  <a:pt x="402336" y="284988"/>
                </a:lnTo>
                <a:lnTo>
                  <a:pt x="403860" y="269748"/>
                </a:lnTo>
                <a:lnTo>
                  <a:pt x="403860" y="265176"/>
                </a:lnTo>
                <a:lnTo>
                  <a:pt x="399287" y="262128"/>
                </a:lnTo>
                <a:lnTo>
                  <a:pt x="393191" y="262128"/>
                </a:lnTo>
                <a:lnTo>
                  <a:pt x="390143" y="263652"/>
                </a:lnTo>
                <a:lnTo>
                  <a:pt x="387095" y="266700"/>
                </a:lnTo>
                <a:lnTo>
                  <a:pt x="385572" y="277368"/>
                </a:lnTo>
                <a:lnTo>
                  <a:pt x="384048" y="281940"/>
                </a:lnTo>
                <a:lnTo>
                  <a:pt x="374904" y="281940"/>
                </a:lnTo>
                <a:lnTo>
                  <a:pt x="368808" y="266700"/>
                </a:lnTo>
                <a:lnTo>
                  <a:pt x="362712" y="246887"/>
                </a:lnTo>
                <a:lnTo>
                  <a:pt x="362712" y="222504"/>
                </a:lnTo>
                <a:lnTo>
                  <a:pt x="371856" y="213360"/>
                </a:lnTo>
                <a:lnTo>
                  <a:pt x="382523" y="205740"/>
                </a:lnTo>
                <a:lnTo>
                  <a:pt x="394715" y="195072"/>
                </a:lnTo>
                <a:lnTo>
                  <a:pt x="403860" y="185928"/>
                </a:lnTo>
                <a:lnTo>
                  <a:pt x="411480" y="175260"/>
                </a:lnTo>
                <a:lnTo>
                  <a:pt x="358139" y="172212"/>
                </a:lnTo>
                <a:lnTo>
                  <a:pt x="303276" y="173736"/>
                </a:lnTo>
                <a:lnTo>
                  <a:pt x="146304" y="182880"/>
                </a:lnTo>
                <a:lnTo>
                  <a:pt x="96012" y="182880"/>
                </a:lnTo>
                <a:lnTo>
                  <a:pt x="48768" y="178308"/>
                </a:lnTo>
                <a:lnTo>
                  <a:pt x="3048" y="167640"/>
                </a:lnTo>
                <a:lnTo>
                  <a:pt x="0" y="152400"/>
                </a:lnTo>
                <a:lnTo>
                  <a:pt x="1524" y="140208"/>
                </a:lnTo>
                <a:lnTo>
                  <a:pt x="3048" y="129539"/>
                </a:lnTo>
                <a:lnTo>
                  <a:pt x="12192" y="111252"/>
                </a:lnTo>
                <a:lnTo>
                  <a:pt x="16764" y="103632"/>
                </a:lnTo>
                <a:lnTo>
                  <a:pt x="214883" y="109728"/>
                </a:lnTo>
                <a:lnTo>
                  <a:pt x="265176" y="108204"/>
                </a:lnTo>
                <a:lnTo>
                  <a:pt x="313943" y="103632"/>
                </a:lnTo>
                <a:lnTo>
                  <a:pt x="359663" y="96012"/>
                </a:lnTo>
                <a:lnTo>
                  <a:pt x="304800" y="53339"/>
                </a:lnTo>
                <a:lnTo>
                  <a:pt x="307848" y="32003"/>
                </a:lnTo>
                <a:lnTo>
                  <a:pt x="312419" y="18287"/>
                </a:lnTo>
                <a:lnTo>
                  <a:pt x="321563" y="7620"/>
                </a:lnTo>
                <a:lnTo>
                  <a:pt x="330708" y="1524"/>
                </a:lnTo>
                <a:lnTo>
                  <a:pt x="341376" y="0"/>
                </a:lnTo>
                <a:lnTo>
                  <a:pt x="355091" y="1524"/>
                </a:lnTo>
                <a:lnTo>
                  <a:pt x="368808" y="6096"/>
                </a:lnTo>
                <a:lnTo>
                  <a:pt x="384048" y="12191"/>
                </a:lnTo>
                <a:lnTo>
                  <a:pt x="414528" y="30479"/>
                </a:lnTo>
                <a:lnTo>
                  <a:pt x="431291" y="41148"/>
                </a:lnTo>
                <a:lnTo>
                  <a:pt x="448056" y="50291"/>
                </a:lnTo>
                <a:lnTo>
                  <a:pt x="466343" y="60960"/>
                </a:lnTo>
                <a:lnTo>
                  <a:pt x="483108" y="68580"/>
                </a:lnTo>
                <a:lnTo>
                  <a:pt x="498348" y="76200"/>
                </a:lnTo>
                <a:lnTo>
                  <a:pt x="515112" y="79248"/>
                </a:lnTo>
                <a:lnTo>
                  <a:pt x="530352" y="82296"/>
                </a:lnTo>
                <a:lnTo>
                  <a:pt x="539495" y="100584"/>
                </a:lnTo>
                <a:lnTo>
                  <a:pt x="542543" y="115824"/>
                </a:lnTo>
                <a:lnTo>
                  <a:pt x="542543" y="131064"/>
                </a:lnTo>
                <a:lnTo>
                  <a:pt x="522732" y="164592"/>
                </a:lnTo>
                <a:lnTo>
                  <a:pt x="489204" y="196596"/>
                </a:lnTo>
                <a:lnTo>
                  <a:pt x="477012" y="205740"/>
                </a:lnTo>
                <a:lnTo>
                  <a:pt x="467867" y="217932"/>
                </a:lnTo>
                <a:lnTo>
                  <a:pt x="455676" y="233172"/>
                </a:lnTo>
                <a:lnTo>
                  <a:pt x="448056" y="251460"/>
                </a:lnTo>
                <a:lnTo>
                  <a:pt x="429767" y="278892"/>
                </a:lnTo>
                <a:lnTo>
                  <a:pt x="422148" y="286512"/>
                </a:lnTo>
                <a:lnTo>
                  <a:pt x="409956" y="291084"/>
                </a:lnTo>
                <a:close/>
              </a:path>
            </a:pathLst>
          </a:custGeom>
          <a:solidFill>
            <a:srgbClr val="2F5497"/>
          </a:solidFill>
        </p:spPr>
        <p:txBody>
          <a:bodyPr wrap="square" lIns="0" tIns="0" rIns="0" bIns="0" rtlCol="0"/>
          <a:lstStyle/>
          <a:p>
            <a:pPr defTabSz="1183325"/>
            <a:endParaRPr sz="2329"/>
          </a:p>
        </p:txBody>
      </p:sp>
      <p:sp>
        <p:nvSpPr>
          <p:cNvPr id="10" name="object 10"/>
          <p:cNvSpPr txBox="1"/>
          <p:nvPr/>
        </p:nvSpPr>
        <p:spPr>
          <a:xfrm>
            <a:off x="9911806" y="3945815"/>
            <a:ext cx="659877" cy="245569"/>
          </a:xfrm>
          <a:prstGeom prst="rect">
            <a:avLst/>
          </a:prstGeom>
        </p:spPr>
        <p:txBody>
          <a:bodyPr vert="horz" wrap="square" lIns="0" tIns="16435" rIns="0" bIns="0" rtlCol="0">
            <a:spAutoFit/>
          </a:bodyPr>
          <a:lstStyle/>
          <a:p>
            <a:pPr marL="16435" defTabSz="1183325">
              <a:spcBef>
                <a:spcPts val="129"/>
              </a:spcBef>
            </a:pPr>
            <a:r>
              <a:rPr sz="1488" spc="-13" dirty="0">
                <a:solidFill>
                  <a:srgbClr val="FF0000"/>
                </a:solidFill>
                <a:latin typeface="Comic Sans MS"/>
                <a:cs typeface="Comic Sans MS"/>
              </a:rPr>
              <a:t>Output</a:t>
            </a:r>
            <a:endParaRPr sz="1488">
              <a:latin typeface="Comic Sans MS"/>
              <a:cs typeface="Comic Sans MS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317530" y="6721378"/>
            <a:ext cx="2142341" cy="1134035"/>
          </a:xfrm>
          <a:custGeom>
            <a:avLst/>
            <a:gdLst/>
            <a:ahLst/>
            <a:cxnLst/>
            <a:rect l="l" t="t" r="r" b="b"/>
            <a:pathLst>
              <a:path w="1655445" h="876300">
                <a:moveTo>
                  <a:pt x="9144" y="871727"/>
                </a:moveTo>
                <a:lnTo>
                  <a:pt x="0" y="871727"/>
                </a:lnTo>
                <a:lnTo>
                  <a:pt x="0" y="839723"/>
                </a:lnTo>
                <a:lnTo>
                  <a:pt x="10668" y="839723"/>
                </a:lnTo>
                <a:lnTo>
                  <a:pt x="10668" y="865631"/>
                </a:lnTo>
                <a:lnTo>
                  <a:pt x="9144" y="865631"/>
                </a:lnTo>
                <a:lnTo>
                  <a:pt x="9144" y="871727"/>
                </a:lnTo>
                <a:close/>
              </a:path>
              <a:path w="1655445" h="876300">
                <a:moveTo>
                  <a:pt x="41148" y="876300"/>
                </a:moveTo>
                <a:lnTo>
                  <a:pt x="9144" y="876300"/>
                </a:lnTo>
                <a:lnTo>
                  <a:pt x="9144" y="865631"/>
                </a:lnTo>
                <a:lnTo>
                  <a:pt x="10668" y="865631"/>
                </a:lnTo>
                <a:lnTo>
                  <a:pt x="10668" y="871727"/>
                </a:lnTo>
                <a:lnTo>
                  <a:pt x="41148" y="871727"/>
                </a:lnTo>
                <a:lnTo>
                  <a:pt x="41148" y="876300"/>
                </a:lnTo>
                <a:close/>
              </a:path>
              <a:path w="1655445" h="876300">
                <a:moveTo>
                  <a:pt x="41148" y="871727"/>
                </a:moveTo>
                <a:lnTo>
                  <a:pt x="10668" y="871727"/>
                </a:lnTo>
                <a:lnTo>
                  <a:pt x="10668" y="865631"/>
                </a:lnTo>
                <a:lnTo>
                  <a:pt x="41148" y="865631"/>
                </a:lnTo>
                <a:lnTo>
                  <a:pt x="41148" y="871727"/>
                </a:lnTo>
                <a:close/>
              </a:path>
              <a:path w="1655445" h="876300">
                <a:moveTo>
                  <a:pt x="10668" y="829055"/>
                </a:moveTo>
                <a:lnTo>
                  <a:pt x="0" y="829055"/>
                </a:lnTo>
                <a:lnTo>
                  <a:pt x="0" y="797051"/>
                </a:lnTo>
                <a:lnTo>
                  <a:pt x="10668" y="797051"/>
                </a:lnTo>
                <a:lnTo>
                  <a:pt x="10668" y="829055"/>
                </a:lnTo>
                <a:close/>
              </a:path>
              <a:path w="1655445" h="876300">
                <a:moveTo>
                  <a:pt x="10668" y="787907"/>
                </a:moveTo>
                <a:lnTo>
                  <a:pt x="0" y="787907"/>
                </a:lnTo>
                <a:lnTo>
                  <a:pt x="0" y="755903"/>
                </a:lnTo>
                <a:lnTo>
                  <a:pt x="10668" y="755903"/>
                </a:lnTo>
                <a:lnTo>
                  <a:pt x="10668" y="787907"/>
                </a:lnTo>
                <a:close/>
              </a:path>
              <a:path w="1655445" h="876300">
                <a:moveTo>
                  <a:pt x="10668" y="745235"/>
                </a:moveTo>
                <a:lnTo>
                  <a:pt x="0" y="745235"/>
                </a:lnTo>
                <a:lnTo>
                  <a:pt x="0" y="713231"/>
                </a:lnTo>
                <a:lnTo>
                  <a:pt x="10668" y="713231"/>
                </a:lnTo>
                <a:lnTo>
                  <a:pt x="10668" y="745235"/>
                </a:lnTo>
                <a:close/>
              </a:path>
              <a:path w="1655445" h="876300">
                <a:moveTo>
                  <a:pt x="10668" y="704087"/>
                </a:moveTo>
                <a:lnTo>
                  <a:pt x="0" y="704087"/>
                </a:lnTo>
                <a:lnTo>
                  <a:pt x="0" y="672084"/>
                </a:lnTo>
                <a:lnTo>
                  <a:pt x="10668" y="672084"/>
                </a:lnTo>
                <a:lnTo>
                  <a:pt x="10668" y="704087"/>
                </a:lnTo>
                <a:close/>
              </a:path>
              <a:path w="1655445" h="876300">
                <a:moveTo>
                  <a:pt x="10668" y="661415"/>
                </a:moveTo>
                <a:lnTo>
                  <a:pt x="0" y="661415"/>
                </a:lnTo>
                <a:lnTo>
                  <a:pt x="0" y="629411"/>
                </a:lnTo>
                <a:lnTo>
                  <a:pt x="10668" y="629411"/>
                </a:lnTo>
                <a:lnTo>
                  <a:pt x="10668" y="661415"/>
                </a:lnTo>
                <a:close/>
              </a:path>
              <a:path w="1655445" h="876300">
                <a:moveTo>
                  <a:pt x="10668" y="620267"/>
                </a:moveTo>
                <a:lnTo>
                  <a:pt x="0" y="620267"/>
                </a:lnTo>
                <a:lnTo>
                  <a:pt x="0" y="588263"/>
                </a:lnTo>
                <a:lnTo>
                  <a:pt x="10668" y="588263"/>
                </a:lnTo>
                <a:lnTo>
                  <a:pt x="10668" y="620267"/>
                </a:lnTo>
                <a:close/>
              </a:path>
              <a:path w="1655445" h="876300">
                <a:moveTo>
                  <a:pt x="10668" y="577595"/>
                </a:moveTo>
                <a:lnTo>
                  <a:pt x="0" y="577595"/>
                </a:lnTo>
                <a:lnTo>
                  <a:pt x="0" y="545591"/>
                </a:lnTo>
                <a:lnTo>
                  <a:pt x="10668" y="545591"/>
                </a:lnTo>
                <a:lnTo>
                  <a:pt x="10668" y="577595"/>
                </a:lnTo>
                <a:close/>
              </a:path>
              <a:path w="1655445" h="876300">
                <a:moveTo>
                  <a:pt x="10668" y="536447"/>
                </a:moveTo>
                <a:lnTo>
                  <a:pt x="0" y="536447"/>
                </a:lnTo>
                <a:lnTo>
                  <a:pt x="0" y="504443"/>
                </a:lnTo>
                <a:lnTo>
                  <a:pt x="10668" y="504443"/>
                </a:lnTo>
                <a:lnTo>
                  <a:pt x="10668" y="536447"/>
                </a:lnTo>
                <a:close/>
              </a:path>
              <a:path w="1655445" h="876300">
                <a:moveTo>
                  <a:pt x="10668" y="493775"/>
                </a:moveTo>
                <a:lnTo>
                  <a:pt x="0" y="493775"/>
                </a:lnTo>
                <a:lnTo>
                  <a:pt x="0" y="461771"/>
                </a:lnTo>
                <a:lnTo>
                  <a:pt x="10668" y="461771"/>
                </a:lnTo>
                <a:lnTo>
                  <a:pt x="10668" y="493775"/>
                </a:lnTo>
                <a:close/>
              </a:path>
              <a:path w="1655445" h="876300">
                <a:moveTo>
                  <a:pt x="10668" y="452627"/>
                </a:moveTo>
                <a:lnTo>
                  <a:pt x="0" y="452627"/>
                </a:lnTo>
                <a:lnTo>
                  <a:pt x="0" y="420623"/>
                </a:lnTo>
                <a:lnTo>
                  <a:pt x="10668" y="420623"/>
                </a:lnTo>
                <a:lnTo>
                  <a:pt x="10668" y="452627"/>
                </a:lnTo>
                <a:close/>
              </a:path>
              <a:path w="1655445" h="876300">
                <a:moveTo>
                  <a:pt x="10668" y="409955"/>
                </a:moveTo>
                <a:lnTo>
                  <a:pt x="0" y="409955"/>
                </a:lnTo>
                <a:lnTo>
                  <a:pt x="0" y="377951"/>
                </a:lnTo>
                <a:lnTo>
                  <a:pt x="10668" y="377951"/>
                </a:lnTo>
                <a:lnTo>
                  <a:pt x="10668" y="409955"/>
                </a:lnTo>
                <a:close/>
              </a:path>
              <a:path w="1655445" h="876300">
                <a:moveTo>
                  <a:pt x="10668" y="368807"/>
                </a:moveTo>
                <a:lnTo>
                  <a:pt x="0" y="368807"/>
                </a:lnTo>
                <a:lnTo>
                  <a:pt x="0" y="336803"/>
                </a:lnTo>
                <a:lnTo>
                  <a:pt x="10668" y="336803"/>
                </a:lnTo>
                <a:lnTo>
                  <a:pt x="10668" y="368807"/>
                </a:lnTo>
                <a:close/>
              </a:path>
              <a:path w="1655445" h="876300">
                <a:moveTo>
                  <a:pt x="10668" y="326135"/>
                </a:moveTo>
                <a:lnTo>
                  <a:pt x="0" y="326135"/>
                </a:lnTo>
                <a:lnTo>
                  <a:pt x="0" y="294131"/>
                </a:lnTo>
                <a:lnTo>
                  <a:pt x="10668" y="294131"/>
                </a:lnTo>
                <a:lnTo>
                  <a:pt x="10668" y="326135"/>
                </a:lnTo>
                <a:close/>
              </a:path>
              <a:path w="1655445" h="876300">
                <a:moveTo>
                  <a:pt x="10668" y="284987"/>
                </a:moveTo>
                <a:lnTo>
                  <a:pt x="0" y="284987"/>
                </a:lnTo>
                <a:lnTo>
                  <a:pt x="0" y="252983"/>
                </a:lnTo>
                <a:lnTo>
                  <a:pt x="10668" y="252983"/>
                </a:lnTo>
                <a:lnTo>
                  <a:pt x="10668" y="284987"/>
                </a:lnTo>
                <a:close/>
              </a:path>
              <a:path w="1655445" h="876300">
                <a:moveTo>
                  <a:pt x="10668" y="242315"/>
                </a:moveTo>
                <a:lnTo>
                  <a:pt x="0" y="242315"/>
                </a:lnTo>
                <a:lnTo>
                  <a:pt x="0" y="210311"/>
                </a:lnTo>
                <a:lnTo>
                  <a:pt x="10668" y="210311"/>
                </a:lnTo>
                <a:lnTo>
                  <a:pt x="10668" y="242315"/>
                </a:lnTo>
                <a:close/>
              </a:path>
              <a:path w="1655445" h="876300">
                <a:moveTo>
                  <a:pt x="10668" y="201167"/>
                </a:moveTo>
                <a:lnTo>
                  <a:pt x="0" y="201167"/>
                </a:lnTo>
                <a:lnTo>
                  <a:pt x="0" y="169163"/>
                </a:lnTo>
                <a:lnTo>
                  <a:pt x="10668" y="169163"/>
                </a:lnTo>
                <a:lnTo>
                  <a:pt x="10668" y="201167"/>
                </a:lnTo>
                <a:close/>
              </a:path>
              <a:path w="1655445" h="876300">
                <a:moveTo>
                  <a:pt x="10668" y="158495"/>
                </a:moveTo>
                <a:lnTo>
                  <a:pt x="0" y="158495"/>
                </a:lnTo>
                <a:lnTo>
                  <a:pt x="0" y="126491"/>
                </a:lnTo>
                <a:lnTo>
                  <a:pt x="10668" y="126491"/>
                </a:lnTo>
                <a:lnTo>
                  <a:pt x="10668" y="158495"/>
                </a:lnTo>
                <a:close/>
              </a:path>
              <a:path w="1655445" h="876300">
                <a:moveTo>
                  <a:pt x="10668" y="117347"/>
                </a:moveTo>
                <a:lnTo>
                  <a:pt x="0" y="117347"/>
                </a:lnTo>
                <a:lnTo>
                  <a:pt x="0" y="85343"/>
                </a:lnTo>
                <a:lnTo>
                  <a:pt x="10668" y="85343"/>
                </a:lnTo>
                <a:lnTo>
                  <a:pt x="10668" y="117347"/>
                </a:lnTo>
                <a:close/>
              </a:path>
              <a:path w="1655445" h="876300">
                <a:moveTo>
                  <a:pt x="10668" y="74675"/>
                </a:moveTo>
                <a:lnTo>
                  <a:pt x="0" y="74675"/>
                </a:lnTo>
                <a:lnTo>
                  <a:pt x="0" y="42671"/>
                </a:lnTo>
                <a:lnTo>
                  <a:pt x="10668" y="42671"/>
                </a:lnTo>
                <a:lnTo>
                  <a:pt x="10668" y="74675"/>
                </a:lnTo>
                <a:close/>
              </a:path>
              <a:path w="1655445" h="876300">
                <a:moveTo>
                  <a:pt x="10668" y="33527"/>
                </a:moveTo>
                <a:lnTo>
                  <a:pt x="0" y="33527"/>
                </a:lnTo>
                <a:lnTo>
                  <a:pt x="0" y="0"/>
                </a:lnTo>
                <a:lnTo>
                  <a:pt x="9144" y="0"/>
                </a:lnTo>
                <a:lnTo>
                  <a:pt x="9144" y="6095"/>
                </a:lnTo>
                <a:lnTo>
                  <a:pt x="6096" y="9143"/>
                </a:lnTo>
                <a:lnTo>
                  <a:pt x="10668" y="9143"/>
                </a:lnTo>
                <a:lnTo>
                  <a:pt x="10668" y="33527"/>
                </a:lnTo>
                <a:close/>
              </a:path>
              <a:path w="1655445" h="876300">
                <a:moveTo>
                  <a:pt x="10668" y="9143"/>
                </a:moveTo>
                <a:lnTo>
                  <a:pt x="9144" y="9143"/>
                </a:lnTo>
                <a:lnTo>
                  <a:pt x="9144" y="6095"/>
                </a:lnTo>
                <a:lnTo>
                  <a:pt x="10668" y="4571"/>
                </a:lnTo>
                <a:lnTo>
                  <a:pt x="10668" y="9143"/>
                </a:lnTo>
                <a:close/>
              </a:path>
              <a:path w="1655445" h="876300">
                <a:moveTo>
                  <a:pt x="9144" y="9143"/>
                </a:moveTo>
                <a:lnTo>
                  <a:pt x="6096" y="9143"/>
                </a:lnTo>
                <a:lnTo>
                  <a:pt x="9144" y="6095"/>
                </a:lnTo>
                <a:lnTo>
                  <a:pt x="9144" y="9143"/>
                </a:lnTo>
                <a:close/>
              </a:path>
              <a:path w="1655445" h="876300">
                <a:moveTo>
                  <a:pt x="50292" y="9143"/>
                </a:moveTo>
                <a:lnTo>
                  <a:pt x="19812" y="9143"/>
                </a:lnTo>
                <a:lnTo>
                  <a:pt x="19812" y="0"/>
                </a:lnTo>
                <a:lnTo>
                  <a:pt x="50292" y="0"/>
                </a:lnTo>
                <a:lnTo>
                  <a:pt x="50292" y="9143"/>
                </a:lnTo>
                <a:close/>
              </a:path>
              <a:path w="1655445" h="876300">
                <a:moveTo>
                  <a:pt x="92964" y="9143"/>
                </a:moveTo>
                <a:lnTo>
                  <a:pt x="60960" y="9143"/>
                </a:lnTo>
                <a:lnTo>
                  <a:pt x="60960" y="0"/>
                </a:lnTo>
                <a:lnTo>
                  <a:pt x="92964" y="0"/>
                </a:lnTo>
                <a:lnTo>
                  <a:pt x="92964" y="9143"/>
                </a:lnTo>
                <a:close/>
              </a:path>
              <a:path w="1655445" h="876300">
                <a:moveTo>
                  <a:pt x="134112" y="9143"/>
                </a:moveTo>
                <a:lnTo>
                  <a:pt x="103631" y="9143"/>
                </a:lnTo>
                <a:lnTo>
                  <a:pt x="103631" y="0"/>
                </a:lnTo>
                <a:lnTo>
                  <a:pt x="134112" y="0"/>
                </a:lnTo>
                <a:lnTo>
                  <a:pt x="134112" y="9143"/>
                </a:lnTo>
                <a:close/>
              </a:path>
              <a:path w="1655445" h="876300">
                <a:moveTo>
                  <a:pt x="176784" y="9143"/>
                </a:moveTo>
                <a:lnTo>
                  <a:pt x="144779" y="9143"/>
                </a:lnTo>
                <a:lnTo>
                  <a:pt x="144779" y="0"/>
                </a:lnTo>
                <a:lnTo>
                  <a:pt x="176784" y="0"/>
                </a:lnTo>
                <a:lnTo>
                  <a:pt x="176784" y="9143"/>
                </a:lnTo>
                <a:close/>
              </a:path>
              <a:path w="1655445" h="876300">
                <a:moveTo>
                  <a:pt x="217931" y="9143"/>
                </a:moveTo>
                <a:lnTo>
                  <a:pt x="187452" y="9143"/>
                </a:lnTo>
                <a:lnTo>
                  <a:pt x="187452" y="0"/>
                </a:lnTo>
                <a:lnTo>
                  <a:pt x="217931" y="0"/>
                </a:lnTo>
                <a:lnTo>
                  <a:pt x="217931" y="9143"/>
                </a:lnTo>
                <a:close/>
              </a:path>
              <a:path w="1655445" h="876300">
                <a:moveTo>
                  <a:pt x="260603" y="9143"/>
                </a:moveTo>
                <a:lnTo>
                  <a:pt x="228599" y="9143"/>
                </a:lnTo>
                <a:lnTo>
                  <a:pt x="228599" y="0"/>
                </a:lnTo>
                <a:lnTo>
                  <a:pt x="260603" y="0"/>
                </a:lnTo>
                <a:lnTo>
                  <a:pt x="260603" y="9143"/>
                </a:lnTo>
                <a:close/>
              </a:path>
              <a:path w="1655445" h="876300">
                <a:moveTo>
                  <a:pt x="301751" y="9143"/>
                </a:moveTo>
                <a:lnTo>
                  <a:pt x="271272" y="9143"/>
                </a:lnTo>
                <a:lnTo>
                  <a:pt x="271272" y="0"/>
                </a:lnTo>
                <a:lnTo>
                  <a:pt x="301751" y="0"/>
                </a:lnTo>
                <a:lnTo>
                  <a:pt x="301751" y="9143"/>
                </a:lnTo>
                <a:close/>
              </a:path>
              <a:path w="1655445" h="876300">
                <a:moveTo>
                  <a:pt x="344423" y="9143"/>
                </a:moveTo>
                <a:lnTo>
                  <a:pt x="312420" y="9143"/>
                </a:lnTo>
                <a:lnTo>
                  <a:pt x="312420" y="0"/>
                </a:lnTo>
                <a:lnTo>
                  <a:pt x="344423" y="0"/>
                </a:lnTo>
                <a:lnTo>
                  <a:pt x="344423" y="9143"/>
                </a:lnTo>
                <a:close/>
              </a:path>
              <a:path w="1655445" h="876300">
                <a:moveTo>
                  <a:pt x="385572" y="9143"/>
                </a:moveTo>
                <a:lnTo>
                  <a:pt x="355092" y="9143"/>
                </a:lnTo>
                <a:lnTo>
                  <a:pt x="355092" y="0"/>
                </a:lnTo>
                <a:lnTo>
                  <a:pt x="385572" y="0"/>
                </a:lnTo>
                <a:lnTo>
                  <a:pt x="385572" y="9143"/>
                </a:lnTo>
                <a:close/>
              </a:path>
              <a:path w="1655445" h="876300">
                <a:moveTo>
                  <a:pt x="428244" y="9143"/>
                </a:moveTo>
                <a:lnTo>
                  <a:pt x="396240" y="9143"/>
                </a:lnTo>
                <a:lnTo>
                  <a:pt x="396240" y="0"/>
                </a:lnTo>
                <a:lnTo>
                  <a:pt x="428244" y="0"/>
                </a:lnTo>
                <a:lnTo>
                  <a:pt x="428244" y="9143"/>
                </a:lnTo>
                <a:close/>
              </a:path>
              <a:path w="1655445" h="876300">
                <a:moveTo>
                  <a:pt x="469392" y="9143"/>
                </a:moveTo>
                <a:lnTo>
                  <a:pt x="438912" y="9143"/>
                </a:lnTo>
                <a:lnTo>
                  <a:pt x="438912" y="0"/>
                </a:lnTo>
                <a:lnTo>
                  <a:pt x="469392" y="0"/>
                </a:lnTo>
                <a:lnTo>
                  <a:pt x="469392" y="9143"/>
                </a:lnTo>
                <a:close/>
              </a:path>
              <a:path w="1655445" h="876300">
                <a:moveTo>
                  <a:pt x="512064" y="9143"/>
                </a:moveTo>
                <a:lnTo>
                  <a:pt x="480060" y="9143"/>
                </a:lnTo>
                <a:lnTo>
                  <a:pt x="480060" y="0"/>
                </a:lnTo>
                <a:lnTo>
                  <a:pt x="512064" y="0"/>
                </a:lnTo>
                <a:lnTo>
                  <a:pt x="512064" y="9143"/>
                </a:lnTo>
                <a:close/>
              </a:path>
              <a:path w="1655445" h="876300">
                <a:moveTo>
                  <a:pt x="553211" y="9143"/>
                </a:moveTo>
                <a:lnTo>
                  <a:pt x="522732" y="9143"/>
                </a:lnTo>
                <a:lnTo>
                  <a:pt x="522732" y="0"/>
                </a:lnTo>
                <a:lnTo>
                  <a:pt x="553211" y="0"/>
                </a:lnTo>
                <a:lnTo>
                  <a:pt x="553211" y="9143"/>
                </a:lnTo>
                <a:close/>
              </a:path>
              <a:path w="1655445" h="876300">
                <a:moveTo>
                  <a:pt x="595884" y="9143"/>
                </a:moveTo>
                <a:lnTo>
                  <a:pt x="563880" y="9143"/>
                </a:lnTo>
                <a:lnTo>
                  <a:pt x="563880" y="0"/>
                </a:lnTo>
                <a:lnTo>
                  <a:pt x="595884" y="0"/>
                </a:lnTo>
                <a:lnTo>
                  <a:pt x="595884" y="9143"/>
                </a:lnTo>
                <a:close/>
              </a:path>
              <a:path w="1655445" h="876300">
                <a:moveTo>
                  <a:pt x="637032" y="9143"/>
                </a:moveTo>
                <a:lnTo>
                  <a:pt x="606552" y="9143"/>
                </a:lnTo>
                <a:lnTo>
                  <a:pt x="606552" y="0"/>
                </a:lnTo>
                <a:lnTo>
                  <a:pt x="637032" y="0"/>
                </a:lnTo>
                <a:lnTo>
                  <a:pt x="637032" y="9143"/>
                </a:lnTo>
                <a:close/>
              </a:path>
              <a:path w="1655445" h="876300">
                <a:moveTo>
                  <a:pt x="679704" y="9143"/>
                </a:moveTo>
                <a:lnTo>
                  <a:pt x="647700" y="9143"/>
                </a:lnTo>
                <a:lnTo>
                  <a:pt x="647700" y="0"/>
                </a:lnTo>
                <a:lnTo>
                  <a:pt x="679704" y="0"/>
                </a:lnTo>
                <a:lnTo>
                  <a:pt x="679704" y="9143"/>
                </a:lnTo>
                <a:close/>
              </a:path>
              <a:path w="1655445" h="876300">
                <a:moveTo>
                  <a:pt x="720852" y="9143"/>
                </a:moveTo>
                <a:lnTo>
                  <a:pt x="690372" y="9143"/>
                </a:lnTo>
                <a:lnTo>
                  <a:pt x="690372" y="0"/>
                </a:lnTo>
                <a:lnTo>
                  <a:pt x="720852" y="0"/>
                </a:lnTo>
                <a:lnTo>
                  <a:pt x="720852" y="9143"/>
                </a:lnTo>
                <a:close/>
              </a:path>
              <a:path w="1655445" h="876300">
                <a:moveTo>
                  <a:pt x="763524" y="9143"/>
                </a:moveTo>
                <a:lnTo>
                  <a:pt x="731520" y="9143"/>
                </a:lnTo>
                <a:lnTo>
                  <a:pt x="731520" y="0"/>
                </a:lnTo>
                <a:lnTo>
                  <a:pt x="763524" y="0"/>
                </a:lnTo>
                <a:lnTo>
                  <a:pt x="763524" y="9143"/>
                </a:lnTo>
                <a:close/>
              </a:path>
              <a:path w="1655445" h="876300">
                <a:moveTo>
                  <a:pt x="804672" y="9143"/>
                </a:moveTo>
                <a:lnTo>
                  <a:pt x="774192" y="9143"/>
                </a:lnTo>
                <a:lnTo>
                  <a:pt x="774192" y="0"/>
                </a:lnTo>
                <a:lnTo>
                  <a:pt x="804672" y="0"/>
                </a:lnTo>
                <a:lnTo>
                  <a:pt x="804672" y="9143"/>
                </a:lnTo>
                <a:close/>
              </a:path>
              <a:path w="1655445" h="876300">
                <a:moveTo>
                  <a:pt x="847344" y="9143"/>
                </a:moveTo>
                <a:lnTo>
                  <a:pt x="815340" y="9143"/>
                </a:lnTo>
                <a:lnTo>
                  <a:pt x="815340" y="0"/>
                </a:lnTo>
                <a:lnTo>
                  <a:pt x="847344" y="0"/>
                </a:lnTo>
                <a:lnTo>
                  <a:pt x="847344" y="9143"/>
                </a:lnTo>
                <a:close/>
              </a:path>
              <a:path w="1655445" h="876300">
                <a:moveTo>
                  <a:pt x="888492" y="9143"/>
                </a:moveTo>
                <a:lnTo>
                  <a:pt x="858011" y="9143"/>
                </a:lnTo>
                <a:lnTo>
                  <a:pt x="858011" y="0"/>
                </a:lnTo>
                <a:lnTo>
                  <a:pt x="888492" y="0"/>
                </a:lnTo>
                <a:lnTo>
                  <a:pt x="888492" y="9143"/>
                </a:lnTo>
                <a:close/>
              </a:path>
              <a:path w="1655445" h="876300">
                <a:moveTo>
                  <a:pt x="931163" y="9143"/>
                </a:moveTo>
                <a:lnTo>
                  <a:pt x="899160" y="9143"/>
                </a:lnTo>
                <a:lnTo>
                  <a:pt x="899160" y="0"/>
                </a:lnTo>
                <a:lnTo>
                  <a:pt x="931163" y="0"/>
                </a:lnTo>
                <a:lnTo>
                  <a:pt x="931163" y="9143"/>
                </a:lnTo>
                <a:close/>
              </a:path>
              <a:path w="1655445" h="876300">
                <a:moveTo>
                  <a:pt x="972311" y="9143"/>
                </a:moveTo>
                <a:lnTo>
                  <a:pt x="941832" y="9143"/>
                </a:lnTo>
                <a:lnTo>
                  <a:pt x="941832" y="0"/>
                </a:lnTo>
                <a:lnTo>
                  <a:pt x="972311" y="0"/>
                </a:lnTo>
                <a:lnTo>
                  <a:pt x="972311" y="9143"/>
                </a:lnTo>
                <a:close/>
              </a:path>
              <a:path w="1655445" h="876300">
                <a:moveTo>
                  <a:pt x="1014984" y="9143"/>
                </a:moveTo>
                <a:lnTo>
                  <a:pt x="982980" y="9143"/>
                </a:lnTo>
                <a:lnTo>
                  <a:pt x="982980" y="0"/>
                </a:lnTo>
                <a:lnTo>
                  <a:pt x="1014984" y="0"/>
                </a:lnTo>
                <a:lnTo>
                  <a:pt x="1014984" y="9143"/>
                </a:lnTo>
                <a:close/>
              </a:path>
              <a:path w="1655445" h="876300">
                <a:moveTo>
                  <a:pt x="1056132" y="9143"/>
                </a:moveTo>
                <a:lnTo>
                  <a:pt x="1025652" y="9143"/>
                </a:lnTo>
                <a:lnTo>
                  <a:pt x="1025652" y="0"/>
                </a:lnTo>
                <a:lnTo>
                  <a:pt x="1056132" y="0"/>
                </a:lnTo>
                <a:lnTo>
                  <a:pt x="1056132" y="9143"/>
                </a:lnTo>
                <a:close/>
              </a:path>
              <a:path w="1655445" h="876300">
                <a:moveTo>
                  <a:pt x="1098804" y="9143"/>
                </a:moveTo>
                <a:lnTo>
                  <a:pt x="1066800" y="9143"/>
                </a:lnTo>
                <a:lnTo>
                  <a:pt x="1066800" y="0"/>
                </a:lnTo>
                <a:lnTo>
                  <a:pt x="1098804" y="0"/>
                </a:lnTo>
                <a:lnTo>
                  <a:pt x="1098804" y="9143"/>
                </a:lnTo>
                <a:close/>
              </a:path>
              <a:path w="1655445" h="876300">
                <a:moveTo>
                  <a:pt x="1139952" y="9143"/>
                </a:moveTo>
                <a:lnTo>
                  <a:pt x="1109472" y="9143"/>
                </a:lnTo>
                <a:lnTo>
                  <a:pt x="1109472" y="0"/>
                </a:lnTo>
                <a:lnTo>
                  <a:pt x="1139952" y="0"/>
                </a:lnTo>
                <a:lnTo>
                  <a:pt x="1139952" y="9143"/>
                </a:lnTo>
                <a:close/>
              </a:path>
              <a:path w="1655445" h="876300">
                <a:moveTo>
                  <a:pt x="1182624" y="9143"/>
                </a:moveTo>
                <a:lnTo>
                  <a:pt x="1150620" y="9143"/>
                </a:lnTo>
                <a:lnTo>
                  <a:pt x="1150620" y="0"/>
                </a:lnTo>
                <a:lnTo>
                  <a:pt x="1182624" y="0"/>
                </a:lnTo>
                <a:lnTo>
                  <a:pt x="1182624" y="9143"/>
                </a:lnTo>
                <a:close/>
              </a:path>
              <a:path w="1655445" h="876300">
                <a:moveTo>
                  <a:pt x="1223772" y="9143"/>
                </a:moveTo>
                <a:lnTo>
                  <a:pt x="1193291" y="9143"/>
                </a:lnTo>
                <a:lnTo>
                  <a:pt x="1193291" y="0"/>
                </a:lnTo>
                <a:lnTo>
                  <a:pt x="1223772" y="0"/>
                </a:lnTo>
                <a:lnTo>
                  <a:pt x="1223772" y="9143"/>
                </a:lnTo>
                <a:close/>
              </a:path>
              <a:path w="1655445" h="876300">
                <a:moveTo>
                  <a:pt x="1266444" y="9143"/>
                </a:moveTo>
                <a:lnTo>
                  <a:pt x="1234440" y="9143"/>
                </a:lnTo>
                <a:lnTo>
                  <a:pt x="1234440" y="0"/>
                </a:lnTo>
                <a:lnTo>
                  <a:pt x="1266444" y="0"/>
                </a:lnTo>
                <a:lnTo>
                  <a:pt x="1266444" y="9143"/>
                </a:lnTo>
                <a:close/>
              </a:path>
              <a:path w="1655445" h="876300">
                <a:moveTo>
                  <a:pt x="1307591" y="9143"/>
                </a:moveTo>
                <a:lnTo>
                  <a:pt x="1277111" y="9143"/>
                </a:lnTo>
                <a:lnTo>
                  <a:pt x="1277111" y="0"/>
                </a:lnTo>
                <a:lnTo>
                  <a:pt x="1307591" y="0"/>
                </a:lnTo>
                <a:lnTo>
                  <a:pt x="1307591" y="9143"/>
                </a:lnTo>
                <a:close/>
              </a:path>
              <a:path w="1655445" h="876300">
                <a:moveTo>
                  <a:pt x="1350264" y="9143"/>
                </a:moveTo>
                <a:lnTo>
                  <a:pt x="1318260" y="9143"/>
                </a:lnTo>
                <a:lnTo>
                  <a:pt x="1318260" y="0"/>
                </a:lnTo>
                <a:lnTo>
                  <a:pt x="1350264" y="0"/>
                </a:lnTo>
                <a:lnTo>
                  <a:pt x="1350264" y="9143"/>
                </a:lnTo>
                <a:close/>
              </a:path>
              <a:path w="1655445" h="876300">
                <a:moveTo>
                  <a:pt x="1391412" y="9143"/>
                </a:moveTo>
                <a:lnTo>
                  <a:pt x="1360932" y="9143"/>
                </a:lnTo>
                <a:lnTo>
                  <a:pt x="1360932" y="0"/>
                </a:lnTo>
                <a:lnTo>
                  <a:pt x="1391412" y="0"/>
                </a:lnTo>
                <a:lnTo>
                  <a:pt x="1391412" y="9143"/>
                </a:lnTo>
                <a:close/>
              </a:path>
              <a:path w="1655445" h="876300">
                <a:moveTo>
                  <a:pt x="1434084" y="9143"/>
                </a:moveTo>
                <a:lnTo>
                  <a:pt x="1402080" y="9143"/>
                </a:lnTo>
                <a:lnTo>
                  <a:pt x="1402080" y="0"/>
                </a:lnTo>
                <a:lnTo>
                  <a:pt x="1434084" y="0"/>
                </a:lnTo>
                <a:lnTo>
                  <a:pt x="1434084" y="9143"/>
                </a:lnTo>
                <a:close/>
              </a:path>
              <a:path w="1655445" h="876300">
                <a:moveTo>
                  <a:pt x="1475232" y="9143"/>
                </a:moveTo>
                <a:lnTo>
                  <a:pt x="1444752" y="9143"/>
                </a:lnTo>
                <a:lnTo>
                  <a:pt x="1444752" y="0"/>
                </a:lnTo>
                <a:lnTo>
                  <a:pt x="1475232" y="0"/>
                </a:lnTo>
                <a:lnTo>
                  <a:pt x="1475232" y="9143"/>
                </a:lnTo>
                <a:close/>
              </a:path>
              <a:path w="1655445" h="876300">
                <a:moveTo>
                  <a:pt x="1517903" y="9143"/>
                </a:moveTo>
                <a:lnTo>
                  <a:pt x="1485899" y="9143"/>
                </a:lnTo>
                <a:lnTo>
                  <a:pt x="1485899" y="0"/>
                </a:lnTo>
                <a:lnTo>
                  <a:pt x="1517903" y="0"/>
                </a:lnTo>
                <a:lnTo>
                  <a:pt x="1517903" y="9143"/>
                </a:lnTo>
                <a:close/>
              </a:path>
              <a:path w="1655445" h="876300">
                <a:moveTo>
                  <a:pt x="1559052" y="9143"/>
                </a:moveTo>
                <a:lnTo>
                  <a:pt x="1528572" y="9143"/>
                </a:lnTo>
                <a:lnTo>
                  <a:pt x="1528572" y="0"/>
                </a:lnTo>
                <a:lnTo>
                  <a:pt x="1559052" y="0"/>
                </a:lnTo>
                <a:lnTo>
                  <a:pt x="1559052" y="9143"/>
                </a:lnTo>
                <a:close/>
              </a:path>
              <a:path w="1655445" h="876300">
                <a:moveTo>
                  <a:pt x="1601724" y="9143"/>
                </a:moveTo>
                <a:lnTo>
                  <a:pt x="1569720" y="9143"/>
                </a:lnTo>
                <a:lnTo>
                  <a:pt x="1569720" y="0"/>
                </a:lnTo>
                <a:lnTo>
                  <a:pt x="1601724" y="0"/>
                </a:lnTo>
                <a:lnTo>
                  <a:pt x="1601724" y="9143"/>
                </a:lnTo>
                <a:close/>
              </a:path>
              <a:path w="1655445" h="876300">
                <a:moveTo>
                  <a:pt x="1642872" y="9143"/>
                </a:moveTo>
                <a:lnTo>
                  <a:pt x="1612391" y="9143"/>
                </a:lnTo>
                <a:lnTo>
                  <a:pt x="1612391" y="0"/>
                </a:lnTo>
                <a:lnTo>
                  <a:pt x="1642872" y="0"/>
                </a:lnTo>
                <a:lnTo>
                  <a:pt x="1642872" y="9143"/>
                </a:lnTo>
                <a:close/>
              </a:path>
              <a:path w="1655445" h="876300">
                <a:moveTo>
                  <a:pt x="1655064" y="39623"/>
                </a:moveTo>
                <a:lnTo>
                  <a:pt x="1644395" y="39623"/>
                </a:lnTo>
                <a:lnTo>
                  <a:pt x="1644395" y="7619"/>
                </a:lnTo>
                <a:lnTo>
                  <a:pt x="1655064" y="7619"/>
                </a:lnTo>
                <a:lnTo>
                  <a:pt x="1655064" y="39623"/>
                </a:lnTo>
                <a:close/>
              </a:path>
              <a:path w="1655445" h="876300">
                <a:moveTo>
                  <a:pt x="1655064" y="80771"/>
                </a:moveTo>
                <a:lnTo>
                  <a:pt x="1644395" y="80771"/>
                </a:lnTo>
                <a:lnTo>
                  <a:pt x="1644395" y="50291"/>
                </a:lnTo>
                <a:lnTo>
                  <a:pt x="1655064" y="50291"/>
                </a:lnTo>
                <a:lnTo>
                  <a:pt x="1655064" y="80771"/>
                </a:lnTo>
                <a:close/>
              </a:path>
              <a:path w="1655445" h="876300">
                <a:moveTo>
                  <a:pt x="1655064" y="123443"/>
                </a:moveTo>
                <a:lnTo>
                  <a:pt x="1644395" y="123443"/>
                </a:lnTo>
                <a:lnTo>
                  <a:pt x="1644395" y="91439"/>
                </a:lnTo>
                <a:lnTo>
                  <a:pt x="1655064" y="91439"/>
                </a:lnTo>
                <a:lnTo>
                  <a:pt x="1655064" y="123443"/>
                </a:lnTo>
                <a:close/>
              </a:path>
              <a:path w="1655445" h="876300">
                <a:moveTo>
                  <a:pt x="1655064" y="164591"/>
                </a:moveTo>
                <a:lnTo>
                  <a:pt x="1644395" y="164591"/>
                </a:lnTo>
                <a:lnTo>
                  <a:pt x="1644395" y="134111"/>
                </a:lnTo>
                <a:lnTo>
                  <a:pt x="1655064" y="134111"/>
                </a:lnTo>
                <a:lnTo>
                  <a:pt x="1655064" y="164591"/>
                </a:lnTo>
                <a:close/>
              </a:path>
              <a:path w="1655445" h="876300">
                <a:moveTo>
                  <a:pt x="1655064" y="207263"/>
                </a:moveTo>
                <a:lnTo>
                  <a:pt x="1644395" y="207263"/>
                </a:lnTo>
                <a:lnTo>
                  <a:pt x="1644395" y="175259"/>
                </a:lnTo>
                <a:lnTo>
                  <a:pt x="1655064" y="175259"/>
                </a:lnTo>
                <a:lnTo>
                  <a:pt x="1655064" y="207263"/>
                </a:lnTo>
                <a:close/>
              </a:path>
              <a:path w="1655445" h="876300">
                <a:moveTo>
                  <a:pt x="1655064" y="248411"/>
                </a:moveTo>
                <a:lnTo>
                  <a:pt x="1644395" y="248411"/>
                </a:lnTo>
                <a:lnTo>
                  <a:pt x="1644395" y="217931"/>
                </a:lnTo>
                <a:lnTo>
                  <a:pt x="1655064" y="217931"/>
                </a:lnTo>
                <a:lnTo>
                  <a:pt x="1655064" y="248411"/>
                </a:lnTo>
                <a:close/>
              </a:path>
              <a:path w="1655445" h="876300">
                <a:moveTo>
                  <a:pt x="1655064" y="291083"/>
                </a:moveTo>
                <a:lnTo>
                  <a:pt x="1644395" y="291083"/>
                </a:lnTo>
                <a:lnTo>
                  <a:pt x="1644395" y="259079"/>
                </a:lnTo>
                <a:lnTo>
                  <a:pt x="1655064" y="259079"/>
                </a:lnTo>
                <a:lnTo>
                  <a:pt x="1655064" y="291083"/>
                </a:lnTo>
                <a:close/>
              </a:path>
              <a:path w="1655445" h="876300">
                <a:moveTo>
                  <a:pt x="1655064" y="332231"/>
                </a:moveTo>
                <a:lnTo>
                  <a:pt x="1644395" y="332231"/>
                </a:lnTo>
                <a:lnTo>
                  <a:pt x="1644395" y="301751"/>
                </a:lnTo>
                <a:lnTo>
                  <a:pt x="1655064" y="301751"/>
                </a:lnTo>
                <a:lnTo>
                  <a:pt x="1655064" y="332231"/>
                </a:lnTo>
                <a:close/>
              </a:path>
              <a:path w="1655445" h="876300">
                <a:moveTo>
                  <a:pt x="1655064" y="374903"/>
                </a:moveTo>
                <a:lnTo>
                  <a:pt x="1644395" y="374903"/>
                </a:lnTo>
                <a:lnTo>
                  <a:pt x="1644395" y="342900"/>
                </a:lnTo>
                <a:lnTo>
                  <a:pt x="1655064" y="342900"/>
                </a:lnTo>
                <a:lnTo>
                  <a:pt x="1655064" y="374903"/>
                </a:lnTo>
                <a:close/>
              </a:path>
              <a:path w="1655445" h="876300">
                <a:moveTo>
                  <a:pt x="1655064" y="416051"/>
                </a:moveTo>
                <a:lnTo>
                  <a:pt x="1644395" y="416051"/>
                </a:lnTo>
                <a:lnTo>
                  <a:pt x="1644395" y="385571"/>
                </a:lnTo>
                <a:lnTo>
                  <a:pt x="1655064" y="385571"/>
                </a:lnTo>
                <a:lnTo>
                  <a:pt x="1655064" y="416051"/>
                </a:lnTo>
                <a:close/>
              </a:path>
              <a:path w="1655445" h="876300">
                <a:moveTo>
                  <a:pt x="1655064" y="458723"/>
                </a:moveTo>
                <a:lnTo>
                  <a:pt x="1644395" y="458723"/>
                </a:lnTo>
                <a:lnTo>
                  <a:pt x="1644395" y="426719"/>
                </a:lnTo>
                <a:lnTo>
                  <a:pt x="1655064" y="426719"/>
                </a:lnTo>
                <a:lnTo>
                  <a:pt x="1655064" y="458723"/>
                </a:lnTo>
                <a:close/>
              </a:path>
              <a:path w="1655445" h="876300">
                <a:moveTo>
                  <a:pt x="1655064" y="499871"/>
                </a:moveTo>
                <a:lnTo>
                  <a:pt x="1644395" y="499871"/>
                </a:lnTo>
                <a:lnTo>
                  <a:pt x="1644395" y="469391"/>
                </a:lnTo>
                <a:lnTo>
                  <a:pt x="1655064" y="469391"/>
                </a:lnTo>
                <a:lnTo>
                  <a:pt x="1655064" y="499871"/>
                </a:lnTo>
                <a:close/>
              </a:path>
              <a:path w="1655445" h="876300">
                <a:moveTo>
                  <a:pt x="1655064" y="542543"/>
                </a:moveTo>
                <a:lnTo>
                  <a:pt x="1644395" y="542543"/>
                </a:lnTo>
                <a:lnTo>
                  <a:pt x="1644395" y="510539"/>
                </a:lnTo>
                <a:lnTo>
                  <a:pt x="1655064" y="510539"/>
                </a:lnTo>
                <a:lnTo>
                  <a:pt x="1655064" y="542543"/>
                </a:lnTo>
                <a:close/>
              </a:path>
              <a:path w="1655445" h="876300">
                <a:moveTo>
                  <a:pt x="1655064" y="583691"/>
                </a:moveTo>
                <a:lnTo>
                  <a:pt x="1644395" y="583691"/>
                </a:lnTo>
                <a:lnTo>
                  <a:pt x="1644395" y="553211"/>
                </a:lnTo>
                <a:lnTo>
                  <a:pt x="1655064" y="553211"/>
                </a:lnTo>
                <a:lnTo>
                  <a:pt x="1655064" y="583691"/>
                </a:lnTo>
                <a:close/>
              </a:path>
              <a:path w="1655445" h="876300">
                <a:moveTo>
                  <a:pt x="1655064" y="626363"/>
                </a:moveTo>
                <a:lnTo>
                  <a:pt x="1644395" y="626363"/>
                </a:lnTo>
                <a:lnTo>
                  <a:pt x="1644395" y="594359"/>
                </a:lnTo>
                <a:lnTo>
                  <a:pt x="1655064" y="594359"/>
                </a:lnTo>
                <a:lnTo>
                  <a:pt x="1655064" y="626363"/>
                </a:lnTo>
                <a:close/>
              </a:path>
              <a:path w="1655445" h="876300">
                <a:moveTo>
                  <a:pt x="1655064" y="667511"/>
                </a:moveTo>
                <a:lnTo>
                  <a:pt x="1644395" y="667511"/>
                </a:lnTo>
                <a:lnTo>
                  <a:pt x="1644395" y="637031"/>
                </a:lnTo>
                <a:lnTo>
                  <a:pt x="1655064" y="637031"/>
                </a:lnTo>
                <a:lnTo>
                  <a:pt x="1655064" y="667511"/>
                </a:lnTo>
                <a:close/>
              </a:path>
              <a:path w="1655445" h="876300">
                <a:moveTo>
                  <a:pt x="1655064" y="710184"/>
                </a:moveTo>
                <a:lnTo>
                  <a:pt x="1644395" y="710184"/>
                </a:lnTo>
                <a:lnTo>
                  <a:pt x="1644395" y="678179"/>
                </a:lnTo>
                <a:lnTo>
                  <a:pt x="1655064" y="678179"/>
                </a:lnTo>
                <a:lnTo>
                  <a:pt x="1655064" y="710184"/>
                </a:lnTo>
                <a:close/>
              </a:path>
              <a:path w="1655445" h="876300">
                <a:moveTo>
                  <a:pt x="1655064" y="751331"/>
                </a:moveTo>
                <a:lnTo>
                  <a:pt x="1644395" y="751331"/>
                </a:lnTo>
                <a:lnTo>
                  <a:pt x="1644395" y="720851"/>
                </a:lnTo>
                <a:lnTo>
                  <a:pt x="1655064" y="720851"/>
                </a:lnTo>
                <a:lnTo>
                  <a:pt x="1655064" y="751331"/>
                </a:lnTo>
                <a:close/>
              </a:path>
              <a:path w="1655445" h="876300">
                <a:moveTo>
                  <a:pt x="1655064" y="794003"/>
                </a:moveTo>
                <a:lnTo>
                  <a:pt x="1644395" y="794003"/>
                </a:lnTo>
                <a:lnTo>
                  <a:pt x="1644395" y="762000"/>
                </a:lnTo>
                <a:lnTo>
                  <a:pt x="1655064" y="762000"/>
                </a:lnTo>
                <a:lnTo>
                  <a:pt x="1655064" y="794003"/>
                </a:lnTo>
                <a:close/>
              </a:path>
              <a:path w="1655445" h="876300">
                <a:moveTo>
                  <a:pt x="1655064" y="835151"/>
                </a:moveTo>
                <a:lnTo>
                  <a:pt x="1644395" y="835151"/>
                </a:lnTo>
                <a:lnTo>
                  <a:pt x="1644395" y="804671"/>
                </a:lnTo>
                <a:lnTo>
                  <a:pt x="1655064" y="804671"/>
                </a:lnTo>
                <a:lnTo>
                  <a:pt x="1655064" y="835151"/>
                </a:lnTo>
                <a:close/>
              </a:path>
              <a:path w="1655445" h="876300">
                <a:moveTo>
                  <a:pt x="1644395" y="871727"/>
                </a:moveTo>
                <a:lnTo>
                  <a:pt x="1644395" y="845819"/>
                </a:lnTo>
                <a:lnTo>
                  <a:pt x="1655064" y="845819"/>
                </a:lnTo>
                <a:lnTo>
                  <a:pt x="1655064" y="865631"/>
                </a:lnTo>
                <a:lnTo>
                  <a:pt x="1650491" y="865631"/>
                </a:lnTo>
                <a:lnTo>
                  <a:pt x="1644395" y="871727"/>
                </a:lnTo>
                <a:close/>
              </a:path>
              <a:path w="1655445" h="876300">
                <a:moveTo>
                  <a:pt x="1655064" y="876300"/>
                </a:moveTo>
                <a:lnTo>
                  <a:pt x="1644395" y="876300"/>
                </a:lnTo>
                <a:lnTo>
                  <a:pt x="1644395" y="871727"/>
                </a:lnTo>
                <a:lnTo>
                  <a:pt x="1650491" y="865631"/>
                </a:lnTo>
                <a:lnTo>
                  <a:pt x="1655064" y="865631"/>
                </a:lnTo>
                <a:lnTo>
                  <a:pt x="1655064" y="876300"/>
                </a:lnTo>
                <a:close/>
              </a:path>
              <a:path w="1655445" h="876300">
                <a:moveTo>
                  <a:pt x="1633728" y="876300"/>
                </a:moveTo>
                <a:lnTo>
                  <a:pt x="1601724" y="876300"/>
                </a:lnTo>
                <a:lnTo>
                  <a:pt x="1601724" y="865631"/>
                </a:lnTo>
                <a:lnTo>
                  <a:pt x="1633728" y="865631"/>
                </a:lnTo>
                <a:lnTo>
                  <a:pt x="1633728" y="876300"/>
                </a:lnTo>
                <a:close/>
              </a:path>
              <a:path w="1655445" h="876300">
                <a:moveTo>
                  <a:pt x="1591056" y="876300"/>
                </a:moveTo>
                <a:lnTo>
                  <a:pt x="1560576" y="876300"/>
                </a:lnTo>
                <a:lnTo>
                  <a:pt x="1560576" y="865631"/>
                </a:lnTo>
                <a:lnTo>
                  <a:pt x="1591056" y="865631"/>
                </a:lnTo>
                <a:lnTo>
                  <a:pt x="1591056" y="876300"/>
                </a:lnTo>
                <a:close/>
              </a:path>
              <a:path w="1655445" h="876300">
                <a:moveTo>
                  <a:pt x="1549908" y="876300"/>
                </a:moveTo>
                <a:lnTo>
                  <a:pt x="1517903" y="876300"/>
                </a:lnTo>
                <a:lnTo>
                  <a:pt x="1517903" y="865631"/>
                </a:lnTo>
                <a:lnTo>
                  <a:pt x="1549908" y="865631"/>
                </a:lnTo>
                <a:lnTo>
                  <a:pt x="1549908" y="876300"/>
                </a:lnTo>
                <a:close/>
              </a:path>
              <a:path w="1655445" h="876300">
                <a:moveTo>
                  <a:pt x="1507236" y="876300"/>
                </a:moveTo>
                <a:lnTo>
                  <a:pt x="1476756" y="876300"/>
                </a:lnTo>
                <a:lnTo>
                  <a:pt x="1476756" y="865631"/>
                </a:lnTo>
                <a:lnTo>
                  <a:pt x="1507236" y="865631"/>
                </a:lnTo>
                <a:lnTo>
                  <a:pt x="1507236" y="876300"/>
                </a:lnTo>
                <a:close/>
              </a:path>
              <a:path w="1655445" h="876300">
                <a:moveTo>
                  <a:pt x="1466087" y="876300"/>
                </a:moveTo>
                <a:lnTo>
                  <a:pt x="1434084" y="876300"/>
                </a:lnTo>
                <a:lnTo>
                  <a:pt x="1434084" y="865631"/>
                </a:lnTo>
                <a:lnTo>
                  <a:pt x="1466087" y="865631"/>
                </a:lnTo>
                <a:lnTo>
                  <a:pt x="1466087" y="876300"/>
                </a:lnTo>
                <a:close/>
              </a:path>
              <a:path w="1655445" h="876300">
                <a:moveTo>
                  <a:pt x="1423416" y="876300"/>
                </a:moveTo>
                <a:lnTo>
                  <a:pt x="1392936" y="876300"/>
                </a:lnTo>
                <a:lnTo>
                  <a:pt x="1392936" y="865631"/>
                </a:lnTo>
                <a:lnTo>
                  <a:pt x="1423416" y="865631"/>
                </a:lnTo>
                <a:lnTo>
                  <a:pt x="1423416" y="876300"/>
                </a:lnTo>
                <a:close/>
              </a:path>
              <a:path w="1655445" h="876300">
                <a:moveTo>
                  <a:pt x="1382268" y="876300"/>
                </a:moveTo>
                <a:lnTo>
                  <a:pt x="1350264" y="876300"/>
                </a:lnTo>
                <a:lnTo>
                  <a:pt x="1350264" y="865631"/>
                </a:lnTo>
                <a:lnTo>
                  <a:pt x="1382268" y="865631"/>
                </a:lnTo>
                <a:lnTo>
                  <a:pt x="1382268" y="876300"/>
                </a:lnTo>
                <a:close/>
              </a:path>
              <a:path w="1655445" h="876300">
                <a:moveTo>
                  <a:pt x="1339595" y="876300"/>
                </a:moveTo>
                <a:lnTo>
                  <a:pt x="1309116" y="876300"/>
                </a:lnTo>
                <a:lnTo>
                  <a:pt x="1309116" y="865631"/>
                </a:lnTo>
                <a:lnTo>
                  <a:pt x="1339595" y="865631"/>
                </a:lnTo>
                <a:lnTo>
                  <a:pt x="1339595" y="876300"/>
                </a:lnTo>
                <a:close/>
              </a:path>
              <a:path w="1655445" h="876300">
                <a:moveTo>
                  <a:pt x="1298448" y="876300"/>
                </a:moveTo>
                <a:lnTo>
                  <a:pt x="1266444" y="876300"/>
                </a:lnTo>
                <a:lnTo>
                  <a:pt x="1266444" y="865631"/>
                </a:lnTo>
                <a:lnTo>
                  <a:pt x="1298448" y="865631"/>
                </a:lnTo>
                <a:lnTo>
                  <a:pt x="1298448" y="876300"/>
                </a:lnTo>
                <a:close/>
              </a:path>
              <a:path w="1655445" h="876300">
                <a:moveTo>
                  <a:pt x="1255776" y="876300"/>
                </a:moveTo>
                <a:lnTo>
                  <a:pt x="1225295" y="876300"/>
                </a:lnTo>
                <a:lnTo>
                  <a:pt x="1225295" y="865631"/>
                </a:lnTo>
                <a:lnTo>
                  <a:pt x="1255776" y="865631"/>
                </a:lnTo>
                <a:lnTo>
                  <a:pt x="1255776" y="876300"/>
                </a:lnTo>
                <a:close/>
              </a:path>
              <a:path w="1655445" h="876300">
                <a:moveTo>
                  <a:pt x="1214628" y="876300"/>
                </a:moveTo>
                <a:lnTo>
                  <a:pt x="1182624" y="876300"/>
                </a:lnTo>
                <a:lnTo>
                  <a:pt x="1182624" y="865631"/>
                </a:lnTo>
                <a:lnTo>
                  <a:pt x="1214628" y="865631"/>
                </a:lnTo>
                <a:lnTo>
                  <a:pt x="1214628" y="876300"/>
                </a:lnTo>
                <a:close/>
              </a:path>
              <a:path w="1655445" h="876300">
                <a:moveTo>
                  <a:pt x="1171956" y="876300"/>
                </a:moveTo>
                <a:lnTo>
                  <a:pt x="1141476" y="876300"/>
                </a:lnTo>
                <a:lnTo>
                  <a:pt x="1141476" y="865631"/>
                </a:lnTo>
                <a:lnTo>
                  <a:pt x="1171956" y="865631"/>
                </a:lnTo>
                <a:lnTo>
                  <a:pt x="1171956" y="876300"/>
                </a:lnTo>
                <a:close/>
              </a:path>
              <a:path w="1655445" h="876300">
                <a:moveTo>
                  <a:pt x="1130807" y="876300"/>
                </a:moveTo>
                <a:lnTo>
                  <a:pt x="1098804" y="876300"/>
                </a:lnTo>
                <a:lnTo>
                  <a:pt x="1098804" y="865631"/>
                </a:lnTo>
                <a:lnTo>
                  <a:pt x="1130807" y="865631"/>
                </a:lnTo>
                <a:lnTo>
                  <a:pt x="1130807" y="876300"/>
                </a:lnTo>
                <a:close/>
              </a:path>
              <a:path w="1655445" h="876300">
                <a:moveTo>
                  <a:pt x="1088136" y="876300"/>
                </a:moveTo>
                <a:lnTo>
                  <a:pt x="1057656" y="876300"/>
                </a:lnTo>
                <a:lnTo>
                  <a:pt x="1057656" y="865631"/>
                </a:lnTo>
                <a:lnTo>
                  <a:pt x="1088136" y="865631"/>
                </a:lnTo>
                <a:lnTo>
                  <a:pt x="1088136" y="876300"/>
                </a:lnTo>
                <a:close/>
              </a:path>
              <a:path w="1655445" h="876300">
                <a:moveTo>
                  <a:pt x="1046988" y="876300"/>
                </a:moveTo>
                <a:lnTo>
                  <a:pt x="1014984" y="876300"/>
                </a:lnTo>
                <a:lnTo>
                  <a:pt x="1014984" y="865631"/>
                </a:lnTo>
                <a:lnTo>
                  <a:pt x="1046988" y="865631"/>
                </a:lnTo>
                <a:lnTo>
                  <a:pt x="1046988" y="876300"/>
                </a:lnTo>
                <a:close/>
              </a:path>
              <a:path w="1655445" h="876300">
                <a:moveTo>
                  <a:pt x="1004316" y="876300"/>
                </a:moveTo>
                <a:lnTo>
                  <a:pt x="973836" y="876300"/>
                </a:lnTo>
                <a:lnTo>
                  <a:pt x="973836" y="865631"/>
                </a:lnTo>
                <a:lnTo>
                  <a:pt x="1004316" y="865631"/>
                </a:lnTo>
                <a:lnTo>
                  <a:pt x="1004316" y="876300"/>
                </a:lnTo>
                <a:close/>
              </a:path>
              <a:path w="1655445" h="876300">
                <a:moveTo>
                  <a:pt x="963168" y="876300"/>
                </a:moveTo>
                <a:lnTo>
                  <a:pt x="931163" y="876300"/>
                </a:lnTo>
                <a:lnTo>
                  <a:pt x="931163" y="865631"/>
                </a:lnTo>
                <a:lnTo>
                  <a:pt x="963168" y="865631"/>
                </a:lnTo>
                <a:lnTo>
                  <a:pt x="963168" y="876300"/>
                </a:lnTo>
                <a:close/>
              </a:path>
              <a:path w="1655445" h="876300">
                <a:moveTo>
                  <a:pt x="920496" y="876300"/>
                </a:moveTo>
                <a:lnTo>
                  <a:pt x="890015" y="876300"/>
                </a:lnTo>
                <a:lnTo>
                  <a:pt x="890015" y="865631"/>
                </a:lnTo>
                <a:lnTo>
                  <a:pt x="920496" y="865631"/>
                </a:lnTo>
                <a:lnTo>
                  <a:pt x="920496" y="876300"/>
                </a:lnTo>
                <a:close/>
              </a:path>
              <a:path w="1655445" h="876300">
                <a:moveTo>
                  <a:pt x="879348" y="876300"/>
                </a:moveTo>
                <a:lnTo>
                  <a:pt x="847344" y="876300"/>
                </a:lnTo>
                <a:lnTo>
                  <a:pt x="847344" y="865631"/>
                </a:lnTo>
                <a:lnTo>
                  <a:pt x="879348" y="865631"/>
                </a:lnTo>
                <a:lnTo>
                  <a:pt x="879348" y="876300"/>
                </a:lnTo>
                <a:close/>
              </a:path>
              <a:path w="1655445" h="876300">
                <a:moveTo>
                  <a:pt x="836676" y="876300"/>
                </a:moveTo>
                <a:lnTo>
                  <a:pt x="806196" y="876300"/>
                </a:lnTo>
                <a:lnTo>
                  <a:pt x="806196" y="865631"/>
                </a:lnTo>
                <a:lnTo>
                  <a:pt x="836676" y="865631"/>
                </a:lnTo>
                <a:lnTo>
                  <a:pt x="836676" y="876300"/>
                </a:lnTo>
                <a:close/>
              </a:path>
              <a:path w="1655445" h="876300">
                <a:moveTo>
                  <a:pt x="795528" y="876300"/>
                </a:moveTo>
                <a:lnTo>
                  <a:pt x="763524" y="876300"/>
                </a:lnTo>
                <a:lnTo>
                  <a:pt x="763524" y="865631"/>
                </a:lnTo>
                <a:lnTo>
                  <a:pt x="795528" y="865631"/>
                </a:lnTo>
                <a:lnTo>
                  <a:pt x="795528" y="876300"/>
                </a:lnTo>
                <a:close/>
              </a:path>
              <a:path w="1655445" h="876300">
                <a:moveTo>
                  <a:pt x="752856" y="876300"/>
                </a:moveTo>
                <a:lnTo>
                  <a:pt x="722376" y="876300"/>
                </a:lnTo>
                <a:lnTo>
                  <a:pt x="722376" y="865631"/>
                </a:lnTo>
                <a:lnTo>
                  <a:pt x="752856" y="865631"/>
                </a:lnTo>
                <a:lnTo>
                  <a:pt x="752856" y="876300"/>
                </a:lnTo>
                <a:close/>
              </a:path>
              <a:path w="1655445" h="876300">
                <a:moveTo>
                  <a:pt x="711708" y="876300"/>
                </a:moveTo>
                <a:lnTo>
                  <a:pt x="679704" y="876300"/>
                </a:lnTo>
                <a:lnTo>
                  <a:pt x="679704" y="865631"/>
                </a:lnTo>
                <a:lnTo>
                  <a:pt x="711708" y="865631"/>
                </a:lnTo>
                <a:lnTo>
                  <a:pt x="711708" y="876300"/>
                </a:lnTo>
                <a:close/>
              </a:path>
              <a:path w="1655445" h="876300">
                <a:moveTo>
                  <a:pt x="669036" y="876300"/>
                </a:moveTo>
                <a:lnTo>
                  <a:pt x="638556" y="876300"/>
                </a:lnTo>
                <a:lnTo>
                  <a:pt x="638556" y="865631"/>
                </a:lnTo>
                <a:lnTo>
                  <a:pt x="669036" y="865631"/>
                </a:lnTo>
                <a:lnTo>
                  <a:pt x="669036" y="876300"/>
                </a:lnTo>
                <a:close/>
              </a:path>
              <a:path w="1655445" h="876300">
                <a:moveTo>
                  <a:pt x="627888" y="876300"/>
                </a:moveTo>
                <a:lnTo>
                  <a:pt x="595884" y="876300"/>
                </a:lnTo>
                <a:lnTo>
                  <a:pt x="595884" y="865631"/>
                </a:lnTo>
                <a:lnTo>
                  <a:pt x="627888" y="865631"/>
                </a:lnTo>
                <a:lnTo>
                  <a:pt x="627888" y="876300"/>
                </a:lnTo>
                <a:close/>
              </a:path>
              <a:path w="1655445" h="876300">
                <a:moveTo>
                  <a:pt x="585215" y="876300"/>
                </a:moveTo>
                <a:lnTo>
                  <a:pt x="554736" y="876300"/>
                </a:lnTo>
                <a:lnTo>
                  <a:pt x="554736" y="865631"/>
                </a:lnTo>
                <a:lnTo>
                  <a:pt x="585215" y="865631"/>
                </a:lnTo>
                <a:lnTo>
                  <a:pt x="585215" y="876300"/>
                </a:lnTo>
                <a:close/>
              </a:path>
              <a:path w="1655445" h="876300">
                <a:moveTo>
                  <a:pt x="544067" y="876300"/>
                </a:moveTo>
                <a:lnTo>
                  <a:pt x="512064" y="876300"/>
                </a:lnTo>
                <a:lnTo>
                  <a:pt x="512064" y="865631"/>
                </a:lnTo>
                <a:lnTo>
                  <a:pt x="544067" y="865631"/>
                </a:lnTo>
                <a:lnTo>
                  <a:pt x="544067" y="876300"/>
                </a:lnTo>
                <a:close/>
              </a:path>
              <a:path w="1655445" h="876300">
                <a:moveTo>
                  <a:pt x="501396" y="876300"/>
                </a:moveTo>
                <a:lnTo>
                  <a:pt x="470916" y="876300"/>
                </a:lnTo>
                <a:lnTo>
                  <a:pt x="470916" y="865631"/>
                </a:lnTo>
                <a:lnTo>
                  <a:pt x="501396" y="865631"/>
                </a:lnTo>
                <a:lnTo>
                  <a:pt x="501396" y="876300"/>
                </a:lnTo>
                <a:close/>
              </a:path>
              <a:path w="1655445" h="876300">
                <a:moveTo>
                  <a:pt x="460248" y="876300"/>
                </a:moveTo>
                <a:lnTo>
                  <a:pt x="428244" y="876300"/>
                </a:lnTo>
                <a:lnTo>
                  <a:pt x="428244" y="865631"/>
                </a:lnTo>
                <a:lnTo>
                  <a:pt x="460248" y="865631"/>
                </a:lnTo>
                <a:lnTo>
                  <a:pt x="460248" y="876300"/>
                </a:lnTo>
                <a:close/>
              </a:path>
              <a:path w="1655445" h="876300">
                <a:moveTo>
                  <a:pt x="417575" y="876300"/>
                </a:moveTo>
                <a:lnTo>
                  <a:pt x="387096" y="876300"/>
                </a:lnTo>
                <a:lnTo>
                  <a:pt x="387096" y="865631"/>
                </a:lnTo>
                <a:lnTo>
                  <a:pt x="417575" y="865631"/>
                </a:lnTo>
                <a:lnTo>
                  <a:pt x="417575" y="876300"/>
                </a:lnTo>
                <a:close/>
              </a:path>
              <a:path w="1655445" h="876300">
                <a:moveTo>
                  <a:pt x="376428" y="876300"/>
                </a:moveTo>
                <a:lnTo>
                  <a:pt x="344423" y="876300"/>
                </a:lnTo>
                <a:lnTo>
                  <a:pt x="344423" y="865631"/>
                </a:lnTo>
                <a:lnTo>
                  <a:pt x="376428" y="865631"/>
                </a:lnTo>
                <a:lnTo>
                  <a:pt x="376428" y="876300"/>
                </a:lnTo>
                <a:close/>
              </a:path>
              <a:path w="1655445" h="876300">
                <a:moveTo>
                  <a:pt x="333756" y="876300"/>
                </a:moveTo>
                <a:lnTo>
                  <a:pt x="303275" y="876300"/>
                </a:lnTo>
                <a:lnTo>
                  <a:pt x="303275" y="865631"/>
                </a:lnTo>
                <a:lnTo>
                  <a:pt x="333756" y="865631"/>
                </a:lnTo>
                <a:lnTo>
                  <a:pt x="333756" y="876300"/>
                </a:lnTo>
                <a:close/>
              </a:path>
              <a:path w="1655445" h="876300">
                <a:moveTo>
                  <a:pt x="292608" y="876300"/>
                </a:moveTo>
                <a:lnTo>
                  <a:pt x="260603" y="876300"/>
                </a:lnTo>
                <a:lnTo>
                  <a:pt x="260603" y="865631"/>
                </a:lnTo>
                <a:lnTo>
                  <a:pt x="292608" y="865631"/>
                </a:lnTo>
                <a:lnTo>
                  <a:pt x="292608" y="876300"/>
                </a:lnTo>
                <a:close/>
              </a:path>
              <a:path w="1655445" h="876300">
                <a:moveTo>
                  <a:pt x="249936" y="876300"/>
                </a:moveTo>
                <a:lnTo>
                  <a:pt x="219455" y="876300"/>
                </a:lnTo>
                <a:lnTo>
                  <a:pt x="219455" y="865631"/>
                </a:lnTo>
                <a:lnTo>
                  <a:pt x="249936" y="865631"/>
                </a:lnTo>
                <a:lnTo>
                  <a:pt x="249936" y="876300"/>
                </a:lnTo>
                <a:close/>
              </a:path>
              <a:path w="1655445" h="876300">
                <a:moveTo>
                  <a:pt x="208788" y="876300"/>
                </a:moveTo>
                <a:lnTo>
                  <a:pt x="176784" y="876300"/>
                </a:lnTo>
                <a:lnTo>
                  <a:pt x="176784" y="865631"/>
                </a:lnTo>
                <a:lnTo>
                  <a:pt x="208788" y="865631"/>
                </a:lnTo>
                <a:lnTo>
                  <a:pt x="208788" y="876300"/>
                </a:lnTo>
                <a:close/>
              </a:path>
              <a:path w="1655445" h="876300">
                <a:moveTo>
                  <a:pt x="166116" y="876300"/>
                </a:moveTo>
                <a:lnTo>
                  <a:pt x="135636" y="876300"/>
                </a:lnTo>
                <a:lnTo>
                  <a:pt x="135636" y="865631"/>
                </a:lnTo>
                <a:lnTo>
                  <a:pt x="166116" y="865631"/>
                </a:lnTo>
                <a:lnTo>
                  <a:pt x="166116" y="876300"/>
                </a:lnTo>
                <a:close/>
              </a:path>
              <a:path w="1655445" h="876300">
                <a:moveTo>
                  <a:pt x="124967" y="876300"/>
                </a:moveTo>
                <a:lnTo>
                  <a:pt x="92964" y="876300"/>
                </a:lnTo>
                <a:lnTo>
                  <a:pt x="92964" y="865631"/>
                </a:lnTo>
                <a:lnTo>
                  <a:pt x="124967" y="865631"/>
                </a:lnTo>
                <a:lnTo>
                  <a:pt x="124967" y="876300"/>
                </a:lnTo>
                <a:close/>
              </a:path>
              <a:path w="1655445" h="876300">
                <a:moveTo>
                  <a:pt x="82296" y="876300"/>
                </a:moveTo>
                <a:lnTo>
                  <a:pt x="51816" y="876300"/>
                </a:lnTo>
                <a:lnTo>
                  <a:pt x="51816" y="865631"/>
                </a:lnTo>
                <a:lnTo>
                  <a:pt x="82296" y="865631"/>
                </a:lnTo>
                <a:lnTo>
                  <a:pt x="82296" y="876300"/>
                </a:lnTo>
                <a:close/>
              </a:path>
            </a:pathLst>
          </a:custGeom>
          <a:solidFill>
            <a:srgbClr val="2F528E"/>
          </a:solidFill>
        </p:spPr>
        <p:txBody>
          <a:bodyPr wrap="square" lIns="0" tIns="0" rIns="0" bIns="0" rtlCol="0"/>
          <a:lstStyle/>
          <a:p>
            <a:pPr defTabSz="1183325"/>
            <a:endParaRPr sz="2329"/>
          </a:p>
        </p:txBody>
      </p:sp>
      <p:sp>
        <p:nvSpPr>
          <p:cNvPr id="12" name="object 12"/>
          <p:cNvSpPr txBox="1"/>
          <p:nvPr/>
        </p:nvSpPr>
        <p:spPr>
          <a:xfrm>
            <a:off x="466774" y="6729771"/>
            <a:ext cx="1940186" cy="541355"/>
          </a:xfrm>
          <a:prstGeom prst="rect">
            <a:avLst/>
          </a:prstGeom>
        </p:spPr>
        <p:txBody>
          <a:bodyPr vert="horz" wrap="square" lIns="0" tIns="16435" rIns="0" bIns="0" rtlCol="0">
            <a:spAutoFit/>
          </a:bodyPr>
          <a:lstStyle/>
          <a:p>
            <a:pPr marL="16435" marR="6574" defTabSz="1183325">
              <a:lnSpc>
                <a:spcPct val="138000"/>
              </a:lnSpc>
              <a:spcBef>
                <a:spcPts val="129"/>
              </a:spcBef>
              <a:tabLst>
                <a:tab pos="980352" algn="l"/>
              </a:tabLst>
            </a:pPr>
            <a:r>
              <a:rPr sz="1294" dirty="0">
                <a:latin typeface="Calibri"/>
                <a:cs typeface="Calibri"/>
              </a:rPr>
              <a:t>PRINT</a:t>
            </a:r>
            <a:r>
              <a:rPr sz="1294" spc="-45" dirty="0">
                <a:latin typeface="Calibri"/>
                <a:cs typeface="Calibri"/>
              </a:rPr>
              <a:t> </a:t>
            </a:r>
            <a:r>
              <a:rPr sz="1294" dirty="0">
                <a:latin typeface="Calibri"/>
                <a:cs typeface="Calibri"/>
              </a:rPr>
              <a:t>“Name</a:t>
            </a:r>
            <a:r>
              <a:rPr sz="1294" spc="-45" dirty="0">
                <a:latin typeface="Calibri"/>
                <a:cs typeface="Calibri"/>
              </a:rPr>
              <a:t> </a:t>
            </a:r>
            <a:r>
              <a:rPr sz="1294" dirty="0">
                <a:latin typeface="Calibri"/>
                <a:cs typeface="Calibri"/>
              </a:rPr>
              <a:t>:</a:t>
            </a:r>
            <a:r>
              <a:rPr sz="1294" spc="-6" dirty="0">
                <a:latin typeface="Calibri"/>
                <a:cs typeface="Calibri"/>
              </a:rPr>
              <a:t> </a:t>
            </a:r>
            <a:r>
              <a:rPr sz="1294" spc="-13" dirty="0">
                <a:latin typeface="Calibri"/>
                <a:cs typeface="Calibri"/>
              </a:rPr>
              <a:t>Mohammed” </a:t>
            </a:r>
            <a:r>
              <a:rPr sz="1294" dirty="0">
                <a:latin typeface="Calibri"/>
                <a:cs typeface="Calibri"/>
              </a:rPr>
              <a:t>PRINT</a:t>
            </a:r>
            <a:r>
              <a:rPr sz="1294" spc="-58" dirty="0">
                <a:latin typeface="Calibri"/>
                <a:cs typeface="Calibri"/>
              </a:rPr>
              <a:t> </a:t>
            </a:r>
            <a:r>
              <a:rPr sz="1294" spc="-26" dirty="0">
                <a:latin typeface="Calibri"/>
                <a:cs typeface="Calibri"/>
              </a:rPr>
              <a:t>“Age</a:t>
            </a:r>
            <a:r>
              <a:rPr sz="1294" dirty="0">
                <a:latin typeface="Calibri"/>
                <a:cs typeface="Calibri"/>
              </a:rPr>
              <a:t>	:</a:t>
            </a:r>
            <a:r>
              <a:rPr sz="1294" spc="6" dirty="0">
                <a:latin typeface="Calibri"/>
                <a:cs typeface="Calibri"/>
              </a:rPr>
              <a:t> </a:t>
            </a:r>
            <a:r>
              <a:rPr sz="1294" spc="-32" dirty="0">
                <a:latin typeface="Calibri"/>
                <a:cs typeface="Calibri"/>
              </a:rPr>
              <a:t>44”</a:t>
            </a:r>
            <a:endParaRPr sz="1294">
              <a:latin typeface="Calibri"/>
              <a:cs typeface="Calibri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1015701" y="6279596"/>
            <a:ext cx="657412" cy="361576"/>
          </a:xfrm>
          <a:custGeom>
            <a:avLst/>
            <a:gdLst/>
            <a:ahLst/>
            <a:cxnLst/>
            <a:rect l="l" t="t" r="r" b="b"/>
            <a:pathLst>
              <a:path w="508000" h="279400">
                <a:moveTo>
                  <a:pt x="268223" y="278891"/>
                </a:moveTo>
                <a:lnTo>
                  <a:pt x="0" y="0"/>
                </a:lnTo>
                <a:lnTo>
                  <a:pt x="507491" y="0"/>
                </a:lnTo>
                <a:lnTo>
                  <a:pt x="268223" y="278891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pPr defTabSz="1183325"/>
            <a:endParaRPr sz="2329"/>
          </a:p>
        </p:txBody>
      </p:sp>
      <p:pic>
        <p:nvPicPr>
          <p:cNvPr id="14" name="object 1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52809" y="4161415"/>
            <a:ext cx="1382537" cy="2057041"/>
          </a:xfrm>
          <a:prstGeom prst="rect">
            <a:avLst/>
          </a:prstGeom>
        </p:spPr>
      </p:pic>
      <p:sp>
        <p:nvSpPr>
          <p:cNvPr id="15" name="object 15"/>
          <p:cNvSpPr txBox="1"/>
          <p:nvPr/>
        </p:nvSpPr>
        <p:spPr>
          <a:xfrm>
            <a:off x="3338368" y="4184424"/>
            <a:ext cx="794646" cy="245569"/>
          </a:xfrm>
          <a:prstGeom prst="rect">
            <a:avLst/>
          </a:prstGeom>
        </p:spPr>
        <p:txBody>
          <a:bodyPr vert="horz" wrap="square" lIns="0" tIns="16435" rIns="0" bIns="0" rtlCol="0">
            <a:spAutoFit/>
          </a:bodyPr>
          <a:lstStyle/>
          <a:p>
            <a:pPr marL="16435" defTabSz="1183325">
              <a:spcBef>
                <a:spcPts val="129"/>
              </a:spcBef>
            </a:pPr>
            <a:r>
              <a:rPr sz="1488" spc="-13" dirty="0">
                <a:solidFill>
                  <a:srgbClr val="FFFFFF"/>
                </a:solidFill>
                <a:latin typeface="Comic Sans MS"/>
                <a:cs typeface="Comic Sans MS"/>
              </a:rPr>
              <a:t>Compiler</a:t>
            </a:r>
            <a:endParaRPr sz="1488">
              <a:latin typeface="Comic Sans MS"/>
              <a:cs typeface="Comic Sans MS"/>
            </a:endParaRPr>
          </a:p>
        </p:txBody>
      </p:sp>
      <p:grpSp>
        <p:nvGrpSpPr>
          <p:cNvPr id="16" name="object 16"/>
          <p:cNvGrpSpPr/>
          <p:nvPr/>
        </p:nvGrpSpPr>
        <p:grpSpPr>
          <a:xfrm>
            <a:off x="3333078" y="3884235"/>
            <a:ext cx="5318461" cy="1783229"/>
            <a:chOff x="2423160" y="3001454"/>
            <a:chExt cx="4109720" cy="1377950"/>
          </a:xfrm>
        </p:grpSpPr>
        <p:sp>
          <p:nvSpPr>
            <p:cNvPr id="17" name="object 17"/>
            <p:cNvSpPr/>
            <p:nvPr/>
          </p:nvSpPr>
          <p:spPr>
            <a:xfrm>
              <a:off x="2423160" y="3697224"/>
              <a:ext cx="652780" cy="681990"/>
            </a:xfrm>
            <a:custGeom>
              <a:avLst/>
              <a:gdLst/>
              <a:ahLst/>
              <a:cxnLst/>
              <a:rect l="l" t="t" r="r" b="b"/>
              <a:pathLst>
                <a:path w="652780" h="681989">
                  <a:moveTo>
                    <a:pt x="270881" y="123190"/>
                  </a:moveTo>
                  <a:lnTo>
                    <a:pt x="232433" y="123190"/>
                  </a:lnTo>
                  <a:lnTo>
                    <a:pt x="239267" y="120650"/>
                  </a:lnTo>
                  <a:lnTo>
                    <a:pt x="245268" y="116840"/>
                  </a:lnTo>
                  <a:lnTo>
                    <a:pt x="249555" y="111760"/>
                  </a:lnTo>
                  <a:lnTo>
                    <a:pt x="252126" y="105410"/>
                  </a:lnTo>
                  <a:lnTo>
                    <a:pt x="252983" y="97790"/>
                  </a:lnTo>
                  <a:lnTo>
                    <a:pt x="252983" y="34290"/>
                  </a:lnTo>
                  <a:lnTo>
                    <a:pt x="255650" y="20320"/>
                  </a:lnTo>
                  <a:lnTo>
                    <a:pt x="262890" y="8890"/>
                  </a:lnTo>
                  <a:lnTo>
                    <a:pt x="273558" y="2540"/>
                  </a:lnTo>
                  <a:lnTo>
                    <a:pt x="286512" y="0"/>
                  </a:lnTo>
                  <a:lnTo>
                    <a:pt x="364236" y="0"/>
                  </a:lnTo>
                  <a:lnTo>
                    <a:pt x="377190" y="2540"/>
                  </a:lnTo>
                  <a:lnTo>
                    <a:pt x="387858" y="8890"/>
                  </a:lnTo>
                  <a:lnTo>
                    <a:pt x="395097" y="20320"/>
                  </a:lnTo>
                  <a:lnTo>
                    <a:pt x="395824" y="24130"/>
                  </a:lnTo>
                  <a:lnTo>
                    <a:pt x="281940" y="24130"/>
                  </a:lnTo>
                  <a:lnTo>
                    <a:pt x="277367" y="27940"/>
                  </a:lnTo>
                  <a:lnTo>
                    <a:pt x="277367" y="97790"/>
                  </a:lnTo>
                  <a:lnTo>
                    <a:pt x="275415" y="113030"/>
                  </a:lnTo>
                  <a:lnTo>
                    <a:pt x="270881" y="123190"/>
                  </a:lnTo>
                  <a:close/>
                </a:path>
                <a:path w="652780" h="681989">
                  <a:moveTo>
                    <a:pt x="431482" y="147320"/>
                  </a:moveTo>
                  <a:lnTo>
                    <a:pt x="417742" y="147320"/>
                  </a:lnTo>
                  <a:lnTo>
                    <a:pt x="403859" y="143510"/>
                  </a:lnTo>
                  <a:lnTo>
                    <a:pt x="391382" y="137160"/>
                  </a:lnTo>
                  <a:lnTo>
                    <a:pt x="381762" y="125730"/>
                  </a:lnTo>
                  <a:lnTo>
                    <a:pt x="375570" y="113030"/>
                  </a:lnTo>
                  <a:lnTo>
                    <a:pt x="373380" y="97790"/>
                  </a:lnTo>
                  <a:lnTo>
                    <a:pt x="373380" y="27940"/>
                  </a:lnTo>
                  <a:lnTo>
                    <a:pt x="370332" y="24130"/>
                  </a:lnTo>
                  <a:lnTo>
                    <a:pt x="395824" y="24130"/>
                  </a:lnTo>
                  <a:lnTo>
                    <a:pt x="397764" y="34290"/>
                  </a:lnTo>
                  <a:lnTo>
                    <a:pt x="397764" y="97790"/>
                  </a:lnTo>
                  <a:lnTo>
                    <a:pt x="398859" y="105410"/>
                  </a:lnTo>
                  <a:lnTo>
                    <a:pt x="401955" y="111760"/>
                  </a:lnTo>
                  <a:lnTo>
                    <a:pt x="406765" y="116840"/>
                  </a:lnTo>
                  <a:lnTo>
                    <a:pt x="413004" y="120650"/>
                  </a:lnTo>
                  <a:lnTo>
                    <a:pt x="419838" y="123190"/>
                  </a:lnTo>
                  <a:lnTo>
                    <a:pt x="465158" y="123190"/>
                  </a:lnTo>
                  <a:lnTo>
                    <a:pt x="455675" y="133350"/>
                  </a:lnTo>
                  <a:lnTo>
                    <a:pt x="444365" y="142240"/>
                  </a:lnTo>
                  <a:lnTo>
                    <a:pt x="431482" y="147320"/>
                  </a:lnTo>
                  <a:close/>
                </a:path>
                <a:path w="652780" h="681989">
                  <a:moveTo>
                    <a:pt x="146494" y="621030"/>
                  </a:moveTo>
                  <a:lnTo>
                    <a:pt x="67056" y="552450"/>
                  </a:lnTo>
                  <a:lnTo>
                    <a:pt x="57912" y="528320"/>
                  </a:lnTo>
                  <a:lnTo>
                    <a:pt x="58483" y="521970"/>
                  </a:lnTo>
                  <a:lnTo>
                    <a:pt x="60198" y="514350"/>
                  </a:lnTo>
                  <a:lnTo>
                    <a:pt x="63055" y="508000"/>
                  </a:lnTo>
                  <a:lnTo>
                    <a:pt x="67056" y="501650"/>
                  </a:lnTo>
                  <a:lnTo>
                    <a:pt x="111251" y="458470"/>
                  </a:lnTo>
                  <a:lnTo>
                    <a:pt x="115181" y="452120"/>
                  </a:lnTo>
                  <a:lnTo>
                    <a:pt x="117538" y="444500"/>
                  </a:lnTo>
                  <a:lnTo>
                    <a:pt x="117895" y="438150"/>
                  </a:lnTo>
                  <a:lnTo>
                    <a:pt x="115824" y="430530"/>
                  </a:lnTo>
                  <a:lnTo>
                    <a:pt x="111847" y="424180"/>
                  </a:lnTo>
                  <a:lnTo>
                    <a:pt x="106870" y="419100"/>
                  </a:lnTo>
                  <a:lnTo>
                    <a:pt x="101036" y="416560"/>
                  </a:lnTo>
                  <a:lnTo>
                    <a:pt x="94488" y="415290"/>
                  </a:lnTo>
                  <a:lnTo>
                    <a:pt x="33528" y="415290"/>
                  </a:lnTo>
                  <a:lnTo>
                    <a:pt x="20574" y="412750"/>
                  </a:lnTo>
                  <a:lnTo>
                    <a:pt x="9906" y="405130"/>
                  </a:lnTo>
                  <a:lnTo>
                    <a:pt x="2667" y="393700"/>
                  </a:lnTo>
                  <a:lnTo>
                    <a:pt x="0" y="381000"/>
                  </a:lnTo>
                  <a:lnTo>
                    <a:pt x="0" y="299720"/>
                  </a:lnTo>
                  <a:lnTo>
                    <a:pt x="2667" y="285750"/>
                  </a:lnTo>
                  <a:lnTo>
                    <a:pt x="9906" y="274320"/>
                  </a:lnTo>
                  <a:lnTo>
                    <a:pt x="20574" y="266700"/>
                  </a:lnTo>
                  <a:lnTo>
                    <a:pt x="33528" y="264160"/>
                  </a:lnTo>
                  <a:lnTo>
                    <a:pt x="94488" y="264160"/>
                  </a:lnTo>
                  <a:lnTo>
                    <a:pt x="101036" y="262890"/>
                  </a:lnTo>
                  <a:lnTo>
                    <a:pt x="106870" y="260350"/>
                  </a:lnTo>
                  <a:lnTo>
                    <a:pt x="111847" y="255270"/>
                  </a:lnTo>
                  <a:lnTo>
                    <a:pt x="115824" y="248920"/>
                  </a:lnTo>
                  <a:lnTo>
                    <a:pt x="117895" y="241300"/>
                  </a:lnTo>
                  <a:lnTo>
                    <a:pt x="117538" y="234950"/>
                  </a:lnTo>
                  <a:lnTo>
                    <a:pt x="115181" y="227330"/>
                  </a:lnTo>
                  <a:lnTo>
                    <a:pt x="111251" y="222250"/>
                  </a:lnTo>
                  <a:lnTo>
                    <a:pt x="67056" y="177800"/>
                  </a:lnTo>
                  <a:lnTo>
                    <a:pt x="63055" y="171450"/>
                  </a:lnTo>
                  <a:lnTo>
                    <a:pt x="60198" y="166370"/>
                  </a:lnTo>
                  <a:lnTo>
                    <a:pt x="58483" y="160020"/>
                  </a:lnTo>
                  <a:lnTo>
                    <a:pt x="57912" y="153670"/>
                  </a:lnTo>
                  <a:lnTo>
                    <a:pt x="58388" y="147320"/>
                  </a:lnTo>
                  <a:lnTo>
                    <a:pt x="58483" y="146050"/>
                  </a:lnTo>
                  <a:lnTo>
                    <a:pt x="123443" y="69850"/>
                  </a:lnTo>
                  <a:lnTo>
                    <a:pt x="146494" y="59690"/>
                  </a:lnTo>
                  <a:lnTo>
                    <a:pt x="159234" y="62230"/>
                  </a:lnTo>
                  <a:lnTo>
                    <a:pt x="170688" y="69850"/>
                  </a:lnTo>
                  <a:lnTo>
                    <a:pt x="184912" y="85090"/>
                  </a:lnTo>
                  <a:lnTo>
                    <a:pt x="143256" y="85090"/>
                  </a:lnTo>
                  <a:lnTo>
                    <a:pt x="140208" y="87630"/>
                  </a:lnTo>
                  <a:lnTo>
                    <a:pt x="85343" y="146050"/>
                  </a:lnTo>
                  <a:lnTo>
                    <a:pt x="80772" y="149860"/>
                  </a:lnTo>
                  <a:lnTo>
                    <a:pt x="80772" y="156210"/>
                  </a:lnTo>
                  <a:lnTo>
                    <a:pt x="128016" y="203200"/>
                  </a:lnTo>
                  <a:lnTo>
                    <a:pt x="142160" y="243840"/>
                  </a:lnTo>
                  <a:lnTo>
                    <a:pt x="138683" y="257810"/>
                  </a:lnTo>
                  <a:lnTo>
                    <a:pt x="131349" y="270510"/>
                  </a:lnTo>
                  <a:lnTo>
                    <a:pt x="121158" y="280670"/>
                  </a:lnTo>
                  <a:lnTo>
                    <a:pt x="108680" y="287020"/>
                  </a:lnTo>
                  <a:lnTo>
                    <a:pt x="94488" y="288290"/>
                  </a:lnTo>
                  <a:lnTo>
                    <a:pt x="28956" y="288290"/>
                  </a:lnTo>
                  <a:lnTo>
                    <a:pt x="24383" y="293370"/>
                  </a:lnTo>
                  <a:lnTo>
                    <a:pt x="24383" y="386080"/>
                  </a:lnTo>
                  <a:lnTo>
                    <a:pt x="28956" y="391160"/>
                  </a:lnTo>
                  <a:lnTo>
                    <a:pt x="94488" y="391160"/>
                  </a:lnTo>
                  <a:lnTo>
                    <a:pt x="108680" y="392430"/>
                  </a:lnTo>
                  <a:lnTo>
                    <a:pt x="121158" y="398780"/>
                  </a:lnTo>
                  <a:lnTo>
                    <a:pt x="131349" y="408940"/>
                  </a:lnTo>
                  <a:lnTo>
                    <a:pt x="138683" y="421640"/>
                  </a:lnTo>
                  <a:lnTo>
                    <a:pt x="142160" y="435610"/>
                  </a:lnTo>
                  <a:lnTo>
                    <a:pt x="141351" y="449580"/>
                  </a:lnTo>
                  <a:lnTo>
                    <a:pt x="136540" y="463550"/>
                  </a:lnTo>
                  <a:lnTo>
                    <a:pt x="128016" y="474980"/>
                  </a:lnTo>
                  <a:lnTo>
                    <a:pt x="85343" y="520700"/>
                  </a:lnTo>
                  <a:lnTo>
                    <a:pt x="80772" y="524510"/>
                  </a:lnTo>
                  <a:lnTo>
                    <a:pt x="80772" y="530860"/>
                  </a:lnTo>
                  <a:lnTo>
                    <a:pt x="85343" y="534670"/>
                  </a:lnTo>
                  <a:lnTo>
                    <a:pt x="140208" y="591820"/>
                  </a:lnTo>
                  <a:lnTo>
                    <a:pt x="143256" y="596900"/>
                  </a:lnTo>
                  <a:lnTo>
                    <a:pt x="183726" y="596900"/>
                  </a:lnTo>
                  <a:lnTo>
                    <a:pt x="170688" y="610870"/>
                  </a:lnTo>
                  <a:lnTo>
                    <a:pt x="159234" y="618490"/>
                  </a:lnTo>
                  <a:lnTo>
                    <a:pt x="146494" y="621030"/>
                  </a:lnTo>
                  <a:close/>
                </a:path>
                <a:path w="652780" h="681989">
                  <a:moveTo>
                    <a:pt x="465158" y="123190"/>
                  </a:moveTo>
                  <a:lnTo>
                    <a:pt x="419838" y="123190"/>
                  </a:lnTo>
                  <a:lnTo>
                    <a:pt x="426529" y="121920"/>
                  </a:lnTo>
                  <a:lnTo>
                    <a:pt x="432935" y="119380"/>
                  </a:lnTo>
                  <a:lnTo>
                    <a:pt x="438912" y="115570"/>
                  </a:lnTo>
                  <a:lnTo>
                    <a:pt x="481583" y="69850"/>
                  </a:lnTo>
                  <a:lnTo>
                    <a:pt x="492394" y="62230"/>
                  </a:lnTo>
                  <a:lnTo>
                    <a:pt x="505206" y="59690"/>
                  </a:lnTo>
                  <a:lnTo>
                    <a:pt x="518017" y="62230"/>
                  </a:lnTo>
                  <a:lnTo>
                    <a:pt x="528828" y="69850"/>
                  </a:lnTo>
                  <a:lnTo>
                    <a:pt x="543458" y="85090"/>
                  </a:lnTo>
                  <a:lnTo>
                    <a:pt x="502920" y="85090"/>
                  </a:lnTo>
                  <a:lnTo>
                    <a:pt x="498348" y="87630"/>
                  </a:lnTo>
                  <a:lnTo>
                    <a:pt x="465158" y="123190"/>
                  </a:lnTo>
                  <a:close/>
                </a:path>
                <a:path w="652780" h="681989">
                  <a:moveTo>
                    <a:pt x="234529" y="147320"/>
                  </a:moveTo>
                  <a:lnTo>
                    <a:pt x="220789" y="147320"/>
                  </a:lnTo>
                  <a:lnTo>
                    <a:pt x="207907" y="142240"/>
                  </a:lnTo>
                  <a:lnTo>
                    <a:pt x="196596" y="133350"/>
                  </a:lnTo>
                  <a:lnTo>
                    <a:pt x="153924" y="87630"/>
                  </a:lnTo>
                  <a:lnTo>
                    <a:pt x="149351" y="85090"/>
                  </a:lnTo>
                  <a:lnTo>
                    <a:pt x="184912" y="85090"/>
                  </a:lnTo>
                  <a:lnTo>
                    <a:pt x="213359" y="115570"/>
                  </a:lnTo>
                  <a:lnTo>
                    <a:pt x="219336" y="119380"/>
                  </a:lnTo>
                  <a:lnTo>
                    <a:pt x="225742" y="121920"/>
                  </a:lnTo>
                  <a:lnTo>
                    <a:pt x="232433" y="123190"/>
                  </a:lnTo>
                  <a:lnTo>
                    <a:pt x="270881" y="123190"/>
                  </a:lnTo>
                  <a:lnTo>
                    <a:pt x="269748" y="125730"/>
                  </a:lnTo>
                  <a:lnTo>
                    <a:pt x="260651" y="137160"/>
                  </a:lnTo>
                  <a:lnTo>
                    <a:pt x="248412" y="143510"/>
                  </a:lnTo>
                  <a:lnTo>
                    <a:pt x="234529" y="147320"/>
                  </a:lnTo>
                  <a:close/>
                </a:path>
                <a:path w="652780" h="681989">
                  <a:moveTo>
                    <a:pt x="541947" y="596900"/>
                  </a:moveTo>
                  <a:lnTo>
                    <a:pt x="507492" y="596900"/>
                  </a:lnTo>
                  <a:lnTo>
                    <a:pt x="512064" y="591820"/>
                  </a:lnTo>
                  <a:lnTo>
                    <a:pt x="566928" y="534670"/>
                  </a:lnTo>
                  <a:lnTo>
                    <a:pt x="569975" y="530860"/>
                  </a:lnTo>
                  <a:lnTo>
                    <a:pt x="569975" y="524510"/>
                  </a:lnTo>
                  <a:lnTo>
                    <a:pt x="566928" y="520700"/>
                  </a:lnTo>
                  <a:lnTo>
                    <a:pt x="524256" y="474980"/>
                  </a:lnTo>
                  <a:lnTo>
                    <a:pt x="515088" y="463550"/>
                  </a:lnTo>
                  <a:lnTo>
                    <a:pt x="510349" y="449580"/>
                  </a:lnTo>
                  <a:lnTo>
                    <a:pt x="509979" y="438150"/>
                  </a:lnTo>
                  <a:lnTo>
                    <a:pt x="509897" y="435610"/>
                  </a:lnTo>
                  <a:lnTo>
                    <a:pt x="513588" y="421640"/>
                  </a:lnTo>
                  <a:lnTo>
                    <a:pt x="520922" y="408940"/>
                  </a:lnTo>
                  <a:lnTo>
                    <a:pt x="531114" y="398780"/>
                  </a:lnTo>
                  <a:lnTo>
                    <a:pt x="543591" y="392430"/>
                  </a:lnTo>
                  <a:lnTo>
                    <a:pt x="557783" y="391160"/>
                  </a:lnTo>
                  <a:lnTo>
                    <a:pt x="623316" y="391160"/>
                  </a:lnTo>
                  <a:lnTo>
                    <a:pt x="627888" y="386080"/>
                  </a:lnTo>
                  <a:lnTo>
                    <a:pt x="627888" y="293370"/>
                  </a:lnTo>
                  <a:lnTo>
                    <a:pt x="623316" y="288290"/>
                  </a:lnTo>
                  <a:lnTo>
                    <a:pt x="557783" y="288290"/>
                  </a:lnTo>
                  <a:lnTo>
                    <a:pt x="543591" y="287020"/>
                  </a:lnTo>
                  <a:lnTo>
                    <a:pt x="531114" y="280670"/>
                  </a:lnTo>
                  <a:lnTo>
                    <a:pt x="520922" y="270510"/>
                  </a:lnTo>
                  <a:lnTo>
                    <a:pt x="513588" y="257810"/>
                  </a:lnTo>
                  <a:lnTo>
                    <a:pt x="509897" y="243840"/>
                  </a:lnTo>
                  <a:lnTo>
                    <a:pt x="510349" y="229870"/>
                  </a:lnTo>
                  <a:lnTo>
                    <a:pt x="515088" y="215900"/>
                  </a:lnTo>
                  <a:lnTo>
                    <a:pt x="524256" y="203200"/>
                  </a:lnTo>
                  <a:lnTo>
                    <a:pt x="566928" y="158750"/>
                  </a:lnTo>
                  <a:lnTo>
                    <a:pt x="569975" y="156210"/>
                  </a:lnTo>
                  <a:lnTo>
                    <a:pt x="569975" y="149860"/>
                  </a:lnTo>
                  <a:lnTo>
                    <a:pt x="566928" y="146050"/>
                  </a:lnTo>
                  <a:lnTo>
                    <a:pt x="512064" y="87630"/>
                  </a:lnTo>
                  <a:lnTo>
                    <a:pt x="507492" y="85090"/>
                  </a:lnTo>
                  <a:lnTo>
                    <a:pt x="543458" y="85090"/>
                  </a:lnTo>
                  <a:lnTo>
                    <a:pt x="583692" y="127000"/>
                  </a:lnTo>
                  <a:lnTo>
                    <a:pt x="592836" y="153670"/>
                  </a:lnTo>
                  <a:lnTo>
                    <a:pt x="592379" y="158750"/>
                  </a:lnTo>
                  <a:lnTo>
                    <a:pt x="592264" y="160020"/>
                  </a:lnTo>
                  <a:lnTo>
                    <a:pt x="590550" y="166370"/>
                  </a:lnTo>
                  <a:lnTo>
                    <a:pt x="587692" y="171450"/>
                  </a:lnTo>
                  <a:lnTo>
                    <a:pt x="583692" y="177800"/>
                  </a:lnTo>
                  <a:lnTo>
                    <a:pt x="541020" y="222250"/>
                  </a:lnTo>
                  <a:lnTo>
                    <a:pt x="536424" y="227330"/>
                  </a:lnTo>
                  <a:lnTo>
                    <a:pt x="533971" y="234950"/>
                  </a:lnTo>
                  <a:lnTo>
                    <a:pt x="533519" y="241300"/>
                  </a:lnTo>
                  <a:lnTo>
                    <a:pt x="534924" y="248920"/>
                  </a:lnTo>
                  <a:lnTo>
                    <a:pt x="538924" y="255270"/>
                  </a:lnTo>
                  <a:lnTo>
                    <a:pt x="544068" y="260350"/>
                  </a:lnTo>
                  <a:lnTo>
                    <a:pt x="550354" y="262890"/>
                  </a:lnTo>
                  <a:lnTo>
                    <a:pt x="557783" y="264160"/>
                  </a:lnTo>
                  <a:lnTo>
                    <a:pt x="618743" y="264160"/>
                  </a:lnTo>
                  <a:lnTo>
                    <a:pt x="631698" y="266700"/>
                  </a:lnTo>
                  <a:lnTo>
                    <a:pt x="642366" y="274320"/>
                  </a:lnTo>
                  <a:lnTo>
                    <a:pt x="649605" y="285750"/>
                  </a:lnTo>
                  <a:lnTo>
                    <a:pt x="652272" y="299720"/>
                  </a:lnTo>
                  <a:lnTo>
                    <a:pt x="652272" y="381000"/>
                  </a:lnTo>
                  <a:lnTo>
                    <a:pt x="649605" y="393700"/>
                  </a:lnTo>
                  <a:lnTo>
                    <a:pt x="642366" y="405130"/>
                  </a:lnTo>
                  <a:lnTo>
                    <a:pt x="631698" y="412750"/>
                  </a:lnTo>
                  <a:lnTo>
                    <a:pt x="618743" y="415290"/>
                  </a:lnTo>
                  <a:lnTo>
                    <a:pt x="557783" y="415290"/>
                  </a:lnTo>
                  <a:lnTo>
                    <a:pt x="550354" y="416560"/>
                  </a:lnTo>
                  <a:lnTo>
                    <a:pt x="544068" y="419100"/>
                  </a:lnTo>
                  <a:lnTo>
                    <a:pt x="538924" y="424180"/>
                  </a:lnTo>
                  <a:lnTo>
                    <a:pt x="534924" y="430530"/>
                  </a:lnTo>
                  <a:lnTo>
                    <a:pt x="533519" y="438150"/>
                  </a:lnTo>
                  <a:lnTo>
                    <a:pt x="533971" y="444500"/>
                  </a:lnTo>
                  <a:lnTo>
                    <a:pt x="536424" y="452120"/>
                  </a:lnTo>
                  <a:lnTo>
                    <a:pt x="541020" y="458470"/>
                  </a:lnTo>
                  <a:lnTo>
                    <a:pt x="583692" y="501650"/>
                  </a:lnTo>
                  <a:lnTo>
                    <a:pt x="587692" y="508000"/>
                  </a:lnTo>
                  <a:lnTo>
                    <a:pt x="590550" y="514350"/>
                  </a:lnTo>
                  <a:lnTo>
                    <a:pt x="592264" y="521970"/>
                  </a:lnTo>
                  <a:lnTo>
                    <a:pt x="592836" y="528320"/>
                  </a:lnTo>
                  <a:lnTo>
                    <a:pt x="592607" y="530860"/>
                  </a:lnTo>
                  <a:lnTo>
                    <a:pt x="592493" y="532130"/>
                  </a:lnTo>
                  <a:lnTo>
                    <a:pt x="592379" y="533400"/>
                  </a:lnTo>
                  <a:lnTo>
                    <a:pt x="592264" y="534670"/>
                  </a:lnTo>
                  <a:lnTo>
                    <a:pt x="590550" y="541020"/>
                  </a:lnTo>
                  <a:lnTo>
                    <a:pt x="587692" y="547370"/>
                  </a:lnTo>
                  <a:lnTo>
                    <a:pt x="583692" y="552450"/>
                  </a:lnTo>
                  <a:lnTo>
                    <a:pt x="541947" y="596900"/>
                  </a:lnTo>
                  <a:close/>
                </a:path>
                <a:path w="652780" h="681989">
                  <a:moveTo>
                    <a:pt x="395897" y="656590"/>
                  </a:moveTo>
                  <a:lnTo>
                    <a:pt x="370332" y="656590"/>
                  </a:lnTo>
                  <a:lnTo>
                    <a:pt x="373380" y="651510"/>
                  </a:lnTo>
                  <a:lnTo>
                    <a:pt x="373380" y="582930"/>
                  </a:lnTo>
                  <a:lnTo>
                    <a:pt x="391382" y="543560"/>
                  </a:lnTo>
                  <a:lnTo>
                    <a:pt x="417742" y="532130"/>
                  </a:lnTo>
                  <a:lnTo>
                    <a:pt x="431482" y="533400"/>
                  </a:lnTo>
                  <a:lnTo>
                    <a:pt x="444365" y="538480"/>
                  </a:lnTo>
                  <a:lnTo>
                    <a:pt x="455675" y="548640"/>
                  </a:lnTo>
                  <a:lnTo>
                    <a:pt x="464461" y="557530"/>
                  </a:lnTo>
                  <a:lnTo>
                    <a:pt x="419838" y="557530"/>
                  </a:lnTo>
                  <a:lnTo>
                    <a:pt x="413004" y="560070"/>
                  </a:lnTo>
                  <a:lnTo>
                    <a:pt x="406765" y="563880"/>
                  </a:lnTo>
                  <a:lnTo>
                    <a:pt x="401955" y="568960"/>
                  </a:lnTo>
                  <a:lnTo>
                    <a:pt x="398859" y="575310"/>
                  </a:lnTo>
                  <a:lnTo>
                    <a:pt x="397764" y="582930"/>
                  </a:lnTo>
                  <a:lnTo>
                    <a:pt x="397764" y="647700"/>
                  </a:lnTo>
                  <a:lnTo>
                    <a:pt x="395897" y="656590"/>
                  </a:lnTo>
                  <a:close/>
                </a:path>
                <a:path w="652780" h="681989">
                  <a:moveTo>
                    <a:pt x="183726" y="596900"/>
                  </a:moveTo>
                  <a:lnTo>
                    <a:pt x="149351" y="596900"/>
                  </a:lnTo>
                  <a:lnTo>
                    <a:pt x="153924" y="591820"/>
                  </a:lnTo>
                  <a:lnTo>
                    <a:pt x="196596" y="548640"/>
                  </a:lnTo>
                  <a:lnTo>
                    <a:pt x="203977" y="541020"/>
                  </a:lnTo>
                  <a:lnTo>
                    <a:pt x="212217" y="535940"/>
                  </a:lnTo>
                  <a:lnTo>
                    <a:pt x="221027" y="533400"/>
                  </a:lnTo>
                  <a:lnTo>
                    <a:pt x="242316" y="533400"/>
                  </a:lnTo>
                  <a:lnTo>
                    <a:pt x="248412" y="535940"/>
                  </a:lnTo>
                  <a:lnTo>
                    <a:pt x="260651" y="543560"/>
                  </a:lnTo>
                  <a:lnTo>
                    <a:pt x="269748" y="553720"/>
                  </a:lnTo>
                  <a:lnTo>
                    <a:pt x="271293" y="557530"/>
                  </a:lnTo>
                  <a:lnTo>
                    <a:pt x="225742" y="557530"/>
                  </a:lnTo>
                  <a:lnTo>
                    <a:pt x="219336" y="560070"/>
                  </a:lnTo>
                  <a:lnTo>
                    <a:pt x="213359" y="565150"/>
                  </a:lnTo>
                  <a:lnTo>
                    <a:pt x="183726" y="596900"/>
                  </a:lnTo>
                  <a:close/>
                </a:path>
                <a:path w="652780" h="681989">
                  <a:moveTo>
                    <a:pt x="364236" y="681990"/>
                  </a:moveTo>
                  <a:lnTo>
                    <a:pt x="286512" y="681990"/>
                  </a:lnTo>
                  <a:lnTo>
                    <a:pt x="273558" y="679450"/>
                  </a:lnTo>
                  <a:lnTo>
                    <a:pt x="262890" y="671830"/>
                  </a:lnTo>
                  <a:lnTo>
                    <a:pt x="255650" y="660400"/>
                  </a:lnTo>
                  <a:lnTo>
                    <a:pt x="252983" y="647700"/>
                  </a:lnTo>
                  <a:lnTo>
                    <a:pt x="252983" y="582930"/>
                  </a:lnTo>
                  <a:lnTo>
                    <a:pt x="252126" y="575310"/>
                  </a:lnTo>
                  <a:lnTo>
                    <a:pt x="249555" y="568960"/>
                  </a:lnTo>
                  <a:lnTo>
                    <a:pt x="245268" y="563880"/>
                  </a:lnTo>
                  <a:lnTo>
                    <a:pt x="239267" y="560070"/>
                  </a:lnTo>
                  <a:lnTo>
                    <a:pt x="232433" y="557530"/>
                  </a:lnTo>
                  <a:lnTo>
                    <a:pt x="271293" y="557530"/>
                  </a:lnTo>
                  <a:lnTo>
                    <a:pt x="275415" y="567690"/>
                  </a:lnTo>
                  <a:lnTo>
                    <a:pt x="277367" y="582930"/>
                  </a:lnTo>
                  <a:lnTo>
                    <a:pt x="277367" y="651510"/>
                  </a:lnTo>
                  <a:lnTo>
                    <a:pt x="281940" y="656590"/>
                  </a:lnTo>
                  <a:lnTo>
                    <a:pt x="395897" y="656590"/>
                  </a:lnTo>
                  <a:lnTo>
                    <a:pt x="395097" y="660400"/>
                  </a:lnTo>
                  <a:lnTo>
                    <a:pt x="387858" y="671830"/>
                  </a:lnTo>
                  <a:lnTo>
                    <a:pt x="377190" y="679450"/>
                  </a:lnTo>
                  <a:lnTo>
                    <a:pt x="364236" y="681990"/>
                  </a:lnTo>
                  <a:close/>
                </a:path>
                <a:path w="652780" h="681989">
                  <a:moveTo>
                    <a:pt x="505206" y="621030"/>
                  </a:moveTo>
                  <a:lnTo>
                    <a:pt x="492394" y="618490"/>
                  </a:lnTo>
                  <a:lnTo>
                    <a:pt x="481583" y="610870"/>
                  </a:lnTo>
                  <a:lnTo>
                    <a:pt x="438912" y="565150"/>
                  </a:lnTo>
                  <a:lnTo>
                    <a:pt x="432935" y="560070"/>
                  </a:lnTo>
                  <a:lnTo>
                    <a:pt x="426529" y="557530"/>
                  </a:lnTo>
                  <a:lnTo>
                    <a:pt x="464461" y="557530"/>
                  </a:lnTo>
                  <a:lnTo>
                    <a:pt x="498348" y="591820"/>
                  </a:lnTo>
                  <a:lnTo>
                    <a:pt x="502920" y="596900"/>
                  </a:lnTo>
                  <a:lnTo>
                    <a:pt x="541947" y="596900"/>
                  </a:lnTo>
                  <a:lnTo>
                    <a:pt x="528828" y="610870"/>
                  </a:lnTo>
                  <a:lnTo>
                    <a:pt x="518017" y="618490"/>
                  </a:lnTo>
                  <a:lnTo>
                    <a:pt x="505206" y="62103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pPr defTabSz="1183325"/>
              <a:endParaRPr sz="2329"/>
            </a:p>
          </p:txBody>
        </p:sp>
        <p:pic>
          <p:nvPicPr>
            <p:cNvPr id="18" name="object 1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639568" y="3924299"/>
              <a:ext cx="217932" cy="227076"/>
            </a:xfrm>
            <a:prstGeom prst="rect">
              <a:avLst/>
            </a:prstGeom>
          </p:spPr>
        </p:pic>
        <p:sp>
          <p:nvSpPr>
            <p:cNvPr id="19" name="object 19"/>
            <p:cNvSpPr/>
            <p:nvPr/>
          </p:nvSpPr>
          <p:spPr>
            <a:xfrm>
              <a:off x="5446776" y="3006851"/>
              <a:ext cx="1080770" cy="929640"/>
            </a:xfrm>
            <a:custGeom>
              <a:avLst/>
              <a:gdLst/>
              <a:ahLst/>
              <a:cxnLst/>
              <a:rect l="l" t="t" r="r" b="b"/>
              <a:pathLst>
                <a:path w="1080770" h="929639">
                  <a:moveTo>
                    <a:pt x="541019" y="929640"/>
                  </a:moveTo>
                  <a:lnTo>
                    <a:pt x="0" y="464820"/>
                  </a:lnTo>
                  <a:lnTo>
                    <a:pt x="541019" y="0"/>
                  </a:lnTo>
                  <a:lnTo>
                    <a:pt x="1080516" y="464820"/>
                  </a:lnTo>
                  <a:lnTo>
                    <a:pt x="541019" y="929640"/>
                  </a:lnTo>
                  <a:close/>
                </a:path>
              </a:pathLst>
            </a:custGeom>
            <a:solidFill>
              <a:srgbClr val="4472C3"/>
            </a:solidFill>
          </p:spPr>
          <p:txBody>
            <a:bodyPr wrap="square" lIns="0" tIns="0" rIns="0" bIns="0" rtlCol="0"/>
            <a:lstStyle/>
            <a:p>
              <a:pPr defTabSz="1183325"/>
              <a:endParaRPr sz="2329"/>
            </a:p>
          </p:txBody>
        </p:sp>
        <p:sp>
          <p:nvSpPr>
            <p:cNvPr id="20" name="object 20"/>
            <p:cNvSpPr/>
            <p:nvPr/>
          </p:nvSpPr>
          <p:spPr>
            <a:xfrm>
              <a:off x="5446776" y="3006851"/>
              <a:ext cx="1080770" cy="929640"/>
            </a:xfrm>
            <a:custGeom>
              <a:avLst/>
              <a:gdLst/>
              <a:ahLst/>
              <a:cxnLst/>
              <a:rect l="l" t="t" r="r" b="b"/>
              <a:pathLst>
                <a:path w="1080770" h="929639">
                  <a:moveTo>
                    <a:pt x="0" y="464820"/>
                  </a:moveTo>
                  <a:lnTo>
                    <a:pt x="541019" y="0"/>
                  </a:lnTo>
                  <a:lnTo>
                    <a:pt x="1080516" y="464820"/>
                  </a:lnTo>
                  <a:lnTo>
                    <a:pt x="541019" y="929640"/>
                  </a:lnTo>
                  <a:lnTo>
                    <a:pt x="0" y="464820"/>
                  </a:lnTo>
                  <a:close/>
                </a:path>
              </a:pathLst>
            </a:custGeom>
            <a:ln w="10668">
              <a:solidFill>
                <a:srgbClr val="2F528E"/>
              </a:solidFill>
            </a:ln>
          </p:spPr>
          <p:txBody>
            <a:bodyPr wrap="square" lIns="0" tIns="0" rIns="0" bIns="0" rtlCol="0"/>
            <a:lstStyle/>
            <a:p>
              <a:pPr defTabSz="1183325"/>
              <a:endParaRPr sz="2329"/>
            </a:p>
          </p:txBody>
        </p:sp>
      </p:grpSp>
      <p:sp>
        <p:nvSpPr>
          <p:cNvPr id="21" name="object 21"/>
          <p:cNvSpPr txBox="1"/>
          <p:nvPr/>
        </p:nvSpPr>
        <p:spPr>
          <a:xfrm>
            <a:off x="987401" y="3298946"/>
            <a:ext cx="2064273" cy="1679917"/>
          </a:xfrm>
          <a:prstGeom prst="rect">
            <a:avLst/>
          </a:prstGeom>
        </p:spPr>
        <p:txBody>
          <a:bodyPr vert="horz" wrap="square" lIns="0" tIns="20544" rIns="0" bIns="0" rtlCol="0">
            <a:spAutoFit/>
          </a:bodyPr>
          <a:lstStyle/>
          <a:p>
            <a:pPr marL="922829" defTabSz="1183325">
              <a:spcBef>
                <a:spcPts val="162"/>
              </a:spcBef>
            </a:pPr>
            <a:r>
              <a:rPr sz="3818" spc="-13" dirty="0">
                <a:solidFill>
                  <a:srgbClr val="FF0000"/>
                </a:solidFill>
                <a:latin typeface="Comic Sans MS"/>
                <a:cs typeface="Comic Sans MS"/>
              </a:rPr>
              <a:t>Build</a:t>
            </a:r>
            <a:endParaRPr sz="3818">
              <a:latin typeface="Comic Sans MS"/>
              <a:cs typeface="Comic Sans MS"/>
            </a:endParaRPr>
          </a:p>
          <a:p>
            <a:pPr marL="142163" marR="1414238" indent="-126550" defTabSz="1183325">
              <a:spcBef>
                <a:spcPts val="2362"/>
              </a:spcBef>
            </a:pPr>
            <a:r>
              <a:rPr sz="1488" spc="-13" dirty="0">
                <a:solidFill>
                  <a:srgbClr val="FFFFFF"/>
                </a:solidFill>
                <a:latin typeface="Comic Sans MS"/>
                <a:cs typeface="Comic Sans MS"/>
              </a:rPr>
              <a:t>Source </a:t>
            </a:r>
            <a:r>
              <a:rPr sz="1488" spc="-26" dirty="0">
                <a:solidFill>
                  <a:srgbClr val="FFFFFF"/>
                </a:solidFill>
                <a:latin typeface="Comic Sans MS"/>
                <a:cs typeface="Comic Sans MS"/>
              </a:rPr>
              <a:t>Code</a:t>
            </a:r>
            <a:endParaRPr sz="1488">
              <a:latin typeface="Comic Sans MS"/>
              <a:cs typeface="Comic Sans MS"/>
            </a:endParaRPr>
          </a:p>
          <a:p>
            <a:pPr marL="1187434" defTabSz="1183325">
              <a:spcBef>
                <a:spcPts val="556"/>
              </a:spcBef>
            </a:pPr>
            <a:r>
              <a:rPr sz="1488" spc="-13" dirty="0">
                <a:solidFill>
                  <a:srgbClr val="FF0000"/>
                </a:solidFill>
                <a:latin typeface="Comic Sans MS"/>
                <a:cs typeface="Comic Sans MS"/>
              </a:rPr>
              <a:t>Input</a:t>
            </a:r>
            <a:endParaRPr sz="1488">
              <a:latin typeface="Comic Sans MS"/>
              <a:cs typeface="Comic Sans MS"/>
            </a:endParaRPr>
          </a:p>
        </p:txBody>
      </p:sp>
      <p:grpSp>
        <p:nvGrpSpPr>
          <p:cNvPr id="22" name="object 22"/>
          <p:cNvGrpSpPr/>
          <p:nvPr/>
        </p:nvGrpSpPr>
        <p:grpSpPr>
          <a:xfrm>
            <a:off x="10206318" y="5230368"/>
            <a:ext cx="2708536" cy="1132392"/>
            <a:chOff x="7734300" y="4041648"/>
            <a:chExt cx="2092960" cy="875030"/>
          </a:xfrm>
        </p:grpSpPr>
        <p:sp>
          <p:nvSpPr>
            <p:cNvPr id="23" name="object 23"/>
            <p:cNvSpPr/>
            <p:nvPr/>
          </p:nvSpPr>
          <p:spPr>
            <a:xfrm>
              <a:off x="7734300" y="4041648"/>
              <a:ext cx="2092960" cy="875030"/>
            </a:xfrm>
            <a:custGeom>
              <a:avLst/>
              <a:gdLst/>
              <a:ahLst/>
              <a:cxnLst/>
              <a:rect l="l" t="t" r="r" b="b"/>
              <a:pathLst>
                <a:path w="2092959" h="875029">
                  <a:moveTo>
                    <a:pt x="4571" y="870203"/>
                  </a:moveTo>
                  <a:lnTo>
                    <a:pt x="0" y="870203"/>
                  </a:lnTo>
                  <a:lnTo>
                    <a:pt x="0" y="838200"/>
                  </a:lnTo>
                  <a:lnTo>
                    <a:pt x="10667" y="838200"/>
                  </a:lnTo>
                  <a:lnTo>
                    <a:pt x="10667" y="864107"/>
                  </a:lnTo>
                  <a:lnTo>
                    <a:pt x="4571" y="864107"/>
                  </a:lnTo>
                  <a:lnTo>
                    <a:pt x="4571" y="870203"/>
                  </a:lnTo>
                  <a:close/>
                </a:path>
                <a:path w="2092959" h="875029">
                  <a:moveTo>
                    <a:pt x="30480" y="874775"/>
                  </a:moveTo>
                  <a:lnTo>
                    <a:pt x="4571" y="874775"/>
                  </a:lnTo>
                  <a:lnTo>
                    <a:pt x="4571" y="864107"/>
                  </a:lnTo>
                  <a:lnTo>
                    <a:pt x="10667" y="864107"/>
                  </a:lnTo>
                  <a:lnTo>
                    <a:pt x="10667" y="870203"/>
                  </a:lnTo>
                  <a:lnTo>
                    <a:pt x="30480" y="870203"/>
                  </a:lnTo>
                  <a:lnTo>
                    <a:pt x="30480" y="874775"/>
                  </a:lnTo>
                  <a:close/>
                </a:path>
                <a:path w="2092959" h="875029">
                  <a:moveTo>
                    <a:pt x="30480" y="870203"/>
                  </a:moveTo>
                  <a:lnTo>
                    <a:pt x="10667" y="870203"/>
                  </a:lnTo>
                  <a:lnTo>
                    <a:pt x="10667" y="864107"/>
                  </a:lnTo>
                  <a:lnTo>
                    <a:pt x="30480" y="864107"/>
                  </a:lnTo>
                  <a:lnTo>
                    <a:pt x="30480" y="870203"/>
                  </a:lnTo>
                  <a:close/>
                </a:path>
                <a:path w="2092959" h="875029">
                  <a:moveTo>
                    <a:pt x="10667" y="827532"/>
                  </a:moveTo>
                  <a:lnTo>
                    <a:pt x="0" y="827532"/>
                  </a:lnTo>
                  <a:lnTo>
                    <a:pt x="0" y="797051"/>
                  </a:lnTo>
                  <a:lnTo>
                    <a:pt x="10667" y="797051"/>
                  </a:lnTo>
                  <a:lnTo>
                    <a:pt x="10667" y="827532"/>
                  </a:lnTo>
                  <a:close/>
                </a:path>
                <a:path w="2092959" h="875029">
                  <a:moveTo>
                    <a:pt x="10667" y="786384"/>
                  </a:moveTo>
                  <a:lnTo>
                    <a:pt x="0" y="786384"/>
                  </a:lnTo>
                  <a:lnTo>
                    <a:pt x="0" y="754379"/>
                  </a:lnTo>
                  <a:lnTo>
                    <a:pt x="10667" y="754379"/>
                  </a:lnTo>
                  <a:lnTo>
                    <a:pt x="10667" y="786384"/>
                  </a:lnTo>
                  <a:close/>
                </a:path>
                <a:path w="2092959" h="875029">
                  <a:moveTo>
                    <a:pt x="10667" y="743711"/>
                  </a:moveTo>
                  <a:lnTo>
                    <a:pt x="0" y="743711"/>
                  </a:lnTo>
                  <a:lnTo>
                    <a:pt x="0" y="713232"/>
                  </a:lnTo>
                  <a:lnTo>
                    <a:pt x="10667" y="713232"/>
                  </a:lnTo>
                  <a:lnTo>
                    <a:pt x="10667" y="743711"/>
                  </a:lnTo>
                  <a:close/>
                </a:path>
                <a:path w="2092959" h="875029">
                  <a:moveTo>
                    <a:pt x="10667" y="702563"/>
                  </a:moveTo>
                  <a:lnTo>
                    <a:pt x="0" y="702563"/>
                  </a:lnTo>
                  <a:lnTo>
                    <a:pt x="0" y="670559"/>
                  </a:lnTo>
                  <a:lnTo>
                    <a:pt x="10667" y="670559"/>
                  </a:lnTo>
                  <a:lnTo>
                    <a:pt x="10667" y="702563"/>
                  </a:lnTo>
                  <a:close/>
                </a:path>
                <a:path w="2092959" h="875029">
                  <a:moveTo>
                    <a:pt x="10667" y="659892"/>
                  </a:moveTo>
                  <a:lnTo>
                    <a:pt x="0" y="659892"/>
                  </a:lnTo>
                  <a:lnTo>
                    <a:pt x="0" y="629411"/>
                  </a:lnTo>
                  <a:lnTo>
                    <a:pt x="10667" y="629411"/>
                  </a:lnTo>
                  <a:lnTo>
                    <a:pt x="10667" y="659892"/>
                  </a:lnTo>
                  <a:close/>
                </a:path>
                <a:path w="2092959" h="875029">
                  <a:moveTo>
                    <a:pt x="10667" y="618743"/>
                  </a:moveTo>
                  <a:lnTo>
                    <a:pt x="0" y="618743"/>
                  </a:lnTo>
                  <a:lnTo>
                    <a:pt x="0" y="586740"/>
                  </a:lnTo>
                  <a:lnTo>
                    <a:pt x="10667" y="586740"/>
                  </a:lnTo>
                  <a:lnTo>
                    <a:pt x="10667" y="618743"/>
                  </a:lnTo>
                  <a:close/>
                </a:path>
                <a:path w="2092959" h="875029">
                  <a:moveTo>
                    <a:pt x="10667" y="576071"/>
                  </a:moveTo>
                  <a:lnTo>
                    <a:pt x="0" y="576071"/>
                  </a:lnTo>
                  <a:lnTo>
                    <a:pt x="0" y="545592"/>
                  </a:lnTo>
                  <a:lnTo>
                    <a:pt x="10667" y="545592"/>
                  </a:lnTo>
                  <a:lnTo>
                    <a:pt x="10667" y="576071"/>
                  </a:lnTo>
                  <a:close/>
                </a:path>
                <a:path w="2092959" h="875029">
                  <a:moveTo>
                    <a:pt x="10667" y="534924"/>
                  </a:moveTo>
                  <a:lnTo>
                    <a:pt x="0" y="534924"/>
                  </a:lnTo>
                  <a:lnTo>
                    <a:pt x="0" y="502919"/>
                  </a:lnTo>
                  <a:lnTo>
                    <a:pt x="10667" y="502919"/>
                  </a:lnTo>
                  <a:lnTo>
                    <a:pt x="10667" y="534924"/>
                  </a:lnTo>
                  <a:close/>
                </a:path>
                <a:path w="2092959" h="875029">
                  <a:moveTo>
                    <a:pt x="10667" y="492251"/>
                  </a:moveTo>
                  <a:lnTo>
                    <a:pt x="0" y="492251"/>
                  </a:lnTo>
                  <a:lnTo>
                    <a:pt x="0" y="461771"/>
                  </a:lnTo>
                  <a:lnTo>
                    <a:pt x="10667" y="461771"/>
                  </a:lnTo>
                  <a:lnTo>
                    <a:pt x="10667" y="492251"/>
                  </a:lnTo>
                  <a:close/>
                </a:path>
                <a:path w="2092959" h="875029">
                  <a:moveTo>
                    <a:pt x="10667" y="451103"/>
                  </a:moveTo>
                  <a:lnTo>
                    <a:pt x="0" y="451103"/>
                  </a:lnTo>
                  <a:lnTo>
                    <a:pt x="0" y="419100"/>
                  </a:lnTo>
                  <a:lnTo>
                    <a:pt x="10667" y="419100"/>
                  </a:lnTo>
                  <a:lnTo>
                    <a:pt x="10667" y="451103"/>
                  </a:lnTo>
                  <a:close/>
                </a:path>
                <a:path w="2092959" h="875029">
                  <a:moveTo>
                    <a:pt x="10667" y="408432"/>
                  </a:moveTo>
                  <a:lnTo>
                    <a:pt x="0" y="408432"/>
                  </a:lnTo>
                  <a:lnTo>
                    <a:pt x="0" y="377951"/>
                  </a:lnTo>
                  <a:lnTo>
                    <a:pt x="10667" y="377951"/>
                  </a:lnTo>
                  <a:lnTo>
                    <a:pt x="10667" y="408432"/>
                  </a:lnTo>
                  <a:close/>
                </a:path>
                <a:path w="2092959" h="875029">
                  <a:moveTo>
                    <a:pt x="10667" y="367283"/>
                  </a:moveTo>
                  <a:lnTo>
                    <a:pt x="0" y="367283"/>
                  </a:lnTo>
                  <a:lnTo>
                    <a:pt x="0" y="335279"/>
                  </a:lnTo>
                  <a:lnTo>
                    <a:pt x="10667" y="335279"/>
                  </a:lnTo>
                  <a:lnTo>
                    <a:pt x="10667" y="367283"/>
                  </a:lnTo>
                  <a:close/>
                </a:path>
                <a:path w="2092959" h="875029">
                  <a:moveTo>
                    <a:pt x="10667" y="324611"/>
                  </a:moveTo>
                  <a:lnTo>
                    <a:pt x="0" y="324611"/>
                  </a:lnTo>
                  <a:lnTo>
                    <a:pt x="0" y="294132"/>
                  </a:lnTo>
                  <a:lnTo>
                    <a:pt x="10667" y="294132"/>
                  </a:lnTo>
                  <a:lnTo>
                    <a:pt x="10667" y="324611"/>
                  </a:lnTo>
                  <a:close/>
                </a:path>
                <a:path w="2092959" h="875029">
                  <a:moveTo>
                    <a:pt x="10667" y="283463"/>
                  </a:moveTo>
                  <a:lnTo>
                    <a:pt x="0" y="283463"/>
                  </a:lnTo>
                  <a:lnTo>
                    <a:pt x="0" y="251459"/>
                  </a:lnTo>
                  <a:lnTo>
                    <a:pt x="10667" y="251459"/>
                  </a:lnTo>
                  <a:lnTo>
                    <a:pt x="10667" y="283463"/>
                  </a:lnTo>
                  <a:close/>
                </a:path>
                <a:path w="2092959" h="875029">
                  <a:moveTo>
                    <a:pt x="10667" y="240791"/>
                  </a:moveTo>
                  <a:lnTo>
                    <a:pt x="0" y="240791"/>
                  </a:lnTo>
                  <a:lnTo>
                    <a:pt x="0" y="210311"/>
                  </a:lnTo>
                  <a:lnTo>
                    <a:pt x="10667" y="210311"/>
                  </a:lnTo>
                  <a:lnTo>
                    <a:pt x="10667" y="240791"/>
                  </a:lnTo>
                  <a:close/>
                </a:path>
                <a:path w="2092959" h="875029">
                  <a:moveTo>
                    <a:pt x="10667" y="199643"/>
                  </a:moveTo>
                  <a:lnTo>
                    <a:pt x="0" y="199643"/>
                  </a:lnTo>
                  <a:lnTo>
                    <a:pt x="0" y="167640"/>
                  </a:lnTo>
                  <a:lnTo>
                    <a:pt x="10667" y="167640"/>
                  </a:lnTo>
                  <a:lnTo>
                    <a:pt x="10667" y="199643"/>
                  </a:lnTo>
                  <a:close/>
                </a:path>
                <a:path w="2092959" h="875029">
                  <a:moveTo>
                    <a:pt x="10667" y="156971"/>
                  </a:moveTo>
                  <a:lnTo>
                    <a:pt x="0" y="156971"/>
                  </a:lnTo>
                  <a:lnTo>
                    <a:pt x="0" y="126491"/>
                  </a:lnTo>
                  <a:lnTo>
                    <a:pt x="10667" y="126491"/>
                  </a:lnTo>
                  <a:lnTo>
                    <a:pt x="10667" y="156971"/>
                  </a:lnTo>
                  <a:close/>
                </a:path>
                <a:path w="2092959" h="875029">
                  <a:moveTo>
                    <a:pt x="10667" y="115824"/>
                  </a:moveTo>
                  <a:lnTo>
                    <a:pt x="0" y="115824"/>
                  </a:lnTo>
                  <a:lnTo>
                    <a:pt x="0" y="83819"/>
                  </a:lnTo>
                  <a:lnTo>
                    <a:pt x="10667" y="83819"/>
                  </a:lnTo>
                  <a:lnTo>
                    <a:pt x="10667" y="115824"/>
                  </a:lnTo>
                  <a:close/>
                </a:path>
                <a:path w="2092959" h="875029">
                  <a:moveTo>
                    <a:pt x="10667" y="73151"/>
                  </a:moveTo>
                  <a:lnTo>
                    <a:pt x="0" y="73151"/>
                  </a:lnTo>
                  <a:lnTo>
                    <a:pt x="0" y="42671"/>
                  </a:lnTo>
                  <a:lnTo>
                    <a:pt x="10667" y="42671"/>
                  </a:lnTo>
                  <a:lnTo>
                    <a:pt x="10667" y="73151"/>
                  </a:lnTo>
                  <a:close/>
                </a:path>
                <a:path w="2092959" h="875029">
                  <a:moveTo>
                    <a:pt x="10667" y="32003"/>
                  </a:moveTo>
                  <a:lnTo>
                    <a:pt x="0" y="32003"/>
                  </a:lnTo>
                  <a:lnTo>
                    <a:pt x="0" y="0"/>
                  </a:lnTo>
                  <a:lnTo>
                    <a:pt x="10667" y="0"/>
                  </a:lnTo>
                  <a:lnTo>
                    <a:pt x="10667" y="6095"/>
                  </a:lnTo>
                  <a:lnTo>
                    <a:pt x="4571" y="10667"/>
                  </a:lnTo>
                  <a:lnTo>
                    <a:pt x="10667" y="10667"/>
                  </a:lnTo>
                  <a:lnTo>
                    <a:pt x="10667" y="32003"/>
                  </a:lnTo>
                  <a:close/>
                </a:path>
                <a:path w="2092959" h="875029">
                  <a:moveTo>
                    <a:pt x="10667" y="10667"/>
                  </a:moveTo>
                  <a:lnTo>
                    <a:pt x="4571" y="10667"/>
                  </a:lnTo>
                  <a:lnTo>
                    <a:pt x="10667" y="6095"/>
                  </a:lnTo>
                  <a:lnTo>
                    <a:pt x="10667" y="10667"/>
                  </a:lnTo>
                  <a:close/>
                </a:path>
                <a:path w="2092959" h="875029">
                  <a:moveTo>
                    <a:pt x="51816" y="10667"/>
                  </a:moveTo>
                  <a:lnTo>
                    <a:pt x="21335" y="10667"/>
                  </a:lnTo>
                  <a:lnTo>
                    <a:pt x="21335" y="0"/>
                  </a:lnTo>
                  <a:lnTo>
                    <a:pt x="51816" y="0"/>
                  </a:lnTo>
                  <a:lnTo>
                    <a:pt x="51816" y="10667"/>
                  </a:lnTo>
                  <a:close/>
                </a:path>
                <a:path w="2092959" h="875029">
                  <a:moveTo>
                    <a:pt x="94487" y="10667"/>
                  </a:moveTo>
                  <a:lnTo>
                    <a:pt x="62483" y="10667"/>
                  </a:lnTo>
                  <a:lnTo>
                    <a:pt x="62483" y="0"/>
                  </a:lnTo>
                  <a:lnTo>
                    <a:pt x="94487" y="0"/>
                  </a:lnTo>
                  <a:lnTo>
                    <a:pt x="94487" y="10667"/>
                  </a:lnTo>
                  <a:close/>
                </a:path>
                <a:path w="2092959" h="875029">
                  <a:moveTo>
                    <a:pt x="135635" y="10667"/>
                  </a:moveTo>
                  <a:lnTo>
                    <a:pt x="105155" y="10667"/>
                  </a:lnTo>
                  <a:lnTo>
                    <a:pt x="105155" y="0"/>
                  </a:lnTo>
                  <a:lnTo>
                    <a:pt x="135635" y="0"/>
                  </a:lnTo>
                  <a:lnTo>
                    <a:pt x="135635" y="10667"/>
                  </a:lnTo>
                  <a:close/>
                </a:path>
                <a:path w="2092959" h="875029">
                  <a:moveTo>
                    <a:pt x="178307" y="10667"/>
                  </a:moveTo>
                  <a:lnTo>
                    <a:pt x="146303" y="10667"/>
                  </a:lnTo>
                  <a:lnTo>
                    <a:pt x="146303" y="0"/>
                  </a:lnTo>
                  <a:lnTo>
                    <a:pt x="178307" y="0"/>
                  </a:lnTo>
                  <a:lnTo>
                    <a:pt x="178307" y="10667"/>
                  </a:lnTo>
                  <a:close/>
                </a:path>
                <a:path w="2092959" h="875029">
                  <a:moveTo>
                    <a:pt x="219455" y="10667"/>
                  </a:moveTo>
                  <a:lnTo>
                    <a:pt x="188976" y="10667"/>
                  </a:lnTo>
                  <a:lnTo>
                    <a:pt x="188976" y="0"/>
                  </a:lnTo>
                  <a:lnTo>
                    <a:pt x="219455" y="0"/>
                  </a:lnTo>
                  <a:lnTo>
                    <a:pt x="219455" y="10667"/>
                  </a:lnTo>
                  <a:close/>
                </a:path>
                <a:path w="2092959" h="875029">
                  <a:moveTo>
                    <a:pt x="262128" y="10667"/>
                  </a:moveTo>
                  <a:lnTo>
                    <a:pt x="230123" y="10667"/>
                  </a:lnTo>
                  <a:lnTo>
                    <a:pt x="230123" y="0"/>
                  </a:lnTo>
                  <a:lnTo>
                    <a:pt x="262128" y="0"/>
                  </a:lnTo>
                  <a:lnTo>
                    <a:pt x="262128" y="10667"/>
                  </a:lnTo>
                  <a:close/>
                </a:path>
                <a:path w="2092959" h="875029">
                  <a:moveTo>
                    <a:pt x="303276" y="10667"/>
                  </a:moveTo>
                  <a:lnTo>
                    <a:pt x="272796" y="10667"/>
                  </a:lnTo>
                  <a:lnTo>
                    <a:pt x="272796" y="0"/>
                  </a:lnTo>
                  <a:lnTo>
                    <a:pt x="303276" y="0"/>
                  </a:lnTo>
                  <a:lnTo>
                    <a:pt x="303276" y="10667"/>
                  </a:lnTo>
                  <a:close/>
                </a:path>
                <a:path w="2092959" h="875029">
                  <a:moveTo>
                    <a:pt x="345948" y="10667"/>
                  </a:moveTo>
                  <a:lnTo>
                    <a:pt x="313944" y="10667"/>
                  </a:lnTo>
                  <a:lnTo>
                    <a:pt x="313944" y="0"/>
                  </a:lnTo>
                  <a:lnTo>
                    <a:pt x="345948" y="0"/>
                  </a:lnTo>
                  <a:lnTo>
                    <a:pt x="345948" y="10667"/>
                  </a:lnTo>
                  <a:close/>
                </a:path>
                <a:path w="2092959" h="875029">
                  <a:moveTo>
                    <a:pt x="387096" y="10667"/>
                  </a:moveTo>
                  <a:lnTo>
                    <a:pt x="356616" y="10667"/>
                  </a:lnTo>
                  <a:lnTo>
                    <a:pt x="356616" y="0"/>
                  </a:lnTo>
                  <a:lnTo>
                    <a:pt x="387096" y="0"/>
                  </a:lnTo>
                  <a:lnTo>
                    <a:pt x="387096" y="10667"/>
                  </a:lnTo>
                  <a:close/>
                </a:path>
                <a:path w="2092959" h="875029">
                  <a:moveTo>
                    <a:pt x="429767" y="10667"/>
                  </a:moveTo>
                  <a:lnTo>
                    <a:pt x="397764" y="10667"/>
                  </a:lnTo>
                  <a:lnTo>
                    <a:pt x="397764" y="0"/>
                  </a:lnTo>
                  <a:lnTo>
                    <a:pt x="429767" y="0"/>
                  </a:lnTo>
                  <a:lnTo>
                    <a:pt x="429767" y="10667"/>
                  </a:lnTo>
                  <a:close/>
                </a:path>
                <a:path w="2092959" h="875029">
                  <a:moveTo>
                    <a:pt x="470916" y="10667"/>
                  </a:moveTo>
                  <a:lnTo>
                    <a:pt x="440435" y="10667"/>
                  </a:lnTo>
                  <a:lnTo>
                    <a:pt x="440435" y="0"/>
                  </a:lnTo>
                  <a:lnTo>
                    <a:pt x="470916" y="0"/>
                  </a:lnTo>
                  <a:lnTo>
                    <a:pt x="470916" y="10667"/>
                  </a:lnTo>
                  <a:close/>
                </a:path>
                <a:path w="2092959" h="875029">
                  <a:moveTo>
                    <a:pt x="513587" y="10667"/>
                  </a:moveTo>
                  <a:lnTo>
                    <a:pt x="481583" y="10667"/>
                  </a:lnTo>
                  <a:lnTo>
                    <a:pt x="481583" y="0"/>
                  </a:lnTo>
                  <a:lnTo>
                    <a:pt x="513587" y="0"/>
                  </a:lnTo>
                  <a:lnTo>
                    <a:pt x="513587" y="10667"/>
                  </a:lnTo>
                  <a:close/>
                </a:path>
                <a:path w="2092959" h="875029">
                  <a:moveTo>
                    <a:pt x="554735" y="10667"/>
                  </a:moveTo>
                  <a:lnTo>
                    <a:pt x="524255" y="10667"/>
                  </a:lnTo>
                  <a:lnTo>
                    <a:pt x="524255" y="0"/>
                  </a:lnTo>
                  <a:lnTo>
                    <a:pt x="554735" y="0"/>
                  </a:lnTo>
                  <a:lnTo>
                    <a:pt x="554735" y="10667"/>
                  </a:lnTo>
                  <a:close/>
                </a:path>
                <a:path w="2092959" h="875029">
                  <a:moveTo>
                    <a:pt x="597407" y="10667"/>
                  </a:moveTo>
                  <a:lnTo>
                    <a:pt x="565403" y="10667"/>
                  </a:lnTo>
                  <a:lnTo>
                    <a:pt x="565403" y="0"/>
                  </a:lnTo>
                  <a:lnTo>
                    <a:pt x="597407" y="0"/>
                  </a:lnTo>
                  <a:lnTo>
                    <a:pt x="597407" y="10667"/>
                  </a:lnTo>
                  <a:close/>
                </a:path>
                <a:path w="2092959" h="875029">
                  <a:moveTo>
                    <a:pt x="638555" y="10667"/>
                  </a:moveTo>
                  <a:lnTo>
                    <a:pt x="608076" y="10667"/>
                  </a:lnTo>
                  <a:lnTo>
                    <a:pt x="608076" y="0"/>
                  </a:lnTo>
                  <a:lnTo>
                    <a:pt x="638555" y="0"/>
                  </a:lnTo>
                  <a:lnTo>
                    <a:pt x="638555" y="10667"/>
                  </a:lnTo>
                  <a:close/>
                </a:path>
                <a:path w="2092959" h="875029">
                  <a:moveTo>
                    <a:pt x="681228" y="10667"/>
                  </a:moveTo>
                  <a:lnTo>
                    <a:pt x="649223" y="10667"/>
                  </a:lnTo>
                  <a:lnTo>
                    <a:pt x="649223" y="0"/>
                  </a:lnTo>
                  <a:lnTo>
                    <a:pt x="681228" y="0"/>
                  </a:lnTo>
                  <a:lnTo>
                    <a:pt x="681228" y="10667"/>
                  </a:lnTo>
                  <a:close/>
                </a:path>
                <a:path w="2092959" h="875029">
                  <a:moveTo>
                    <a:pt x="722376" y="10667"/>
                  </a:moveTo>
                  <a:lnTo>
                    <a:pt x="691896" y="10667"/>
                  </a:lnTo>
                  <a:lnTo>
                    <a:pt x="691896" y="0"/>
                  </a:lnTo>
                  <a:lnTo>
                    <a:pt x="722376" y="0"/>
                  </a:lnTo>
                  <a:lnTo>
                    <a:pt x="722376" y="10667"/>
                  </a:lnTo>
                  <a:close/>
                </a:path>
                <a:path w="2092959" h="875029">
                  <a:moveTo>
                    <a:pt x="765048" y="10667"/>
                  </a:moveTo>
                  <a:lnTo>
                    <a:pt x="733044" y="10667"/>
                  </a:lnTo>
                  <a:lnTo>
                    <a:pt x="733044" y="0"/>
                  </a:lnTo>
                  <a:lnTo>
                    <a:pt x="765048" y="0"/>
                  </a:lnTo>
                  <a:lnTo>
                    <a:pt x="765048" y="10667"/>
                  </a:lnTo>
                  <a:close/>
                </a:path>
                <a:path w="2092959" h="875029">
                  <a:moveTo>
                    <a:pt x="806196" y="10667"/>
                  </a:moveTo>
                  <a:lnTo>
                    <a:pt x="775716" y="10667"/>
                  </a:lnTo>
                  <a:lnTo>
                    <a:pt x="775716" y="0"/>
                  </a:lnTo>
                  <a:lnTo>
                    <a:pt x="806196" y="0"/>
                  </a:lnTo>
                  <a:lnTo>
                    <a:pt x="806196" y="10667"/>
                  </a:lnTo>
                  <a:close/>
                </a:path>
                <a:path w="2092959" h="875029">
                  <a:moveTo>
                    <a:pt x="848867" y="10667"/>
                  </a:moveTo>
                  <a:lnTo>
                    <a:pt x="816864" y="10667"/>
                  </a:lnTo>
                  <a:lnTo>
                    <a:pt x="816864" y="0"/>
                  </a:lnTo>
                  <a:lnTo>
                    <a:pt x="848867" y="0"/>
                  </a:lnTo>
                  <a:lnTo>
                    <a:pt x="848867" y="10667"/>
                  </a:lnTo>
                  <a:close/>
                </a:path>
                <a:path w="2092959" h="875029">
                  <a:moveTo>
                    <a:pt x="890016" y="10667"/>
                  </a:moveTo>
                  <a:lnTo>
                    <a:pt x="859535" y="10667"/>
                  </a:lnTo>
                  <a:lnTo>
                    <a:pt x="859535" y="0"/>
                  </a:lnTo>
                  <a:lnTo>
                    <a:pt x="890016" y="0"/>
                  </a:lnTo>
                  <a:lnTo>
                    <a:pt x="890016" y="10667"/>
                  </a:lnTo>
                  <a:close/>
                </a:path>
                <a:path w="2092959" h="875029">
                  <a:moveTo>
                    <a:pt x="932687" y="10667"/>
                  </a:moveTo>
                  <a:lnTo>
                    <a:pt x="900684" y="10667"/>
                  </a:lnTo>
                  <a:lnTo>
                    <a:pt x="900684" y="0"/>
                  </a:lnTo>
                  <a:lnTo>
                    <a:pt x="932687" y="0"/>
                  </a:lnTo>
                  <a:lnTo>
                    <a:pt x="932687" y="10667"/>
                  </a:lnTo>
                  <a:close/>
                </a:path>
                <a:path w="2092959" h="875029">
                  <a:moveTo>
                    <a:pt x="973835" y="10667"/>
                  </a:moveTo>
                  <a:lnTo>
                    <a:pt x="943355" y="10667"/>
                  </a:lnTo>
                  <a:lnTo>
                    <a:pt x="943355" y="0"/>
                  </a:lnTo>
                  <a:lnTo>
                    <a:pt x="973835" y="0"/>
                  </a:lnTo>
                  <a:lnTo>
                    <a:pt x="973835" y="10667"/>
                  </a:lnTo>
                  <a:close/>
                </a:path>
                <a:path w="2092959" h="875029">
                  <a:moveTo>
                    <a:pt x="1016507" y="10667"/>
                  </a:moveTo>
                  <a:lnTo>
                    <a:pt x="984503" y="10667"/>
                  </a:lnTo>
                  <a:lnTo>
                    <a:pt x="984503" y="0"/>
                  </a:lnTo>
                  <a:lnTo>
                    <a:pt x="1016507" y="0"/>
                  </a:lnTo>
                  <a:lnTo>
                    <a:pt x="1016507" y="10667"/>
                  </a:lnTo>
                  <a:close/>
                </a:path>
                <a:path w="2092959" h="875029">
                  <a:moveTo>
                    <a:pt x="1057655" y="10667"/>
                  </a:moveTo>
                  <a:lnTo>
                    <a:pt x="1027176" y="10667"/>
                  </a:lnTo>
                  <a:lnTo>
                    <a:pt x="1027176" y="0"/>
                  </a:lnTo>
                  <a:lnTo>
                    <a:pt x="1057655" y="0"/>
                  </a:lnTo>
                  <a:lnTo>
                    <a:pt x="1057655" y="10667"/>
                  </a:lnTo>
                  <a:close/>
                </a:path>
                <a:path w="2092959" h="875029">
                  <a:moveTo>
                    <a:pt x="1100328" y="10667"/>
                  </a:moveTo>
                  <a:lnTo>
                    <a:pt x="1068323" y="10667"/>
                  </a:lnTo>
                  <a:lnTo>
                    <a:pt x="1068323" y="0"/>
                  </a:lnTo>
                  <a:lnTo>
                    <a:pt x="1100328" y="0"/>
                  </a:lnTo>
                  <a:lnTo>
                    <a:pt x="1100328" y="10667"/>
                  </a:lnTo>
                  <a:close/>
                </a:path>
                <a:path w="2092959" h="875029">
                  <a:moveTo>
                    <a:pt x="1141476" y="10667"/>
                  </a:moveTo>
                  <a:lnTo>
                    <a:pt x="1110996" y="10667"/>
                  </a:lnTo>
                  <a:lnTo>
                    <a:pt x="1110996" y="0"/>
                  </a:lnTo>
                  <a:lnTo>
                    <a:pt x="1141476" y="0"/>
                  </a:lnTo>
                  <a:lnTo>
                    <a:pt x="1141476" y="10667"/>
                  </a:lnTo>
                  <a:close/>
                </a:path>
                <a:path w="2092959" h="875029">
                  <a:moveTo>
                    <a:pt x="1184148" y="10667"/>
                  </a:moveTo>
                  <a:lnTo>
                    <a:pt x="1152144" y="10667"/>
                  </a:lnTo>
                  <a:lnTo>
                    <a:pt x="1152144" y="0"/>
                  </a:lnTo>
                  <a:lnTo>
                    <a:pt x="1184148" y="0"/>
                  </a:lnTo>
                  <a:lnTo>
                    <a:pt x="1184148" y="10667"/>
                  </a:lnTo>
                  <a:close/>
                </a:path>
                <a:path w="2092959" h="875029">
                  <a:moveTo>
                    <a:pt x="1225296" y="10667"/>
                  </a:moveTo>
                  <a:lnTo>
                    <a:pt x="1194816" y="10667"/>
                  </a:lnTo>
                  <a:lnTo>
                    <a:pt x="1194816" y="0"/>
                  </a:lnTo>
                  <a:lnTo>
                    <a:pt x="1225296" y="0"/>
                  </a:lnTo>
                  <a:lnTo>
                    <a:pt x="1225296" y="10667"/>
                  </a:lnTo>
                  <a:close/>
                </a:path>
                <a:path w="2092959" h="875029">
                  <a:moveTo>
                    <a:pt x="1267967" y="10667"/>
                  </a:moveTo>
                  <a:lnTo>
                    <a:pt x="1235964" y="10667"/>
                  </a:lnTo>
                  <a:lnTo>
                    <a:pt x="1235964" y="0"/>
                  </a:lnTo>
                  <a:lnTo>
                    <a:pt x="1267967" y="0"/>
                  </a:lnTo>
                  <a:lnTo>
                    <a:pt x="1267967" y="10667"/>
                  </a:lnTo>
                  <a:close/>
                </a:path>
                <a:path w="2092959" h="875029">
                  <a:moveTo>
                    <a:pt x="1309116" y="10667"/>
                  </a:moveTo>
                  <a:lnTo>
                    <a:pt x="1278635" y="10667"/>
                  </a:lnTo>
                  <a:lnTo>
                    <a:pt x="1278635" y="0"/>
                  </a:lnTo>
                  <a:lnTo>
                    <a:pt x="1309116" y="0"/>
                  </a:lnTo>
                  <a:lnTo>
                    <a:pt x="1309116" y="10667"/>
                  </a:lnTo>
                  <a:close/>
                </a:path>
                <a:path w="2092959" h="875029">
                  <a:moveTo>
                    <a:pt x="1351787" y="10667"/>
                  </a:moveTo>
                  <a:lnTo>
                    <a:pt x="1319784" y="10667"/>
                  </a:lnTo>
                  <a:lnTo>
                    <a:pt x="1319784" y="0"/>
                  </a:lnTo>
                  <a:lnTo>
                    <a:pt x="1351787" y="0"/>
                  </a:lnTo>
                  <a:lnTo>
                    <a:pt x="1351787" y="10667"/>
                  </a:lnTo>
                  <a:close/>
                </a:path>
                <a:path w="2092959" h="875029">
                  <a:moveTo>
                    <a:pt x="1392935" y="10667"/>
                  </a:moveTo>
                  <a:lnTo>
                    <a:pt x="1362455" y="10667"/>
                  </a:lnTo>
                  <a:lnTo>
                    <a:pt x="1362455" y="0"/>
                  </a:lnTo>
                  <a:lnTo>
                    <a:pt x="1392935" y="0"/>
                  </a:lnTo>
                  <a:lnTo>
                    <a:pt x="1392935" y="10667"/>
                  </a:lnTo>
                  <a:close/>
                </a:path>
                <a:path w="2092959" h="875029">
                  <a:moveTo>
                    <a:pt x="1435607" y="10667"/>
                  </a:moveTo>
                  <a:lnTo>
                    <a:pt x="1403603" y="10667"/>
                  </a:lnTo>
                  <a:lnTo>
                    <a:pt x="1403603" y="0"/>
                  </a:lnTo>
                  <a:lnTo>
                    <a:pt x="1435607" y="0"/>
                  </a:lnTo>
                  <a:lnTo>
                    <a:pt x="1435607" y="10667"/>
                  </a:lnTo>
                  <a:close/>
                </a:path>
                <a:path w="2092959" h="875029">
                  <a:moveTo>
                    <a:pt x="1476755" y="10667"/>
                  </a:moveTo>
                  <a:lnTo>
                    <a:pt x="1446276" y="10667"/>
                  </a:lnTo>
                  <a:lnTo>
                    <a:pt x="1446276" y="0"/>
                  </a:lnTo>
                  <a:lnTo>
                    <a:pt x="1476755" y="0"/>
                  </a:lnTo>
                  <a:lnTo>
                    <a:pt x="1476755" y="10667"/>
                  </a:lnTo>
                  <a:close/>
                </a:path>
                <a:path w="2092959" h="875029">
                  <a:moveTo>
                    <a:pt x="1519428" y="10667"/>
                  </a:moveTo>
                  <a:lnTo>
                    <a:pt x="1487423" y="10667"/>
                  </a:lnTo>
                  <a:lnTo>
                    <a:pt x="1487423" y="0"/>
                  </a:lnTo>
                  <a:lnTo>
                    <a:pt x="1519428" y="0"/>
                  </a:lnTo>
                  <a:lnTo>
                    <a:pt x="1519428" y="10667"/>
                  </a:lnTo>
                  <a:close/>
                </a:path>
                <a:path w="2092959" h="875029">
                  <a:moveTo>
                    <a:pt x="1560576" y="10667"/>
                  </a:moveTo>
                  <a:lnTo>
                    <a:pt x="1530096" y="10667"/>
                  </a:lnTo>
                  <a:lnTo>
                    <a:pt x="1530096" y="0"/>
                  </a:lnTo>
                  <a:lnTo>
                    <a:pt x="1560576" y="0"/>
                  </a:lnTo>
                  <a:lnTo>
                    <a:pt x="1560576" y="10667"/>
                  </a:lnTo>
                  <a:close/>
                </a:path>
                <a:path w="2092959" h="875029">
                  <a:moveTo>
                    <a:pt x="1603248" y="10667"/>
                  </a:moveTo>
                  <a:lnTo>
                    <a:pt x="1571244" y="10667"/>
                  </a:lnTo>
                  <a:lnTo>
                    <a:pt x="1571244" y="0"/>
                  </a:lnTo>
                  <a:lnTo>
                    <a:pt x="1603248" y="0"/>
                  </a:lnTo>
                  <a:lnTo>
                    <a:pt x="1603248" y="10667"/>
                  </a:lnTo>
                  <a:close/>
                </a:path>
                <a:path w="2092959" h="875029">
                  <a:moveTo>
                    <a:pt x="1644396" y="10667"/>
                  </a:moveTo>
                  <a:lnTo>
                    <a:pt x="1613916" y="10667"/>
                  </a:lnTo>
                  <a:lnTo>
                    <a:pt x="1613916" y="0"/>
                  </a:lnTo>
                  <a:lnTo>
                    <a:pt x="1644396" y="0"/>
                  </a:lnTo>
                  <a:lnTo>
                    <a:pt x="1644396" y="10667"/>
                  </a:lnTo>
                  <a:close/>
                </a:path>
                <a:path w="2092959" h="875029">
                  <a:moveTo>
                    <a:pt x="1687068" y="10667"/>
                  </a:moveTo>
                  <a:lnTo>
                    <a:pt x="1655064" y="10667"/>
                  </a:lnTo>
                  <a:lnTo>
                    <a:pt x="1655064" y="0"/>
                  </a:lnTo>
                  <a:lnTo>
                    <a:pt x="1687068" y="0"/>
                  </a:lnTo>
                  <a:lnTo>
                    <a:pt x="1687068" y="10667"/>
                  </a:lnTo>
                  <a:close/>
                </a:path>
                <a:path w="2092959" h="875029">
                  <a:moveTo>
                    <a:pt x="1728216" y="10667"/>
                  </a:moveTo>
                  <a:lnTo>
                    <a:pt x="1697735" y="10667"/>
                  </a:lnTo>
                  <a:lnTo>
                    <a:pt x="1697735" y="0"/>
                  </a:lnTo>
                  <a:lnTo>
                    <a:pt x="1728216" y="0"/>
                  </a:lnTo>
                  <a:lnTo>
                    <a:pt x="1728216" y="10667"/>
                  </a:lnTo>
                  <a:close/>
                </a:path>
                <a:path w="2092959" h="875029">
                  <a:moveTo>
                    <a:pt x="1770887" y="10667"/>
                  </a:moveTo>
                  <a:lnTo>
                    <a:pt x="1738884" y="10667"/>
                  </a:lnTo>
                  <a:lnTo>
                    <a:pt x="1738884" y="0"/>
                  </a:lnTo>
                  <a:lnTo>
                    <a:pt x="1770887" y="0"/>
                  </a:lnTo>
                  <a:lnTo>
                    <a:pt x="1770887" y="10667"/>
                  </a:lnTo>
                  <a:close/>
                </a:path>
                <a:path w="2092959" h="875029">
                  <a:moveTo>
                    <a:pt x="1812035" y="10667"/>
                  </a:moveTo>
                  <a:lnTo>
                    <a:pt x="1781555" y="10667"/>
                  </a:lnTo>
                  <a:lnTo>
                    <a:pt x="1781555" y="0"/>
                  </a:lnTo>
                  <a:lnTo>
                    <a:pt x="1812035" y="0"/>
                  </a:lnTo>
                  <a:lnTo>
                    <a:pt x="1812035" y="10667"/>
                  </a:lnTo>
                  <a:close/>
                </a:path>
                <a:path w="2092959" h="875029">
                  <a:moveTo>
                    <a:pt x="1854707" y="10667"/>
                  </a:moveTo>
                  <a:lnTo>
                    <a:pt x="1822703" y="10667"/>
                  </a:lnTo>
                  <a:lnTo>
                    <a:pt x="1822703" y="0"/>
                  </a:lnTo>
                  <a:lnTo>
                    <a:pt x="1854707" y="0"/>
                  </a:lnTo>
                  <a:lnTo>
                    <a:pt x="1854707" y="10667"/>
                  </a:lnTo>
                  <a:close/>
                </a:path>
                <a:path w="2092959" h="875029">
                  <a:moveTo>
                    <a:pt x="1895855" y="10667"/>
                  </a:moveTo>
                  <a:lnTo>
                    <a:pt x="1865376" y="10667"/>
                  </a:lnTo>
                  <a:lnTo>
                    <a:pt x="1865376" y="0"/>
                  </a:lnTo>
                  <a:lnTo>
                    <a:pt x="1895855" y="0"/>
                  </a:lnTo>
                  <a:lnTo>
                    <a:pt x="1895855" y="10667"/>
                  </a:lnTo>
                  <a:close/>
                </a:path>
                <a:path w="2092959" h="875029">
                  <a:moveTo>
                    <a:pt x="1938528" y="10667"/>
                  </a:moveTo>
                  <a:lnTo>
                    <a:pt x="1906523" y="10667"/>
                  </a:lnTo>
                  <a:lnTo>
                    <a:pt x="1906523" y="0"/>
                  </a:lnTo>
                  <a:lnTo>
                    <a:pt x="1938528" y="0"/>
                  </a:lnTo>
                  <a:lnTo>
                    <a:pt x="1938528" y="10667"/>
                  </a:lnTo>
                  <a:close/>
                </a:path>
                <a:path w="2092959" h="875029">
                  <a:moveTo>
                    <a:pt x="1979676" y="10667"/>
                  </a:moveTo>
                  <a:lnTo>
                    <a:pt x="1949196" y="10667"/>
                  </a:lnTo>
                  <a:lnTo>
                    <a:pt x="1949196" y="0"/>
                  </a:lnTo>
                  <a:lnTo>
                    <a:pt x="1979676" y="0"/>
                  </a:lnTo>
                  <a:lnTo>
                    <a:pt x="1979676" y="10667"/>
                  </a:lnTo>
                  <a:close/>
                </a:path>
                <a:path w="2092959" h="875029">
                  <a:moveTo>
                    <a:pt x="2022347" y="10667"/>
                  </a:moveTo>
                  <a:lnTo>
                    <a:pt x="1990344" y="10667"/>
                  </a:lnTo>
                  <a:lnTo>
                    <a:pt x="1990344" y="0"/>
                  </a:lnTo>
                  <a:lnTo>
                    <a:pt x="2022347" y="0"/>
                  </a:lnTo>
                  <a:lnTo>
                    <a:pt x="2022347" y="10667"/>
                  </a:lnTo>
                  <a:close/>
                </a:path>
                <a:path w="2092959" h="875029">
                  <a:moveTo>
                    <a:pt x="2063496" y="10667"/>
                  </a:moveTo>
                  <a:lnTo>
                    <a:pt x="2033015" y="10667"/>
                  </a:lnTo>
                  <a:lnTo>
                    <a:pt x="2033015" y="0"/>
                  </a:lnTo>
                  <a:lnTo>
                    <a:pt x="2063496" y="0"/>
                  </a:lnTo>
                  <a:lnTo>
                    <a:pt x="2063496" y="10667"/>
                  </a:lnTo>
                  <a:close/>
                </a:path>
                <a:path w="2092959" h="875029">
                  <a:moveTo>
                    <a:pt x="2081784" y="10667"/>
                  </a:moveTo>
                  <a:lnTo>
                    <a:pt x="2074164" y="10667"/>
                  </a:lnTo>
                  <a:lnTo>
                    <a:pt x="2074164" y="0"/>
                  </a:lnTo>
                  <a:lnTo>
                    <a:pt x="2092452" y="0"/>
                  </a:lnTo>
                  <a:lnTo>
                    <a:pt x="2092452" y="6095"/>
                  </a:lnTo>
                  <a:lnTo>
                    <a:pt x="2081784" y="6095"/>
                  </a:lnTo>
                  <a:lnTo>
                    <a:pt x="2081784" y="10667"/>
                  </a:lnTo>
                  <a:close/>
                </a:path>
                <a:path w="2092959" h="875029">
                  <a:moveTo>
                    <a:pt x="2092452" y="24383"/>
                  </a:moveTo>
                  <a:lnTo>
                    <a:pt x="2081784" y="24383"/>
                  </a:lnTo>
                  <a:lnTo>
                    <a:pt x="2081784" y="6095"/>
                  </a:lnTo>
                  <a:lnTo>
                    <a:pt x="2087879" y="10667"/>
                  </a:lnTo>
                  <a:lnTo>
                    <a:pt x="2092452" y="10667"/>
                  </a:lnTo>
                  <a:lnTo>
                    <a:pt x="2092452" y="24383"/>
                  </a:lnTo>
                  <a:close/>
                </a:path>
                <a:path w="2092959" h="875029">
                  <a:moveTo>
                    <a:pt x="2092452" y="10667"/>
                  </a:moveTo>
                  <a:lnTo>
                    <a:pt x="2087879" y="10667"/>
                  </a:lnTo>
                  <a:lnTo>
                    <a:pt x="2081784" y="6095"/>
                  </a:lnTo>
                  <a:lnTo>
                    <a:pt x="2092452" y="6095"/>
                  </a:lnTo>
                  <a:lnTo>
                    <a:pt x="2092452" y="10667"/>
                  </a:lnTo>
                  <a:close/>
                </a:path>
                <a:path w="2092959" h="875029">
                  <a:moveTo>
                    <a:pt x="2092452" y="65532"/>
                  </a:moveTo>
                  <a:lnTo>
                    <a:pt x="2081784" y="65532"/>
                  </a:lnTo>
                  <a:lnTo>
                    <a:pt x="2081784" y="35051"/>
                  </a:lnTo>
                  <a:lnTo>
                    <a:pt x="2092452" y="35051"/>
                  </a:lnTo>
                  <a:lnTo>
                    <a:pt x="2092452" y="65532"/>
                  </a:lnTo>
                  <a:close/>
                </a:path>
                <a:path w="2092959" h="875029">
                  <a:moveTo>
                    <a:pt x="2092452" y="108203"/>
                  </a:moveTo>
                  <a:lnTo>
                    <a:pt x="2081784" y="108203"/>
                  </a:lnTo>
                  <a:lnTo>
                    <a:pt x="2081784" y="76200"/>
                  </a:lnTo>
                  <a:lnTo>
                    <a:pt x="2092452" y="76200"/>
                  </a:lnTo>
                  <a:lnTo>
                    <a:pt x="2092452" y="108203"/>
                  </a:lnTo>
                  <a:close/>
                </a:path>
                <a:path w="2092959" h="875029">
                  <a:moveTo>
                    <a:pt x="2092452" y="149351"/>
                  </a:moveTo>
                  <a:lnTo>
                    <a:pt x="2081784" y="149351"/>
                  </a:lnTo>
                  <a:lnTo>
                    <a:pt x="2081784" y="118871"/>
                  </a:lnTo>
                  <a:lnTo>
                    <a:pt x="2092452" y="118871"/>
                  </a:lnTo>
                  <a:lnTo>
                    <a:pt x="2092452" y="149351"/>
                  </a:lnTo>
                  <a:close/>
                </a:path>
                <a:path w="2092959" h="875029">
                  <a:moveTo>
                    <a:pt x="2092452" y="192024"/>
                  </a:moveTo>
                  <a:lnTo>
                    <a:pt x="2081784" y="192024"/>
                  </a:lnTo>
                  <a:lnTo>
                    <a:pt x="2081784" y="160019"/>
                  </a:lnTo>
                  <a:lnTo>
                    <a:pt x="2092452" y="160019"/>
                  </a:lnTo>
                  <a:lnTo>
                    <a:pt x="2092452" y="192024"/>
                  </a:lnTo>
                  <a:close/>
                </a:path>
                <a:path w="2092959" h="875029">
                  <a:moveTo>
                    <a:pt x="2092452" y="233171"/>
                  </a:moveTo>
                  <a:lnTo>
                    <a:pt x="2081784" y="233171"/>
                  </a:lnTo>
                  <a:lnTo>
                    <a:pt x="2081784" y="202691"/>
                  </a:lnTo>
                  <a:lnTo>
                    <a:pt x="2092452" y="202691"/>
                  </a:lnTo>
                  <a:lnTo>
                    <a:pt x="2092452" y="233171"/>
                  </a:lnTo>
                  <a:close/>
                </a:path>
                <a:path w="2092959" h="875029">
                  <a:moveTo>
                    <a:pt x="2092452" y="275843"/>
                  </a:moveTo>
                  <a:lnTo>
                    <a:pt x="2081784" y="275843"/>
                  </a:lnTo>
                  <a:lnTo>
                    <a:pt x="2081784" y="243840"/>
                  </a:lnTo>
                  <a:lnTo>
                    <a:pt x="2092452" y="243840"/>
                  </a:lnTo>
                  <a:lnTo>
                    <a:pt x="2092452" y="275843"/>
                  </a:lnTo>
                  <a:close/>
                </a:path>
                <a:path w="2092959" h="875029">
                  <a:moveTo>
                    <a:pt x="2092452" y="316991"/>
                  </a:moveTo>
                  <a:lnTo>
                    <a:pt x="2081784" y="316991"/>
                  </a:lnTo>
                  <a:lnTo>
                    <a:pt x="2081784" y="286511"/>
                  </a:lnTo>
                  <a:lnTo>
                    <a:pt x="2092452" y="286511"/>
                  </a:lnTo>
                  <a:lnTo>
                    <a:pt x="2092452" y="316991"/>
                  </a:lnTo>
                  <a:close/>
                </a:path>
                <a:path w="2092959" h="875029">
                  <a:moveTo>
                    <a:pt x="2092452" y="359663"/>
                  </a:moveTo>
                  <a:lnTo>
                    <a:pt x="2081784" y="359663"/>
                  </a:lnTo>
                  <a:lnTo>
                    <a:pt x="2081784" y="327659"/>
                  </a:lnTo>
                  <a:lnTo>
                    <a:pt x="2092452" y="327659"/>
                  </a:lnTo>
                  <a:lnTo>
                    <a:pt x="2092452" y="359663"/>
                  </a:lnTo>
                  <a:close/>
                </a:path>
                <a:path w="2092959" h="875029">
                  <a:moveTo>
                    <a:pt x="2092452" y="400811"/>
                  </a:moveTo>
                  <a:lnTo>
                    <a:pt x="2081784" y="400811"/>
                  </a:lnTo>
                  <a:lnTo>
                    <a:pt x="2081784" y="370332"/>
                  </a:lnTo>
                  <a:lnTo>
                    <a:pt x="2092452" y="370332"/>
                  </a:lnTo>
                  <a:lnTo>
                    <a:pt x="2092452" y="400811"/>
                  </a:lnTo>
                  <a:close/>
                </a:path>
                <a:path w="2092959" h="875029">
                  <a:moveTo>
                    <a:pt x="2092452" y="443483"/>
                  </a:moveTo>
                  <a:lnTo>
                    <a:pt x="2081784" y="443483"/>
                  </a:lnTo>
                  <a:lnTo>
                    <a:pt x="2081784" y="411479"/>
                  </a:lnTo>
                  <a:lnTo>
                    <a:pt x="2092452" y="411479"/>
                  </a:lnTo>
                  <a:lnTo>
                    <a:pt x="2092452" y="443483"/>
                  </a:lnTo>
                  <a:close/>
                </a:path>
                <a:path w="2092959" h="875029">
                  <a:moveTo>
                    <a:pt x="2092452" y="484632"/>
                  </a:moveTo>
                  <a:lnTo>
                    <a:pt x="2081784" y="484632"/>
                  </a:lnTo>
                  <a:lnTo>
                    <a:pt x="2081784" y="454151"/>
                  </a:lnTo>
                  <a:lnTo>
                    <a:pt x="2092452" y="454151"/>
                  </a:lnTo>
                  <a:lnTo>
                    <a:pt x="2092452" y="484632"/>
                  </a:lnTo>
                  <a:close/>
                </a:path>
                <a:path w="2092959" h="875029">
                  <a:moveTo>
                    <a:pt x="2092452" y="527303"/>
                  </a:moveTo>
                  <a:lnTo>
                    <a:pt x="2081784" y="527303"/>
                  </a:lnTo>
                  <a:lnTo>
                    <a:pt x="2081784" y="495300"/>
                  </a:lnTo>
                  <a:lnTo>
                    <a:pt x="2092452" y="495300"/>
                  </a:lnTo>
                  <a:lnTo>
                    <a:pt x="2092452" y="527303"/>
                  </a:lnTo>
                  <a:close/>
                </a:path>
                <a:path w="2092959" h="875029">
                  <a:moveTo>
                    <a:pt x="2092452" y="568451"/>
                  </a:moveTo>
                  <a:lnTo>
                    <a:pt x="2081784" y="568451"/>
                  </a:lnTo>
                  <a:lnTo>
                    <a:pt x="2081784" y="537971"/>
                  </a:lnTo>
                  <a:lnTo>
                    <a:pt x="2092452" y="537971"/>
                  </a:lnTo>
                  <a:lnTo>
                    <a:pt x="2092452" y="568451"/>
                  </a:lnTo>
                  <a:close/>
                </a:path>
                <a:path w="2092959" h="875029">
                  <a:moveTo>
                    <a:pt x="2092452" y="611124"/>
                  </a:moveTo>
                  <a:lnTo>
                    <a:pt x="2081784" y="611124"/>
                  </a:lnTo>
                  <a:lnTo>
                    <a:pt x="2081784" y="579119"/>
                  </a:lnTo>
                  <a:lnTo>
                    <a:pt x="2092452" y="579119"/>
                  </a:lnTo>
                  <a:lnTo>
                    <a:pt x="2092452" y="611124"/>
                  </a:lnTo>
                  <a:close/>
                </a:path>
                <a:path w="2092959" h="875029">
                  <a:moveTo>
                    <a:pt x="2092452" y="652271"/>
                  </a:moveTo>
                  <a:lnTo>
                    <a:pt x="2081784" y="652271"/>
                  </a:lnTo>
                  <a:lnTo>
                    <a:pt x="2081784" y="621792"/>
                  </a:lnTo>
                  <a:lnTo>
                    <a:pt x="2092452" y="621792"/>
                  </a:lnTo>
                  <a:lnTo>
                    <a:pt x="2092452" y="652271"/>
                  </a:lnTo>
                  <a:close/>
                </a:path>
                <a:path w="2092959" h="875029">
                  <a:moveTo>
                    <a:pt x="2092452" y="694943"/>
                  </a:moveTo>
                  <a:lnTo>
                    <a:pt x="2081784" y="694943"/>
                  </a:lnTo>
                  <a:lnTo>
                    <a:pt x="2081784" y="662940"/>
                  </a:lnTo>
                  <a:lnTo>
                    <a:pt x="2092452" y="662940"/>
                  </a:lnTo>
                  <a:lnTo>
                    <a:pt x="2092452" y="694943"/>
                  </a:lnTo>
                  <a:close/>
                </a:path>
                <a:path w="2092959" h="875029">
                  <a:moveTo>
                    <a:pt x="2092452" y="736092"/>
                  </a:moveTo>
                  <a:lnTo>
                    <a:pt x="2081784" y="736092"/>
                  </a:lnTo>
                  <a:lnTo>
                    <a:pt x="2081784" y="705611"/>
                  </a:lnTo>
                  <a:lnTo>
                    <a:pt x="2092452" y="705611"/>
                  </a:lnTo>
                  <a:lnTo>
                    <a:pt x="2092452" y="736092"/>
                  </a:lnTo>
                  <a:close/>
                </a:path>
                <a:path w="2092959" h="875029">
                  <a:moveTo>
                    <a:pt x="2092452" y="778763"/>
                  </a:moveTo>
                  <a:lnTo>
                    <a:pt x="2081784" y="778763"/>
                  </a:lnTo>
                  <a:lnTo>
                    <a:pt x="2081784" y="746759"/>
                  </a:lnTo>
                  <a:lnTo>
                    <a:pt x="2092452" y="746759"/>
                  </a:lnTo>
                  <a:lnTo>
                    <a:pt x="2092452" y="778763"/>
                  </a:lnTo>
                  <a:close/>
                </a:path>
                <a:path w="2092959" h="875029">
                  <a:moveTo>
                    <a:pt x="2092452" y="819911"/>
                  </a:moveTo>
                  <a:lnTo>
                    <a:pt x="2081784" y="819911"/>
                  </a:lnTo>
                  <a:lnTo>
                    <a:pt x="2081784" y="789432"/>
                  </a:lnTo>
                  <a:lnTo>
                    <a:pt x="2092452" y="789432"/>
                  </a:lnTo>
                  <a:lnTo>
                    <a:pt x="2092452" y="819911"/>
                  </a:lnTo>
                  <a:close/>
                </a:path>
                <a:path w="2092959" h="875029">
                  <a:moveTo>
                    <a:pt x="2092452" y="862584"/>
                  </a:moveTo>
                  <a:lnTo>
                    <a:pt x="2081784" y="862584"/>
                  </a:lnTo>
                  <a:lnTo>
                    <a:pt x="2081784" y="830579"/>
                  </a:lnTo>
                  <a:lnTo>
                    <a:pt x="2092452" y="830579"/>
                  </a:lnTo>
                  <a:lnTo>
                    <a:pt x="2092452" y="862584"/>
                  </a:lnTo>
                  <a:close/>
                </a:path>
                <a:path w="2092959" h="875029">
                  <a:moveTo>
                    <a:pt x="2084832" y="874775"/>
                  </a:moveTo>
                  <a:lnTo>
                    <a:pt x="2052828" y="874775"/>
                  </a:lnTo>
                  <a:lnTo>
                    <a:pt x="2052828" y="864107"/>
                  </a:lnTo>
                  <a:lnTo>
                    <a:pt x="2084832" y="864107"/>
                  </a:lnTo>
                  <a:lnTo>
                    <a:pt x="2084832" y="874775"/>
                  </a:lnTo>
                  <a:close/>
                </a:path>
                <a:path w="2092959" h="875029">
                  <a:moveTo>
                    <a:pt x="2042160" y="874775"/>
                  </a:moveTo>
                  <a:lnTo>
                    <a:pt x="2011680" y="874775"/>
                  </a:lnTo>
                  <a:lnTo>
                    <a:pt x="2011680" y="864107"/>
                  </a:lnTo>
                  <a:lnTo>
                    <a:pt x="2042160" y="864107"/>
                  </a:lnTo>
                  <a:lnTo>
                    <a:pt x="2042160" y="874775"/>
                  </a:lnTo>
                  <a:close/>
                </a:path>
                <a:path w="2092959" h="875029">
                  <a:moveTo>
                    <a:pt x="2001012" y="874775"/>
                  </a:moveTo>
                  <a:lnTo>
                    <a:pt x="1969007" y="874775"/>
                  </a:lnTo>
                  <a:lnTo>
                    <a:pt x="1969007" y="864107"/>
                  </a:lnTo>
                  <a:lnTo>
                    <a:pt x="2001012" y="864107"/>
                  </a:lnTo>
                  <a:lnTo>
                    <a:pt x="2001012" y="874775"/>
                  </a:lnTo>
                  <a:close/>
                </a:path>
                <a:path w="2092959" h="875029">
                  <a:moveTo>
                    <a:pt x="1958339" y="874775"/>
                  </a:moveTo>
                  <a:lnTo>
                    <a:pt x="1927860" y="874775"/>
                  </a:lnTo>
                  <a:lnTo>
                    <a:pt x="1927860" y="864107"/>
                  </a:lnTo>
                  <a:lnTo>
                    <a:pt x="1958339" y="864107"/>
                  </a:lnTo>
                  <a:lnTo>
                    <a:pt x="1958339" y="874775"/>
                  </a:lnTo>
                  <a:close/>
                </a:path>
                <a:path w="2092959" h="875029">
                  <a:moveTo>
                    <a:pt x="1917192" y="874775"/>
                  </a:moveTo>
                  <a:lnTo>
                    <a:pt x="1885187" y="874775"/>
                  </a:lnTo>
                  <a:lnTo>
                    <a:pt x="1885187" y="864107"/>
                  </a:lnTo>
                  <a:lnTo>
                    <a:pt x="1917192" y="864107"/>
                  </a:lnTo>
                  <a:lnTo>
                    <a:pt x="1917192" y="874775"/>
                  </a:lnTo>
                  <a:close/>
                </a:path>
                <a:path w="2092959" h="875029">
                  <a:moveTo>
                    <a:pt x="1874519" y="874775"/>
                  </a:moveTo>
                  <a:lnTo>
                    <a:pt x="1844039" y="874775"/>
                  </a:lnTo>
                  <a:lnTo>
                    <a:pt x="1844039" y="864107"/>
                  </a:lnTo>
                  <a:lnTo>
                    <a:pt x="1874519" y="864107"/>
                  </a:lnTo>
                  <a:lnTo>
                    <a:pt x="1874519" y="874775"/>
                  </a:lnTo>
                  <a:close/>
                </a:path>
                <a:path w="2092959" h="875029">
                  <a:moveTo>
                    <a:pt x="1833371" y="874775"/>
                  </a:moveTo>
                  <a:lnTo>
                    <a:pt x="1801368" y="874775"/>
                  </a:lnTo>
                  <a:lnTo>
                    <a:pt x="1801368" y="864107"/>
                  </a:lnTo>
                  <a:lnTo>
                    <a:pt x="1833371" y="864107"/>
                  </a:lnTo>
                  <a:lnTo>
                    <a:pt x="1833371" y="874775"/>
                  </a:lnTo>
                  <a:close/>
                </a:path>
                <a:path w="2092959" h="875029">
                  <a:moveTo>
                    <a:pt x="1790700" y="874775"/>
                  </a:moveTo>
                  <a:lnTo>
                    <a:pt x="1760219" y="874775"/>
                  </a:lnTo>
                  <a:lnTo>
                    <a:pt x="1760219" y="864107"/>
                  </a:lnTo>
                  <a:lnTo>
                    <a:pt x="1790700" y="864107"/>
                  </a:lnTo>
                  <a:lnTo>
                    <a:pt x="1790700" y="874775"/>
                  </a:lnTo>
                  <a:close/>
                </a:path>
                <a:path w="2092959" h="875029">
                  <a:moveTo>
                    <a:pt x="1749551" y="874775"/>
                  </a:moveTo>
                  <a:lnTo>
                    <a:pt x="1717548" y="874775"/>
                  </a:lnTo>
                  <a:lnTo>
                    <a:pt x="1717548" y="864107"/>
                  </a:lnTo>
                  <a:lnTo>
                    <a:pt x="1749551" y="864107"/>
                  </a:lnTo>
                  <a:lnTo>
                    <a:pt x="1749551" y="874775"/>
                  </a:lnTo>
                  <a:close/>
                </a:path>
                <a:path w="2092959" h="875029">
                  <a:moveTo>
                    <a:pt x="1706880" y="874775"/>
                  </a:moveTo>
                  <a:lnTo>
                    <a:pt x="1676400" y="874775"/>
                  </a:lnTo>
                  <a:lnTo>
                    <a:pt x="1676400" y="864107"/>
                  </a:lnTo>
                  <a:lnTo>
                    <a:pt x="1706880" y="864107"/>
                  </a:lnTo>
                  <a:lnTo>
                    <a:pt x="1706880" y="874775"/>
                  </a:lnTo>
                  <a:close/>
                </a:path>
                <a:path w="2092959" h="875029">
                  <a:moveTo>
                    <a:pt x="1665732" y="874775"/>
                  </a:moveTo>
                  <a:lnTo>
                    <a:pt x="1633728" y="874775"/>
                  </a:lnTo>
                  <a:lnTo>
                    <a:pt x="1633728" y="864107"/>
                  </a:lnTo>
                  <a:lnTo>
                    <a:pt x="1665732" y="864107"/>
                  </a:lnTo>
                  <a:lnTo>
                    <a:pt x="1665732" y="874775"/>
                  </a:lnTo>
                  <a:close/>
                </a:path>
                <a:path w="2092959" h="875029">
                  <a:moveTo>
                    <a:pt x="1623060" y="874775"/>
                  </a:moveTo>
                  <a:lnTo>
                    <a:pt x="1592580" y="874775"/>
                  </a:lnTo>
                  <a:lnTo>
                    <a:pt x="1592580" y="864107"/>
                  </a:lnTo>
                  <a:lnTo>
                    <a:pt x="1623060" y="864107"/>
                  </a:lnTo>
                  <a:lnTo>
                    <a:pt x="1623060" y="874775"/>
                  </a:lnTo>
                  <a:close/>
                </a:path>
                <a:path w="2092959" h="875029">
                  <a:moveTo>
                    <a:pt x="1581912" y="874775"/>
                  </a:moveTo>
                  <a:lnTo>
                    <a:pt x="1549907" y="874775"/>
                  </a:lnTo>
                  <a:lnTo>
                    <a:pt x="1549907" y="864107"/>
                  </a:lnTo>
                  <a:lnTo>
                    <a:pt x="1581912" y="864107"/>
                  </a:lnTo>
                  <a:lnTo>
                    <a:pt x="1581912" y="874775"/>
                  </a:lnTo>
                  <a:close/>
                </a:path>
                <a:path w="2092959" h="875029">
                  <a:moveTo>
                    <a:pt x="1539239" y="874775"/>
                  </a:moveTo>
                  <a:lnTo>
                    <a:pt x="1508760" y="874775"/>
                  </a:lnTo>
                  <a:lnTo>
                    <a:pt x="1508760" y="864107"/>
                  </a:lnTo>
                  <a:lnTo>
                    <a:pt x="1539239" y="864107"/>
                  </a:lnTo>
                  <a:lnTo>
                    <a:pt x="1539239" y="874775"/>
                  </a:lnTo>
                  <a:close/>
                </a:path>
                <a:path w="2092959" h="875029">
                  <a:moveTo>
                    <a:pt x="1498092" y="874775"/>
                  </a:moveTo>
                  <a:lnTo>
                    <a:pt x="1466087" y="874775"/>
                  </a:lnTo>
                  <a:lnTo>
                    <a:pt x="1466087" y="864107"/>
                  </a:lnTo>
                  <a:lnTo>
                    <a:pt x="1498092" y="864107"/>
                  </a:lnTo>
                  <a:lnTo>
                    <a:pt x="1498092" y="874775"/>
                  </a:lnTo>
                  <a:close/>
                </a:path>
                <a:path w="2092959" h="875029">
                  <a:moveTo>
                    <a:pt x="1455419" y="874775"/>
                  </a:moveTo>
                  <a:lnTo>
                    <a:pt x="1424939" y="874775"/>
                  </a:lnTo>
                  <a:lnTo>
                    <a:pt x="1424939" y="864107"/>
                  </a:lnTo>
                  <a:lnTo>
                    <a:pt x="1455419" y="864107"/>
                  </a:lnTo>
                  <a:lnTo>
                    <a:pt x="1455419" y="874775"/>
                  </a:lnTo>
                  <a:close/>
                </a:path>
                <a:path w="2092959" h="875029">
                  <a:moveTo>
                    <a:pt x="1414271" y="874775"/>
                  </a:moveTo>
                  <a:lnTo>
                    <a:pt x="1382267" y="874775"/>
                  </a:lnTo>
                  <a:lnTo>
                    <a:pt x="1382267" y="864107"/>
                  </a:lnTo>
                  <a:lnTo>
                    <a:pt x="1414271" y="864107"/>
                  </a:lnTo>
                  <a:lnTo>
                    <a:pt x="1414271" y="874775"/>
                  </a:lnTo>
                  <a:close/>
                </a:path>
                <a:path w="2092959" h="875029">
                  <a:moveTo>
                    <a:pt x="1371600" y="874775"/>
                  </a:moveTo>
                  <a:lnTo>
                    <a:pt x="1341119" y="874775"/>
                  </a:lnTo>
                  <a:lnTo>
                    <a:pt x="1341119" y="864107"/>
                  </a:lnTo>
                  <a:lnTo>
                    <a:pt x="1371600" y="864107"/>
                  </a:lnTo>
                  <a:lnTo>
                    <a:pt x="1371600" y="874775"/>
                  </a:lnTo>
                  <a:close/>
                </a:path>
                <a:path w="2092959" h="875029">
                  <a:moveTo>
                    <a:pt x="1330451" y="874775"/>
                  </a:moveTo>
                  <a:lnTo>
                    <a:pt x="1298448" y="874775"/>
                  </a:lnTo>
                  <a:lnTo>
                    <a:pt x="1298448" y="864107"/>
                  </a:lnTo>
                  <a:lnTo>
                    <a:pt x="1330451" y="864107"/>
                  </a:lnTo>
                  <a:lnTo>
                    <a:pt x="1330451" y="874775"/>
                  </a:lnTo>
                  <a:close/>
                </a:path>
                <a:path w="2092959" h="875029">
                  <a:moveTo>
                    <a:pt x="1287780" y="874775"/>
                  </a:moveTo>
                  <a:lnTo>
                    <a:pt x="1257300" y="874775"/>
                  </a:lnTo>
                  <a:lnTo>
                    <a:pt x="1257300" y="864107"/>
                  </a:lnTo>
                  <a:lnTo>
                    <a:pt x="1287780" y="864107"/>
                  </a:lnTo>
                  <a:lnTo>
                    <a:pt x="1287780" y="874775"/>
                  </a:lnTo>
                  <a:close/>
                </a:path>
                <a:path w="2092959" h="875029">
                  <a:moveTo>
                    <a:pt x="1246632" y="874775"/>
                  </a:moveTo>
                  <a:lnTo>
                    <a:pt x="1214628" y="874775"/>
                  </a:lnTo>
                  <a:lnTo>
                    <a:pt x="1214628" y="864107"/>
                  </a:lnTo>
                  <a:lnTo>
                    <a:pt x="1246632" y="864107"/>
                  </a:lnTo>
                  <a:lnTo>
                    <a:pt x="1246632" y="874775"/>
                  </a:lnTo>
                  <a:close/>
                </a:path>
                <a:path w="2092959" h="875029">
                  <a:moveTo>
                    <a:pt x="1203960" y="874775"/>
                  </a:moveTo>
                  <a:lnTo>
                    <a:pt x="1173480" y="874775"/>
                  </a:lnTo>
                  <a:lnTo>
                    <a:pt x="1173480" y="864107"/>
                  </a:lnTo>
                  <a:lnTo>
                    <a:pt x="1203960" y="864107"/>
                  </a:lnTo>
                  <a:lnTo>
                    <a:pt x="1203960" y="874775"/>
                  </a:lnTo>
                  <a:close/>
                </a:path>
                <a:path w="2092959" h="875029">
                  <a:moveTo>
                    <a:pt x="1162812" y="874775"/>
                  </a:moveTo>
                  <a:lnTo>
                    <a:pt x="1130807" y="874775"/>
                  </a:lnTo>
                  <a:lnTo>
                    <a:pt x="1130807" y="864107"/>
                  </a:lnTo>
                  <a:lnTo>
                    <a:pt x="1162812" y="864107"/>
                  </a:lnTo>
                  <a:lnTo>
                    <a:pt x="1162812" y="874775"/>
                  </a:lnTo>
                  <a:close/>
                </a:path>
                <a:path w="2092959" h="875029">
                  <a:moveTo>
                    <a:pt x="1120139" y="874775"/>
                  </a:moveTo>
                  <a:lnTo>
                    <a:pt x="1089660" y="874775"/>
                  </a:lnTo>
                  <a:lnTo>
                    <a:pt x="1089660" y="864107"/>
                  </a:lnTo>
                  <a:lnTo>
                    <a:pt x="1120139" y="864107"/>
                  </a:lnTo>
                  <a:lnTo>
                    <a:pt x="1120139" y="874775"/>
                  </a:lnTo>
                  <a:close/>
                </a:path>
                <a:path w="2092959" h="875029">
                  <a:moveTo>
                    <a:pt x="1078992" y="874775"/>
                  </a:moveTo>
                  <a:lnTo>
                    <a:pt x="1046987" y="874775"/>
                  </a:lnTo>
                  <a:lnTo>
                    <a:pt x="1046987" y="864107"/>
                  </a:lnTo>
                  <a:lnTo>
                    <a:pt x="1078992" y="864107"/>
                  </a:lnTo>
                  <a:lnTo>
                    <a:pt x="1078992" y="874775"/>
                  </a:lnTo>
                  <a:close/>
                </a:path>
                <a:path w="2092959" h="875029">
                  <a:moveTo>
                    <a:pt x="1036319" y="874775"/>
                  </a:moveTo>
                  <a:lnTo>
                    <a:pt x="1005839" y="874775"/>
                  </a:lnTo>
                  <a:lnTo>
                    <a:pt x="1005839" y="864107"/>
                  </a:lnTo>
                  <a:lnTo>
                    <a:pt x="1036319" y="864107"/>
                  </a:lnTo>
                  <a:lnTo>
                    <a:pt x="1036319" y="874775"/>
                  </a:lnTo>
                  <a:close/>
                </a:path>
                <a:path w="2092959" h="875029">
                  <a:moveTo>
                    <a:pt x="995171" y="874775"/>
                  </a:moveTo>
                  <a:lnTo>
                    <a:pt x="963167" y="874775"/>
                  </a:lnTo>
                  <a:lnTo>
                    <a:pt x="963167" y="864107"/>
                  </a:lnTo>
                  <a:lnTo>
                    <a:pt x="995171" y="864107"/>
                  </a:lnTo>
                  <a:lnTo>
                    <a:pt x="995171" y="874775"/>
                  </a:lnTo>
                  <a:close/>
                </a:path>
                <a:path w="2092959" h="875029">
                  <a:moveTo>
                    <a:pt x="952500" y="874775"/>
                  </a:moveTo>
                  <a:lnTo>
                    <a:pt x="922019" y="874775"/>
                  </a:lnTo>
                  <a:lnTo>
                    <a:pt x="922019" y="864107"/>
                  </a:lnTo>
                  <a:lnTo>
                    <a:pt x="952500" y="864107"/>
                  </a:lnTo>
                  <a:lnTo>
                    <a:pt x="952500" y="874775"/>
                  </a:lnTo>
                  <a:close/>
                </a:path>
                <a:path w="2092959" h="875029">
                  <a:moveTo>
                    <a:pt x="911351" y="874775"/>
                  </a:moveTo>
                  <a:lnTo>
                    <a:pt x="879348" y="874775"/>
                  </a:lnTo>
                  <a:lnTo>
                    <a:pt x="879348" y="864107"/>
                  </a:lnTo>
                  <a:lnTo>
                    <a:pt x="911351" y="864107"/>
                  </a:lnTo>
                  <a:lnTo>
                    <a:pt x="911351" y="874775"/>
                  </a:lnTo>
                  <a:close/>
                </a:path>
                <a:path w="2092959" h="875029">
                  <a:moveTo>
                    <a:pt x="868680" y="874775"/>
                  </a:moveTo>
                  <a:lnTo>
                    <a:pt x="838200" y="874775"/>
                  </a:lnTo>
                  <a:lnTo>
                    <a:pt x="838200" y="864107"/>
                  </a:lnTo>
                  <a:lnTo>
                    <a:pt x="868680" y="864107"/>
                  </a:lnTo>
                  <a:lnTo>
                    <a:pt x="868680" y="874775"/>
                  </a:lnTo>
                  <a:close/>
                </a:path>
                <a:path w="2092959" h="875029">
                  <a:moveTo>
                    <a:pt x="827532" y="874775"/>
                  </a:moveTo>
                  <a:lnTo>
                    <a:pt x="795528" y="874775"/>
                  </a:lnTo>
                  <a:lnTo>
                    <a:pt x="795528" y="864107"/>
                  </a:lnTo>
                  <a:lnTo>
                    <a:pt x="827532" y="864107"/>
                  </a:lnTo>
                  <a:lnTo>
                    <a:pt x="827532" y="874775"/>
                  </a:lnTo>
                  <a:close/>
                </a:path>
                <a:path w="2092959" h="875029">
                  <a:moveTo>
                    <a:pt x="784860" y="874775"/>
                  </a:moveTo>
                  <a:lnTo>
                    <a:pt x="754380" y="874775"/>
                  </a:lnTo>
                  <a:lnTo>
                    <a:pt x="754380" y="864107"/>
                  </a:lnTo>
                  <a:lnTo>
                    <a:pt x="784860" y="864107"/>
                  </a:lnTo>
                  <a:lnTo>
                    <a:pt x="784860" y="874775"/>
                  </a:lnTo>
                  <a:close/>
                </a:path>
                <a:path w="2092959" h="875029">
                  <a:moveTo>
                    <a:pt x="743712" y="874775"/>
                  </a:moveTo>
                  <a:lnTo>
                    <a:pt x="711707" y="874775"/>
                  </a:lnTo>
                  <a:lnTo>
                    <a:pt x="711707" y="864107"/>
                  </a:lnTo>
                  <a:lnTo>
                    <a:pt x="743712" y="864107"/>
                  </a:lnTo>
                  <a:lnTo>
                    <a:pt x="743712" y="874775"/>
                  </a:lnTo>
                  <a:close/>
                </a:path>
                <a:path w="2092959" h="875029">
                  <a:moveTo>
                    <a:pt x="701039" y="874775"/>
                  </a:moveTo>
                  <a:lnTo>
                    <a:pt x="670560" y="874775"/>
                  </a:lnTo>
                  <a:lnTo>
                    <a:pt x="670560" y="864107"/>
                  </a:lnTo>
                  <a:lnTo>
                    <a:pt x="701039" y="864107"/>
                  </a:lnTo>
                  <a:lnTo>
                    <a:pt x="701039" y="874775"/>
                  </a:lnTo>
                  <a:close/>
                </a:path>
                <a:path w="2092959" h="875029">
                  <a:moveTo>
                    <a:pt x="659892" y="874775"/>
                  </a:moveTo>
                  <a:lnTo>
                    <a:pt x="627887" y="874775"/>
                  </a:lnTo>
                  <a:lnTo>
                    <a:pt x="627887" y="864107"/>
                  </a:lnTo>
                  <a:lnTo>
                    <a:pt x="659892" y="864107"/>
                  </a:lnTo>
                  <a:lnTo>
                    <a:pt x="659892" y="874775"/>
                  </a:lnTo>
                  <a:close/>
                </a:path>
                <a:path w="2092959" h="875029">
                  <a:moveTo>
                    <a:pt x="617219" y="874775"/>
                  </a:moveTo>
                  <a:lnTo>
                    <a:pt x="586739" y="874775"/>
                  </a:lnTo>
                  <a:lnTo>
                    <a:pt x="586739" y="864107"/>
                  </a:lnTo>
                  <a:lnTo>
                    <a:pt x="617219" y="864107"/>
                  </a:lnTo>
                  <a:lnTo>
                    <a:pt x="617219" y="874775"/>
                  </a:lnTo>
                  <a:close/>
                </a:path>
                <a:path w="2092959" h="875029">
                  <a:moveTo>
                    <a:pt x="576071" y="874775"/>
                  </a:moveTo>
                  <a:lnTo>
                    <a:pt x="544067" y="874775"/>
                  </a:lnTo>
                  <a:lnTo>
                    <a:pt x="544067" y="864107"/>
                  </a:lnTo>
                  <a:lnTo>
                    <a:pt x="576071" y="864107"/>
                  </a:lnTo>
                  <a:lnTo>
                    <a:pt x="576071" y="874775"/>
                  </a:lnTo>
                  <a:close/>
                </a:path>
                <a:path w="2092959" h="875029">
                  <a:moveTo>
                    <a:pt x="533400" y="874775"/>
                  </a:moveTo>
                  <a:lnTo>
                    <a:pt x="502919" y="874775"/>
                  </a:lnTo>
                  <a:lnTo>
                    <a:pt x="502919" y="864107"/>
                  </a:lnTo>
                  <a:lnTo>
                    <a:pt x="533400" y="864107"/>
                  </a:lnTo>
                  <a:lnTo>
                    <a:pt x="533400" y="874775"/>
                  </a:lnTo>
                  <a:close/>
                </a:path>
                <a:path w="2092959" h="875029">
                  <a:moveTo>
                    <a:pt x="492251" y="874775"/>
                  </a:moveTo>
                  <a:lnTo>
                    <a:pt x="460248" y="874775"/>
                  </a:lnTo>
                  <a:lnTo>
                    <a:pt x="460248" y="864107"/>
                  </a:lnTo>
                  <a:lnTo>
                    <a:pt x="492251" y="864107"/>
                  </a:lnTo>
                  <a:lnTo>
                    <a:pt x="492251" y="874775"/>
                  </a:lnTo>
                  <a:close/>
                </a:path>
                <a:path w="2092959" h="875029">
                  <a:moveTo>
                    <a:pt x="449580" y="874775"/>
                  </a:moveTo>
                  <a:lnTo>
                    <a:pt x="419100" y="874775"/>
                  </a:lnTo>
                  <a:lnTo>
                    <a:pt x="419100" y="864107"/>
                  </a:lnTo>
                  <a:lnTo>
                    <a:pt x="449580" y="864107"/>
                  </a:lnTo>
                  <a:lnTo>
                    <a:pt x="449580" y="874775"/>
                  </a:lnTo>
                  <a:close/>
                </a:path>
                <a:path w="2092959" h="875029">
                  <a:moveTo>
                    <a:pt x="408432" y="874775"/>
                  </a:moveTo>
                  <a:lnTo>
                    <a:pt x="376428" y="874775"/>
                  </a:lnTo>
                  <a:lnTo>
                    <a:pt x="376428" y="864107"/>
                  </a:lnTo>
                  <a:lnTo>
                    <a:pt x="408432" y="864107"/>
                  </a:lnTo>
                  <a:lnTo>
                    <a:pt x="408432" y="874775"/>
                  </a:lnTo>
                  <a:close/>
                </a:path>
                <a:path w="2092959" h="875029">
                  <a:moveTo>
                    <a:pt x="365760" y="874775"/>
                  </a:moveTo>
                  <a:lnTo>
                    <a:pt x="335280" y="874775"/>
                  </a:lnTo>
                  <a:lnTo>
                    <a:pt x="335280" y="864107"/>
                  </a:lnTo>
                  <a:lnTo>
                    <a:pt x="365760" y="864107"/>
                  </a:lnTo>
                  <a:lnTo>
                    <a:pt x="365760" y="874775"/>
                  </a:lnTo>
                  <a:close/>
                </a:path>
                <a:path w="2092959" h="875029">
                  <a:moveTo>
                    <a:pt x="324612" y="874775"/>
                  </a:moveTo>
                  <a:lnTo>
                    <a:pt x="292607" y="874775"/>
                  </a:lnTo>
                  <a:lnTo>
                    <a:pt x="292607" y="864107"/>
                  </a:lnTo>
                  <a:lnTo>
                    <a:pt x="324612" y="864107"/>
                  </a:lnTo>
                  <a:lnTo>
                    <a:pt x="324612" y="874775"/>
                  </a:lnTo>
                  <a:close/>
                </a:path>
                <a:path w="2092959" h="875029">
                  <a:moveTo>
                    <a:pt x="281939" y="874775"/>
                  </a:moveTo>
                  <a:lnTo>
                    <a:pt x="251460" y="874775"/>
                  </a:lnTo>
                  <a:lnTo>
                    <a:pt x="251460" y="864107"/>
                  </a:lnTo>
                  <a:lnTo>
                    <a:pt x="281939" y="864107"/>
                  </a:lnTo>
                  <a:lnTo>
                    <a:pt x="281939" y="874775"/>
                  </a:lnTo>
                  <a:close/>
                </a:path>
                <a:path w="2092959" h="875029">
                  <a:moveTo>
                    <a:pt x="240792" y="874775"/>
                  </a:moveTo>
                  <a:lnTo>
                    <a:pt x="208787" y="874775"/>
                  </a:lnTo>
                  <a:lnTo>
                    <a:pt x="208787" y="864107"/>
                  </a:lnTo>
                  <a:lnTo>
                    <a:pt x="240792" y="864107"/>
                  </a:lnTo>
                  <a:lnTo>
                    <a:pt x="240792" y="874775"/>
                  </a:lnTo>
                  <a:close/>
                </a:path>
                <a:path w="2092959" h="875029">
                  <a:moveTo>
                    <a:pt x="198119" y="874775"/>
                  </a:moveTo>
                  <a:lnTo>
                    <a:pt x="167639" y="874775"/>
                  </a:lnTo>
                  <a:lnTo>
                    <a:pt x="167639" y="864107"/>
                  </a:lnTo>
                  <a:lnTo>
                    <a:pt x="198119" y="864107"/>
                  </a:lnTo>
                  <a:lnTo>
                    <a:pt x="198119" y="874775"/>
                  </a:lnTo>
                  <a:close/>
                </a:path>
                <a:path w="2092959" h="875029">
                  <a:moveTo>
                    <a:pt x="156971" y="874775"/>
                  </a:moveTo>
                  <a:lnTo>
                    <a:pt x="124967" y="874775"/>
                  </a:lnTo>
                  <a:lnTo>
                    <a:pt x="124967" y="864107"/>
                  </a:lnTo>
                  <a:lnTo>
                    <a:pt x="156971" y="864107"/>
                  </a:lnTo>
                  <a:lnTo>
                    <a:pt x="156971" y="874775"/>
                  </a:lnTo>
                  <a:close/>
                </a:path>
                <a:path w="2092959" h="875029">
                  <a:moveTo>
                    <a:pt x="114300" y="874775"/>
                  </a:moveTo>
                  <a:lnTo>
                    <a:pt x="83819" y="874775"/>
                  </a:lnTo>
                  <a:lnTo>
                    <a:pt x="83819" y="864107"/>
                  </a:lnTo>
                  <a:lnTo>
                    <a:pt x="114300" y="864107"/>
                  </a:lnTo>
                  <a:lnTo>
                    <a:pt x="114300" y="874775"/>
                  </a:lnTo>
                  <a:close/>
                </a:path>
                <a:path w="2092959" h="875029">
                  <a:moveTo>
                    <a:pt x="73151" y="874775"/>
                  </a:moveTo>
                  <a:lnTo>
                    <a:pt x="41148" y="874775"/>
                  </a:lnTo>
                  <a:lnTo>
                    <a:pt x="41148" y="864107"/>
                  </a:lnTo>
                  <a:lnTo>
                    <a:pt x="73151" y="864107"/>
                  </a:lnTo>
                  <a:lnTo>
                    <a:pt x="73151" y="874775"/>
                  </a:lnTo>
                  <a:close/>
                </a:path>
              </a:pathLst>
            </a:custGeom>
            <a:solidFill>
              <a:srgbClr val="2F528E"/>
            </a:solidFill>
          </p:spPr>
          <p:txBody>
            <a:bodyPr wrap="square" lIns="0" tIns="0" rIns="0" bIns="0" rtlCol="0"/>
            <a:lstStyle/>
            <a:p>
              <a:pPr defTabSz="1183325"/>
              <a:endParaRPr sz="2329"/>
            </a:p>
          </p:txBody>
        </p:sp>
        <p:pic>
          <p:nvPicPr>
            <p:cNvPr id="24" name="object 24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7842503" y="4145280"/>
              <a:ext cx="1874519" cy="652271"/>
            </a:xfrm>
            <a:prstGeom prst="rect">
              <a:avLst/>
            </a:prstGeom>
          </p:spPr>
        </p:pic>
      </p:grpSp>
      <p:sp>
        <p:nvSpPr>
          <p:cNvPr id="25" name="object 25"/>
          <p:cNvSpPr/>
          <p:nvPr/>
        </p:nvSpPr>
        <p:spPr>
          <a:xfrm>
            <a:off x="11170739" y="4772808"/>
            <a:ext cx="657412" cy="363220"/>
          </a:xfrm>
          <a:custGeom>
            <a:avLst/>
            <a:gdLst/>
            <a:ahLst/>
            <a:cxnLst/>
            <a:rect l="l" t="t" r="r" b="b"/>
            <a:pathLst>
              <a:path w="508000" h="280670">
                <a:moveTo>
                  <a:pt x="268224" y="280416"/>
                </a:moveTo>
                <a:lnTo>
                  <a:pt x="0" y="0"/>
                </a:lnTo>
                <a:lnTo>
                  <a:pt x="507492" y="0"/>
                </a:lnTo>
                <a:lnTo>
                  <a:pt x="268224" y="280416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pPr defTabSz="1183325"/>
            <a:endParaRPr sz="2329"/>
          </a:p>
        </p:txBody>
      </p:sp>
      <p:sp>
        <p:nvSpPr>
          <p:cNvPr id="26" name="object 26"/>
          <p:cNvSpPr/>
          <p:nvPr/>
        </p:nvSpPr>
        <p:spPr>
          <a:xfrm>
            <a:off x="10833488" y="2650683"/>
            <a:ext cx="1383030" cy="2057699"/>
          </a:xfrm>
          <a:custGeom>
            <a:avLst/>
            <a:gdLst/>
            <a:ahLst/>
            <a:cxnLst/>
            <a:rect l="l" t="t" r="r" b="b"/>
            <a:pathLst>
              <a:path w="1068704" h="1590039">
                <a:moveTo>
                  <a:pt x="839724" y="1589532"/>
                </a:moveTo>
                <a:lnTo>
                  <a:pt x="228600" y="1589532"/>
                </a:lnTo>
                <a:lnTo>
                  <a:pt x="182897" y="1584626"/>
                </a:lnTo>
                <a:lnTo>
                  <a:pt x="140160" y="1570577"/>
                </a:lnTo>
                <a:lnTo>
                  <a:pt x="101351" y="1548384"/>
                </a:lnTo>
                <a:lnTo>
                  <a:pt x="67437" y="1519047"/>
                </a:lnTo>
                <a:lnTo>
                  <a:pt x="39379" y="1483566"/>
                </a:lnTo>
                <a:lnTo>
                  <a:pt x="18145" y="1442942"/>
                </a:lnTo>
                <a:lnTo>
                  <a:pt x="4697" y="1398174"/>
                </a:lnTo>
                <a:lnTo>
                  <a:pt x="0" y="1350264"/>
                </a:lnTo>
                <a:lnTo>
                  <a:pt x="0" y="239268"/>
                </a:lnTo>
                <a:lnTo>
                  <a:pt x="4697" y="190919"/>
                </a:lnTo>
                <a:lnTo>
                  <a:pt x="18145" y="145946"/>
                </a:lnTo>
                <a:lnTo>
                  <a:pt x="39379" y="105295"/>
                </a:lnTo>
                <a:lnTo>
                  <a:pt x="67437" y="69913"/>
                </a:lnTo>
                <a:lnTo>
                  <a:pt x="101351" y="40746"/>
                </a:lnTo>
                <a:lnTo>
                  <a:pt x="140160" y="18740"/>
                </a:lnTo>
                <a:lnTo>
                  <a:pt x="182897" y="4842"/>
                </a:lnTo>
                <a:lnTo>
                  <a:pt x="228600" y="0"/>
                </a:lnTo>
                <a:lnTo>
                  <a:pt x="839724" y="0"/>
                </a:lnTo>
                <a:lnTo>
                  <a:pt x="885426" y="4842"/>
                </a:lnTo>
                <a:lnTo>
                  <a:pt x="928163" y="18740"/>
                </a:lnTo>
                <a:lnTo>
                  <a:pt x="966972" y="40746"/>
                </a:lnTo>
                <a:lnTo>
                  <a:pt x="1000887" y="69913"/>
                </a:lnTo>
                <a:lnTo>
                  <a:pt x="1028944" y="105295"/>
                </a:lnTo>
                <a:lnTo>
                  <a:pt x="1050178" y="145946"/>
                </a:lnTo>
                <a:lnTo>
                  <a:pt x="1063627" y="190919"/>
                </a:lnTo>
                <a:lnTo>
                  <a:pt x="1068324" y="239268"/>
                </a:lnTo>
                <a:lnTo>
                  <a:pt x="1068324" y="1350264"/>
                </a:lnTo>
                <a:lnTo>
                  <a:pt x="1063627" y="1398174"/>
                </a:lnTo>
                <a:lnTo>
                  <a:pt x="1050178" y="1442942"/>
                </a:lnTo>
                <a:lnTo>
                  <a:pt x="1028944" y="1483566"/>
                </a:lnTo>
                <a:lnTo>
                  <a:pt x="1000887" y="1519047"/>
                </a:lnTo>
                <a:lnTo>
                  <a:pt x="966972" y="1548384"/>
                </a:lnTo>
                <a:lnTo>
                  <a:pt x="928163" y="1570577"/>
                </a:lnTo>
                <a:lnTo>
                  <a:pt x="885426" y="1584626"/>
                </a:lnTo>
                <a:lnTo>
                  <a:pt x="839724" y="1589532"/>
                </a:lnTo>
                <a:close/>
              </a:path>
            </a:pathLst>
          </a:custGeom>
          <a:solidFill>
            <a:srgbClr val="A5A5A5"/>
          </a:solidFill>
        </p:spPr>
        <p:txBody>
          <a:bodyPr wrap="square" lIns="0" tIns="0" rIns="0" bIns="0" rtlCol="0"/>
          <a:lstStyle/>
          <a:p>
            <a:pPr defTabSz="1183325"/>
            <a:endParaRPr sz="2329"/>
          </a:p>
        </p:txBody>
      </p:sp>
      <p:sp>
        <p:nvSpPr>
          <p:cNvPr id="27" name="object 27"/>
          <p:cNvSpPr txBox="1"/>
          <p:nvPr/>
        </p:nvSpPr>
        <p:spPr>
          <a:xfrm>
            <a:off x="11193719" y="2673723"/>
            <a:ext cx="663986" cy="474541"/>
          </a:xfrm>
          <a:prstGeom prst="rect">
            <a:avLst/>
          </a:prstGeom>
        </p:spPr>
        <p:txBody>
          <a:bodyPr vert="horz" wrap="square" lIns="0" tIns="16435" rIns="0" bIns="0" rtlCol="0">
            <a:spAutoFit/>
          </a:bodyPr>
          <a:lstStyle/>
          <a:p>
            <a:pPr marL="116689" marR="6574" indent="-101076" defTabSz="1183325">
              <a:spcBef>
                <a:spcPts val="129"/>
              </a:spcBef>
            </a:pPr>
            <a:r>
              <a:rPr sz="1488" spc="-13" dirty="0">
                <a:solidFill>
                  <a:srgbClr val="FFFFFF"/>
                </a:solidFill>
                <a:latin typeface="Comic Sans MS"/>
                <a:cs typeface="Comic Sans MS"/>
              </a:rPr>
              <a:t>Object </a:t>
            </a:r>
            <a:r>
              <a:rPr sz="1488" spc="-26" dirty="0">
                <a:solidFill>
                  <a:srgbClr val="FFFFFF"/>
                </a:solidFill>
                <a:latin typeface="Comic Sans MS"/>
                <a:cs typeface="Comic Sans MS"/>
              </a:rPr>
              <a:t>Code</a:t>
            </a:r>
            <a:endParaRPr sz="1488">
              <a:latin typeface="Comic Sans MS"/>
              <a:cs typeface="Comic Sans MS"/>
            </a:endParaRPr>
          </a:p>
        </p:txBody>
      </p:sp>
      <p:grpSp>
        <p:nvGrpSpPr>
          <p:cNvPr id="28" name="object 28"/>
          <p:cNvGrpSpPr/>
          <p:nvPr/>
        </p:nvGrpSpPr>
        <p:grpSpPr>
          <a:xfrm>
            <a:off x="11229908" y="3321243"/>
            <a:ext cx="660699" cy="848061"/>
            <a:chOff x="8525256" y="2566415"/>
            <a:chExt cx="510540" cy="655320"/>
          </a:xfrm>
        </p:grpSpPr>
        <p:sp>
          <p:nvSpPr>
            <p:cNvPr id="29" name="object 29"/>
            <p:cNvSpPr/>
            <p:nvPr/>
          </p:nvSpPr>
          <p:spPr>
            <a:xfrm>
              <a:off x="8525256" y="2566415"/>
              <a:ext cx="510540" cy="655320"/>
            </a:xfrm>
            <a:custGeom>
              <a:avLst/>
              <a:gdLst/>
              <a:ahLst/>
              <a:cxnLst/>
              <a:rect l="l" t="t" r="r" b="b"/>
              <a:pathLst>
                <a:path w="510540" h="655319">
                  <a:moveTo>
                    <a:pt x="426720" y="655320"/>
                  </a:moveTo>
                  <a:lnTo>
                    <a:pt x="82295" y="655320"/>
                  </a:lnTo>
                  <a:lnTo>
                    <a:pt x="50149" y="648366"/>
                  </a:lnTo>
                  <a:lnTo>
                    <a:pt x="24002" y="629412"/>
                  </a:lnTo>
                  <a:lnTo>
                    <a:pt x="6429" y="601313"/>
                  </a:lnTo>
                  <a:lnTo>
                    <a:pt x="0" y="566928"/>
                  </a:lnTo>
                  <a:lnTo>
                    <a:pt x="0" y="330708"/>
                  </a:lnTo>
                  <a:lnTo>
                    <a:pt x="5143" y="299561"/>
                  </a:lnTo>
                  <a:lnTo>
                    <a:pt x="19431" y="273558"/>
                  </a:lnTo>
                  <a:lnTo>
                    <a:pt x="41148" y="254412"/>
                  </a:lnTo>
                  <a:lnTo>
                    <a:pt x="68580" y="243840"/>
                  </a:lnTo>
                  <a:lnTo>
                    <a:pt x="68580" y="176784"/>
                  </a:lnTo>
                  <a:lnTo>
                    <a:pt x="75261" y="129822"/>
                  </a:lnTo>
                  <a:lnTo>
                    <a:pt x="94092" y="87601"/>
                  </a:lnTo>
                  <a:lnTo>
                    <a:pt x="123253" y="51815"/>
                  </a:lnTo>
                  <a:lnTo>
                    <a:pt x="160923" y="24158"/>
                  </a:lnTo>
                  <a:lnTo>
                    <a:pt x="205281" y="6321"/>
                  </a:lnTo>
                  <a:lnTo>
                    <a:pt x="254508" y="0"/>
                  </a:lnTo>
                  <a:lnTo>
                    <a:pt x="303734" y="6321"/>
                  </a:lnTo>
                  <a:lnTo>
                    <a:pt x="348092" y="24158"/>
                  </a:lnTo>
                  <a:lnTo>
                    <a:pt x="348400" y="24384"/>
                  </a:lnTo>
                  <a:lnTo>
                    <a:pt x="254508" y="24384"/>
                  </a:lnTo>
                  <a:lnTo>
                    <a:pt x="203021" y="32186"/>
                  </a:lnTo>
                  <a:lnTo>
                    <a:pt x="158264" y="53888"/>
                  </a:lnTo>
                  <a:lnTo>
                    <a:pt x="122944" y="86928"/>
                  </a:lnTo>
                  <a:lnTo>
                    <a:pt x="99767" y="128747"/>
                  </a:lnTo>
                  <a:lnTo>
                    <a:pt x="91440" y="176784"/>
                  </a:lnTo>
                  <a:lnTo>
                    <a:pt x="91440" y="242315"/>
                  </a:lnTo>
                  <a:lnTo>
                    <a:pt x="440436" y="242315"/>
                  </a:lnTo>
                  <a:lnTo>
                    <a:pt x="440436" y="243840"/>
                  </a:lnTo>
                  <a:lnTo>
                    <a:pt x="468106" y="254412"/>
                  </a:lnTo>
                  <a:lnTo>
                    <a:pt x="482380" y="266700"/>
                  </a:lnTo>
                  <a:lnTo>
                    <a:pt x="82295" y="266700"/>
                  </a:lnTo>
                  <a:lnTo>
                    <a:pt x="58864" y="271772"/>
                  </a:lnTo>
                  <a:lnTo>
                    <a:pt x="40005" y="285559"/>
                  </a:lnTo>
                  <a:lnTo>
                    <a:pt x="27432" y="305919"/>
                  </a:lnTo>
                  <a:lnTo>
                    <a:pt x="22860" y="330708"/>
                  </a:lnTo>
                  <a:lnTo>
                    <a:pt x="22860" y="566928"/>
                  </a:lnTo>
                  <a:lnTo>
                    <a:pt x="27432" y="591716"/>
                  </a:lnTo>
                  <a:lnTo>
                    <a:pt x="40005" y="612076"/>
                  </a:lnTo>
                  <a:lnTo>
                    <a:pt x="58864" y="625863"/>
                  </a:lnTo>
                  <a:lnTo>
                    <a:pt x="82295" y="630936"/>
                  </a:lnTo>
                  <a:lnTo>
                    <a:pt x="483630" y="630936"/>
                  </a:lnTo>
                  <a:lnTo>
                    <a:pt x="459105" y="648366"/>
                  </a:lnTo>
                  <a:lnTo>
                    <a:pt x="426720" y="655320"/>
                  </a:lnTo>
                  <a:close/>
                </a:path>
                <a:path w="510540" h="655319">
                  <a:moveTo>
                    <a:pt x="440436" y="242315"/>
                  </a:moveTo>
                  <a:lnTo>
                    <a:pt x="417576" y="242315"/>
                  </a:lnTo>
                  <a:lnTo>
                    <a:pt x="417576" y="176784"/>
                  </a:lnTo>
                  <a:lnTo>
                    <a:pt x="409248" y="128747"/>
                  </a:lnTo>
                  <a:lnTo>
                    <a:pt x="386071" y="86928"/>
                  </a:lnTo>
                  <a:lnTo>
                    <a:pt x="350751" y="53888"/>
                  </a:lnTo>
                  <a:lnTo>
                    <a:pt x="305994" y="32186"/>
                  </a:lnTo>
                  <a:lnTo>
                    <a:pt x="254508" y="24384"/>
                  </a:lnTo>
                  <a:lnTo>
                    <a:pt x="348400" y="24384"/>
                  </a:lnTo>
                  <a:lnTo>
                    <a:pt x="385762" y="51815"/>
                  </a:lnTo>
                  <a:lnTo>
                    <a:pt x="414923" y="87601"/>
                  </a:lnTo>
                  <a:lnTo>
                    <a:pt x="433754" y="129822"/>
                  </a:lnTo>
                  <a:lnTo>
                    <a:pt x="440436" y="176784"/>
                  </a:lnTo>
                  <a:lnTo>
                    <a:pt x="440436" y="242315"/>
                  </a:lnTo>
                  <a:close/>
                </a:path>
                <a:path w="510540" h="655319">
                  <a:moveTo>
                    <a:pt x="483630" y="630936"/>
                  </a:moveTo>
                  <a:lnTo>
                    <a:pt x="426720" y="630936"/>
                  </a:lnTo>
                  <a:lnTo>
                    <a:pt x="449508" y="625863"/>
                  </a:lnTo>
                  <a:lnTo>
                    <a:pt x="468439" y="612076"/>
                  </a:lnTo>
                  <a:lnTo>
                    <a:pt x="481369" y="591716"/>
                  </a:lnTo>
                  <a:lnTo>
                    <a:pt x="486156" y="566928"/>
                  </a:lnTo>
                  <a:lnTo>
                    <a:pt x="486156" y="330708"/>
                  </a:lnTo>
                  <a:lnTo>
                    <a:pt x="481369" y="305919"/>
                  </a:lnTo>
                  <a:lnTo>
                    <a:pt x="468439" y="285559"/>
                  </a:lnTo>
                  <a:lnTo>
                    <a:pt x="449508" y="271772"/>
                  </a:lnTo>
                  <a:lnTo>
                    <a:pt x="426720" y="266700"/>
                  </a:lnTo>
                  <a:lnTo>
                    <a:pt x="482380" y="266700"/>
                  </a:lnTo>
                  <a:lnTo>
                    <a:pt x="490347" y="273558"/>
                  </a:lnTo>
                  <a:lnTo>
                    <a:pt x="505158" y="299561"/>
                  </a:lnTo>
                  <a:lnTo>
                    <a:pt x="510540" y="330708"/>
                  </a:lnTo>
                  <a:lnTo>
                    <a:pt x="510540" y="566928"/>
                  </a:lnTo>
                  <a:lnTo>
                    <a:pt x="503872" y="601313"/>
                  </a:lnTo>
                  <a:lnTo>
                    <a:pt x="485775" y="629412"/>
                  </a:lnTo>
                  <a:lnTo>
                    <a:pt x="483630" y="630936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pPr defTabSz="1183325"/>
              <a:endParaRPr sz="2329"/>
            </a:p>
          </p:txBody>
        </p:sp>
        <p:pic>
          <p:nvPicPr>
            <p:cNvPr id="32" name="object 30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8734043" y="2906268"/>
              <a:ext cx="92964" cy="169164"/>
            </a:xfrm>
            <a:prstGeom prst="rect">
              <a:avLst/>
            </a:prstGeom>
          </p:spPr>
        </p:pic>
      </p:grpSp>
      <p:sp>
        <p:nvSpPr>
          <p:cNvPr id="33" name="object 31"/>
          <p:cNvSpPr txBox="1"/>
          <p:nvPr/>
        </p:nvSpPr>
        <p:spPr>
          <a:xfrm>
            <a:off x="7677209" y="4271184"/>
            <a:ext cx="538256" cy="400487"/>
          </a:xfrm>
          <a:prstGeom prst="rect">
            <a:avLst/>
          </a:prstGeom>
        </p:spPr>
        <p:txBody>
          <a:bodyPr vert="horz" wrap="square" lIns="0" tIns="15614" rIns="0" bIns="0" rtlCol="0">
            <a:spAutoFit/>
          </a:bodyPr>
          <a:lstStyle/>
          <a:p>
            <a:pPr algn="ctr" defTabSz="1183325">
              <a:lnSpc>
                <a:spcPts val="1546"/>
              </a:lnSpc>
              <a:spcBef>
                <a:spcPts val="123"/>
              </a:spcBef>
            </a:pPr>
            <a:r>
              <a:rPr sz="1294" spc="-13" dirty="0">
                <a:solidFill>
                  <a:srgbClr val="FFFFFF"/>
                </a:solidFill>
                <a:latin typeface="Comic Sans MS"/>
                <a:cs typeface="Comic Sans MS"/>
              </a:rPr>
              <a:t>Errors</a:t>
            </a:r>
            <a:endParaRPr sz="1294">
              <a:latin typeface="Comic Sans MS"/>
              <a:cs typeface="Comic Sans MS"/>
            </a:endParaRPr>
          </a:p>
          <a:p>
            <a:pPr algn="ctr" defTabSz="1183325">
              <a:lnSpc>
                <a:spcPts val="1546"/>
              </a:lnSpc>
            </a:pPr>
            <a:r>
              <a:rPr sz="1294" spc="-65" dirty="0">
                <a:solidFill>
                  <a:srgbClr val="FFFFFF"/>
                </a:solidFill>
                <a:latin typeface="Comic Sans MS"/>
                <a:cs typeface="Comic Sans MS"/>
              </a:rPr>
              <a:t>?</a:t>
            </a:r>
            <a:endParaRPr sz="1294">
              <a:latin typeface="Comic Sans MS"/>
              <a:cs typeface="Comic Sans MS"/>
            </a:endParaRPr>
          </a:p>
        </p:txBody>
      </p:sp>
      <p:sp>
        <p:nvSpPr>
          <p:cNvPr id="80" name="object 32"/>
          <p:cNvSpPr txBox="1"/>
          <p:nvPr/>
        </p:nvSpPr>
        <p:spPr>
          <a:xfrm>
            <a:off x="7027073" y="3068798"/>
            <a:ext cx="1834179" cy="409932"/>
          </a:xfrm>
          <a:prstGeom prst="rect">
            <a:avLst/>
          </a:prstGeom>
          <a:solidFill>
            <a:srgbClr val="4472C3"/>
          </a:solidFill>
          <a:ln w="10667">
            <a:solidFill>
              <a:srgbClr val="2F528E"/>
            </a:solidFill>
          </a:ln>
        </p:spPr>
        <p:txBody>
          <a:bodyPr vert="horz" wrap="square" lIns="0" tIns="11505" rIns="0" bIns="0" rtlCol="0">
            <a:spAutoFit/>
          </a:bodyPr>
          <a:lstStyle/>
          <a:p>
            <a:pPr defTabSz="1183325">
              <a:spcBef>
                <a:spcPts val="91"/>
              </a:spcBef>
            </a:pPr>
            <a:endParaRPr sz="1294">
              <a:latin typeface="Times New Roman"/>
              <a:cs typeface="Times New Roman"/>
            </a:endParaRPr>
          </a:p>
          <a:p>
            <a:pPr marL="131481" defTabSz="1183325"/>
            <a:r>
              <a:rPr sz="1294" dirty="0">
                <a:solidFill>
                  <a:srgbClr val="FFFFFF"/>
                </a:solidFill>
                <a:latin typeface="Comic Sans MS"/>
                <a:cs typeface="Comic Sans MS"/>
              </a:rPr>
              <a:t>Scan</a:t>
            </a:r>
            <a:r>
              <a:rPr sz="1294" spc="-58" dirty="0">
                <a:solidFill>
                  <a:srgbClr val="FFFFFF"/>
                </a:solidFill>
                <a:latin typeface="Comic Sans MS"/>
                <a:cs typeface="Comic Sans MS"/>
              </a:rPr>
              <a:t> </a:t>
            </a:r>
            <a:r>
              <a:rPr sz="1294" dirty="0">
                <a:solidFill>
                  <a:srgbClr val="FFFFFF"/>
                </a:solidFill>
                <a:latin typeface="Comic Sans MS"/>
                <a:cs typeface="Comic Sans MS"/>
              </a:rPr>
              <a:t>Entire</a:t>
            </a:r>
            <a:r>
              <a:rPr sz="1294" spc="-78" dirty="0">
                <a:solidFill>
                  <a:srgbClr val="FFFFFF"/>
                </a:solidFill>
                <a:latin typeface="Comic Sans MS"/>
                <a:cs typeface="Comic Sans MS"/>
              </a:rPr>
              <a:t> </a:t>
            </a:r>
            <a:r>
              <a:rPr sz="1294" spc="-13" dirty="0">
                <a:solidFill>
                  <a:srgbClr val="FFFFFF"/>
                </a:solidFill>
                <a:latin typeface="Comic Sans MS"/>
                <a:cs typeface="Comic Sans MS"/>
              </a:rPr>
              <a:t>Program</a:t>
            </a:r>
            <a:endParaRPr sz="1294">
              <a:latin typeface="Comic Sans MS"/>
              <a:cs typeface="Comic Sans MS"/>
            </a:endParaRPr>
          </a:p>
        </p:txBody>
      </p:sp>
      <p:sp>
        <p:nvSpPr>
          <p:cNvPr id="81" name="object 33"/>
          <p:cNvSpPr/>
          <p:nvPr/>
        </p:nvSpPr>
        <p:spPr>
          <a:xfrm>
            <a:off x="7944163" y="3684136"/>
            <a:ext cx="2465" cy="2004284"/>
          </a:xfrm>
          <a:custGeom>
            <a:avLst/>
            <a:gdLst/>
            <a:ahLst/>
            <a:cxnLst/>
            <a:rect l="l" t="t" r="r" b="b"/>
            <a:pathLst>
              <a:path w="1904" h="1548764">
                <a:moveTo>
                  <a:pt x="0" y="0"/>
                </a:moveTo>
                <a:lnTo>
                  <a:pt x="1524" y="160019"/>
                </a:lnTo>
              </a:path>
              <a:path w="1904" h="1548764">
                <a:moveTo>
                  <a:pt x="0" y="1548383"/>
                </a:moveTo>
                <a:lnTo>
                  <a:pt x="1524" y="1089659"/>
                </a:lnTo>
              </a:path>
            </a:pathLst>
          </a:custGeom>
          <a:ln w="4572">
            <a:solidFill>
              <a:srgbClr val="4472C3"/>
            </a:solidFill>
          </a:ln>
        </p:spPr>
        <p:txBody>
          <a:bodyPr wrap="square" lIns="0" tIns="0" rIns="0" bIns="0" rtlCol="0"/>
          <a:lstStyle/>
          <a:p>
            <a:pPr defTabSz="1183325"/>
            <a:endParaRPr sz="2329"/>
          </a:p>
        </p:txBody>
      </p:sp>
      <p:graphicFrame>
        <p:nvGraphicFramePr>
          <p:cNvPr id="82" name="object 34"/>
          <p:cNvGraphicFramePr>
            <a:graphicFrameLocks noGrp="1"/>
          </p:cNvGraphicFramePr>
          <p:nvPr/>
        </p:nvGraphicFramePr>
        <p:xfrm>
          <a:off x="7020172" y="5681024"/>
          <a:ext cx="1834178" cy="1526017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91708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708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91671">
                <a:tc gridSpan="2">
                  <a:txBody>
                    <a:bodyPr/>
                    <a:lstStyle/>
                    <a:p>
                      <a:pPr marL="455295" marR="308610" indent="-142240">
                        <a:lnSpc>
                          <a:spcPts val="1190"/>
                        </a:lnSpc>
                        <a:spcBef>
                          <a:spcPts val="605"/>
                        </a:spcBef>
                      </a:pPr>
                      <a:r>
                        <a:rPr sz="1300" spc="-10" dirty="0">
                          <a:solidFill>
                            <a:srgbClr val="FFFFFF"/>
                          </a:solidFill>
                          <a:latin typeface="Comic Sans MS"/>
                          <a:cs typeface="Comic Sans MS"/>
                        </a:rPr>
                        <a:t>Display</a:t>
                      </a:r>
                      <a:r>
                        <a:rPr sz="1300" spc="-15" dirty="0">
                          <a:solidFill>
                            <a:srgbClr val="FFFFFF"/>
                          </a:solidFill>
                          <a:latin typeface="Comic Sans MS"/>
                          <a:cs typeface="Comic Sans MS"/>
                        </a:rPr>
                        <a:t> </a:t>
                      </a:r>
                      <a:r>
                        <a:rPr sz="1300" spc="-10" dirty="0">
                          <a:solidFill>
                            <a:srgbClr val="FFFFFF"/>
                          </a:solidFill>
                          <a:latin typeface="Comic Sans MS"/>
                          <a:cs typeface="Comic Sans MS"/>
                        </a:rPr>
                        <a:t>Error Message</a:t>
                      </a:r>
                      <a:endParaRPr sz="1300">
                        <a:latin typeface="Comic Sans MS"/>
                        <a:cs typeface="Comic Sans MS"/>
                      </a:endParaRPr>
                    </a:p>
                  </a:txBody>
                  <a:tcPr marL="0" marR="0" marT="99434" marB="0">
                    <a:lnL w="12700">
                      <a:solidFill>
                        <a:srgbClr val="2F528E"/>
                      </a:solidFill>
                      <a:prstDash val="solid"/>
                    </a:lnL>
                    <a:lnR w="12700">
                      <a:solidFill>
                        <a:srgbClr val="2F528E"/>
                      </a:solidFill>
                      <a:prstDash val="solid"/>
                    </a:lnR>
                    <a:lnT w="12700">
                      <a:solidFill>
                        <a:srgbClr val="2F528E"/>
                      </a:solidFill>
                      <a:prstDash val="solid"/>
                    </a:lnT>
                    <a:lnB w="12700">
                      <a:solidFill>
                        <a:srgbClr val="2F528E"/>
                      </a:solidFill>
                      <a:prstDash val="solid"/>
                    </a:lnB>
                    <a:solidFill>
                      <a:srgbClr val="4472C3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5141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6350">
                      <a:solidFill>
                        <a:srgbClr val="4472C3"/>
                      </a:solidFill>
                      <a:prstDash val="solid"/>
                    </a:lnR>
                    <a:lnT w="12700">
                      <a:solidFill>
                        <a:srgbClr val="2F528E"/>
                      </a:solidFill>
                      <a:prstDash val="solid"/>
                    </a:lnT>
                    <a:lnB w="12700">
                      <a:solidFill>
                        <a:srgbClr val="2F528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4472C3"/>
                      </a:solidFill>
                      <a:prstDash val="solid"/>
                    </a:lnL>
                    <a:lnT w="12700">
                      <a:solidFill>
                        <a:srgbClr val="2F528E"/>
                      </a:solidFill>
                      <a:prstDash val="solid"/>
                    </a:lnT>
                    <a:lnB w="12700">
                      <a:solidFill>
                        <a:srgbClr val="2F528E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89205">
                <a:tc gridSpan="2"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135"/>
                        </a:spcBef>
                      </a:pPr>
                      <a:r>
                        <a:rPr sz="1300" spc="-20" dirty="0">
                          <a:solidFill>
                            <a:srgbClr val="FFFFFF"/>
                          </a:solidFill>
                          <a:latin typeface="Comic Sans MS"/>
                          <a:cs typeface="Comic Sans MS"/>
                        </a:rPr>
                        <a:t>Stop</a:t>
                      </a:r>
                      <a:endParaRPr sz="1300">
                        <a:latin typeface="Comic Sans MS"/>
                        <a:cs typeface="Comic Sans MS"/>
                      </a:endParaRPr>
                    </a:p>
                  </a:txBody>
                  <a:tcPr marL="0" marR="0" marT="186541" marB="0">
                    <a:lnL w="12700">
                      <a:solidFill>
                        <a:srgbClr val="2F528E"/>
                      </a:solidFill>
                      <a:prstDash val="solid"/>
                    </a:lnL>
                    <a:lnR w="12700">
                      <a:solidFill>
                        <a:srgbClr val="2F528E"/>
                      </a:solidFill>
                      <a:prstDash val="solid"/>
                    </a:lnR>
                    <a:lnT w="12700">
                      <a:solidFill>
                        <a:srgbClr val="2F528E"/>
                      </a:solidFill>
                      <a:prstDash val="solid"/>
                    </a:lnT>
                    <a:lnB w="12700">
                      <a:solidFill>
                        <a:srgbClr val="2F528E"/>
                      </a:solidFill>
                      <a:prstDash val="solid"/>
                    </a:lnB>
                    <a:solidFill>
                      <a:srgbClr val="4472C3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83" name="object 35"/>
          <p:cNvSpPr txBox="1"/>
          <p:nvPr/>
        </p:nvSpPr>
        <p:spPr>
          <a:xfrm>
            <a:off x="8624914" y="4214008"/>
            <a:ext cx="1272092" cy="245569"/>
          </a:xfrm>
          <a:prstGeom prst="rect">
            <a:avLst/>
          </a:prstGeom>
        </p:spPr>
        <p:txBody>
          <a:bodyPr vert="horz" wrap="square" lIns="0" tIns="16435" rIns="0" bIns="0" rtlCol="0">
            <a:spAutoFit/>
          </a:bodyPr>
          <a:lstStyle/>
          <a:p>
            <a:pPr marL="16435" defTabSz="1183325">
              <a:spcBef>
                <a:spcPts val="129"/>
              </a:spcBef>
              <a:tabLst>
                <a:tab pos="289257" algn="l"/>
                <a:tab pos="1254816" algn="l"/>
              </a:tabLst>
            </a:pPr>
            <a:r>
              <a:rPr sz="1488" u="sng" dirty="0">
                <a:uFill>
                  <a:solidFill>
                    <a:srgbClr val="4472C3"/>
                  </a:solidFill>
                </a:uFill>
                <a:latin typeface="Times New Roman"/>
                <a:cs typeface="Times New Roman"/>
              </a:rPr>
              <a:t>	</a:t>
            </a:r>
            <a:r>
              <a:rPr sz="1488" u="sng" spc="-32" dirty="0">
                <a:uFill>
                  <a:solidFill>
                    <a:srgbClr val="4472C3"/>
                  </a:solidFill>
                </a:uFill>
                <a:latin typeface="Comic Sans MS"/>
                <a:cs typeface="Comic Sans MS"/>
              </a:rPr>
              <a:t>No</a:t>
            </a:r>
            <a:r>
              <a:rPr sz="1488" u="sng" dirty="0">
                <a:uFill>
                  <a:solidFill>
                    <a:srgbClr val="4472C3"/>
                  </a:solidFill>
                </a:uFill>
                <a:latin typeface="Comic Sans MS"/>
                <a:cs typeface="Comic Sans MS"/>
              </a:rPr>
              <a:t>	</a:t>
            </a:r>
            <a:endParaRPr sz="1488">
              <a:latin typeface="Comic Sans MS"/>
              <a:cs typeface="Comic Sans MS"/>
            </a:endParaRPr>
          </a:p>
        </p:txBody>
      </p:sp>
      <p:sp>
        <p:nvSpPr>
          <p:cNvPr id="84" name="object 36"/>
          <p:cNvSpPr txBox="1"/>
          <p:nvPr/>
        </p:nvSpPr>
        <p:spPr>
          <a:xfrm>
            <a:off x="7982983" y="5298708"/>
            <a:ext cx="350894" cy="245569"/>
          </a:xfrm>
          <a:prstGeom prst="rect">
            <a:avLst/>
          </a:prstGeom>
        </p:spPr>
        <p:txBody>
          <a:bodyPr vert="horz" wrap="square" lIns="0" tIns="16435" rIns="0" bIns="0" rtlCol="0">
            <a:spAutoFit/>
          </a:bodyPr>
          <a:lstStyle/>
          <a:p>
            <a:pPr marL="16435" defTabSz="1183325">
              <a:spcBef>
                <a:spcPts val="129"/>
              </a:spcBef>
            </a:pPr>
            <a:r>
              <a:rPr sz="1488" spc="-32" dirty="0">
                <a:latin typeface="Comic Sans MS"/>
                <a:cs typeface="Comic Sans MS"/>
              </a:rPr>
              <a:t>Yes</a:t>
            </a:r>
            <a:endParaRPr sz="1488">
              <a:latin typeface="Comic Sans MS"/>
              <a:cs typeface="Comic Sans MS"/>
            </a:endParaRPr>
          </a:p>
        </p:txBody>
      </p:sp>
    </p:spTree>
    <p:extLst>
      <p:ext uri="{BB962C8B-B14F-4D97-AF65-F5344CB8AC3E}">
        <p14:creationId xmlns:p14="http://schemas.microsoft.com/office/powerpoint/2010/main" val="129827397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3F654601-7C10-A12F-DF0E-824001EAF8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>
            <a:extLst>
              <a:ext uri="{FF2B5EF4-FFF2-40B4-BE49-F238E27FC236}">
                <a16:creationId xmlns:a16="http://schemas.microsoft.com/office/drawing/2014/main" id="{DCC6CC52-A0B4-4216-2ADA-9D577E2F31A6}"/>
              </a:ext>
            </a:extLst>
          </p:cNvPr>
          <p:cNvGrpSpPr/>
          <p:nvPr/>
        </p:nvGrpSpPr>
        <p:grpSpPr>
          <a:xfrm>
            <a:off x="-10957" y="645359"/>
            <a:ext cx="13422157" cy="8767682"/>
            <a:chOff x="0" y="2209800"/>
            <a:chExt cx="7778750" cy="5081270"/>
          </a:xfrm>
        </p:grpSpPr>
        <p:pic>
          <p:nvPicPr>
            <p:cNvPr id="3" name="object 3">
              <a:extLst>
                <a:ext uri="{FF2B5EF4-FFF2-40B4-BE49-F238E27FC236}">
                  <a16:creationId xmlns:a16="http://schemas.microsoft.com/office/drawing/2014/main" id="{B70D2F19-5F56-43DF-7463-C49387DEDC99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2209800"/>
              <a:ext cx="7772399" cy="5081016"/>
            </a:xfrm>
            <a:prstGeom prst="rect">
              <a:avLst/>
            </a:prstGeom>
          </p:spPr>
        </p:pic>
        <p:sp>
          <p:nvSpPr>
            <p:cNvPr id="4" name="object 4">
              <a:extLst>
                <a:ext uri="{FF2B5EF4-FFF2-40B4-BE49-F238E27FC236}">
                  <a16:creationId xmlns:a16="http://schemas.microsoft.com/office/drawing/2014/main" id="{9552370A-998D-9E98-1D42-327FF89DACEB}"/>
                </a:ext>
              </a:extLst>
            </p:cNvPr>
            <p:cNvSpPr/>
            <p:nvPr/>
          </p:nvSpPr>
          <p:spPr>
            <a:xfrm>
              <a:off x="60960" y="3901439"/>
              <a:ext cx="7711440" cy="1264920"/>
            </a:xfrm>
            <a:custGeom>
              <a:avLst/>
              <a:gdLst/>
              <a:ahLst/>
              <a:cxnLst/>
              <a:rect l="l" t="t" r="r" b="b"/>
              <a:pathLst>
                <a:path w="7711440" h="1264920">
                  <a:moveTo>
                    <a:pt x="0" y="1264919"/>
                  </a:moveTo>
                  <a:lnTo>
                    <a:pt x="7711440" y="1264919"/>
                  </a:lnTo>
                  <a:lnTo>
                    <a:pt x="7711440" y="0"/>
                  </a:lnTo>
                  <a:lnTo>
                    <a:pt x="0" y="0"/>
                  </a:lnTo>
                  <a:lnTo>
                    <a:pt x="0" y="1264919"/>
                  </a:lnTo>
                  <a:close/>
                </a:path>
              </a:pathLst>
            </a:custGeom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>
            <a:extLst>
              <a:ext uri="{FF2B5EF4-FFF2-40B4-BE49-F238E27FC236}">
                <a16:creationId xmlns:a16="http://schemas.microsoft.com/office/drawing/2014/main" id="{8191EC27-3277-28E1-E9D0-B99AF31F217F}"/>
              </a:ext>
            </a:extLst>
          </p:cNvPr>
          <p:cNvSpPr txBox="1"/>
          <p:nvPr/>
        </p:nvSpPr>
        <p:spPr>
          <a:xfrm>
            <a:off x="13091697" y="12746337"/>
            <a:ext cx="182980" cy="352972"/>
          </a:xfrm>
          <a:prstGeom prst="rect">
            <a:avLst/>
          </a:prstGeom>
        </p:spPr>
        <p:txBody>
          <a:bodyPr vert="horz" wrap="square" lIns="0" tIns="20818" rIns="0" bIns="0" rtlCol="0">
            <a:spAutoFit/>
          </a:bodyPr>
          <a:lstStyle/>
          <a:p>
            <a:pPr marL="21914">
              <a:spcBef>
                <a:spcPts val="164"/>
              </a:spcBef>
            </a:pPr>
            <a:r>
              <a:rPr sz="2157" spc="-86" dirty="0">
                <a:latin typeface="Calibri"/>
                <a:cs typeface="Calibri"/>
              </a:rPr>
              <a:t>2</a:t>
            </a:r>
            <a:endParaRPr sz="2157">
              <a:latin typeface="Calibri"/>
              <a:cs typeface="Calibri"/>
            </a:endParaRPr>
          </a:p>
        </p:txBody>
      </p:sp>
      <p:sp>
        <p:nvSpPr>
          <p:cNvPr id="9" name="object 30">
            <a:extLst>
              <a:ext uri="{FF2B5EF4-FFF2-40B4-BE49-F238E27FC236}">
                <a16:creationId xmlns:a16="http://schemas.microsoft.com/office/drawing/2014/main" id="{F20E9967-837A-FA72-785F-21552DD36973}"/>
              </a:ext>
            </a:extLst>
          </p:cNvPr>
          <p:cNvSpPr txBox="1"/>
          <p:nvPr/>
        </p:nvSpPr>
        <p:spPr>
          <a:xfrm>
            <a:off x="106432" y="3084218"/>
            <a:ext cx="13304768" cy="1728678"/>
          </a:xfrm>
          <a:prstGeom prst="rect">
            <a:avLst/>
          </a:prstGeom>
          <a:ln w="12953"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marL="2089760" algn="ctr">
              <a:spcBef>
                <a:spcPts val="505"/>
              </a:spcBef>
            </a:pPr>
            <a:r>
              <a:rPr lang="en-GB" sz="4000" spc="-13" dirty="0">
                <a:solidFill>
                  <a:srgbClr val="FFFFFF"/>
                </a:solidFill>
                <a:latin typeface="Comic Sans MS"/>
                <a:cs typeface="Comic Sans MS"/>
              </a:rPr>
              <a:t>Programming Foundations</a:t>
            </a:r>
          </a:p>
          <a:p>
            <a:pPr marL="2089760" algn="ctr">
              <a:spcBef>
                <a:spcPts val="505"/>
              </a:spcBef>
            </a:pPr>
            <a:r>
              <a:rPr lang="sv-SE" sz="2400" spc="-13" dirty="0" err="1">
                <a:solidFill>
                  <a:srgbClr val="FFFFFF"/>
                </a:solidFill>
                <a:latin typeface="Comic Sans MS"/>
                <a:cs typeface="Comic Sans MS"/>
              </a:rPr>
              <a:t>Level</a:t>
            </a:r>
            <a:r>
              <a:rPr lang="sv-SE" sz="2400" spc="-13" dirty="0">
                <a:solidFill>
                  <a:srgbClr val="FFFFFF"/>
                </a:solidFill>
                <a:latin typeface="Comic Sans MS"/>
                <a:cs typeface="Comic Sans MS"/>
              </a:rPr>
              <a:t> 1</a:t>
            </a:r>
          </a:p>
          <a:p>
            <a:pPr marL="2089760" algn="ctr">
              <a:spcBef>
                <a:spcPts val="505"/>
              </a:spcBef>
            </a:pPr>
            <a:r>
              <a:rPr lang="en-GB" sz="4000" b="1" dirty="0">
                <a:solidFill>
                  <a:srgbClr val="FFCE53"/>
                </a:solidFill>
                <a:latin typeface="Comic Sans MS"/>
                <a:cs typeface="Comic Sans MS"/>
              </a:rPr>
              <a:t>How Interpreter Works?</a:t>
            </a:r>
          </a:p>
        </p:txBody>
      </p:sp>
    </p:spTree>
    <p:extLst>
      <p:ext uri="{BB962C8B-B14F-4D97-AF65-F5344CB8AC3E}">
        <p14:creationId xmlns:p14="http://schemas.microsoft.com/office/powerpoint/2010/main" val="323952588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5EB359B9-5A18-0BAB-69D1-61165718E5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>
            <a:extLst>
              <a:ext uri="{FF2B5EF4-FFF2-40B4-BE49-F238E27FC236}">
                <a16:creationId xmlns:a16="http://schemas.microsoft.com/office/drawing/2014/main" id="{C9D627E1-388D-487D-78E3-770B8B05460D}"/>
              </a:ext>
            </a:extLst>
          </p:cNvPr>
          <p:cNvSpPr txBox="1"/>
          <p:nvPr/>
        </p:nvSpPr>
        <p:spPr>
          <a:xfrm>
            <a:off x="381000" y="888075"/>
            <a:ext cx="12352767" cy="9266187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r>
              <a:rPr lang="sv-SE" sz="4000" b="1" spc="-13" dirty="0">
                <a:solidFill>
                  <a:srgbClr val="000000"/>
                </a:solidFill>
                <a:latin typeface="Comic Sans MS" panose="030F0702030302020204" pitchFamily="66" charset="0"/>
              </a:rPr>
              <a:t>Interpreter:</a:t>
            </a:r>
          </a:p>
          <a:p>
            <a:endParaRPr lang="sv-SE" sz="2400" b="1" spc="-13" dirty="0">
              <a:solidFill>
                <a:srgbClr val="000000"/>
              </a:solidFill>
              <a:latin typeface="Comic Sans MS" panose="030F0702030302020204" pitchFamily="66" charset="0"/>
            </a:endParaRPr>
          </a:p>
          <a:p>
            <a:endParaRPr lang="sv-SE" sz="2400" b="1" spc="-13" dirty="0">
              <a:solidFill>
                <a:srgbClr val="000000"/>
              </a:solidFill>
              <a:latin typeface="Comic Sans MS" panose="030F0702030302020204" pitchFamily="66" charset="0"/>
            </a:endParaRPr>
          </a:p>
          <a:p>
            <a:endParaRPr lang="sv-SE" sz="2400" b="1" spc="-13" dirty="0">
              <a:solidFill>
                <a:srgbClr val="000000"/>
              </a:solidFill>
              <a:latin typeface="Comic Sans MS" panose="030F0702030302020204" pitchFamily="66" charset="0"/>
            </a:endParaRPr>
          </a:p>
          <a:p>
            <a:endParaRPr lang="sv-SE" sz="2400" b="1" spc="-13" dirty="0">
              <a:solidFill>
                <a:srgbClr val="000000"/>
              </a:solidFill>
              <a:latin typeface="Comic Sans MS" panose="030F0702030302020204" pitchFamily="66" charset="0"/>
            </a:endParaRPr>
          </a:p>
          <a:p>
            <a:endParaRPr lang="sv-SE" sz="2400" b="1" spc="-13" dirty="0">
              <a:solidFill>
                <a:srgbClr val="000000"/>
              </a:solidFill>
              <a:latin typeface="Comic Sans MS" panose="030F0702030302020204" pitchFamily="66" charset="0"/>
            </a:endParaRPr>
          </a:p>
          <a:p>
            <a:endParaRPr lang="sv-SE" sz="2400" b="1" spc="-13" dirty="0">
              <a:solidFill>
                <a:srgbClr val="000000"/>
              </a:solidFill>
              <a:latin typeface="Comic Sans MS" panose="030F0702030302020204" pitchFamily="66" charset="0"/>
            </a:endParaRPr>
          </a:p>
          <a:p>
            <a:endParaRPr lang="sv-SE" sz="2400" b="1" spc="-13" dirty="0">
              <a:solidFill>
                <a:srgbClr val="000000"/>
              </a:solidFill>
              <a:latin typeface="Comic Sans MS" panose="030F0702030302020204" pitchFamily="66" charset="0"/>
            </a:endParaRPr>
          </a:p>
          <a:p>
            <a:endParaRPr lang="sv-SE" sz="2400" b="1" spc="-13" dirty="0">
              <a:solidFill>
                <a:srgbClr val="000000"/>
              </a:solidFill>
              <a:latin typeface="Comic Sans MS" panose="030F0702030302020204" pitchFamily="66" charset="0"/>
            </a:endParaRPr>
          </a:p>
          <a:p>
            <a:endParaRPr lang="sv-SE" sz="2400" b="1" spc="-13" dirty="0">
              <a:solidFill>
                <a:srgbClr val="000000"/>
              </a:solidFill>
              <a:latin typeface="Comic Sans MS" panose="030F0702030302020204" pitchFamily="66" charset="0"/>
            </a:endParaRPr>
          </a:p>
          <a:p>
            <a:endParaRPr lang="sv-SE" sz="2400" b="1" spc="-13" dirty="0">
              <a:solidFill>
                <a:srgbClr val="000000"/>
              </a:solidFill>
              <a:latin typeface="Comic Sans MS" panose="030F0702030302020204" pitchFamily="66" charset="0"/>
            </a:endParaRPr>
          </a:p>
          <a:p>
            <a:endParaRPr lang="sv-SE" sz="2400" b="1" spc="-13" dirty="0">
              <a:solidFill>
                <a:srgbClr val="000000"/>
              </a:solidFill>
              <a:latin typeface="Comic Sans MS" panose="030F0702030302020204" pitchFamily="66" charset="0"/>
            </a:endParaRPr>
          </a:p>
          <a:p>
            <a:endParaRPr lang="sv-SE" sz="2400" b="1" spc="-13" dirty="0">
              <a:solidFill>
                <a:srgbClr val="000000"/>
              </a:solidFill>
              <a:latin typeface="Comic Sans MS" panose="030F0702030302020204" pitchFamily="66" charset="0"/>
            </a:endParaRPr>
          </a:p>
          <a:p>
            <a:endParaRPr lang="sv-SE" sz="2400" b="1" spc="-13" dirty="0">
              <a:solidFill>
                <a:srgbClr val="000000"/>
              </a:solidFill>
              <a:latin typeface="Comic Sans MS" panose="030F0702030302020204" pitchFamily="66" charset="0"/>
            </a:endParaRPr>
          </a:p>
          <a:p>
            <a:endParaRPr lang="sv-SE" sz="2400" b="1" spc="-13" dirty="0">
              <a:solidFill>
                <a:srgbClr val="000000"/>
              </a:solidFill>
              <a:latin typeface="Comic Sans MS" panose="030F0702030302020204" pitchFamily="66" charset="0"/>
            </a:endParaRPr>
          </a:p>
          <a:p>
            <a:endParaRPr lang="sv-SE" sz="2400" b="1" spc="-13" dirty="0">
              <a:solidFill>
                <a:srgbClr val="000000"/>
              </a:solidFill>
              <a:latin typeface="Comic Sans MS" panose="030F0702030302020204" pitchFamily="66" charset="0"/>
            </a:endParaRPr>
          </a:p>
          <a:p>
            <a:endParaRPr lang="sv-SE" sz="2400" b="1" spc="-13" dirty="0">
              <a:solidFill>
                <a:srgbClr val="000000"/>
              </a:solidFill>
              <a:latin typeface="Comic Sans MS" panose="030F0702030302020204" pitchFamily="66" charset="0"/>
            </a:endParaRPr>
          </a:p>
          <a:p>
            <a:endParaRPr lang="sv-SE" sz="2400" b="1" spc="-13" dirty="0">
              <a:solidFill>
                <a:srgbClr val="000000"/>
              </a:solidFill>
              <a:latin typeface="Comic Sans MS" panose="030F0702030302020204" pitchFamily="66" charset="0"/>
            </a:endParaRPr>
          </a:p>
          <a:p>
            <a:endParaRPr lang="sv-SE" sz="2400" b="1" spc="-13" dirty="0">
              <a:solidFill>
                <a:srgbClr val="000000"/>
              </a:solidFill>
              <a:latin typeface="Comic Sans MS" panose="030F0702030302020204" pitchFamily="66" charset="0"/>
            </a:endParaRPr>
          </a:p>
          <a:p>
            <a:r>
              <a:rPr lang="en-GB" sz="2400" b="1" dirty="0">
                <a:latin typeface="Comic Sans MS" panose="030F0702030302020204" pitchFamily="66" charset="0"/>
              </a:rPr>
              <a:t>Reads one instruction at a time</a:t>
            </a:r>
            <a:r>
              <a:rPr lang="en-GB" sz="2400" dirty="0">
                <a:latin typeface="Comic Sans MS" panose="030F0702030302020204" pitchFamily="66" charset="0"/>
              </a:rPr>
              <a:t>, translates it to machine code </a:t>
            </a:r>
            <a:r>
              <a:rPr lang="en-GB" sz="2400" b="1" dirty="0">
                <a:latin typeface="Comic Sans MS" panose="030F0702030302020204" pitchFamily="66" charset="0"/>
              </a:rPr>
              <a:t>on the fly</a:t>
            </a:r>
            <a:r>
              <a:rPr lang="en-GB" sz="2400" dirty="0">
                <a:latin typeface="Comic Sans MS" panose="030F0702030302020204" pitchFamily="66" charset="0"/>
              </a:rPr>
              <a:t>, then </a:t>
            </a:r>
            <a:r>
              <a:rPr lang="en-GB" sz="2400" b="1" dirty="0">
                <a:latin typeface="Comic Sans MS" panose="030F0702030302020204" pitchFamily="66" charset="0"/>
              </a:rPr>
              <a:t>executes immediately</a:t>
            </a:r>
            <a:r>
              <a:rPr lang="en-GB" sz="2400" dirty="0">
                <a:latin typeface="Comic Sans MS" panose="030F0702030302020204" pitchFamily="66" charset="0"/>
              </a:rPr>
              <a:t>.</a:t>
            </a:r>
          </a:p>
          <a:p>
            <a:r>
              <a:rPr lang="en-GB" sz="2400" dirty="0">
                <a:latin typeface="Comic Sans MS" panose="030F0702030302020204" pitchFamily="66" charset="0"/>
              </a:rPr>
              <a:t>If an error occurs → </a:t>
            </a:r>
            <a:r>
              <a:rPr lang="en-GB" sz="2400" b="1" dirty="0">
                <a:latin typeface="Comic Sans MS" panose="030F0702030302020204" pitchFamily="66" charset="0"/>
              </a:rPr>
              <a:t>display error message</a:t>
            </a:r>
            <a:r>
              <a:rPr lang="en-GB" sz="2400" dirty="0">
                <a:latin typeface="Comic Sans MS" panose="030F0702030302020204" pitchFamily="66" charset="0"/>
              </a:rPr>
              <a:t> and </a:t>
            </a:r>
            <a:r>
              <a:rPr lang="en-GB" sz="2400" b="1" dirty="0">
                <a:latin typeface="Comic Sans MS" panose="030F0702030302020204" pitchFamily="66" charset="0"/>
              </a:rPr>
              <a:t>stop</a:t>
            </a:r>
            <a:r>
              <a:rPr lang="en-GB" sz="2400" dirty="0">
                <a:latin typeface="Comic Sans MS" panose="030F0702030302020204" pitchFamily="66" charset="0"/>
              </a:rPr>
              <a:t> at that line.</a:t>
            </a:r>
          </a:p>
          <a:p>
            <a:r>
              <a:rPr lang="en-GB" sz="2400" b="1" dirty="0">
                <a:latin typeface="Comic Sans MS" panose="030F0702030302020204" pitchFamily="66" charset="0"/>
              </a:rPr>
              <a:t>No .exe is produced</a:t>
            </a:r>
            <a:r>
              <a:rPr lang="en-GB" sz="2400" dirty="0">
                <a:latin typeface="Comic Sans MS" panose="030F0702030302020204" pitchFamily="66" charset="0"/>
              </a:rPr>
              <a:t>; </a:t>
            </a:r>
            <a:r>
              <a:rPr lang="en-GB" sz="2400" b="1" dirty="0">
                <a:latin typeface="Comic Sans MS" panose="030F0702030302020204" pitchFamily="66" charset="0"/>
              </a:rPr>
              <a:t>no machine code is saved</a:t>
            </a:r>
            <a:r>
              <a:rPr lang="en-GB" sz="2400" dirty="0">
                <a:latin typeface="Comic Sans MS" panose="030F0702030302020204" pitchFamily="66" charset="0"/>
              </a:rPr>
              <a:t> on disk.</a:t>
            </a:r>
          </a:p>
          <a:p>
            <a:r>
              <a:rPr lang="en-GB" sz="2400" dirty="0">
                <a:latin typeface="Comic Sans MS" panose="030F0702030302020204" pitchFamily="66" charset="0"/>
              </a:rPr>
              <a:t>Execution is generally </a:t>
            </a:r>
            <a:r>
              <a:rPr lang="en-GB" sz="2400" b="1" dirty="0">
                <a:latin typeface="Comic Sans MS" panose="030F0702030302020204" pitchFamily="66" charset="0"/>
              </a:rPr>
              <a:t>slower</a:t>
            </a:r>
            <a:r>
              <a:rPr lang="en-GB" sz="2400" dirty="0">
                <a:latin typeface="Comic Sans MS" panose="030F0702030302020204" pitchFamily="66" charset="0"/>
              </a:rPr>
              <a:t>.</a:t>
            </a:r>
          </a:p>
        </p:txBody>
      </p:sp>
      <p:grpSp>
        <p:nvGrpSpPr>
          <p:cNvPr id="30" name="object 2"/>
          <p:cNvGrpSpPr/>
          <p:nvPr/>
        </p:nvGrpSpPr>
        <p:grpSpPr>
          <a:xfrm>
            <a:off x="4342862" y="2646739"/>
            <a:ext cx="6081059" cy="5352975"/>
            <a:chOff x="3203448" y="2045207"/>
            <a:chExt cx="4699000" cy="4136390"/>
          </a:xfrm>
        </p:grpSpPr>
        <p:pic>
          <p:nvPicPr>
            <p:cNvPr id="31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203448" y="2045207"/>
              <a:ext cx="4145280" cy="4136135"/>
            </a:xfrm>
            <a:prstGeom prst="rect">
              <a:avLst/>
            </a:prstGeom>
          </p:spPr>
        </p:pic>
        <p:sp>
          <p:nvSpPr>
            <p:cNvPr id="34" name="object 4"/>
            <p:cNvSpPr/>
            <p:nvPr/>
          </p:nvSpPr>
          <p:spPr>
            <a:xfrm>
              <a:off x="3282695" y="2119883"/>
              <a:ext cx="3918585" cy="3910965"/>
            </a:xfrm>
            <a:custGeom>
              <a:avLst/>
              <a:gdLst/>
              <a:ahLst/>
              <a:cxnLst/>
              <a:rect l="l" t="t" r="r" b="b"/>
              <a:pathLst>
                <a:path w="3918584" h="3910965">
                  <a:moveTo>
                    <a:pt x="3791712" y="3910584"/>
                  </a:moveTo>
                  <a:lnTo>
                    <a:pt x="1812036" y="3910584"/>
                  </a:lnTo>
                  <a:lnTo>
                    <a:pt x="0" y="2575560"/>
                  </a:lnTo>
                  <a:lnTo>
                    <a:pt x="0" y="1336548"/>
                  </a:lnTo>
                  <a:lnTo>
                    <a:pt x="1812036" y="0"/>
                  </a:lnTo>
                  <a:lnTo>
                    <a:pt x="3791712" y="0"/>
                  </a:lnTo>
                  <a:lnTo>
                    <a:pt x="3840408" y="7453"/>
                  </a:lnTo>
                  <a:lnTo>
                    <a:pt x="3880675" y="27622"/>
                  </a:lnTo>
                  <a:lnTo>
                    <a:pt x="3908083" y="57221"/>
                  </a:lnTo>
                  <a:lnTo>
                    <a:pt x="3918204" y="92964"/>
                  </a:lnTo>
                  <a:lnTo>
                    <a:pt x="3918204" y="3819144"/>
                  </a:lnTo>
                  <a:lnTo>
                    <a:pt x="3906797" y="3854434"/>
                  </a:lnTo>
                  <a:lnTo>
                    <a:pt x="3879532" y="3883152"/>
                  </a:lnTo>
                  <a:lnTo>
                    <a:pt x="3839980" y="3902725"/>
                  </a:lnTo>
                  <a:lnTo>
                    <a:pt x="3791712" y="3910584"/>
                  </a:lnTo>
                  <a:close/>
                </a:path>
              </a:pathLst>
            </a:custGeom>
            <a:solidFill>
              <a:srgbClr val="FBE4D6"/>
            </a:solidFill>
          </p:spPr>
          <p:txBody>
            <a:bodyPr wrap="square" lIns="0" tIns="0" rIns="0" bIns="0" rtlCol="0"/>
            <a:lstStyle/>
            <a:p>
              <a:pPr defTabSz="1183325"/>
              <a:endParaRPr sz="2329"/>
            </a:p>
          </p:txBody>
        </p:sp>
        <p:sp>
          <p:nvSpPr>
            <p:cNvPr id="35" name="object 5"/>
            <p:cNvSpPr/>
            <p:nvPr/>
          </p:nvSpPr>
          <p:spPr>
            <a:xfrm>
              <a:off x="3282696" y="2119883"/>
              <a:ext cx="3918585" cy="3910965"/>
            </a:xfrm>
            <a:custGeom>
              <a:avLst/>
              <a:gdLst/>
              <a:ahLst/>
              <a:cxnLst/>
              <a:rect l="l" t="t" r="r" b="b"/>
              <a:pathLst>
                <a:path w="3918584" h="3910965">
                  <a:moveTo>
                    <a:pt x="1812036" y="0"/>
                  </a:moveTo>
                  <a:lnTo>
                    <a:pt x="2956536" y="0"/>
                  </a:lnTo>
                  <a:lnTo>
                    <a:pt x="3544252" y="0"/>
                  </a:lnTo>
                  <a:lnTo>
                    <a:pt x="3760779" y="0"/>
                  </a:lnTo>
                  <a:lnTo>
                    <a:pt x="3791712" y="0"/>
                  </a:lnTo>
                  <a:lnTo>
                    <a:pt x="3840408" y="7453"/>
                  </a:lnTo>
                  <a:lnTo>
                    <a:pt x="3880675" y="27622"/>
                  </a:lnTo>
                  <a:lnTo>
                    <a:pt x="3908083" y="57221"/>
                  </a:lnTo>
                  <a:lnTo>
                    <a:pt x="3918204" y="92964"/>
                  </a:lnTo>
                  <a:lnTo>
                    <a:pt x="3918204" y="2247161"/>
                  </a:lnTo>
                  <a:lnTo>
                    <a:pt x="3918204" y="3353371"/>
                  </a:lnTo>
                  <a:lnTo>
                    <a:pt x="3918204" y="3760922"/>
                  </a:lnTo>
                  <a:lnTo>
                    <a:pt x="3918204" y="3819143"/>
                  </a:lnTo>
                  <a:lnTo>
                    <a:pt x="3906797" y="3854434"/>
                  </a:lnTo>
                  <a:lnTo>
                    <a:pt x="3879532" y="3883151"/>
                  </a:lnTo>
                  <a:lnTo>
                    <a:pt x="3839979" y="3902725"/>
                  </a:lnTo>
                  <a:lnTo>
                    <a:pt x="3791712" y="3910583"/>
                  </a:lnTo>
                  <a:lnTo>
                    <a:pt x="2647211" y="3910583"/>
                  </a:lnTo>
                  <a:lnTo>
                    <a:pt x="2059495" y="3910583"/>
                  </a:lnTo>
                  <a:lnTo>
                    <a:pt x="1842968" y="3910583"/>
                  </a:lnTo>
                  <a:lnTo>
                    <a:pt x="1812036" y="3910583"/>
                  </a:lnTo>
                  <a:lnTo>
                    <a:pt x="764452" y="3138773"/>
                  </a:lnTo>
                  <a:lnTo>
                    <a:pt x="226504" y="2742437"/>
                  </a:lnTo>
                  <a:lnTo>
                    <a:pt x="28313" y="2596419"/>
                  </a:lnTo>
                  <a:lnTo>
                    <a:pt x="0" y="2575559"/>
                  </a:lnTo>
                  <a:lnTo>
                    <a:pt x="0" y="1859256"/>
                  </a:lnTo>
                  <a:lnTo>
                    <a:pt x="0" y="1491424"/>
                  </a:lnTo>
                  <a:lnTo>
                    <a:pt x="0" y="1355907"/>
                  </a:lnTo>
                  <a:lnTo>
                    <a:pt x="0" y="1336548"/>
                  </a:lnTo>
                  <a:lnTo>
                    <a:pt x="1812036" y="0"/>
                  </a:lnTo>
                  <a:close/>
                </a:path>
              </a:pathLst>
            </a:custGeom>
            <a:ln w="10668">
              <a:solidFill>
                <a:srgbClr val="BFBFBF"/>
              </a:solidFill>
            </a:ln>
          </p:spPr>
          <p:txBody>
            <a:bodyPr wrap="square" lIns="0" tIns="0" rIns="0" bIns="0" rtlCol="0"/>
            <a:lstStyle/>
            <a:p>
              <a:pPr defTabSz="1183325"/>
              <a:endParaRPr sz="2329"/>
            </a:p>
          </p:txBody>
        </p:sp>
        <p:sp>
          <p:nvSpPr>
            <p:cNvPr id="36" name="object 6"/>
            <p:cNvSpPr/>
            <p:nvPr/>
          </p:nvSpPr>
          <p:spPr>
            <a:xfrm>
              <a:off x="7359396" y="3378707"/>
              <a:ext cx="542925" cy="292735"/>
            </a:xfrm>
            <a:custGeom>
              <a:avLst/>
              <a:gdLst/>
              <a:ahLst/>
              <a:cxnLst/>
              <a:rect l="l" t="t" r="r" b="b"/>
              <a:pathLst>
                <a:path w="542925" h="292735">
                  <a:moveTo>
                    <a:pt x="409956" y="292608"/>
                  </a:moveTo>
                  <a:lnTo>
                    <a:pt x="403860" y="292608"/>
                  </a:lnTo>
                  <a:lnTo>
                    <a:pt x="402336" y="289560"/>
                  </a:lnTo>
                  <a:lnTo>
                    <a:pt x="402336" y="286512"/>
                  </a:lnTo>
                  <a:lnTo>
                    <a:pt x="403860" y="269748"/>
                  </a:lnTo>
                  <a:lnTo>
                    <a:pt x="403860" y="266700"/>
                  </a:lnTo>
                  <a:lnTo>
                    <a:pt x="399287" y="263652"/>
                  </a:lnTo>
                  <a:lnTo>
                    <a:pt x="390143" y="263652"/>
                  </a:lnTo>
                  <a:lnTo>
                    <a:pt x="387095" y="268224"/>
                  </a:lnTo>
                  <a:lnTo>
                    <a:pt x="385572" y="277368"/>
                  </a:lnTo>
                  <a:lnTo>
                    <a:pt x="384048" y="281940"/>
                  </a:lnTo>
                  <a:lnTo>
                    <a:pt x="381000" y="283464"/>
                  </a:lnTo>
                  <a:lnTo>
                    <a:pt x="374904" y="283464"/>
                  </a:lnTo>
                  <a:lnTo>
                    <a:pt x="368808" y="268224"/>
                  </a:lnTo>
                  <a:lnTo>
                    <a:pt x="362712" y="248412"/>
                  </a:lnTo>
                  <a:lnTo>
                    <a:pt x="362712" y="224028"/>
                  </a:lnTo>
                  <a:lnTo>
                    <a:pt x="371856" y="213360"/>
                  </a:lnTo>
                  <a:lnTo>
                    <a:pt x="382523" y="207264"/>
                  </a:lnTo>
                  <a:lnTo>
                    <a:pt x="394715" y="196596"/>
                  </a:lnTo>
                  <a:lnTo>
                    <a:pt x="403860" y="187452"/>
                  </a:lnTo>
                  <a:lnTo>
                    <a:pt x="411480" y="175260"/>
                  </a:lnTo>
                  <a:lnTo>
                    <a:pt x="358139" y="173736"/>
                  </a:lnTo>
                  <a:lnTo>
                    <a:pt x="303276" y="175260"/>
                  </a:lnTo>
                  <a:lnTo>
                    <a:pt x="146304" y="184404"/>
                  </a:lnTo>
                  <a:lnTo>
                    <a:pt x="96012" y="182880"/>
                  </a:lnTo>
                  <a:lnTo>
                    <a:pt x="48768" y="179832"/>
                  </a:lnTo>
                  <a:lnTo>
                    <a:pt x="3048" y="169164"/>
                  </a:lnTo>
                  <a:lnTo>
                    <a:pt x="0" y="153924"/>
                  </a:lnTo>
                  <a:lnTo>
                    <a:pt x="1524" y="141732"/>
                  </a:lnTo>
                  <a:lnTo>
                    <a:pt x="3048" y="131064"/>
                  </a:lnTo>
                  <a:lnTo>
                    <a:pt x="12192" y="112776"/>
                  </a:lnTo>
                  <a:lnTo>
                    <a:pt x="16764" y="105156"/>
                  </a:lnTo>
                  <a:lnTo>
                    <a:pt x="64008" y="105156"/>
                  </a:lnTo>
                  <a:lnTo>
                    <a:pt x="112775" y="108204"/>
                  </a:lnTo>
                  <a:lnTo>
                    <a:pt x="214883" y="111252"/>
                  </a:lnTo>
                  <a:lnTo>
                    <a:pt x="265176" y="109728"/>
                  </a:lnTo>
                  <a:lnTo>
                    <a:pt x="313943" y="105156"/>
                  </a:lnTo>
                  <a:lnTo>
                    <a:pt x="359663" y="97536"/>
                  </a:lnTo>
                  <a:lnTo>
                    <a:pt x="304800" y="54864"/>
                  </a:lnTo>
                  <a:lnTo>
                    <a:pt x="307848" y="33528"/>
                  </a:lnTo>
                  <a:lnTo>
                    <a:pt x="313943" y="19812"/>
                  </a:lnTo>
                  <a:lnTo>
                    <a:pt x="321563" y="9144"/>
                  </a:lnTo>
                  <a:lnTo>
                    <a:pt x="330708" y="3048"/>
                  </a:lnTo>
                  <a:lnTo>
                    <a:pt x="341376" y="0"/>
                  </a:lnTo>
                  <a:lnTo>
                    <a:pt x="355091" y="1524"/>
                  </a:lnTo>
                  <a:lnTo>
                    <a:pt x="368808" y="7620"/>
                  </a:lnTo>
                  <a:lnTo>
                    <a:pt x="384048" y="13716"/>
                  </a:lnTo>
                  <a:lnTo>
                    <a:pt x="414528" y="32004"/>
                  </a:lnTo>
                  <a:lnTo>
                    <a:pt x="431291" y="42672"/>
                  </a:lnTo>
                  <a:lnTo>
                    <a:pt x="448056" y="51816"/>
                  </a:lnTo>
                  <a:lnTo>
                    <a:pt x="466343" y="62484"/>
                  </a:lnTo>
                  <a:lnTo>
                    <a:pt x="499872" y="77724"/>
                  </a:lnTo>
                  <a:lnTo>
                    <a:pt x="530352" y="83820"/>
                  </a:lnTo>
                  <a:lnTo>
                    <a:pt x="539495" y="102108"/>
                  </a:lnTo>
                  <a:lnTo>
                    <a:pt x="542543" y="117348"/>
                  </a:lnTo>
                  <a:lnTo>
                    <a:pt x="542543" y="131064"/>
                  </a:lnTo>
                  <a:lnTo>
                    <a:pt x="522732" y="166116"/>
                  </a:lnTo>
                  <a:lnTo>
                    <a:pt x="477012" y="207264"/>
                  </a:lnTo>
                  <a:lnTo>
                    <a:pt x="467867" y="217932"/>
                  </a:lnTo>
                  <a:lnTo>
                    <a:pt x="455676" y="234696"/>
                  </a:lnTo>
                  <a:lnTo>
                    <a:pt x="448056" y="251460"/>
                  </a:lnTo>
                  <a:lnTo>
                    <a:pt x="438912" y="266700"/>
                  </a:lnTo>
                  <a:lnTo>
                    <a:pt x="429767" y="280416"/>
                  </a:lnTo>
                  <a:lnTo>
                    <a:pt x="422148" y="286512"/>
                  </a:lnTo>
                  <a:lnTo>
                    <a:pt x="409956" y="292608"/>
                  </a:lnTo>
                  <a:close/>
                </a:path>
              </a:pathLst>
            </a:custGeom>
            <a:solidFill>
              <a:srgbClr val="2F5497"/>
            </a:solidFill>
          </p:spPr>
          <p:txBody>
            <a:bodyPr wrap="square" lIns="0" tIns="0" rIns="0" bIns="0" rtlCol="0"/>
            <a:lstStyle/>
            <a:p>
              <a:pPr defTabSz="1183325"/>
              <a:endParaRPr sz="2329"/>
            </a:p>
          </p:txBody>
        </p:sp>
      </p:grpSp>
      <p:sp>
        <p:nvSpPr>
          <p:cNvPr id="37" name="object 8"/>
          <p:cNvSpPr/>
          <p:nvPr/>
        </p:nvSpPr>
        <p:spPr>
          <a:xfrm>
            <a:off x="2195098" y="5096255"/>
            <a:ext cx="700144" cy="377190"/>
          </a:xfrm>
          <a:custGeom>
            <a:avLst/>
            <a:gdLst/>
            <a:ahLst/>
            <a:cxnLst/>
            <a:rect l="l" t="t" r="r" b="b"/>
            <a:pathLst>
              <a:path w="541019" h="291464">
                <a:moveTo>
                  <a:pt x="409956" y="291084"/>
                </a:moveTo>
                <a:lnTo>
                  <a:pt x="403860" y="291084"/>
                </a:lnTo>
                <a:lnTo>
                  <a:pt x="400812" y="284988"/>
                </a:lnTo>
                <a:lnTo>
                  <a:pt x="403860" y="268224"/>
                </a:lnTo>
                <a:lnTo>
                  <a:pt x="403860" y="265176"/>
                </a:lnTo>
                <a:lnTo>
                  <a:pt x="399287" y="262128"/>
                </a:lnTo>
                <a:lnTo>
                  <a:pt x="393191" y="262128"/>
                </a:lnTo>
                <a:lnTo>
                  <a:pt x="388619" y="263652"/>
                </a:lnTo>
                <a:lnTo>
                  <a:pt x="387095" y="266700"/>
                </a:lnTo>
                <a:lnTo>
                  <a:pt x="385572" y="277368"/>
                </a:lnTo>
                <a:lnTo>
                  <a:pt x="384048" y="281940"/>
                </a:lnTo>
                <a:lnTo>
                  <a:pt x="374904" y="281940"/>
                </a:lnTo>
                <a:lnTo>
                  <a:pt x="368808" y="266700"/>
                </a:lnTo>
                <a:lnTo>
                  <a:pt x="362712" y="246887"/>
                </a:lnTo>
                <a:lnTo>
                  <a:pt x="361187" y="222504"/>
                </a:lnTo>
                <a:lnTo>
                  <a:pt x="371856" y="211836"/>
                </a:lnTo>
                <a:lnTo>
                  <a:pt x="382523" y="205740"/>
                </a:lnTo>
                <a:lnTo>
                  <a:pt x="394715" y="195072"/>
                </a:lnTo>
                <a:lnTo>
                  <a:pt x="403860" y="185928"/>
                </a:lnTo>
                <a:lnTo>
                  <a:pt x="411480" y="175260"/>
                </a:lnTo>
                <a:lnTo>
                  <a:pt x="356615" y="172212"/>
                </a:lnTo>
                <a:lnTo>
                  <a:pt x="303276" y="173736"/>
                </a:lnTo>
                <a:lnTo>
                  <a:pt x="144779" y="182880"/>
                </a:lnTo>
                <a:lnTo>
                  <a:pt x="94488" y="181356"/>
                </a:lnTo>
                <a:lnTo>
                  <a:pt x="48768" y="178308"/>
                </a:lnTo>
                <a:lnTo>
                  <a:pt x="3048" y="167640"/>
                </a:lnTo>
                <a:lnTo>
                  <a:pt x="0" y="152400"/>
                </a:lnTo>
                <a:lnTo>
                  <a:pt x="1524" y="140208"/>
                </a:lnTo>
                <a:lnTo>
                  <a:pt x="3048" y="129539"/>
                </a:lnTo>
                <a:lnTo>
                  <a:pt x="10668" y="111252"/>
                </a:lnTo>
                <a:lnTo>
                  <a:pt x="15240" y="103632"/>
                </a:lnTo>
                <a:lnTo>
                  <a:pt x="64008" y="103632"/>
                </a:lnTo>
                <a:lnTo>
                  <a:pt x="112775" y="106680"/>
                </a:lnTo>
                <a:lnTo>
                  <a:pt x="214883" y="109728"/>
                </a:lnTo>
                <a:lnTo>
                  <a:pt x="263652" y="108204"/>
                </a:lnTo>
                <a:lnTo>
                  <a:pt x="313943" y="103632"/>
                </a:lnTo>
                <a:lnTo>
                  <a:pt x="359663" y="96012"/>
                </a:lnTo>
                <a:lnTo>
                  <a:pt x="303276" y="53339"/>
                </a:lnTo>
                <a:lnTo>
                  <a:pt x="307848" y="32003"/>
                </a:lnTo>
                <a:lnTo>
                  <a:pt x="312419" y="18287"/>
                </a:lnTo>
                <a:lnTo>
                  <a:pt x="320039" y="7620"/>
                </a:lnTo>
                <a:lnTo>
                  <a:pt x="329184" y="1524"/>
                </a:lnTo>
                <a:lnTo>
                  <a:pt x="341376" y="0"/>
                </a:lnTo>
                <a:lnTo>
                  <a:pt x="353567" y="1524"/>
                </a:lnTo>
                <a:lnTo>
                  <a:pt x="368808" y="6096"/>
                </a:lnTo>
                <a:lnTo>
                  <a:pt x="382523" y="12191"/>
                </a:lnTo>
                <a:lnTo>
                  <a:pt x="414528" y="30479"/>
                </a:lnTo>
                <a:lnTo>
                  <a:pt x="431291" y="41148"/>
                </a:lnTo>
                <a:lnTo>
                  <a:pt x="448056" y="50291"/>
                </a:lnTo>
                <a:lnTo>
                  <a:pt x="464819" y="60960"/>
                </a:lnTo>
                <a:lnTo>
                  <a:pt x="498348" y="76200"/>
                </a:lnTo>
                <a:lnTo>
                  <a:pt x="513587" y="79248"/>
                </a:lnTo>
                <a:lnTo>
                  <a:pt x="530352" y="82296"/>
                </a:lnTo>
                <a:lnTo>
                  <a:pt x="539495" y="100584"/>
                </a:lnTo>
                <a:lnTo>
                  <a:pt x="541019" y="115824"/>
                </a:lnTo>
                <a:lnTo>
                  <a:pt x="541019" y="131064"/>
                </a:lnTo>
                <a:lnTo>
                  <a:pt x="522732" y="164592"/>
                </a:lnTo>
                <a:lnTo>
                  <a:pt x="499872" y="185928"/>
                </a:lnTo>
                <a:lnTo>
                  <a:pt x="489204" y="196596"/>
                </a:lnTo>
                <a:lnTo>
                  <a:pt x="477012" y="205740"/>
                </a:lnTo>
                <a:lnTo>
                  <a:pt x="467867" y="217932"/>
                </a:lnTo>
                <a:lnTo>
                  <a:pt x="455676" y="233172"/>
                </a:lnTo>
                <a:lnTo>
                  <a:pt x="446532" y="251460"/>
                </a:lnTo>
                <a:lnTo>
                  <a:pt x="438912" y="265176"/>
                </a:lnTo>
                <a:lnTo>
                  <a:pt x="429767" y="278892"/>
                </a:lnTo>
                <a:lnTo>
                  <a:pt x="420623" y="286512"/>
                </a:lnTo>
                <a:lnTo>
                  <a:pt x="409956" y="291084"/>
                </a:lnTo>
                <a:close/>
              </a:path>
            </a:pathLst>
          </a:custGeom>
          <a:solidFill>
            <a:srgbClr val="2F5497"/>
          </a:solidFill>
        </p:spPr>
        <p:txBody>
          <a:bodyPr wrap="square" lIns="0" tIns="0" rIns="0" bIns="0" rtlCol="0"/>
          <a:lstStyle/>
          <a:p>
            <a:pPr defTabSz="1183325"/>
            <a:endParaRPr sz="2329"/>
          </a:p>
        </p:txBody>
      </p:sp>
      <p:sp>
        <p:nvSpPr>
          <p:cNvPr id="38" name="object 9"/>
          <p:cNvSpPr txBox="1"/>
          <p:nvPr/>
        </p:nvSpPr>
        <p:spPr>
          <a:xfrm>
            <a:off x="2158910" y="4709070"/>
            <a:ext cx="521821" cy="245569"/>
          </a:xfrm>
          <a:prstGeom prst="rect">
            <a:avLst/>
          </a:prstGeom>
        </p:spPr>
        <p:txBody>
          <a:bodyPr vert="horz" wrap="square" lIns="0" tIns="16435" rIns="0" bIns="0" rtlCol="0">
            <a:spAutoFit/>
          </a:bodyPr>
          <a:lstStyle/>
          <a:p>
            <a:pPr marL="16435" defTabSz="1183325">
              <a:spcBef>
                <a:spcPts val="129"/>
              </a:spcBef>
            </a:pPr>
            <a:r>
              <a:rPr sz="1488" spc="-13" dirty="0">
                <a:solidFill>
                  <a:srgbClr val="FF0000"/>
                </a:solidFill>
                <a:latin typeface="Comic Sans MS"/>
                <a:cs typeface="Comic Sans MS"/>
              </a:rPr>
              <a:t>Input</a:t>
            </a:r>
            <a:endParaRPr sz="1488">
              <a:latin typeface="Comic Sans MS"/>
              <a:cs typeface="Comic Sans MS"/>
            </a:endParaRPr>
          </a:p>
        </p:txBody>
      </p:sp>
      <p:sp>
        <p:nvSpPr>
          <p:cNvPr id="39" name="object 10"/>
          <p:cNvSpPr txBox="1"/>
          <p:nvPr/>
        </p:nvSpPr>
        <p:spPr>
          <a:xfrm>
            <a:off x="9755971" y="4012840"/>
            <a:ext cx="659877" cy="245569"/>
          </a:xfrm>
          <a:prstGeom prst="rect">
            <a:avLst/>
          </a:prstGeom>
        </p:spPr>
        <p:txBody>
          <a:bodyPr vert="horz" wrap="square" lIns="0" tIns="16435" rIns="0" bIns="0" rtlCol="0">
            <a:spAutoFit/>
          </a:bodyPr>
          <a:lstStyle/>
          <a:p>
            <a:pPr marL="16435" defTabSz="1183325">
              <a:spcBef>
                <a:spcPts val="129"/>
              </a:spcBef>
            </a:pPr>
            <a:r>
              <a:rPr sz="1488" spc="-13" dirty="0">
                <a:solidFill>
                  <a:srgbClr val="FF0000"/>
                </a:solidFill>
                <a:latin typeface="Comic Sans MS"/>
                <a:cs typeface="Comic Sans MS"/>
              </a:rPr>
              <a:t>Output</a:t>
            </a:r>
            <a:endParaRPr sz="1488">
              <a:latin typeface="Comic Sans MS"/>
              <a:cs typeface="Comic Sans MS"/>
            </a:endParaRPr>
          </a:p>
        </p:txBody>
      </p:sp>
      <p:sp>
        <p:nvSpPr>
          <p:cNvPr id="40" name="object 11"/>
          <p:cNvSpPr/>
          <p:nvPr/>
        </p:nvSpPr>
        <p:spPr>
          <a:xfrm>
            <a:off x="317530" y="6721378"/>
            <a:ext cx="2142341" cy="1134035"/>
          </a:xfrm>
          <a:custGeom>
            <a:avLst/>
            <a:gdLst/>
            <a:ahLst/>
            <a:cxnLst/>
            <a:rect l="l" t="t" r="r" b="b"/>
            <a:pathLst>
              <a:path w="1655445" h="876300">
                <a:moveTo>
                  <a:pt x="9144" y="871727"/>
                </a:moveTo>
                <a:lnTo>
                  <a:pt x="0" y="871727"/>
                </a:lnTo>
                <a:lnTo>
                  <a:pt x="0" y="839723"/>
                </a:lnTo>
                <a:lnTo>
                  <a:pt x="10668" y="839723"/>
                </a:lnTo>
                <a:lnTo>
                  <a:pt x="10668" y="865631"/>
                </a:lnTo>
                <a:lnTo>
                  <a:pt x="9144" y="865631"/>
                </a:lnTo>
                <a:lnTo>
                  <a:pt x="9144" y="871727"/>
                </a:lnTo>
                <a:close/>
              </a:path>
              <a:path w="1655445" h="876300">
                <a:moveTo>
                  <a:pt x="41148" y="876300"/>
                </a:moveTo>
                <a:lnTo>
                  <a:pt x="9144" y="876300"/>
                </a:lnTo>
                <a:lnTo>
                  <a:pt x="9144" y="865631"/>
                </a:lnTo>
                <a:lnTo>
                  <a:pt x="10668" y="865631"/>
                </a:lnTo>
                <a:lnTo>
                  <a:pt x="10668" y="871727"/>
                </a:lnTo>
                <a:lnTo>
                  <a:pt x="41148" y="871727"/>
                </a:lnTo>
                <a:lnTo>
                  <a:pt x="41148" y="876300"/>
                </a:lnTo>
                <a:close/>
              </a:path>
              <a:path w="1655445" h="876300">
                <a:moveTo>
                  <a:pt x="41148" y="871727"/>
                </a:moveTo>
                <a:lnTo>
                  <a:pt x="10668" y="871727"/>
                </a:lnTo>
                <a:lnTo>
                  <a:pt x="10668" y="865631"/>
                </a:lnTo>
                <a:lnTo>
                  <a:pt x="41148" y="865631"/>
                </a:lnTo>
                <a:lnTo>
                  <a:pt x="41148" y="871727"/>
                </a:lnTo>
                <a:close/>
              </a:path>
              <a:path w="1655445" h="876300">
                <a:moveTo>
                  <a:pt x="10668" y="829055"/>
                </a:moveTo>
                <a:lnTo>
                  <a:pt x="0" y="829055"/>
                </a:lnTo>
                <a:lnTo>
                  <a:pt x="0" y="797051"/>
                </a:lnTo>
                <a:lnTo>
                  <a:pt x="10668" y="797051"/>
                </a:lnTo>
                <a:lnTo>
                  <a:pt x="10668" y="829055"/>
                </a:lnTo>
                <a:close/>
              </a:path>
              <a:path w="1655445" h="876300">
                <a:moveTo>
                  <a:pt x="10668" y="787907"/>
                </a:moveTo>
                <a:lnTo>
                  <a:pt x="0" y="787907"/>
                </a:lnTo>
                <a:lnTo>
                  <a:pt x="0" y="755903"/>
                </a:lnTo>
                <a:lnTo>
                  <a:pt x="10668" y="755903"/>
                </a:lnTo>
                <a:lnTo>
                  <a:pt x="10668" y="787907"/>
                </a:lnTo>
                <a:close/>
              </a:path>
              <a:path w="1655445" h="876300">
                <a:moveTo>
                  <a:pt x="10668" y="745235"/>
                </a:moveTo>
                <a:lnTo>
                  <a:pt x="0" y="745235"/>
                </a:lnTo>
                <a:lnTo>
                  <a:pt x="0" y="713231"/>
                </a:lnTo>
                <a:lnTo>
                  <a:pt x="10668" y="713231"/>
                </a:lnTo>
                <a:lnTo>
                  <a:pt x="10668" y="745235"/>
                </a:lnTo>
                <a:close/>
              </a:path>
              <a:path w="1655445" h="876300">
                <a:moveTo>
                  <a:pt x="10668" y="704087"/>
                </a:moveTo>
                <a:lnTo>
                  <a:pt x="0" y="704087"/>
                </a:lnTo>
                <a:lnTo>
                  <a:pt x="0" y="672084"/>
                </a:lnTo>
                <a:lnTo>
                  <a:pt x="10668" y="672084"/>
                </a:lnTo>
                <a:lnTo>
                  <a:pt x="10668" y="704087"/>
                </a:lnTo>
                <a:close/>
              </a:path>
              <a:path w="1655445" h="876300">
                <a:moveTo>
                  <a:pt x="10668" y="661415"/>
                </a:moveTo>
                <a:lnTo>
                  <a:pt x="0" y="661415"/>
                </a:lnTo>
                <a:lnTo>
                  <a:pt x="0" y="629411"/>
                </a:lnTo>
                <a:lnTo>
                  <a:pt x="10668" y="629411"/>
                </a:lnTo>
                <a:lnTo>
                  <a:pt x="10668" y="661415"/>
                </a:lnTo>
                <a:close/>
              </a:path>
              <a:path w="1655445" h="876300">
                <a:moveTo>
                  <a:pt x="10668" y="620267"/>
                </a:moveTo>
                <a:lnTo>
                  <a:pt x="0" y="620267"/>
                </a:lnTo>
                <a:lnTo>
                  <a:pt x="0" y="588263"/>
                </a:lnTo>
                <a:lnTo>
                  <a:pt x="10668" y="588263"/>
                </a:lnTo>
                <a:lnTo>
                  <a:pt x="10668" y="620267"/>
                </a:lnTo>
                <a:close/>
              </a:path>
              <a:path w="1655445" h="876300">
                <a:moveTo>
                  <a:pt x="10668" y="577595"/>
                </a:moveTo>
                <a:lnTo>
                  <a:pt x="0" y="577595"/>
                </a:lnTo>
                <a:lnTo>
                  <a:pt x="0" y="545591"/>
                </a:lnTo>
                <a:lnTo>
                  <a:pt x="10668" y="545591"/>
                </a:lnTo>
                <a:lnTo>
                  <a:pt x="10668" y="577595"/>
                </a:lnTo>
                <a:close/>
              </a:path>
              <a:path w="1655445" h="876300">
                <a:moveTo>
                  <a:pt x="10668" y="536447"/>
                </a:moveTo>
                <a:lnTo>
                  <a:pt x="0" y="536447"/>
                </a:lnTo>
                <a:lnTo>
                  <a:pt x="0" y="504443"/>
                </a:lnTo>
                <a:lnTo>
                  <a:pt x="10668" y="504443"/>
                </a:lnTo>
                <a:lnTo>
                  <a:pt x="10668" y="536447"/>
                </a:lnTo>
                <a:close/>
              </a:path>
              <a:path w="1655445" h="876300">
                <a:moveTo>
                  <a:pt x="10668" y="493775"/>
                </a:moveTo>
                <a:lnTo>
                  <a:pt x="0" y="493775"/>
                </a:lnTo>
                <a:lnTo>
                  <a:pt x="0" y="461771"/>
                </a:lnTo>
                <a:lnTo>
                  <a:pt x="10668" y="461771"/>
                </a:lnTo>
                <a:lnTo>
                  <a:pt x="10668" y="493775"/>
                </a:lnTo>
                <a:close/>
              </a:path>
              <a:path w="1655445" h="876300">
                <a:moveTo>
                  <a:pt x="10668" y="452627"/>
                </a:moveTo>
                <a:lnTo>
                  <a:pt x="0" y="452627"/>
                </a:lnTo>
                <a:lnTo>
                  <a:pt x="0" y="420623"/>
                </a:lnTo>
                <a:lnTo>
                  <a:pt x="10668" y="420623"/>
                </a:lnTo>
                <a:lnTo>
                  <a:pt x="10668" y="452627"/>
                </a:lnTo>
                <a:close/>
              </a:path>
              <a:path w="1655445" h="876300">
                <a:moveTo>
                  <a:pt x="10668" y="409955"/>
                </a:moveTo>
                <a:lnTo>
                  <a:pt x="0" y="409955"/>
                </a:lnTo>
                <a:lnTo>
                  <a:pt x="0" y="377951"/>
                </a:lnTo>
                <a:lnTo>
                  <a:pt x="10668" y="377951"/>
                </a:lnTo>
                <a:lnTo>
                  <a:pt x="10668" y="409955"/>
                </a:lnTo>
                <a:close/>
              </a:path>
              <a:path w="1655445" h="876300">
                <a:moveTo>
                  <a:pt x="10668" y="368807"/>
                </a:moveTo>
                <a:lnTo>
                  <a:pt x="0" y="368807"/>
                </a:lnTo>
                <a:lnTo>
                  <a:pt x="0" y="336803"/>
                </a:lnTo>
                <a:lnTo>
                  <a:pt x="10668" y="336803"/>
                </a:lnTo>
                <a:lnTo>
                  <a:pt x="10668" y="368807"/>
                </a:lnTo>
                <a:close/>
              </a:path>
              <a:path w="1655445" h="876300">
                <a:moveTo>
                  <a:pt x="10668" y="326135"/>
                </a:moveTo>
                <a:lnTo>
                  <a:pt x="0" y="326135"/>
                </a:lnTo>
                <a:lnTo>
                  <a:pt x="0" y="294131"/>
                </a:lnTo>
                <a:lnTo>
                  <a:pt x="10668" y="294131"/>
                </a:lnTo>
                <a:lnTo>
                  <a:pt x="10668" y="326135"/>
                </a:lnTo>
                <a:close/>
              </a:path>
              <a:path w="1655445" h="876300">
                <a:moveTo>
                  <a:pt x="10668" y="284987"/>
                </a:moveTo>
                <a:lnTo>
                  <a:pt x="0" y="284987"/>
                </a:lnTo>
                <a:lnTo>
                  <a:pt x="0" y="252983"/>
                </a:lnTo>
                <a:lnTo>
                  <a:pt x="10668" y="252983"/>
                </a:lnTo>
                <a:lnTo>
                  <a:pt x="10668" y="284987"/>
                </a:lnTo>
                <a:close/>
              </a:path>
              <a:path w="1655445" h="876300">
                <a:moveTo>
                  <a:pt x="10668" y="242315"/>
                </a:moveTo>
                <a:lnTo>
                  <a:pt x="0" y="242315"/>
                </a:lnTo>
                <a:lnTo>
                  <a:pt x="0" y="210311"/>
                </a:lnTo>
                <a:lnTo>
                  <a:pt x="10668" y="210311"/>
                </a:lnTo>
                <a:lnTo>
                  <a:pt x="10668" y="242315"/>
                </a:lnTo>
                <a:close/>
              </a:path>
              <a:path w="1655445" h="876300">
                <a:moveTo>
                  <a:pt x="10668" y="201167"/>
                </a:moveTo>
                <a:lnTo>
                  <a:pt x="0" y="201167"/>
                </a:lnTo>
                <a:lnTo>
                  <a:pt x="0" y="169163"/>
                </a:lnTo>
                <a:lnTo>
                  <a:pt x="10668" y="169163"/>
                </a:lnTo>
                <a:lnTo>
                  <a:pt x="10668" y="201167"/>
                </a:lnTo>
                <a:close/>
              </a:path>
              <a:path w="1655445" h="876300">
                <a:moveTo>
                  <a:pt x="10668" y="158495"/>
                </a:moveTo>
                <a:lnTo>
                  <a:pt x="0" y="158495"/>
                </a:lnTo>
                <a:lnTo>
                  <a:pt x="0" y="126491"/>
                </a:lnTo>
                <a:lnTo>
                  <a:pt x="10668" y="126491"/>
                </a:lnTo>
                <a:lnTo>
                  <a:pt x="10668" y="158495"/>
                </a:lnTo>
                <a:close/>
              </a:path>
              <a:path w="1655445" h="876300">
                <a:moveTo>
                  <a:pt x="10668" y="117347"/>
                </a:moveTo>
                <a:lnTo>
                  <a:pt x="0" y="117347"/>
                </a:lnTo>
                <a:lnTo>
                  <a:pt x="0" y="85343"/>
                </a:lnTo>
                <a:lnTo>
                  <a:pt x="10668" y="85343"/>
                </a:lnTo>
                <a:lnTo>
                  <a:pt x="10668" y="117347"/>
                </a:lnTo>
                <a:close/>
              </a:path>
              <a:path w="1655445" h="876300">
                <a:moveTo>
                  <a:pt x="10668" y="74675"/>
                </a:moveTo>
                <a:lnTo>
                  <a:pt x="0" y="74675"/>
                </a:lnTo>
                <a:lnTo>
                  <a:pt x="0" y="42671"/>
                </a:lnTo>
                <a:lnTo>
                  <a:pt x="10668" y="42671"/>
                </a:lnTo>
                <a:lnTo>
                  <a:pt x="10668" y="74675"/>
                </a:lnTo>
                <a:close/>
              </a:path>
              <a:path w="1655445" h="876300">
                <a:moveTo>
                  <a:pt x="10668" y="33527"/>
                </a:moveTo>
                <a:lnTo>
                  <a:pt x="0" y="33527"/>
                </a:lnTo>
                <a:lnTo>
                  <a:pt x="0" y="0"/>
                </a:lnTo>
                <a:lnTo>
                  <a:pt x="9144" y="0"/>
                </a:lnTo>
                <a:lnTo>
                  <a:pt x="9144" y="6095"/>
                </a:lnTo>
                <a:lnTo>
                  <a:pt x="6096" y="9143"/>
                </a:lnTo>
                <a:lnTo>
                  <a:pt x="10668" y="9143"/>
                </a:lnTo>
                <a:lnTo>
                  <a:pt x="10668" y="33527"/>
                </a:lnTo>
                <a:close/>
              </a:path>
              <a:path w="1655445" h="876300">
                <a:moveTo>
                  <a:pt x="10668" y="9143"/>
                </a:moveTo>
                <a:lnTo>
                  <a:pt x="9144" y="9143"/>
                </a:lnTo>
                <a:lnTo>
                  <a:pt x="9144" y="6095"/>
                </a:lnTo>
                <a:lnTo>
                  <a:pt x="10668" y="4571"/>
                </a:lnTo>
                <a:lnTo>
                  <a:pt x="10668" y="9143"/>
                </a:lnTo>
                <a:close/>
              </a:path>
              <a:path w="1655445" h="876300">
                <a:moveTo>
                  <a:pt x="9144" y="9143"/>
                </a:moveTo>
                <a:lnTo>
                  <a:pt x="6096" y="9143"/>
                </a:lnTo>
                <a:lnTo>
                  <a:pt x="9144" y="6095"/>
                </a:lnTo>
                <a:lnTo>
                  <a:pt x="9144" y="9143"/>
                </a:lnTo>
                <a:close/>
              </a:path>
              <a:path w="1655445" h="876300">
                <a:moveTo>
                  <a:pt x="50292" y="9143"/>
                </a:moveTo>
                <a:lnTo>
                  <a:pt x="19812" y="9143"/>
                </a:lnTo>
                <a:lnTo>
                  <a:pt x="19812" y="0"/>
                </a:lnTo>
                <a:lnTo>
                  <a:pt x="50292" y="0"/>
                </a:lnTo>
                <a:lnTo>
                  <a:pt x="50292" y="9143"/>
                </a:lnTo>
                <a:close/>
              </a:path>
              <a:path w="1655445" h="876300">
                <a:moveTo>
                  <a:pt x="92964" y="9143"/>
                </a:moveTo>
                <a:lnTo>
                  <a:pt x="60960" y="9143"/>
                </a:lnTo>
                <a:lnTo>
                  <a:pt x="60960" y="0"/>
                </a:lnTo>
                <a:lnTo>
                  <a:pt x="92964" y="0"/>
                </a:lnTo>
                <a:lnTo>
                  <a:pt x="92964" y="9143"/>
                </a:lnTo>
                <a:close/>
              </a:path>
              <a:path w="1655445" h="876300">
                <a:moveTo>
                  <a:pt x="134112" y="9143"/>
                </a:moveTo>
                <a:lnTo>
                  <a:pt x="103631" y="9143"/>
                </a:lnTo>
                <a:lnTo>
                  <a:pt x="103631" y="0"/>
                </a:lnTo>
                <a:lnTo>
                  <a:pt x="134112" y="0"/>
                </a:lnTo>
                <a:lnTo>
                  <a:pt x="134112" y="9143"/>
                </a:lnTo>
                <a:close/>
              </a:path>
              <a:path w="1655445" h="876300">
                <a:moveTo>
                  <a:pt x="176784" y="9143"/>
                </a:moveTo>
                <a:lnTo>
                  <a:pt x="144779" y="9143"/>
                </a:lnTo>
                <a:lnTo>
                  <a:pt x="144779" y="0"/>
                </a:lnTo>
                <a:lnTo>
                  <a:pt x="176784" y="0"/>
                </a:lnTo>
                <a:lnTo>
                  <a:pt x="176784" y="9143"/>
                </a:lnTo>
                <a:close/>
              </a:path>
              <a:path w="1655445" h="876300">
                <a:moveTo>
                  <a:pt x="217931" y="9143"/>
                </a:moveTo>
                <a:lnTo>
                  <a:pt x="187452" y="9143"/>
                </a:lnTo>
                <a:lnTo>
                  <a:pt x="187452" y="0"/>
                </a:lnTo>
                <a:lnTo>
                  <a:pt x="217931" y="0"/>
                </a:lnTo>
                <a:lnTo>
                  <a:pt x="217931" y="9143"/>
                </a:lnTo>
                <a:close/>
              </a:path>
              <a:path w="1655445" h="876300">
                <a:moveTo>
                  <a:pt x="260603" y="9143"/>
                </a:moveTo>
                <a:lnTo>
                  <a:pt x="228599" y="9143"/>
                </a:lnTo>
                <a:lnTo>
                  <a:pt x="228599" y="0"/>
                </a:lnTo>
                <a:lnTo>
                  <a:pt x="260603" y="0"/>
                </a:lnTo>
                <a:lnTo>
                  <a:pt x="260603" y="9143"/>
                </a:lnTo>
                <a:close/>
              </a:path>
              <a:path w="1655445" h="876300">
                <a:moveTo>
                  <a:pt x="301751" y="9143"/>
                </a:moveTo>
                <a:lnTo>
                  <a:pt x="271272" y="9143"/>
                </a:lnTo>
                <a:lnTo>
                  <a:pt x="271272" y="0"/>
                </a:lnTo>
                <a:lnTo>
                  <a:pt x="301751" y="0"/>
                </a:lnTo>
                <a:lnTo>
                  <a:pt x="301751" y="9143"/>
                </a:lnTo>
                <a:close/>
              </a:path>
              <a:path w="1655445" h="876300">
                <a:moveTo>
                  <a:pt x="344423" y="9143"/>
                </a:moveTo>
                <a:lnTo>
                  <a:pt x="312420" y="9143"/>
                </a:lnTo>
                <a:lnTo>
                  <a:pt x="312420" y="0"/>
                </a:lnTo>
                <a:lnTo>
                  <a:pt x="344423" y="0"/>
                </a:lnTo>
                <a:lnTo>
                  <a:pt x="344423" y="9143"/>
                </a:lnTo>
                <a:close/>
              </a:path>
              <a:path w="1655445" h="876300">
                <a:moveTo>
                  <a:pt x="385572" y="9143"/>
                </a:moveTo>
                <a:lnTo>
                  <a:pt x="355092" y="9143"/>
                </a:lnTo>
                <a:lnTo>
                  <a:pt x="355092" y="0"/>
                </a:lnTo>
                <a:lnTo>
                  <a:pt x="385572" y="0"/>
                </a:lnTo>
                <a:lnTo>
                  <a:pt x="385572" y="9143"/>
                </a:lnTo>
                <a:close/>
              </a:path>
              <a:path w="1655445" h="876300">
                <a:moveTo>
                  <a:pt x="428244" y="9143"/>
                </a:moveTo>
                <a:lnTo>
                  <a:pt x="396240" y="9143"/>
                </a:lnTo>
                <a:lnTo>
                  <a:pt x="396240" y="0"/>
                </a:lnTo>
                <a:lnTo>
                  <a:pt x="428244" y="0"/>
                </a:lnTo>
                <a:lnTo>
                  <a:pt x="428244" y="9143"/>
                </a:lnTo>
                <a:close/>
              </a:path>
              <a:path w="1655445" h="876300">
                <a:moveTo>
                  <a:pt x="469392" y="9143"/>
                </a:moveTo>
                <a:lnTo>
                  <a:pt x="438912" y="9143"/>
                </a:lnTo>
                <a:lnTo>
                  <a:pt x="438912" y="0"/>
                </a:lnTo>
                <a:lnTo>
                  <a:pt x="469392" y="0"/>
                </a:lnTo>
                <a:lnTo>
                  <a:pt x="469392" y="9143"/>
                </a:lnTo>
                <a:close/>
              </a:path>
              <a:path w="1655445" h="876300">
                <a:moveTo>
                  <a:pt x="512064" y="9143"/>
                </a:moveTo>
                <a:lnTo>
                  <a:pt x="480060" y="9143"/>
                </a:lnTo>
                <a:lnTo>
                  <a:pt x="480060" y="0"/>
                </a:lnTo>
                <a:lnTo>
                  <a:pt x="512064" y="0"/>
                </a:lnTo>
                <a:lnTo>
                  <a:pt x="512064" y="9143"/>
                </a:lnTo>
                <a:close/>
              </a:path>
              <a:path w="1655445" h="876300">
                <a:moveTo>
                  <a:pt x="553211" y="9143"/>
                </a:moveTo>
                <a:lnTo>
                  <a:pt x="522732" y="9143"/>
                </a:lnTo>
                <a:lnTo>
                  <a:pt x="522732" y="0"/>
                </a:lnTo>
                <a:lnTo>
                  <a:pt x="553211" y="0"/>
                </a:lnTo>
                <a:lnTo>
                  <a:pt x="553211" y="9143"/>
                </a:lnTo>
                <a:close/>
              </a:path>
              <a:path w="1655445" h="876300">
                <a:moveTo>
                  <a:pt x="595884" y="9143"/>
                </a:moveTo>
                <a:lnTo>
                  <a:pt x="563880" y="9143"/>
                </a:lnTo>
                <a:lnTo>
                  <a:pt x="563880" y="0"/>
                </a:lnTo>
                <a:lnTo>
                  <a:pt x="595884" y="0"/>
                </a:lnTo>
                <a:lnTo>
                  <a:pt x="595884" y="9143"/>
                </a:lnTo>
                <a:close/>
              </a:path>
              <a:path w="1655445" h="876300">
                <a:moveTo>
                  <a:pt x="637032" y="9143"/>
                </a:moveTo>
                <a:lnTo>
                  <a:pt x="606552" y="9143"/>
                </a:lnTo>
                <a:lnTo>
                  <a:pt x="606552" y="0"/>
                </a:lnTo>
                <a:lnTo>
                  <a:pt x="637032" y="0"/>
                </a:lnTo>
                <a:lnTo>
                  <a:pt x="637032" y="9143"/>
                </a:lnTo>
                <a:close/>
              </a:path>
              <a:path w="1655445" h="876300">
                <a:moveTo>
                  <a:pt x="679704" y="9143"/>
                </a:moveTo>
                <a:lnTo>
                  <a:pt x="647700" y="9143"/>
                </a:lnTo>
                <a:lnTo>
                  <a:pt x="647700" y="0"/>
                </a:lnTo>
                <a:lnTo>
                  <a:pt x="679704" y="0"/>
                </a:lnTo>
                <a:lnTo>
                  <a:pt x="679704" y="9143"/>
                </a:lnTo>
                <a:close/>
              </a:path>
              <a:path w="1655445" h="876300">
                <a:moveTo>
                  <a:pt x="720852" y="9143"/>
                </a:moveTo>
                <a:lnTo>
                  <a:pt x="690372" y="9143"/>
                </a:lnTo>
                <a:lnTo>
                  <a:pt x="690372" y="0"/>
                </a:lnTo>
                <a:lnTo>
                  <a:pt x="720852" y="0"/>
                </a:lnTo>
                <a:lnTo>
                  <a:pt x="720852" y="9143"/>
                </a:lnTo>
                <a:close/>
              </a:path>
              <a:path w="1655445" h="876300">
                <a:moveTo>
                  <a:pt x="763524" y="9143"/>
                </a:moveTo>
                <a:lnTo>
                  <a:pt x="731520" y="9143"/>
                </a:lnTo>
                <a:lnTo>
                  <a:pt x="731520" y="0"/>
                </a:lnTo>
                <a:lnTo>
                  <a:pt x="763524" y="0"/>
                </a:lnTo>
                <a:lnTo>
                  <a:pt x="763524" y="9143"/>
                </a:lnTo>
                <a:close/>
              </a:path>
              <a:path w="1655445" h="876300">
                <a:moveTo>
                  <a:pt x="804672" y="9143"/>
                </a:moveTo>
                <a:lnTo>
                  <a:pt x="774192" y="9143"/>
                </a:lnTo>
                <a:lnTo>
                  <a:pt x="774192" y="0"/>
                </a:lnTo>
                <a:lnTo>
                  <a:pt x="804672" y="0"/>
                </a:lnTo>
                <a:lnTo>
                  <a:pt x="804672" y="9143"/>
                </a:lnTo>
                <a:close/>
              </a:path>
              <a:path w="1655445" h="876300">
                <a:moveTo>
                  <a:pt x="847344" y="9143"/>
                </a:moveTo>
                <a:lnTo>
                  <a:pt x="815340" y="9143"/>
                </a:lnTo>
                <a:lnTo>
                  <a:pt x="815340" y="0"/>
                </a:lnTo>
                <a:lnTo>
                  <a:pt x="847344" y="0"/>
                </a:lnTo>
                <a:lnTo>
                  <a:pt x="847344" y="9143"/>
                </a:lnTo>
                <a:close/>
              </a:path>
              <a:path w="1655445" h="876300">
                <a:moveTo>
                  <a:pt x="888492" y="9143"/>
                </a:moveTo>
                <a:lnTo>
                  <a:pt x="858011" y="9143"/>
                </a:lnTo>
                <a:lnTo>
                  <a:pt x="858011" y="0"/>
                </a:lnTo>
                <a:lnTo>
                  <a:pt x="888492" y="0"/>
                </a:lnTo>
                <a:lnTo>
                  <a:pt x="888492" y="9143"/>
                </a:lnTo>
                <a:close/>
              </a:path>
              <a:path w="1655445" h="876300">
                <a:moveTo>
                  <a:pt x="931163" y="9143"/>
                </a:moveTo>
                <a:lnTo>
                  <a:pt x="899160" y="9143"/>
                </a:lnTo>
                <a:lnTo>
                  <a:pt x="899160" y="0"/>
                </a:lnTo>
                <a:lnTo>
                  <a:pt x="931163" y="0"/>
                </a:lnTo>
                <a:lnTo>
                  <a:pt x="931163" y="9143"/>
                </a:lnTo>
                <a:close/>
              </a:path>
              <a:path w="1655445" h="876300">
                <a:moveTo>
                  <a:pt x="972311" y="9143"/>
                </a:moveTo>
                <a:lnTo>
                  <a:pt x="941832" y="9143"/>
                </a:lnTo>
                <a:lnTo>
                  <a:pt x="941832" y="0"/>
                </a:lnTo>
                <a:lnTo>
                  <a:pt x="972311" y="0"/>
                </a:lnTo>
                <a:lnTo>
                  <a:pt x="972311" y="9143"/>
                </a:lnTo>
                <a:close/>
              </a:path>
              <a:path w="1655445" h="876300">
                <a:moveTo>
                  <a:pt x="1014984" y="9143"/>
                </a:moveTo>
                <a:lnTo>
                  <a:pt x="982980" y="9143"/>
                </a:lnTo>
                <a:lnTo>
                  <a:pt x="982980" y="0"/>
                </a:lnTo>
                <a:lnTo>
                  <a:pt x="1014984" y="0"/>
                </a:lnTo>
                <a:lnTo>
                  <a:pt x="1014984" y="9143"/>
                </a:lnTo>
                <a:close/>
              </a:path>
              <a:path w="1655445" h="876300">
                <a:moveTo>
                  <a:pt x="1056132" y="9143"/>
                </a:moveTo>
                <a:lnTo>
                  <a:pt x="1025652" y="9143"/>
                </a:lnTo>
                <a:lnTo>
                  <a:pt x="1025652" y="0"/>
                </a:lnTo>
                <a:lnTo>
                  <a:pt x="1056132" y="0"/>
                </a:lnTo>
                <a:lnTo>
                  <a:pt x="1056132" y="9143"/>
                </a:lnTo>
                <a:close/>
              </a:path>
              <a:path w="1655445" h="876300">
                <a:moveTo>
                  <a:pt x="1098804" y="9143"/>
                </a:moveTo>
                <a:lnTo>
                  <a:pt x="1066800" y="9143"/>
                </a:lnTo>
                <a:lnTo>
                  <a:pt x="1066800" y="0"/>
                </a:lnTo>
                <a:lnTo>
                  <a:pt x="1098804" y="0"/>
                </a:lnTo>
                <a:lnTo>
                  <a:pt x="1098804" y="9143"/>
                </a:lnTo>
                <a:close/>
              </a:path>
              <a:path w="1655445" h="876300">
                <a:moveTo>
                  <a:pt x="1139952" y="9143"/>
                </a:moveTo>
                <a:lnTo>
                  <a:pt x="1109472" y="9143"/>
                </a:lnTo>
                <a:lnTo>
                  <a:pt x="1109472" y="0"/>
                </a:lnTo>
                <a:lnTo>
                  <a:pt x="1139952" y="0"/>
                </a:lnTo>
                <a:lnTo>
                  <a:pt x="1139952" y="9143"/>
                </a:lnTo>
                <a:close/>
              </a:path>
              <a:path w="1655445" h="876300">
                <a:moveTo>
                  <a:pt x="1182624" y="9143"/>
                </a:moveTo>
                <a:lnTo>
                  <a:pt x="1150620" y="9143"/>
                </a:lnTo>
                <a:lnTo>
                  <a:pt x="1150620" y="0"/>
                </a:lnTo>
                <a:lnTo>
                  <a:pt x="1182624" y="0"/>
                </a:lnTo>
                <a:lnTo>
                  <a:pt x="1182624" y="9143"/>
                </a:lnTo>
                <a:close/>
              </a:path>
              <a:path w="1655445" h="876300">
                <a:moveTo>
                  <a:pt x="1223772" y="9143"/>
                </a:moveTo>
                <a:lnTo>
                  <a:pt x="1193291" y="9143"/>
                </a:lnTo>
                <a:lnTo>
                  <a:pt x="1193291" y="0"/>
                </a:lnTo>
                <a:lnTo>
                  <a:pt x="1223772" y="0"/>
                </a:lnTo>
                <a:lnTo>
                  <a:pt x="1223772" y="9143"/>
                </a:lnTo>
                <a:close/>
              </a:path>
              <a:path w="1655445" h="876300">
                <a:moveTo>
                  <a:pt x="1266444" y="9143"/>
                </a:moveTo>
                <a:lnTo>
                  <a:pt x="1234440" y="9143"/>
                </a:lnTo>
                <a:lnTo>
                  <a:pt x="1234440" y="0"/>
                </a:lnTo>
                <a:lnTo>
                  <a:pt x="1266444" y="0"/>
                </a:lnTo>
                <a:lnTo>
                  <a:pt x="1266444" y="9143"/>
                </a:lnTo>
                <a:close/>
              </a:path>
              <a:path w="1655445" h="876300">
                <a:moveTo>
                  <a:pt x="1307591" y="9143"/>
                </a:moveTo>
                <a:lnTo>
                  <a:pt x="1277111" y="9143"/>
                </a:lnTo>
                <a:lnTo>
                  <a:pt x="1277111" y="0"/>
                </a:lnTo>
                <a:lnTo>
                  <a:pt x="1307591" y="0"/>
                </a:lnTo>
                <a:lnTo>
                  <a:pt x="1307591" y="9143"/>
                </a:lnTo>
                <a:close/>
              </a:path>
              <a:path w="1655445" h="876300">
                <a:moveTo>
                  <a:pt x="1350264" y="9143"/>
                </a:moveTo>
                <a:lnTo>
                  <a:pt x="1318260" y="9143"/>
                </a:lnTo>
                <a:lnTo>
                  <a:pt x="1318260" y="0"/>
                </a:lnTo>
                <a:lnTo>
                  <a:pt x="1350264" y="0"/>
                </a:lnTo>
                <a:lnTo>
                  <a:pt x="1350264" y="9143"/>
                </a:lnTo>
                <a:close/>
              </a:path>
              <a:path w="1655445" h="876300">
                <a:moveTo>
                  <a:pt x="1391412" y="9143"/>
                </a:moveTo>
                <a:lnTo>
                  <a:pt x="1360932" y="9143"/>
                </a:lnTo>
                <a:lnTo>
                  <a:pt x="1360932" y="0"/>
                </a:lnTo>
                <a:lnTo>
                  <a:pt x="1391412" y="0"/>
                </a:lnTo>
                <a:lnTo>
                  <a:pt x="1391412" y="9143"/>
                </a:lnTo>
                <a:close/>
              </a:path>
              <a:path w="1655445" h="876300">
                <a:moveTo>
                  <a:pt x="1434084" y="9143"/>
                </a:moveTo>
                <a:lnTo>
                  <a:pt x="1402080" y="9143"/>
                </a:lnTo>
                <a:lnTo>
                  <a:pt x="1402080" y="0"/>
                </a:lnTo>
                <a:lnTo>
                  <a:pt x="1434084" y="0"/>
                </a:lnTo>
                <a:lnTo>
                  <a:pt x="1434084" y="9143"/>
                </a:lnTo>
                <a:close/>
              </a:path>
              <a:path w="1655445" h="876300">
                <a:moveTo>
                  <a:pt x="1475232" y="9143"/>
                </a:moveTo>
                <a:lnTo>
                  <a:pt x="1444752" y="9143"/>
                </a:lnTo>
                <a:lnTo>
                  <a:pt x="1444752" y="0"/>
                </a:lnTo>
                <a:lnTo>
                  <a:pt x="1475232" y="0"/>
                </a:lnTo>
                <a:lnTo>
                  <a:pt x="1475232" y="9143"/>
                </a:lnTo>
                <a:close/>
              </a:path>
              <a:path w="1655445" h="876300">
                <a:moveTo>
                  <a:pt x="1517903" y="9143"/>
                </a:moveTo>
                <a:lnTo>
                  <a:pt x="1485899" y="9143"/>
                </a:lnTo>
                <a:lnTo>
                  <a:pt x="1485899" y="0"/>
                </a:lnTo>
                <a:lnTo>
                  <a:pt x="1517903" y="0"/>
                </a:lnTo>
                <a:lnTo>
                  <a:pt x="1517903" y="9143"/>
                </a:lnTo>
                <a:close/>
              </a:path>
              <a:path w="1655445" h="876300">
                <a:moveTo>
                  <a:pt x="1559052" y="9143"/>
                </a:moveTo>
                <a:lnTo>
                  <a:pt x="1528572" y="9143"/>
                </a:lnTo>
                <a:lnTo>
                  <a:pt x="1528572" y="0"/>
                </a:lnTo>
                <a:lnTo>
                  <a:pt x="1559052" y="0"/>
                </a:lnTo>
                <a:lnTo>
                  <a:pt x="1559052" y="9143"/>
                </a:lnTo>
                <a:close/>
              </a:path>
              <a:path w="1655445" h="876300">
                <a:moveTo>
                  <a:pt x="1601724" y="9143"/>
                </a:moveTo>
                <a:lnTo>
                  <a:pt x="1569720" y="9143"/>
                </a:lnTo>
                <a:lnTo>
                  <a:pt x="1569720" y="0"/>
                </a:lnTo>
                <a:lnTo>
                  <a:pt x="1601724" y="0"/>
                </a:lnTo>
                <a:lnTo>
                  <a:pt x="1601724" y="9143"/>
                </a:lnTo>
                <a:close/>
              </a:path>
              <a:path w="1655445" h="876300">
                <a:moveTo>
                  <a:pt x="1642872" y="9143"/>
                </a:moveTo>
                <a:lnTo>
                  <a:pt x="1612391" y="9143"/>
                </a:lnTo>
                <a:lnTo>
                  <a:pt x="1612391" y="0"/>
                </a:lnTo>
                <a:lnTo>
                  <a:pt x="1642872" y="0"/>
                </a:lnTo>
                <a:lnTo>
                  <a:pt x="1642872" y="9143"/>
                </a:lnTo>
                <a:close/>
              </a:path>
              <a:path w="1655445" h="876300">
                <a:moveTo>
                  <a:pt x="1655064" y="39623"/>
                </a:moveTo>
                <a:lnTo>
                  <a:pt x="1644395" y="39623"/>
                </a:lnTo>
                <a:lnTo>
                  <a:pt x="1644395" y="7619"/>
                </a:lnTo>
                <a:lnTo>
                  <a:pt x="1655064" y="7619"/>
                </a:lnTo>
                <a:lnTo>
                  <a:pt x="1655064" y="39623"/>
                </a:lnTo>
                <a:close/>
              </a:path>
              <a:path w="1655445" h="876300">
                <a:moveTo>
                  <a:pt x="1655064" y="80771"/>
                </a:moveTo>
                <a:lnTo>
                  <a:pt x="1644395" y="80771"/>
                </a:lnTo>
                <a:lnTo>
                  <a:pt x="1644395" y="50291"/>
                </a:lnTo>
                <a:lnTo>
                  <a:pt x="1655064" y="50291"/>
                </a:lnTo>
                <a:lnTo>
                  <a:pt x="1655064" y="80771"/>
                </a:lnTo>
                <a:close/>
              </a:path>
              <a:path w="1655445" h="876300">
                <a:moveTo>
                  <a:pt x="1655064" y="123443"/>
                </a:moveTo>
                <a:lnTo>
                  <a:pt x="1644395" y="123443"/>
                </a:lnTo>
                <a:lnTo>
                  <a:pt x="1644395" y="91439"/>
                </a:lnTo>
                <a:lnTo>
                  <a:pt x="1655064" y="91439"/>
                </a:lnTo>
                <a:lnTo>
                  <a:pt x="1655064" y="123443"/>
                </a:lnTo>
                <a:close/>
              </a:path>
              <a:path w="1655445" h="876300">
                <a:moveTo>
                  <a:pt x="1655064" y="164591"/>
                </a:moveTo>
                <a:lnTo>
                  <a:pt x="1644395" y="164591"/>
                </a:lnTo>
                <a:lnTo>
                  <a:pt x="1644395" y="134111"/>
                </a:lnTo>
                <a:lnTo>
                  <a:pt x="1655064" y="134111"/>
                </a:lnTo>
                <a:lnTo>
                  <a:pt x="1655064" y="164591"/>
                </a:lnTo>
                <a:close/>
              </a:path>
              <a:path w="1655445" h="876300">
                <a:moveTo>
                  <a:pt x="1655064" y="207263"/>
                </a:moveTo>
                <a:lnTo>
                  <a:pt x="1644395" y="207263"/>
                </a:lnTo>
                <a:lnTo>
                  <a:pt x="1644395" y="175259"/>
                </a:lnTo>
                <a:lnTo>
                  <a:pt x="1655064" y="175259"/>
                </a:lnTo>
                <a:lnTo>
                  <a:pt x="1655064" y="207263"/>
                </a:lnTo>
                <a:close/>
              </a:path>
              <a:path w="1655445" h="876300">
                <a:moveTo>
                  <a:pt x="1655064" y="248411"/>
                </a:moveTo>
                <a:lnTo>
                  <a:pt x="1644395" y="248411"/>
                </a:lnTo>
                <a:lnTo>
                  <a:pt x="1644395" y="217931"/>
                </a:lnTo>
                <a:lnTo>
                  <a:pt x="1655064" y="217931"/>
                </a:lnTo>
                <a:lnTo>
                  <a:pt x="1655064" y="248411"/>
                </a:lnTo>
                <a:close/>
              </a:path>
              <a:path w="1655445" h="876300">
                <a:moveTo>
                  <a:pt x="1655064" y="291083"/>
                </a:moveTo>
                <a:lnTo>
                  <a:pt x="1644395" y="291083"/>
                </a:lnTo>
                <a:lnTo>
                  <a:pt x="1644395" y="259079"/>
                </a:lnTo>
                <a:lnTo>
                  <a:pt x="1655064" y="259079"/>
                </a:lnTo>
                <a:lnTo>
                  <a:pt x="1655064" y="291083"/>
                </a:lnTo>
                <a:close/>
              </a:path>
              <a:path w="1655445" h="876300">
                <a:moveTo>
                  <a:pt x="1655064" y="332231"/>
                </a:moveTo>
                <a:lnTo>
                  <a:pt x="1644395" y="332231"/>
                </a:lnTo>
                <a:lnTo>
                  <a:pt x="1644395" y="301751"/>
                </a:lnTo>
                <a:lnTo>
                  <a:pt x="1655064" y="301751"/>
                </a:lnTo>
                <a:lnTo>
                  <a:pt x="1655064" y="332231"/>
                </a:lnTo>
                <a:close/>
              </a:path>
              <a:path w="1655445" h="876300">
                <a:moveTo>
                  <a:pt x="1655064" y="374903"/>
                </a:moveTo>
                <a:lnTo>
                  <a:pt x="1644395" y="374903"/>
                </a:lnTo>
                <a:lnTo>
                  <a:pt x="1644395" y="342900"/>
                </a:lnTo>
                <a:lnTo>
                  <a:pt x="1655064" y="342900"/>
                </a:lnTo>
                <a:lnTo>
                  <a:pt x="1655064" y="374903"/>
                </a:lnTo>
                <a:close/>
              </a:path>
              <a:path w="1655445" h="876300">
                <a:moveTo>
                  <a:pt x="1655064" y="416051"/>
                </a:moveTo>
                <a:lnTo>
                  <a:pt x="1644395" y="416051"/>
                </a:lnTo>
                <a:lnTo>
                  <a:pt x="1644395" y="385571"/>
                </a:lnTo>
                <a:lnTo>
                  <a:pt x="1655064" y="385571"/>
                </a:lnTo>
                <a:lnTo>
                  <a:pt x="1655064" y="416051"/>
                </a:lnTo>
                <a:close/>
              </a:path>
              <a:path w="1655445" h="876300">
                <a:moveTo>
                  <a:pt x="1655064" y="458723"/>
                </a:moveTo>
                <a:lnTo>
                  <a:pt x="1644395" y="458723"/>
                </a:lnTo>
                <a:lnTo>
                  <a:pt x="1644395" y="426719"/>
                </a:lnTo>
                <a:lnTo>
                  <a:pt x="1655064" y="426719"/>
                </a:lnTo>
                <a:lnTo>
                  <a:pt x="1655064" y="458723"/>
                </a:lnTo>
                <a:close/>
              </a:path>
              <a:path w="1655445" h="876300">
                <a:moveTo>
                  <a:pt x="1655064" y="499871"/>
                </a:moveTo>
                <a:lnTo>
                  <a:pt x="1644395" y="499871"/>
                </a:lnTo>
                <a:lnTo>
                  <a:pt x="1644395" y="469391"/>
                </a:lnTo>
                <a:lnTo>
                  <a:pt x="1655064" y="469391"/>
                </a:lnTo>
                <a:lnTo>
                  <a:pt x="1655064" y="499871"/>
                </a:lnTo>
                <a:close/>
              </a:path>
              <a:path w="1655445" h="876300">
                <a:moveTo>
                  <a:pt x="1655064" y="542543"/>
                </a:moveTo>
                <a:lnTo>
                  <a:pt x="1644395" y="542543"/>
                </a:lnTo>
                <a:lnTo>
                  <a:pt x="1644395" y="510539"/>
                </a:lnTo>
                <a:lnTo>
                  <a:pt x="1655064" y="510539"/>
                </a:lnTo>
                <a:lnTo>
                  <a:pt x="1655064" y="542543"/>
                </a:lnTo>
                <a:close/>
              </a:path>
              <a:path w="1655445" h="876300">
                <a:moveTo>
                  <a:pt x="1655064" y="583691"/>
                </a:moveTo>
                <a:lnTo>
                  <a:pt x="1644395" y="583691"/>
                </a:lnTo>
                <a:lnTo>
                  <a:pt x="1644395" y="553211"/>
                </a:lnTo>
                <a:lnTo>
                  <a:pt x="1655064" y="553211"/>
                </a:lnTo>
                <a:lnTo>
                  <a:pt x="1655064" y="583691"/>
                </a:lnTo>
                <a:close/>
              </a:path>
              <a:path w="1655445" h="876300">
                <a:moveTo>
                  <a:pt x="1655064" y="626363"/>
                </a:moveTo>
                <a:lnTo>
                  <a:pt x="1644395" y="626363"/>
                </a:lnTo>
                <a:lnTo>
                  <a:pt x="1644395" y="594359"/>
                </a:lnTo>
                <a:lnTo>
                  <a:pt x="1655064" y="594359"/>
                </a:lnTo>
                <a:lnTo>
                  <a:pt x="1655064" y="626363"/>
                </a:lnTo>
                <a:close/>
              </a:path>
              <a:path w="1655445" h="876300">
                <a:moveTo>
                  <a:pt x="1655064" y="667511"/>
                </a:moveTo>
                <a:lnTo>
                  <a:pt x="1644395" y="667511"/>
                </a:lnTo>
                <a:lnTo>
                  <a:pt x="1644395" y="637031"/>
                </a:lnTo>
                <a:lnTo>
                  <a:pt x="1655064" y="637031"/>
                </a:lnTo>
                <a:lnTo>
                  <a:pt x="1655064" y="667511"/>
                </a:lnTo>
                <a:close/>
              </a:path>
              <a:path w="1655445" h="876300">
                <a:moveTo>
                  <a:pt x="1655064" y="710184"/>
                </a:moveTo>
                <a:lnTo>
                  <a:pt x="1644395" y="710184"/>
                </a:lnTo>
                <a:lnTo>
                  <a:pt x="1644395" y="678179"/>
                </a:lnTo>
                <a:lnTo>
                  <a:pt x="1655064" y="678179"/>
                </a:lnTo>
                <a:lnTo>
                  <a:pt x="1655064" y="710184"/>
                </a:lnTo>
                <a:close/>
              </a:path>
              <a:path w="1655445" h="876300">
                <a:moveTo>
                  <a:pt x="1655064" y="751331"/>
                </a:moveTo>
                <a:lnTo>
                  <a:pt x="1644395" y="751331"/>
                </a:lnTo>
                <a:lnTo>
                  <a:pt x="1644395" y="720851"/>
                </a:lnTo>
                <a:lnTo>
                  <a:pt x="1655064" y="720851"/>
                </a:lnTo>
                <a:lnTo>
                  <a:pt x="1655064" y="751331"/>
                </a:lnTo>
                <a:close/>
              </a:path>
              <a:path w="1655445" h="876300">
                <a:moveTo>
                  <a:pt x="1655064" y="794003"/>
                </a:moveTo>
                <a:lnTo>
                  <a:pt x="1644395" y="794003"/>
                </a:lnTo>
                <a:lnTo>
                  <a:pt x="1644395" y="762000"/>
                </a:lnTo>
                <a:lnTo>
                  <a:pt x="1655064" y="762000"/>
                </a:lnTo>
                <a:lnTo>
                  <a:pt x="1655064" y="794003"/>
                </a:lnTo>
                <a:close/>
              </a:path>
              <a:path w="1655445" h="876300">
                <a:moveTo>
                  <a:pt x="1655064" y="835151"/>
                </a:moveTo>
                <a:lnTo>
                  <a:pt x="1644395" y="835151"/>
                </a:lnTo>
                <a:lnTo>
                  <a:pt x="1644395" y="804671"/>
                </a:lnTo>
                <a:lnTo>
                  <a:pt x="1655064" y="804671"/>
                </a:lnTo>
                <a:lnTo>
                  <a:pt x="1655064" y="835151"/>
                </a:lnTo>
                <a:close/>
              </a:path>
              <a:path w="1655445" h="876300">
                <a:moveTo>
                  <a:pt x="1644395" y="871727"/>
                </a:moveTo>
                <a:lnTo>
                  <a:pt x="1644395" y="845819"/>
                </a:lnTo>
                <a:lnTo>
                  <a:pt x="1655064" y="845819"/>
                </a:lnTo>
                <a:lnTo>
                  <a:pt x="1655064" y="865631"/>
                </a:lnTo>
                <a:lnTo>
                  <a:pt x="1650491" y="865631"/>
                </a:lnTo>
                <a:lnTo>
                  <a:pt x="1644395" y="871727"/>
                </a:lnTo>
                <a:close/>
              </a:path>
              <a:path w="1655445" h="876300">
                <a:moveTo>
                  <a:pt x="1655064" y="876300"/>
                </a:moveTo>
                <a:lnTo>
                  <a:pt x="1644395" y="876300"/>
                </a:lnTo>
                <a:lnTo>
                  <a:pt x="1644395" y="871727"/>
                </a:lnTo>
                <a:lnTo>
                  <a:pt x="1650491" y="865631"/>
                </a:lnTo>
                <a:lnTo>
                  <a:pt x="1655064" y="865631"/>
                </a:lnTo>
                <a:lnTo>
                  <a:pt x="1655064" y="876300"/>
                </a:lnTo>
                <a:close/>
              </a:path>
              <a:path w="1655445" h="876300">
                <a:moveTo>
                  <a:pt x="1633728" y="876300"/>
                </a:moveTo>
                <a:lnTo>
                  <a:pt x="1601724" y="876300"/>
                </a:lnTo>
                <a:lnTo>
                  <a:pt x="1601724" y="865631"/>
                </a:lnTo>
                <a:lnTo>
                  <a:pt x="1633728" y="865631"/>
                </a:lnTo>
                <a:lnTo>
                  <a:pt x="1633728" y="876300"/>
                </a:lnTo>
                <a:close/>
              </a:path>
              <a:path w="1655445" h="876300">
                <a:moveTo>
                  <a:pt x="1591056" y="876300"/>
                </a:moveTo>
                <a:lnTo>
                  <a:pt x="1560576" y="876300"/>
                </a:lnTo>
                <a:lnTo>
                  <a:pt x="1560576" y="865631"/>
                </a:lnTo>
                <a:lnTo>
                  <a:pt x="1591056" y="865631"/>
                </a:lnTo>
                <a:lnTo>
                  <a:pt x="1591056" y="876300"/>
                </a:lnTo>
                <a:close/>
              </a:path>
              <a:path w="1655445" h="876300">
                <a:moveTo>
                  <a:pt x="1549908" y="876300"/>
                </a:moveTo>
                <a:lnTo>
                  <a:pt x="1517903" y="876300"/>
                </a:lnTo>
                <a:lnTo>
                  <a:pt x="1517903" y="865631"/>
                </a:lnTo>
                <a:lnTo>
                  <a:pt x="1549908" y="865631"/>
                </a:lnTo>
                <a:lnTo>
                  <a:pt x="1549908" y="876300"/>
                </a:lnTo>
                <a:close/>
              </a:path>
              <a:path w="1655445" h="876300">
                <a:moveTo>
                  <a:pt x="1507236" y="876300"/>
                </a:moveTo>
                <a:lnTo>
                  <a:pt x="1476756" y="876300"/>
                </a:lnTo>
                <a:lnTo>
                  <a:pt x="1476756" y="865631"/>
                </a:lnTo>
                <a:lnTo>
                  <a:pt x="1507236" y="865631"/>
                </a:lnTo>
                <a:lnTo>
                  <a:pt x="1507236" y="876300"/>
                </a:lnTo>
                <a:close/>
              </a:path>
              <a:path w="1655445" h="876300">
                <a:moveTo>
                  <a:pt x="1466087" y="876300"/>
                </a:moveTo>
                <a:lnTo>
                  <a:pt x="1434084" y="876300"/>
                </a:lnTo>
                <a:lnTo>
                  <a:pt x="1434084" y="865631"/>
                </a:lnTo>
                <a:lnTo>
                  <a:pt x="1466087" y="865631"/>
                </a:lnTo>
                <a:lnTo>
                  <a:pt x="1466087" y="876300"/>
                </a:lnTo>
                <a:close/>
              </a:path>
              <a:path w="1655445" h="876300">
                <a:moveTo>
                  <a:pt x="1423416" y="876300"/>
                </a:moveTo>
                <a:lnTo>
                  <a:pt x="1392936" y="876300"/>
                </a:lnTo>
                <a:lnTo>
                  <a:pt x="1392936" y="865631"/>
                </a:lnTo>
                <a:lnTo>
                  <a:pt x="1423416" y="865631"/>
                </a:lnTo>
                <a:lnTo>
                  <a:pt x="1423416" y="876300"/>
                </a:lnTo>
                <a:close/>
              </a:path>
              <a:path w="1655445" h="876300">
                <a:moveTo>
                  <a:pt x="1382268" y="876300"/>
                </a:moveTo>
                <a:lnTo>
                  <a:pt x="1350264" y="876300"/>
                </a:lnTo>
                <a:lnTo>
                  <a:pt x="1350264" y="865631"/>
                </a:lnTo>
                <a:lnTo>
                  <a:pt x="1382268" y="865631"/>
                </a:lnTo>
                <a:lnTo>
                  <a:pt x="1382268" y="876300"/>
                </a:lnTo>
                <a:close/>
              </a:path>
              <a:path w="1655445" h="876300">
                <a:moveTo>
                  <a:pt x="1339595" y="876300"/>
                </a:moveTo>
                <a:lnTo>
                  <a:pt x="1309116" y="876300"/>
                </a:lnTo>
                <a:lnTo>
                  <a:pt x="1309116" y="865631"/>
                </a:lnTo>
                <a:lnTo>
                  <a:pt x="1339595" y="865631"/>
                </a:lnTo>
                <a:lnTo>
                  <a:pt x="1339595" y="876300"/>
                </a:lnTo>
                <a:close/>
              </a:path>
              <a:path w="1655445" h="876300">
                <a:moveTo>
                  <a:pt x="1298448" y="876300"/>
                </a:moveTo>
                <a:lnTo>
                  <a:pt x="1266444" y="876300"/>
                </a:lnTo>
                <a:lnTo>
                  <a:pt x="1266444" y="865631"/>
                </a:lnTo>
                <a:lnTo>
                  <a:pt x="1298448" y="865631"/>
                </a:lnTo>
                <a:lnTo>
                  <a:pt x="1298448" y="876300"/>
                </a:lnTo>
                <a:close/>
              </a:path>
              <a:path w="1655445" h="876300">
                <a:moveTo>
                  <a:pt x="1255776" y="876300"/>
                </a:moveTo>
                <a:lnTo>
                  <a:pt x="1225295" y="876300"/>
                </a:lnTo>
                <a:lnTo>
                  <a:pt x="1225295" y="865631"/>
                </a:lnTo>
                <a:lnTo>
                  <a:pt x="1255776" y="865631"/>
                </a:lnTo>
                <a:lnTo>
                  <a:pt x="1255776" y="876300"/>
                </a:lnTo>
                <a:close/>
              </a:path>
              <a:path w="1655445" h="876300">
                <a:moveTo>
                  <a:pt x="1214628" y="876300"/>
                </a:moveTo>
                <a:lnTo>
                  <a:pt x="1182624" y="876300"/>
                </a:lnTo>
                <a:lnTo>
                  <a:pt x="1182624" y="865631"/>
                </a:lnTo>
                <a:lnTo>
                  <a:pt x="1214628" y="865631"/>
                </a:lnTo>
                <a:lnTo>
                  <a:pt x="1214628" y="876300"/>
                </a:lnTo>
                <a:close/>
              </a:path>
              <a:path w="1655445" h="876300">
                <a:moveTo>
                  <a:pt x="1171956" y="876300"/>
                </a:moveTo>
                <a:lnTo>
                  <a:pt x="1141476" y="876300"/>
                </a:lnTo>
                <a:lnTo>
                  <a:pt x="1141476" y="865631"/>
                </a:lnTo>
                <a:lnTo>
                  <a:pt x="1171956" y="865631"/>
                </a:lnTo>
                <a:lnTo>
                  <a:pt x="1171956" y="876300"/>
                </a:lnTo>
                <a:close/>
              </a:path>
              <a:path w="1655445" h="876300">
                <a:moveTo>
                  <a:pt x="1130807" y="876300"/>
                </a:moveTo>
                <a:lnTo>
                  <a:pt x="1098804" y="876300"/>
                </a:lnTo>
                <a:lnTo>
                  <a:pt x="1098804" y="865631"/>
                </a:lnTo>
                <a:lnTo>
                  <a:pt x="1130807" y="865631"/>
                </a:lnTo>
                <a:lnTo>
                  <a:pt x="1130807" y="876300"/>
                </a:lnTo>
                <a:close/>
              </a:path>
              <a:path w="1655445" h="876300">
                <a:moveTo>
                  <a:pt x="1088136" y="876300"/>
                </a:moveTo>
                <a:lnTo>
                  <a:pt x="1057656" y="876300"/>
                </a:lnTo>
                <a:lnTo>
                  <a:pt x="1057656" y="865631"/>
                </a:lnTo>
                <a:lnTo>
                  <a:pt x="1088136" y="865631"/>
                </a:lnTo>
                <a:lnTo>
                  <a:pt x="1088136" y="876300"/>
                </a:lnTo>
                <a:close/>
              </a:path>
              <a:path w="1655445" h="876300">
                <a:moveTo>
                  <a:pt x="1046988" y="876300"/>
                </a:moveTo>
                <a:lnTo>
                  <a:pt x="1014984" y="876300"/>
                </a:lnTo>
                <a:lnTo>
                  <a:pt x="1014984" y="865631"/>
                </a:lnTo>
                <a:lnTo>
                  <a:pt x="1046988" y="865631"/>
                </a:lnTo>
                <a:lnTo>
                  <a:pt x="1046988" y="876300"/>
                </a:lnTo>
                <a:close/>
              </a:path>
              <a:path w="1655445" h="876300">
                <a:moveTo>
                  <a:pt x="1004316" y="876300"/>
                </a:moveTo>
                <a:lnTo>
                  <a:pt x="973836" y="876300"/>
                </a:lnTo>
                <a:lnTo>
                  <a:pt x="973836" y="865631"/>
                </a:lnTo>
                <a:lnTo>
                  <a:pt x="1004316" y="865631"/>
                </a:lnTo>
                <a:lnTo>
                  <a:pt x="1004316" y="876300"/>
                </a:lnTo>
                <a:close/>
              </a:path>
              <a:path w="1655445" h="876300">
                <a:moveTo>
                  <a:pt x="963168" y="876300"/>
                </a:moveTo>
                <a:lnTo>
                  <a:pt x="931163" y="876300"/>
                </a:lnTo>
                <a:lnTo>
                  <a:pt x="931163" y="865631"/>
                </a:lnTo>
                <a:lnTo>
                  <a:pt x="963168" y="865631"/>
                </a:lnTo>
                <a:lnTo>
                  <a:pt x="963168" y="876300"/>
                </a:lnTo>
                <a:close/>
              </a:path>
              <a:path w="1655445" h="876300">
                <a:moveTo>
                  <a:pt x="920496" y="876300"/>
                </a:moveTo>
                <a:lnTo>
                  <a:pt x="890015" y="876300"/>
                </a:lnTo>
                <a:lnTo>
                  <a:pt x="890015" y="865631"/>
                </a:lnTo>
                <a:lnTo>
                  <a:pt x="920496" y="865631"/>
                </a:lnTo>
                <a:lnTo>
                  <a:pt x="920496" y="876300"/>
                </a:lnTo>
                <a:close/>
              </a:path>
              <a:path w="1655445" h="876300">
                <a:moveTo>
                  <a:pt x="879348" y="876300"/>
                </a:moveTo>
                <a:lnTo>
                  <a:pt x="847344" y="876300"/>
                </a:lnTo>
                <a:lnTo>
                  <a:pt x="847344" y="865631"/>
                </a:lnTo>
                <a:lnTo>
                  <a:pt x="879348" y="865631"/>
                </a:lnTo>
                <a:lnTo>
                  <a:pt x="879348" y="876300"/>
                </a:lnTo>
                <a:close/>
              </a:path>
              <a:path w="1655445" h="876300">
                <a:moveTo>
                  <a:pt x="836676" y="876300"/>
                </a:moveTo>
                <a:lnTo>
                  <a:pt x="806196" y="876300"/>
                </a:lnTo>
                <a:lnTo>
                  <a:pt x="806196" y="865631"/>
                </a:lnTo>
                <a:lnTo>
                  <a:pt x="836676" y="865631"/>
                </a:lnTo>
                <a:lnTo>
                  <a:pt x="836676" y="876300"/>
                </a:lnTo>
                <a:close/>
              </a:path>
              <a:path w="1655445" h="876300">
                <a:moveTo>
                  <a:pt x="795528" y="876300"/>
                </a:moveTo>
                <a:lnTo>
                  <a:pt x="763524" y="876300"/>
                </a:lnTo>
                <a:lnTo>
                  <a:pt x="763524" y="865631"/>
                </a:lnTo>
                <a:lnTo>
                  <a:pt x="795528" y="865631"/>
                </a:lnTo>
                <a:lnTo>
                  <a:pt x="795528" y="876300"/>
                </a:lnTo>
                <a:close/>
              </a:path>
              <a:path w="1655445" h="876300">
                <a:moveTo>
                  <a:pt x="752856" y="876300"/>
                </a:moveTo>
                <a:lnTo>
                  <a:pt x="722376" y="876300"/>
                </a:lnTo>
                <a:lnTo>
                  <a:pt x="722376" y="865631"/>
                </a:lnTo>
                <a:lnTo>
                  <a:pt x="752856" y="865631"/>
                </a:lnTo>
                <a:lnTo>
                  <a:pt x="752856" y="876300"/>
                </a:lnTo>
                <a:close/>
              </a:path>
              <a:path w="1655445" h="876300">
                <a:moveTo>
                  <a:pt x="711708" y="876300"/>
                </a:moveTo>
                <a:lnTo>
                  <a:pt x="679704" y="876300"/>
                </a:lnTo>
                <a:lnTo>
                  <a:pt x="679704" y="865631"/>
                </a:lnTo>
                <a:lnTo>
                  <a:pt x="711708" y="865631"/>
                </a:lnTo>
                <a:lnTo>
                  <a:pt x="711708" y="876300"/>
                </a:lnTo>
                <a:close/>
              </a:path>
              <a:path w="1655445" h="876300">
                <a:moveTo>
                  <a:pt x="669036" y="876300"/>
                </a:moveTo>
                <a:lnTo>
                  <a:pt x="638556" y="876300"/>
                </a:lnTo>
                <a:lnTo>
                  <a:pt x="638556" y="865631"/>
                </a:lnTo>
                <a:lnTo>
                  <a:pt x="669036" y="865631"/>
                </a:lnTo>
                <a:lnTo>
                  <a:pt x="669036" y="876300"/>
                </a:lnTo>
                <a:close/>
              </a:path>
              <a:path w="1655445" h="876300">
                <a:moveTo>
                  <a:pt x="627888" y="876300"/>
                </a:moveTo>
                <a:lnTo>
                  <a:pt x="595884" y="876300"/>
                </a:lnTo>
                <a:lnTo>
                  <a:pt x="595884" y="865631"/>
                </a:lnTo>
                <a:lnTo>
                  <a:pt x="627888" y="865631"/>
                </a:lnTo>
                <a:lnTo>
                  <a:pt x="627888" y="876300"/>
                </a:lnTo>
                <a:close/>
              </a:path>
              <a:path w="1655445" h="876300">
                <a:moveTo>
                  <a:pt x="585215" y="876300"/>
                </a:moveTo>
                <a:lnTo>
                  <a:pt x="554736" y="876300"/>
                </a:lnTo>
                <a:lnTo>
                  <a:pt x="554736" y="865631"/>
                </a:lnTo>
                <a:lnTo>
                  <a:pt x="585215" y="865631"/>
                </a:lnTo>
                <a:lnTo>
                  <a:pt x="585215" y="876300"/>
                </a:lnTo>
                <a:close/>
              </a:path>
              <a:path w="1655445" h="876300">
                <a:moveTo>
                  <a:pt x="544067" y="876300"/>
                </a:moveTo>
                <a:lnTo>
                  <a:pt x="512064" y="876300"/>
                </a:lnTo>
                <a:lnTo>
                  <a:pt x="512064" y="865631"/>
                </a:lnTo>
                <a:lnTo>
                  <a:pt x="544067" y="865631"/>
                </a:lnTo>
                <a:lnTo>
                  <a:pt x="544067" y="876300"/>
                </a:lnTo>
                <a:close/>
              </a:path>
              <a:path w="1655445" h="876300">
                <a:moveTo>
                  <a:pt x="501396" y="876300"/>
                </a:moveTo>
                <a:lnTo>
                  <a:pt x="470916" y="876300"/>
                </a:lnTo>
                <a:lnTo>
                  <a:pt x="470916" y="865631"/>
                </a:lnTo>
                <a:lnTo>
                  <a:pt x="501396" y="865631"/>
                </a:lnTo>
                <a:lnTo>
                  <a:pt x="501396" y="876300"/>
                </a:lnTo>
                <a:close/>
              </a:path>
              <a:path w="1655445" h="876300">
                <a:moveTo>
                  <a:pt x="460248" y="876300"/>
                </a:moveTo>
                <a:lnTo>
                  <a:pt x="428244" y="876300"/>
                </a:lnTo>
                <a:lnTo>
                  <a:pt x="428244" y="865631"/>
                </a:lnTo>
                <a:lnTo>
                  <a:pt x="460248" y="865631"/>
                </a:lnTo>
                <a:lnTo>
                  <a:pt x="460248" y="876300"/>
                </a:lnTo>
                <a:close/>
              </a:path>
              <a:path w="1655445" h="876300">
                <a:moveTo>
                  <a:pt x="417575" y="876300"/>
                </a:moveTo>
                <a:lnTo>
                  <a:pt x="387096" y="876300"/>
                </a:lnTo>
                <a:lnTo>
                  <a:pt x="387096" y="865631"/>
                </a:lnTo>
                <a:lnTo>
                  <a:pt x="417575" y="865631"/>
                </a:lnTo>
                <a:lnTo>
                  <a:pt x="417575" y="876300"/>
                </a:lnTo>
                <a:close/>
              </a:path>
              <a:path w="1655445" h="876300">
                <a:moveTo>
                  <a:pt x="376428" y="876300"/>
                </a:moveTo>
                <a:lnTo>
                  <a:pt x="344423" y="876300"/>
                </a:lnTo>
                <a:lnTo>
                  <a:pt x="344423" y="865631"/>
                </a:lnTo>
                <a:lnTo>
                  <a:pt x="376428" y="865631"/>
                </a:lnTo>
                <a:lnTo>
                  <a:pt x="376428" y="876300"/>
                </a:lnTo>
                <a:close/>
              </a:path>
              <a:path w="1655445" h="876300">
                <a:moveTo>
                  <a:pt x="333756" y="876300"/>
                </a:moveTo>
                <a:lnTo>
                  <a:pt x="303275" y="876300"/>
                </a:lnTo>
                <a:lnTo>
                  <a:pt x="303275" y="865631"/>
                </a:lnTo>
                <a:lnTo>
                  <a:pt x="333756" y="865631"/>
                </a:lnTo>
                <a:lnTo>
                  <a:pt x="333756" y="876300"/>
                </a:lnTo>
                <a:close/>
              </a:path>
              <a:path w="1655445" h="876300">
                <a:moveTo>
                  <a:pt x="292608" y="876300"/>
                </a:moveTo>
                <a:lnTo>
                  <a:pt x="260603" y="876300"/>
                </a:lnTo>
                <a:lnTo>
                  <a:pt x="260603" y="865631"/>
                </a:lnTo>
                <a:lnTo>
                  <a:pt x="292608" y="865631"/>
                </a:lnTo>
                <a:lnTo>
                  <a:pt x="292608" y="876300"/>
                </a:lnTo>
                <a:close/>
              </a:path>
              <a:path w="1655445" h="876300">
                <a:moveTo>
                  <a:pt x="249936" y="876300"/>
                </a:moveTo>
                <a:lnTo>
                  <a:pt x="219455" y="876300"/>
                </a:lnTo>
                <a:lnTo>
                  <a:pt x="219455" y="865631"/>
                </a:lnTo>
                <a:lnTo>
                  <a:pt x="249936" y="865631"/>
                </a:lnTo>
                <a:lnTo>
                  <a:pt x="249936" y="876300"/>
                </a:lnTo>
                <a:close/>
              </a:path>
              <a:path w="1655445" h="876300">
                <a:moveTo>
                  <a:pt x="208788" y="876300"/>
                </a:moveTo>
                <a:lnTo>
                  <a:pt x="176784" y="876300"/>
                </a:lnTo>
                <a:lnTo>
                  <a:pt x="176784" y="865631"/>
                </a:lnTo>
                <a:lnTo>
                  <a:pt x="208788" y="865631"/>
                </a:lnTo>
                <a:lnTo>
                  <a:pt x="208788" y="876300"/>
                </a:lnTo>
                <a:close/>
              </a:path>
              <a:path w="1655445" h="876300">
                <a:moveTo>
                  <a:pt x="166116" y="876300"/>
                </a:moveTo>
                <a:lnTo>
                  <a:pt x="135636" y="876300"/>
                </a:lnTo>
                <a:lnTo>
                  <a:pt x="135636" y="865631"/>
                </a:lnTo>
                <a:lnTo>
                  <a:pt x="166116" y="865631"/>
                </a:lnTo>
                <a:lnTo>
                  <a:pt x="166116" y="876300"/>
                </a:lnTo>
                <a:close/>
              </a:path>
              <a:path w="1655445" h="876300">
                <a:moveTo>
                  <a:pt x="124967" y="876300"/>
                </a:moveTo>
                <a:lnTo>
                  <a:pt x="92964" y="876300"/>
                </a:lnTo>
                <a:lnTo>
                  <a:pt x="92964" y="865631"/>
                </a:lnTo>
                <a:lnTo>
                  <a:pt x="124967" y="865631"/>
                </a:lnTo>
                <a:lnTo>
                  <a:pt x="124967" y="876300"/>
                </a:lnTo>
                <a:close/>
              </a:path>
              <a:path w="1655445" h="876300">
                <a:moveTo>
                  <a:pt x="82296" y="876300"/>
                </a:moveTo>
                <a:lnTo>
                  <a:pt x="51816" y="876300"/>
                </a:lnTo>
                <a:lnTo>
                  <a:pt x="51816" y="865631"/>
                </a:lnTo>
                <a:lnTo>
                  <a:pt x="82296" y="865631"/>
                </a:lnTo>
                <a:lnTo>
                  <a:pt x="82296" y="876300"/>
                </a:lnTo>
                <a:close/>
              </a:path>
            </a:pathLst>
          </a:custGeom>
          <a:solidFill>
            <a:srgbClr val="2F528E"/>
          </a:solidFill>
        </p:spPr>
        <p:txBody>
          <a:bodyPr wrap="square" lIns="0" tIns="0" rIns="0" bIns="0" rtlCol="0"/>
          <a:lstStyle/>
          <a:p>
            <a:pPr defTabSz="1183325"/>
            <a:endParaRPr sz="2329"/>
          </a:p>
        </p:txBody>
      </p:sp>
      <p:sp>
        <p:nvSpPr>
          <p:cNvPr id="41" name="object 12"/>
          <p:cNvSpPr txBox="1"/>
          <p:nvPr/>
        </p:nvSpPr>
        <p:spPr>
          <a:xfrm>
            <a:off x="466774" y="6729771"/>
            <a:ext cx="1940186" cy="541355"/>
          </a:xfrm>
          <a:prstGeom prst="rect">
            <a:avLst/>
          </a:prstGeom>
        </p:spPr>
        <p:txBody>
          <a:bodyPr vert="horz" wrap="square" lIns="0" tIns="16435" rIns="0" bIns="0" rtlCol="0">
            <a:spAutoFit/>
          </a:bodyPr>
          <a:lstStyle/>
          <a:p>
            <a:pPr marL="16435" marR="6574" defTabSz="1183325">
              <a:lnSpc>
                <a:spcPct val="138000"/>
              </a:lnSpc>
              <a:spcBef>
                <a:spcPts val="129"/>
              </a:spcBef>
              <a:tabLst>
                <a:tab pos="980352" algn="l"/>
              </a:tabLst>
            </a:pPr>
            <a:r>
              <a:rPr sz="1294" dirty="0">
                <a:latin typeface="Calibri"/>
                <a:cs typeface="Calibri"/>
              </a:rPr>
              <a:t>PRINT</a:t>
            </a:r>
            <a:r>
              <a:rPr sz="1294" spc="-45" dirty="0">
                <a:latin typeface="Calibri"/>
                <a:cs typeface="Calibri"/>
              </a:rPr>
              <a:t> </a:t>
            </a:r>
            <a:r>
              <a:rPr sz="1294" dirty="0">
                <a:latin typeface="Calibri"/>
                <a:cs typeface="Calibri"/>
              </a:rPr>
              <a:t>“Name</a:t>
            </a:r>
            <a:r>
              <a:rPr sz="1294" spc="-45" dirty="0">
                <a:latin typeface="Calibri"/>
                <a:cs typeface="Calibri"/>
              </a:rPr>
              <a:t> </a:t>
            </a:r>
            <a:r>
              <a:rPr sz="1294" dirty="0">
                <a:latin typeface="Calibri"/>
                <a:cs typeface="Calibri"/>
              </a:rPr>
              <a:t>:</a:t>
            </a:r>
            <a:r>
              <a:rPr sz="1294" spc="-6" dirty="0">
                <a:latin typeface="Calibri"/>
                <a:cs typeface="Calibri"/>
              </a:rPr>
              <a:t> </a:t>
            </a:r>
            <a:r>
              <a:rPr sz="1294" spc="-13" dirty="0">
                <a:latin typeface="Calibri"/>
                <a:cs typeface="Calibri"/>
              </a:rPr>
              <a:t>Mohammed” </a:t>
            </a:r>
            <a:r>
              <a:rPr sz="1294" dirty="0">
                <a:latin typeface="Calibri"/>
                <a:cs typeface="Calibri"/>
              </a:rPr>
              <a:t>PRINT</a:t>
            </a:r>
            <a:r>
              <a:rPr sz="1294" spc="-58" dirty="0">
                <a:latin typeface="Calibri"/>
                <a:cs typeface="Calibri"/>
              </a:rPr>
              <a:t> </a:t>
            </a:r>
            <a:r>
              <a:rPr sz="1294" spc="-26" dirty="0">
                <a:latin typeface="Calibri"/>
                <a:cs typeface="Calibri"/>
              </a:rPr>
              <a:t>“Age</a:t>
            </a:r>
            <a:r>
              <a:rPr sz="1294" dirty="0">
                <a:latin typeface="Calibri"/>
                <a:cs typeface="Calibri"/>
              </a:rPr>
              <a:t>	:</a:t>
            </a:r>
            <a:r>
              <a:rPr sz="1294" spc="6" dirty="0">
                <a:latin typeface="Calibri"/>
                <a:cs typeface="Calibri"/>
              </a:rPr>
              <a:t> </a:t>
            </a:r>
            <a:r>
              <a:rPr sz="1294" spc="-32" dirty="0">
                <a:latin typeface="Calibri"/>
                <a:cs typeface="Calibri"/>
              </a:rPr>
              <a:t>44”</a:t>
            </a:r>
            <a:endParaRPr sz="1294">
              <a:latin typeface="Calibri"/>
              <a:cs typeface="Calibri"/>
            </a:endParaRPr>
          </a:p>
        </p:txBody>
      </p:sp>
      <p:sp>
        <p:nvSpPr>
          <p:cNvPr id="42" name="object 13"/>
          <p:cNvSpPr/>
          <p:nvPr/>
        </p:nvSpPr>
        <p:spPr>
          <a:xfrm>
            <a:off x="1015701" y="6279596"/>
            <a:ext cx="657412" cy="361576"/>
          </a:xfrm>
          <a:custGeom>
            <a:avLst/>
            <a:gdLst/>
            <a:ahLst/>
            <a:cxnLst/>
            <a:rect l="l" t="t" r="r" b="b"/>
            <a:pathLst>
              <a:path w="508000" h="279400">
                <a:moveTo>
                  <a:pt x="268223" y="278891"/>
                </a:moveTo>
                <a:lnTo>
                  <a:pt x="0" y="0"/>
                </a:lnTo>
                <a:lnTo>
                  <a:pt x="507491" y="0"/>
                </a:lnTo>
                <a:lnTo>
                  <a:pt x="268223" y="278891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pPr defTabSz="1183325"/>
            <a:endParaRPr sz="2329"/>
          </a:p>
        </p:txBody>
      </p:sp>
      <p:pic>
        <p:nvPicPr>
          <p:cNvPr id="43" name="object 1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52809" y="4161415"/>
            <a:ext cx="1382537" cy="2057041"/>
          </a:xfrm>
          <a:prstGeom prst="rect">
            <a:avLst/>
          </a:prstGeom>
        </p:spPr>
      </p:pic>
      <p:sp>
        <p:nvSpPr>
          <p:cNvPr id="44" name="object 15"/>
          <p:cNvSpPr txBox="1"/>
          <p:nvPr/>
        </p:nvSpPr>
        <p:spPr>
          <a:xfrm>
            <a:off x="987402" y="4184424"/>
            <a:ext cx="655768" cy="474541"/>
          </a:xfrm>
          <a:prstGeom prst="rect">
            <a:avLst/>
          </a:prstGeom>
        </p:spPr>
        <p:txBody>
          <a:bodyPr vert="horz" wrap="square" lIns="0" tIns="16435" rIns="0" bIns="0" rtlCol="0">
            <a:spAutoFit/>
          </a:bodyPr>
          <a:lstStyle/>
          <a:p>
            <a:pPr marL="142163" marR="6574" indent="-126550" defTabSz="1183325">
              <a:spcBef>
                <a:spcPts val="129"/>
              </a:spcBef>
            </a:pPr>
            <a:r>
              <a:rPr sz="1488" spc="-13" dirty="0">
                <a:solidFill>
                  <a:srgbClr val="FFFFFF"/>
                </a:solidFill>
                <a:latin typeface="Comic Sans MS"/>
                <a:cs typeface="Comic Sans MS"/>
              </a:rPr>
              <a:t>Source </a:t>
            </a:r>
            <a:r>
              <a:rPr sz="1488" spc="-26" dirty="0">
                <a:solidFill>
                  <a:srgbClr val="FFFFFF"/>
                </a:solidFill>
                <a:latin typeface="Comic Sans MS"/>
                <a:cs typeface="Comic Sans MS"/>
              </a:rPr>
              <a:t>Code</a:t>
            </a:r>
            <a:endParaRPr sz="1488">
              <a:latin typeface="Comic Sans MS"/>
              <a:cs typeface="Comic Sans MS"/>
            </a:endParaRPr>
          </a:p>
        </p:txBody>
      </p:sp>
      <p:sp>
        <p:nvSpPr>
          <p:cNvPr id="45" name="object 16"/>
          <p:cNvSpPr/>
          <p:nvPr/>
        </p:nvSpPr>
        <p:spPr>
          <a:xfrm>
            <a:off x="3047103" y="4161415"/>
            <a:ext cx="1380565" cy="2057699"/>
          </a:xfrm>
          <a:custGeom>
            <a:avLst/>
            <a:gdLst/>
            <a:ahLst/>
            <a:cxnLst/>
            <a:rect l="l" t="t" r="r" b="b"/>
            <a:pathLst>
              <a:path w="1066800" h="1590039">
                <a:moveTo>
                  <a:pt x="838200" y="1589532"/>
                </a:moveTo>
                <a:lnTo>
                  <a:pt x="228600" y="1589532"/>
                </a:lnTo>
                <a:lnTo>
                  <a:pt x="182460" y="1584623"/>
                </a:lnTo>
                <a:lnTo>
                  <a:pt x="139517" y="1570553"/>
                </a:lnTo>
                <a:lnTo>
                  <a:pt x="100682" y="1548303"/>
                </a:lnTo>
                <a:lnTo>
                  <a:pt x="66865" y="1518856"/>
                </a:lnTo>
                <a:lnTo>
                  <a:pt x="38978" y="1483194"/>
                </a:lnTo>
                <a:lnTo>
                  <a:pt x="17930" y="1442299"/>
                </a:lnTo>
                <a:lnTo>
                  <a:pt x="4634" y="1397153"/>
                </a:lnTo>
                <a:lnTo>
                  <a:pt x="0" y="1348740"/>
                </a:lnTo>
                <a:lnTo>
                  <a:pt x="0" y="239268"/>
                </a:lnTo>
                <a:lnTo>
                  <a:pt x="4634" y="190919"/>
                </a:lnTo>
                <a:lnTo>
                  <a:pt x="17930" y="145946"/>
                </a:lnTo>
                <a:lnTo>
                  <a:pt x="38978" y="105295"/>
                </a:lnTo>
                <a:lnTo>
                  <a:pt x="66865" y="69913"/>
                </a:lnTo>
                <a:lnTo>
                  <a:pt x="100682" y="40746"/>
                </a:lnTo>
                <a:lnTo>
                  <a:pt x="139517" y="18740"/>
                </a:lnTo>
                <a:lnTo>
                  <a:pt x="182460" y="4842"/>
                </a:lnTo>
                <a:lnTo>
                  <a:pt x="228600" y="0"/>
                </a:lnTo>
                <a:lnTo>
                  <a:pt x="838200" y="0"/>
                </a:lnTo>
                <a:lnTo>
                  <a:pt x="884339" y="4842"/>
                </a:lnTo>
                <a:lnTo>
                  <a:pt x="927282" y="18740"/>
                </a:lnTo>
                <a:lnTo>
                  <a:pt x="966117" y="40746"/>
                </a:lnTo>
                <a:lnTo>
                  <a:pt x="999934" y="69913"/>
                </a:lnTo>
                <a:lnTo>
                  <a:pt x="1027821" y="105295"/>
                </a:lnTo>
                <a:lnTo>
                  <a:pt x="1048869" y="145946"/>
                </a:lnTo>
                <a:lnTo>
                  <a:pt x="1062165" y="190919"/>
                </a:lnTo>
                <a:lnTo>
                  <a:pt x="1066800" y="239268"/>
                </a:lnTo>
                <a:lnTo>
                  <a:pt x="1066800" y="1348740"/>
                </a:lnTo>
                <a:lnTo>
                  <a:pt x="1062165" y="1397153"/>
                </a:lnTo>
                <a:lnTo>
                  <a:pt x="1048869" y="1442299"/>
                </a:lnTo>
                <a:lnTo>
                  <a:pt x="1027821" y="1483194"/>
                </a:lnTo>
                <a:lnTo>
                  <a:pt x="999934" y="1518856"/>
                </a:lnTo>
                <a:lnTo>
                  <a:pt x="966117" y="1548303"/>
                </a:lnTo>
                <a:lnTo>
                  <a:pt x="927282" y="1570553"/>
                </a:lnTo>
                <a:lnTo>
                  <a:pt x="884339" y="1584623"/>
                </a:lnTo>
                <a:lnTo>
                  <a:pt x="838200" y="1589532"/>
                </a:lnTo>
                <a:close/>
              </a:path>
            </a:pathLst>
          </a:custGeom>
          <a:solidFill>
            <a:srgbClr val="ED7C31"/>
          </a:solidFill>
        </p:spPr>
        <p:txBody>
          <a:bodyPr wrap="square" lIns="0" tIns="0" rIns="0" bIns="0" rtlCol="0"/>
          <a:lstStyle/>
          <a:p>
            <a:pPr defTabSz="1183325"/>
            <a:endParaRPr sz="2329"/>
          </a:p>
        </p:txBody>
      </p:sp>
      <p:sp>
        <p:nvSpPr>
          <p:cNvPr id="46" name="object 17"/>
          <p:cNvSpPr txBox="1"/>
          <p:nvPr/>
        </p:nvSpPr>
        <p:spPr>
          <a:xfrm>
            <a:off x="3184533" y="4413235"/>
            <a:ext cx="1102807" cy="245569"/>
          </a:xfrm>
          <a:prstGeom prst="rect">
            <a:avLst/>
          </a:prstGeom>
        </p:spPr>
        <p:txBody>
          <a:bodyPr vert="horz" wrap="square" lIns="0" tIns="16435" rIns="0" bIns="0" rtlCol="0">
            <a:spAutoFit/>
          </a:bodyPr>
          <a:lstStyle/>
          <a:p>
            <a:pPr marL="16435" defTabSz="1183325">
              <a:spcBef>
                <a:spcPts val="129"/>
              </a:spcBef>
            </a:pPr>
            <a:r>
              <a:rPr sz="1488" spc="-13" dirty="0">
                <a:solidFill>
                  <a:srgbClr val="FFFFFF"/>
                </a:solidFill>
                <a:latin typeface="Comic Sans MS"/>
                <a:cs typeface="Comic Sans MS"/>
              </a:rPr>
              <a:t>Interpreter</a:t>
            </a:r>
            <a:endParaRPr sz="1488">
              <a:latin typeface="Comic Sans MS"/>
              <a:cs typeface="Comic Sans MS"/>
            </a:endParaRPr>
          </a:p>
        </p:txBody>
      </p:sp>
      <p:grpSp>
        <p:nvGrpSpPr>
          <p:cNvPr id="47" name="object 18"/>
          <p:cNvGrpSpPr/>
          <p:nvPr/>
        </p:nvGrpSpPr>
        <p:grpSpPr>
          <a:xfrm>
            <a:off x="3333078" y="2650684"/>
            <a:ext cx="9581776" cy="3711911"/>
            <a:chOff x="2423160" y="2048255"/>
            <a:chExt cx="7404100" cy="2868295"/>
          </a:xfrm>
        </p:grpSpPr>
        <p:sp>
          <p:nvSpPr>
            <p:cNvPr id="48" name="object 19"/>
            <p:cNvSpPr/>
            <p:nvPr/>
          </p:nvSpPr>
          <p:spPr>
            <a:xfrm>
              <a:off x="2423160" y="3697224"/>
              <a:ext cx="652780" cy="681990"/>
            </a:xfrm>
            <a:custGeom>
              <a:avLst/>
              <a:gdLst/>
              <a:ahLst/>
              <a:cxnLst/>
              <a:rect l="l" t="t" r="r" b="b"/>
              <a:pathLst>
                <a:path w="652780" h="681989">
                  <a:moveTo>
                    <a:pt x="270881" y="123190"/>
                  </a:moveTo>
                  <a:lnTo>
                    <a:pt x="232433" y="123190"/>
                  </a:lnTo>
                  <a:lnTo>
                    <a:pt x="239267" y="120650"/>
                  </a:lnTo>
                  <a:lnTo>
                    <a:pt x="245268" y="116840"/>
                  </a:lnTo>
                  <a:lnTo>
                    <a:pt x="249555" y="111760"/>
                  </a:lnTo>
                  <a:lnTo>
                    <a:pt x="252126" y="105410"/>
                  </a:lnTo>
                  <a:lnTo>
                    <a:pt x="252983" y="97790"/>
                  </a:lnTo>
                  <a:lnTo>
                    <a:pt x="252983" y="34290"/>
                  </a:lnTo>
                  <a:lnTo>
                    <a:pt x="255650" y="20320"/>
                  </a:lnTo>
                  <a:lnTo>
                    <a:pt x="262890" y="8890"/>
                  </a:lnTo>
                  <a:lnTo>
                    <a:pt x="273558" y="2540"/>
                  </a:lnTo>
                  <a:lnTo>
                    <a:pt x="286512" y="0"/>
                  </a:lnTo>
                  <a:lnTo>
                    <a:pt x="364236" y="0"/>
                  </a:lnTo>
                  <a:lnTo>
                    <a:pt x="377190" y="2540"/>
                  </a:lnTo>
                  <a:lnTo>
                    <a:pt x="387858" y="8890"/>
                  </a:lnTo>
                  <a:lnTo>
                    <a:pt x="395097" y="20320"/>
                  </a:lnTo>
                  <a:lnTo>
                    <a:pt x="395824" y="24130"/>
                  </a:lnTo>
                  <a:lnTo>
                    <a:pt x="281940" y="24130"/>
                  </a:lnTo>
                  <a:lnTo>
                    <a:pt x="277367" y="27940"/>
                  </a:lnTo>
                  <a:lnTo>
                    <a:pt x="277367" y="97790"/>
                  </a:lnTo>
                  <a:lnTo>
                    <a:pt x="275415" y="113030"/>
                  </a:lnTo>
                  <a:lnTo>
                    <a:pt x="270881" y="123190"/>
                  </a:lnTo>
                  <a:close/>
                </a:path>
                <a:path w="652780" h="681989">
                  <a:moveTo>
                    <a:pt x="431482" y="147320"/>
                  </a:moveTo>
                  <a:lnTo>
                    <a:pt x="417742" y="147320"/>
                  </a:lnTo>
                  <a:lnTo>
                    <a:pt x="403859" y="143510"/>
                  </a:lnTo>
                  <a:lnTo>
                    <a:pt x="391382" y="137160"/>
                  </a:lnTo>
                  <a:lnTo>
                    <a:pt x="381762" y="125730"/>
                  </a:lnTo>
                  <a:lnTo>
                    <a:pt x="375570" y="113030"/>
                  </a:lnTo>
                  <a:lnTo>
                    <a:pt x="373380" y="97790"/>
                  </a:lnTo>
                  <a:lnTo>
                    <a:pt x="373380" y="27940"/>
                  </a:lnTo>
                  <a:lnTo>
                    <a:pt x="370332" y="24130"/>
                  </a:lnTo>
                  <a:lnTo>
                    <a:pt x="395824" y="24130"/>
                  </a:lnTo>
                  <a:lnTo>
                    <a:pt x="397764" y="34290"/>
                  </a:lnTo>
                  <a:lnTo>
                    <a:pt x="397764" y="97790"/>
                  </a:lnTo>
                  <a:lnTo>
                    <a:pt x="398859" y="105410"/>
                  </a:lnTo>
                  <a:lnTo>
                    <a:pt x="401955" y="111760"/>
                  </a:lnTo>
                  <a:lnTo>
                    <a:pt x="406765" y="116840"/>
                  </a:lnTo>
                  <a:lnTo>
                    <a:pt x="413004" y="120650"/>
                  </a:lnTo>
                  <a:lnTo>
                    <a:pt x="419838" y="123190"/>
                  </a:lnTo>
                  <a:lnTo>
                    <a:pt x="465158" y="123190"/>
                  </a:lnTo>
                  <a:lnTo>
                    <a:pt x="455675" y="133350"/>
                  </a:lnTo>
                  <a:lnTo>
                    <a:pt x="444365" y="142240"/>
                  </a:lnTo>
                  <a:lnTo>
                    <a:pt x="431482" y="147320"/>
                  </a:lnTo>
                  <a:close/>
                </a:path>
                <a:path w="652780" h="681989">
                  <a:moveTo>
                    <a:pt x="146494" y="621030"/>
                  </a:moveTo>
                  <a:lnTo>
                    <a:pt x="67056" y="552450"/>
                  </a:lnTo>
                  <a:lnTo>
                    <a:pt x="57912" y="528320"/>
                  </a:lnTo>
                  <a:lnTo>
                    <a:pt x="58483" y="521970"/>
                  </a:lnTo>
                  <a:lnTo>
                    <a:pt x="60198" y="514350"/>
                  </a:lnTo>
                  <a:lnTo>
                    <a:pt x="63055" y="508000"/>
                  </a:lnTo>
                  <a:lnTo>
                    <a:pt x="67056" y="501650"/>
                  </a:lnTo>
                  <a:lnTo>
                    <a:pt x="111251" y="458470"/>
                  </a:lnTo>
                  <a:lnTo>
                    <a:pt x="115181" y="452120"/>
                  </a:lnTo>
                  <a:lnTo>
                    <a:pt x="117538" y="444500"/>
                  </a:lnTo>
                  <a:lnTo>
                    <a:pt x="117895" y="438150"/>
                  </a:lnTo>
                  <a:lnTo>
                    <a:pt x="115824" y="430530"/>
                  </a:lnTo>
                  <a:lnTo>
                    <a:pt x="111847" y="424180"/>
                  </a:lnTo>
                  <a:lnTo>
                    <a:pt x="106870" y="419100"/>
                  </a:lnTo>
                  <a:lnTo>
                    <a:pt x="101036" y="416560"/>
                  </a:lnTo>
                  <a:lnTo>
                    <a:pt x="94488" y="415290"/>
                  </a:lnTo>
                  <a:lnTo>
                    <a:pt x="33528" y="415290"/>
                  </a:lnTo>
                  <a:lnTo>
                    <a:pt x="20574" y="412750"/>
                  </a:lnTo>
                  <a:lnTo>
                    <a:pt x="9906" y="405130"/>
                  </a:lnTo>
                  <a:lnTo>
                    <a:pt x="2667" y="393700"/>
                  </a:lnTo>
                  <a:lnTo>
                    <a:pt x="0" y="381000"/>
                  </a:lnTo>
                  <a:lnTo>
                    <a:pt x="0" y="299720"/>
                  </a:lnTo>
                  <a:lnTo>
                    <a:pt x="2667" y="285750"/>
                  </a:lnTo>
                  <a:lnTo>
                    <a:pt x="9906" y="274320"/>
                  </a:lnTo>
                  <a:lnTo>
                    <a:pt x="20574" y="266700"/>
                  </a:lnTo>
                  <a:lnTo>
                    <a:pt x="33528" y="264160"/>
                  </a:lnTo>
                  <a:lnTo>
                    <a:pt x="94488" y="264160"/>
                  </a:lnTo>
                  <a:lnTo>
                    <a:pt x="101036" y="262890"/>
                  </a:lnTo>
                  <a:lnTo>
                    <a:pt x="106870" y="260350"/>
                  </a:lnTo>
                  <a:lnTo>
                    <a:pt x="111847" y="255270"/>
                  </a:lnTo>
                  <a:lnTo>
                    <a:pt x="115824" y="248920"/>
                  </a:lnTo>
                  <a:lnTo>
                    <a:pt x="117895" y="241300"/>
                  </a:lnTo>
                  <a:lnTo>
                    <a:pt x="117538" y="234950"/>
                  </a:lnTo>
                  <a:lnTo>
                    <a:pt x="115181" y="227330"/>
                  </a:lnTo>
                  <a:lnTo>
                    <a:pt x="111251" y="222250"/>
                  </a:lnTo>
                  <a:lnTo>
                    <a:pt x="67056" y="177800"/>
                  </a:lnTo>
                  <a:lnTo>
                    <a:pt x="63055" y="171450"/>
                  </a:lnTo>
                  <a:lnTo>
                    <a:pt x="60198" y="166370"/>
                  </a:lnTo>
                  <a:lnTo>
                    <a:pt x="58483" y="160020"/>
                  </a:lnTo>
                  <a:lnTo>
                    <a:pt x="57912" y="153670"/>
                  </a:lnTo>
                  <a:lnTo>
                    <a:pt x="58388" y="147320"/>
                  </a:lnTo>
                  <a:lnTo>
                    <a:pt x="58483" y="146050"/>
                  </a:lnTo>
                  <a:lnTo>
                    <a:pt x="123443" y="69850"/>
                  </a:lnTo>
                  <a:lnTo>
                    <a:pt x="146494" y="59690"/>
                  </a:lnTo>
                  <a:lnTo>
                    <a:pt x="159234" y="62230"/>
                  </a:lnTo>
                  <a:lnTo>
                    <a:pt x="170688" y="69850"/>
                  </a:lnTo>
                  <a:lnTo>
                    <a:pt x="184912" y="85090"/>
                  </a:lnTo>
                  <a:lnTo>
                    <a:pt x="143256" y="85090"/>
                  </a:lnTo>
                  <a:lnTo>
                    <a:pt x="140208" y="87630"/>
                  </a:lnTo>
                  <a:lnTo>
                    <a:pt x="85343" y="146050"/>
                  </a:lnTo>
                  <a:lnTo>
                    <a:pt x="80772" y="149860"/>
                  </a:lnTo>
                  <a:lnTo>
                    <a:pt x="80772" y="156210"/>
                  </a:lnTo>
                  <a:lnTo>
                    <a:pt x="128016" y="203200"/>
                  </a:lnTo>
                  <a:lnTo>
                    <a:pt x="142160" y="243840"/>
                  </a:lnTo>
                  <a:lnTo>
                    <a:pt x="138683" y="257810"/>
                  </a:lnTo>
                  <a:lnTo>
                    <a:pt x="131349" y="270510"/>
                  </a:lnTo>
                  <a:lnTo>
                    <a:pt x="121158" y="280670"/>
                  </a:lnTo>
                  <a:lnTo>
                    <a:pt x="108680" y="287020"/>
                  </a:lnTo>
                  <a:lnTo>
                    <a:pt x="94488" y="288290"/>
                  </a:lnTo>
                  <a:lnTo>
                    <a:pt x="28956" y="288290"/>
                  </a:lnTo>
                  <a:lnTo>
                    <a:pt x="24383" y="293370"/>
                  </a:lnTo>
                  <a:lnTo>
                    <a:pt x="24383" y="386080"/>
                  </a:lnTo>
                  <a:lnTo>
                    <a:pt x="28956" y="391160"/>
                  </a:lnTo>
                  <a:lnTo>
                    <a:pt x="94488" y="391160"/>
                  </a:lnTo>
                  <a:lnTo>
                    <a:pt x="108680" y="392430"/>
                  </a:lnTo>
                  <a:lnTo>
                    <a:pt x="121158" y="398780"/>
                  </a:lnTo>
                  <a:lnTo>
                    <a:pt x="131349" y="408940"/>
                  </a:lnTo>
                  <a:lnTo>
                    <a:pt x="138683" y="421640"/>
                  </a:lnTo>
                  <a:lnTo>
                    <a:pt x="142160" y="435610"/>
                  </a:lnTo>
                  <a:lnTo>
                    <a:pt x="141351" y="449580"/>
                  </a:lnTo>
                  <a:lnTo>
                    <a:pt x="136540" y="463550"/>
                  </a:lnTo>
                  <a:lnTo>
                    <a:pt x="128016" y="474980"/>
                  </a:lnTo>
                  <a:lnTo>
                    <a:pt x="85343" y="520700"/>
                  </a:lnTo>
                  <a:lnTo>
                    <a:pt x="80772" y="524510"/>
                  </a:lnTo>
                  <a:lnTo>
                    <a:pt x="80772" y="530860"/>
                  </a:lnTo>
                  <a:lnTo>
                    <a:pt x="85343" y="534670"/>
                  </a:lnTo>
                  <a:lnTo>
                    <a:pt x="140208" y="591820"/>
                  </a:lnTo>
                  <a:lnTo>
                    <a:pt x="143256" y="596900"/>
                  </a:lnTo>
                  <a:lnTo>
                    <a:pt x="183726" y="596900"/>
                  </a:lnTo>
                  <a:lnTo>
                    <a:pt x="170688" y="610870"/>
                  </a:lnTo>
                  <a:lnTo>
                    <a:pt x="159234" y="618490"/>
                  </a:lnTo>
                  <a:lnTo>
                    <a:pt x="146494" y="621030"/>
                  </a:lnTo>
                  <a:close/>
                </a:path>
                <a:path w="652780" h="681989">
                  <a:moveTo>
                    <a:pt x="465158" y="123190"/>
                  </a:moveTo>
                  <a:lnTo>
                    <a:pt x="419838" y="123190"/>
                  </a:lnTo>
                  <a:lnTo>
                    <a:pt x="426529" y="121920"/>
                  </a:lnTo>
                  <a:lnTo>
                    <a:pt x="432935" y="119380"/>
                  </a:lnTo>
                  <a:lnTo>
                    <a:pt x="438912" y="115570"/>
                  </a:lnTo>
                  <a:lnTo>
                    <a:pt x="481583" y="69850"/>
                  </a:lnTo>
                  <a:lnTo>
                    <a:pt x="492394" y="62230"/>
                  </a:lnTo>
                  <a:lnTo>
                    <a:pt x="505206" y="59690"/>
                  </a:lnTo>
                  <a:lnTo>
                    <a:pt x="518017" y="62230"/>
                  </a:lnTo>
                  <a:lnTo>
                    <a:pt x="528828" y="69850"/>
                  </a:lnTo>
                  <a:lnTo>
                    <a:pt x="543458" y="85090"/>
                  </a:lnTo>
                  <a:lnTo>
                    <a:pt x="502920" y="85090"/>
                  </a:lnTo>
                  <a:lnTo>
                    <a:pt x="498348" y="87630"/>
                  </a:lnTo>
                  <a:lnTo>
                    <a:pt x="465158" y="123190"/>
                  </a:lnTo>
                  <a:close/>
                </a:path>
                <a:path w="652780" h="681989">
                  <a:moveTo>
                    <a:pt x="234529" y="147320"/>
                  </a:moveTo>
                  <a:lnTo>
                    <a:pt x="220789" y="147320"/>
                  </a:lnTo>
                  <a:lnTo>
                    <a:pt x="207907" y="142240"/>
                  </a:lnTo>
                  <a:lnTo>
                    <a:pt x="196596" y="133350"/>
                  </a:lnTo>
                  <a:lnTo>
                    <a:pt x="153924" y="87630"/>
                  </a:lnTo>
                  <a:lnTo>
                    <a:pt x="149351" y="85090"/>
                  </a:lnTo>
                  <a:lnTo>
                    <a:pt x="184912" y="85090"/>
                  </a:lnTo>
                  <a:lnTo>
                    <a:pt x="213359" y="115570"/>
                  </a:lnTo>
                  <a:lnTo>
                    <a:pt x="219336" y="119380"/>
                  </a:lnTo>
                  <a:lnTo>
                    <a:pt x="225742" y="121920"/>
                  </a:lnTo>
                  <a:lnTo>
                    <a:pt x="232433" y="123190"/>
                  </a:lnTo>
                  <a:lnTo>
                    <a:pt x="270881" y="123190"/>
                  </a:lnTo>
                  <a:lnTo>
                    <a:pt x="269748" y="125730"/>
                  </a:lnTo>
                  <a:lnTo>
                    <a:pt x="260651" y="137160"/>
                  </a:lnTo>
                  <a:lnTo>
                    <a:pt x="248412" y="143510"/>
                  </a:lnTo>
                  <a:lnTo>
                    <a:pt x="234529" y="147320"/>
                  </a:lnTo>
                  <a:close/>
                </a:path>
                <a:path w="652780" h="681989">
                  <a:moveTo>
                    <a:pt x="541947" y="596900"/>
                  </a:moveTo>
                  <a:lnTo>
                    <a:pt x="507492" y="596900"/>
                  </a:lnTo>
                  <a:lnTo>
                    <a:pt x="512064" y="591820"/>
                  </a:lnTo>
                  <a:lnTo>
                    <a:pt x="566928" y="534670"/>
                  </a:lnTo>
                  <a:lnTo>
                    <a:pt x="569975" y="530860"/>
                  </a:lnTo>
                  <a:lnTo>
                    <a:pt x="569975" y="524510"/>
                  </a:lnTo>
                  <a:lnTo>
                    <a:pt x="566928" y="520700"/>
                  </a:lnTo>
                  <a:lnTo>
                    <a:pt x="524256" y="474980"/>
                  </a:lnTo>
                  <a:lnTo>
                    <a:pt x="515088" y="463550"/>
                  </a:lnTo>
                  <a:lnTo>
                    <a:pt x="510349" y="449580"/>
                  </a:lnTo>
                  <a:lnTo>
                    <a:pt x="509979" y="438150"/>
                  </a:lnTo>
                  <a:lnTo>
                    <a:pt x="509897" y="435610"/>
                  </a:lnTo>
                  <a:lnTo>
                    <a:pt x="513588" y="421640"/>
                  </a:lnTo>
                  <a:lnTo>
                    <a:pt x="520922" y="408940"/>
                  </a:lnTo>
                  <a:lnTo>
                    <a:pt x="531114" y="398780"/>
                  </a:lnTo>
                  <a:lnTo>
                    <a:pt x="543591" y="392430"/>
                  </a:lnTo>
                  <a:lnTo>
                    <a:pt x="557783" y="391160"/>
                  </a:lnTo>
                  <a:lnTo>
                    <a:pt x="623316" y="391160"/>
                  </a:lnTo>
                  <a:lnTo>
                    <a:pt x="627888" y="386080"/>
                  </a:lnTo>
                  <a:lnTo>
                    <a:pt x="627888" y="293370"/>
                  </a:lnTo>
                  <a:lnTo>
                    <a:pt x="623316" y="288290"/>
                  </a:lnTo>
                  <a:lnTo>
                    <a:pt x="557783" y="288290"/>
                  </a:lnTo>
                  <a:lnTo>
                    <a:pt x="543591" y="287020"/>
                  </a:lnTo>
                  <a:lnTo>
                    <a:pt x="531114" y="280670"/>
                  </a:lnTo>
                  <a:lnTo>
                    <a:pt x="520922" y="270510"/>
                  </a:lnTo>
                  <a:lnTo>
                    <a:pt x="513588" y="257810"/>
                  </a:lnTo>
                  <a:lnTo>
                    <a:pt x="509897" y="243840"/>
                  </a:lnTo>
                  <a:lnTo>
                    <a:pt x="510349" y="229870"/>
                  </a:lnTo>
                  <a:lnTo>
                    <a:pt x="515088" y="215900"/>
                  </a:lnTo>
                  <a:lnTo>
                    <a:pt x="524256" y="203200"/>
                  </a:lnTo>
                  <a:lnTo>
                    <a:pt x="566928" y="158750"/>
                  </a:lnTo>
                  <a:lnTo>
                    <a:pt x="569975" y="156210"/>
                  </a:lnTo>
                  <a:lnTo>
                    <a:pt x="569975" y="149860"/>
                  </a:lnTo>
                  <a:lnTo>
                    <a:pt x="566928" y="146050"/>
                  </a:lnTo>
                  <a:lnTo>
                    <a:pt x="512064" y="87630"/>
                  </a:lnTo>
                  <a:lnTo>
                    <a:pt x="507492" y="85090"/>
                  </a:lnTo>
                  <a:lnTo>
                    <a:pt x="543458" y="85090"/>
                  </a:lnTo>
                  <a:lnTo>
                    <a:pt x="583692" y="127000"/>
                  </a:lnTo>
                  <a:lnTo>
                    <a:pt x="592836" y="153670"/>
                  </a:lnTo>
                  <a:lnTo>
                    <a:pt x="592379" y="158750"/>
                  </a:lnTo>
                  <a:lnTo>
                    <a:pt x="592264" y="160020"/>
                  </a:lnTo>
                  <a:lnTo>
                    <a:pt x="590550" y="166370"/>
                  </a:lnTo>
                  <a:lnTo>
                    <a:pt x="587692" y="171450"/>
                  </a:lnTo>
                  <a:lnTo>
                    <a:pt x="583692" y="177800"/>
                  </a:lnTo>
                  <a:lnTo>
                    <a:pt x="541020" y="222250"/>
                  </a:lnTo>
                  <a:lnTo>
                    <a:pt x="536424" y="227330"/>
                  </a:lnTo>
                  <a:lnTo>
                    <a:pt x="533971" y="234950"/>
                  </a:lnTo>
                  <a:lnTo>
                    <a:pt x="533519" y="241300"/>
                  </a:lnTo>
                  <a:lnTo>
                    <a:pt x="534924" y="248920"/>
                  </a:lnTo>
                  <a:lnTo>
                    <a:pt x="538924" y="255270"/>
                  </a:lnTo>
                  <a:lnTo>
                    <a:pt x="544068" y="260350"/>
                  </a:lnTo>
                  <a:lnTo>
                    <a:pt x="550354" y="262890"/>
                  </a:lnTo>
                  <a:lnTo>
                    <a:pt x="557783" y="264160"/>
                  </a:lnTo>
                  <a:lnTo>
                    <a:pt x="618743" y="264160"/>
                  </a:lnTo>
                  <a:lnTo>
                    <a:pt x="631698" y="266700"/>
                  </a:lnTo>
                  <a:lnTo>
                    <a:pt x="642366" y="274320"/>
                  </a:lnTo>
                  <a:lnTo>
                    <a:pt x="649605" y="285750"/>
                  </a:lnTo>
                  <a:lnTo>
                    <a:pt x="652272" y="299720"/>
                  </a:lnTo>
                  <a:lnTo>
                    <a:pt x="652272" y="381000"/>
                  </a:lnTo>
                  <a:lnTo>
                    <a:pt x="649605" y="393700"/>
                  </a:lnTo>
                  <a:lnTo>
                    <a:pt x="642366" y="405130"/>
                  </a:lnTo>
                  <a:lnTo>
                    <a:pt x="631698" y="412750"/>
                  </a:lnTo>
                  <a:lnTo>
                    <a:pt x="618743" y="415290"/>
                  </a:lnTo>
                  <a:lnTo>
                    <a:pt x="557783" y="415290"/>
                  </a:lnTo>
                  <a:lnTo>
                    <a:pt x="550354" y="416560"/>
                  </a:lnTo>
                  <a:lnTo>
                    <a:pt x="544068" y="419100"/>
                  </a:lnTo>
                  <a:lnTo>
                    <a:pt x="538924" y="424180"/>
                  </a:lnTo>
                  <a:lnTo>
                    <a:pt x="534924" y="430530"/>
                  </a:lnTo>
                  <a:lnTo>
                    <a:pt x="533519" y="438150"/>
                  </a:lnTo>
                  <a:lnTo>
                    <a:pt x="533971" y="444500"/>
                  </a:lnTo>
                  <a:lnTo>
                    <a:pt x="536424" y="452120"/>
                  </a:lnTo>
                  <a:lnTo>
                    <a:pt x="541020" y="458470"/>
                  </a:lnTo>
                  <a:lnTo>
                    <a:pt x="583692" y="501650"/>
                  </a:lnTo>
                  <a:lnTo>
                    <a:pt x="587692" y="508000"/>
                  </a:lnTo>
                  <a:lnTo>
                    <a:pt x="590550" y="514350"/>
                  </a:lnTo>
                  <a:lnTo>
                    <a:pt x="592264" y="521970"/>
                  </a:lnTo>
                  <a:lnTo>
                    <a:pt x="592836" y="528320"/>
                  </a:lnTo>
                  <a:lnTo>
                    <a:pt x="592607" y="530860"/>
                  </a:lnTo>
                  <a:lnTo>
                    <a:pt x="592493" y="532130"/>
                  </a:lnTo>
                  <a:lnTo>
                    <a:pt x="592379" y="533400"/>
                  </a:lnTo>
                  <a:lnTo>
                    <a:pt x="592264" y="534670"/>
                  </a:lnTo>
                  <a:lnTo>
                    <a:pt x="590550" y="541020"/>
                  </a:lnTo>
                  <a:lnTo>
                    <a:pt x="587692" y="547370"/>
                  </a:lnTo>
                  <a:lnTo>
                    <a:pt x="583692" y="552450"/>
                  </a:lnTo>
                  <a:lnTo>
                    <a:pt x="541947" y="596900"/>
                  </a:lnTo>
                  <a:close/>
                </a:path>
                <a:path w="652780" h="681989">
                  <a:moveTo>
                    <a:pt x="395897" y="656590"/>
                  </a:moveTo>
                  <a:lnTo>
                    <a:pt x="370332" y="656590"/>
                  </a:lnTo>
                  <a:lnTo>
                    <a:pt x="373380" y="651510"/>
                  </a:lnTo>
                  <a:lnTo>
                    <a:pt x="373380" y="582930"/>
                  </a:lnTo>
                  <a:lnTo>
                    <a:pt x="391382" y="543560"/>
                  </a:lnTo>
                  <a:lnTo>
                    <a:pt x="417742" y="532130"/>
                  </a:lnTo>
                  <a:lnTo>
                    <a:pt x="431482" y="533400"/>
                  </a:lnTo>
                  <a:lnTo>
                    <a:pt x="444365" y="538480"/>
                  </a:lnTo>
                  <a:lnTo>
                    <a:pt x="455675" y="548640"/>
                  </a:lnTo>
                  <a:lnTo>
                    <a:pt x="464461" y="557530"/>
                  </a:lnTo>
                  <a:lnTo>
                    <a:pt x="419838" y="557530"/>
                  </a:lnTo>
                  <a:lnTo>
                    <a:pt x="413004" y="560070"/>
                  </a:lnTo>
                  <a:lnTo>
                    <a:pt x="406765" y="563880"/>
                  </a:lnTo>
                  <a:lnTo>
                    <a:pt x="401955" y="568960"/>
                  </a:lnTo>
                  <a:lnTo>
                    <a:pt x="398859" y="575310"/>
                  </a:lnTo>
                  <a:lnTo>
                    <a:pt x="397764" y="582930"/>
                  </a:lnTo>
                  <a:lnTo>
                    <a:pt x="397764" y="647700"/>
                  </a:lnTo>
                  <a:lnTo>
                    <a:pt x="395897" y="656590"/>
                  </a:lnTo>
                  <a:close/>
                </a:path>
                <a:path w="652780" h="681989">
                  <a:moveTo>
                    <a:pt x="183726" y="596900"/>
                  </a:moveTo>
                  <a:lnTo>
                    <a:pt x="149351" y="596900"/>
                  </a:lnTo>
                  <a:lnTo>
                    <a:pt x="153924" y="591820"/>
                  </a:lnTo>
                  <a:lnTo>
                    <a:pt x="196596" y="548640"/>
                  </a:lnTo>
                  <a:lnTo>
                    <a:pt x="203977" y="541020"/>
                  </a:lnTo>
                  <a:lnTo>
                    <a:pt x="212217" y="535940"/>
                  </a:lnTo>
                  <a:lnTo>
                    <a:pt x="221027" y="533400"/>
                  </a:lnTo>
                  <a:lnTo>
                    <a:pt x="242316" y="533400"/>
                  </a:lnTo>
                  <a:lnTo>
                    <a:pt x="248412" y="535940"/>
                  </a:lnTo>
                  <a:lnTo>
                    <a:pt x="260651" y="543560"/>
                  </a:lnTo>
                  <a:lnTo>
                    <a:pt x="269748" y="553720"/>
                  </a:lnTo>
                  <a:lnTo>
                    <a:pt x="271293" y="557530"/>
                  </a:lnTo>
                  <a:lnTo>
                    <a:pt x="225742" y="557530"/>
                  </a:lnTo>
                  <a:lnTo>
                    <a:pt x="219336" y="560070"/>
                  </a:lnTo>
                  <a:lnTo>
                    <a:pt x="213359" y="565150"/>
                  </a:lnTo>
                  <a:lnTo>
                    <a:pt x="183726" y="596900"/>
                  </a:lnTo>
                  <a:close/>
                </a:path>
                <a:path w="652780" h="681989">
                  <a:moveTo>
                    <a:pt x="364236" y="681990"/>
                  </a:moveTo>
                  <a:lnTo>
                    <a:pt x="286512" y="681990"/>
                  </a:lnTo>
                  <a:lnTo>
                    <a:pt x="273558" y="679450"/>
                  </a:lnTo>
                  <a:lnTo>
                    <a:pt x="262890" y="671830"/>
                  </a:lnTo>
                  <a:lnTo>
                    <a:pt x="255650" y="660400"/>
                  </a:lnTo>
                  <a:lnTo>
                    <a:pt x="252983" y="647700"/>
                  </a:lnTo>
                  <a:lnTo>
                    <a:pt x="252983" y="582930"/>
                  </a:lnTo>
                  <a:lnTo>
                    <a:pt x="252126" y="575310"/>
                  </a:lnTo>
                  <a:lnTo>
                    <a:pt x="249555" y="568960"/>
                  </a:lnTo>
                  <a:lnTo>
                    <a:pt x="245268" y="563880"/>
                  </a:lnTo>
                  <a:lnTo>
                    <a:pt x="239267" y="560070"/>
                  </a:lnTo>
                  <a:lnTo>
                    <a:pt x="232433" y="557530"/>
                  </a:lnTo>
                  <a:lnTo>
                    <a:pt x="271293" y="557530"/>
                  </a:lnTo>
                  <a:lnTo>
                    <a:pt x="275415" y="567690"/>
                  </a:lnTo>
                  <a:lnTo>
                    <a:pt x="277367" y="582930"/>
                  </a:lnTo>
                  <a:lnTo>
                    <a:pt x="277367" y="651510"/>
                  </a:lnTo>
                  <a:lnTo>
                    <a:pt x="281940" y="656590"/>
                  </a:lnTo>
                  <a:lnTo>
                    <a:pt x="395897" y="656590"/>
                  </a:lnTo>
                  <a:lnTo>
                    <a:pt x="395097" y="660400"/>
                  </a:lnTo>
                  <a:lnTo>
                    <a:pt x="387858" y="671830"/>
                  </a:lnTo>
                  <a:lnTo>
                    <a:pt x="377190" y="679450"/>
                  </a:lnTo>
                  <a:lnTo>
                    <a:pt x="364236" y="681990"/>
                  </a:lnTo>
                  <a:close/>
                </a:path>
                <a:path w="652780" h="681989">
                  <a:moveTo>
                    <a:pt x="505206" y="621030"/>
                  </a:moveTo>
                  <a:lnTo>
                    <a:pt x="492394" y="618490"/>
                  </a:lnTo>
                  <a:lnTo>
                    <a:pt x="481583" y="610870"/>
                  </a:lnTo>
                  <a:lnTo>
                    <a:pt x="438912" y="565150"/>
                  </a:lnTo>
                  <a:lnTo>
                    <a:pt x="432935" y="560070"/>
                  </a:lnTo>
                  <a:lnTo>
                    <a:pt x="426529" y="557530"/>
                  </a:lnTo>
                  <a:lnTo>
                    <a:pt x="464461" y="557530"/>
                  </a:lnTo>
                  <a:lnTo>
                    <a:pt x="498348" y="591820"/>
                  </a:lnTo>
                  <a:lnTo>
                    <a:pt x="502920" y="596900"/>
                  </a:lnTo>
                  <a:lnTo>
                    <a:pt x="541947" y="596900"/>
                  </a:lnTo>
                  <a:lnTo>
                    <a:pt x="528828" y="610870"/>
                  </a:lnTo>
                  <a:lnTo>
                    <a:pt x="518017" y="618490"/>
                  </a:lnTo>
                  <a:lnTo>
                    <a:pt x="505206" y="62103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pPr defTabSz="1183325"/>
              <a:endParaRPr sz="2329"/>
            </a:p>
          </p:txBody>
        </p:sp>
        <p:pic>
          <p:nvPicPr>
            <p:cNvPr id="49" name="object 20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639568" y="3924299"/>
              <a:ext cx="217932" cy="227076"/>
            </a:xfrm>
            <a:prstGeom prst="rect">
              <a:avLst/>
            </a:prstGeom>
          </p:spPr>
        </p:pic>
        <p:sp>
          <p:nvSpPr>
            <p:cNvPr id="50" name="object 21"/>
            <p:cNvSpPr/>
            <p:nvPr/>
          </p:nvSpPr>
          <p:spPr>
            <a:xfrm>
              <a:off x="7734300" y="4041648"/>
              <a:ext cx="2092960" cy="875030"/>
            </a:xfrm>
            <a:custGeom>
              <a:avLst/>
              <a:gdLst/>
              <a:ahLst/>
              <a:cxnLst/>
              <a:rect l="l" t="t" r="r" b="b"/>
              <a:pathLst>
                <a:path w="2092959" h="875029">
                  <a:moveTo>
                    <a:pt x="4571" y="870203"/>
                  </a:moveTo>
                  <a:lnTo>
                    <a:pt x="0" y="870203"/>
                  </a:lnTo>
                  <a:lnTo>
                    <a:pt x="0" y="838200"/>
                  </a:lnTo>
                  <a:lnTo>
                    <a:pt x="10667" y="838200"/>
                  </a:lnTo>
                  <a:lnTo>
                    <a:pt x="10667" y="864107"/>
                  </a:lnTo>
                  <a:lnTo>
                    <a:pt x="4571" y="864107"/>
                  </a:lnTo>
                  <a:lnTo>
                    <a:pt x="4571" y="870203"/>
                  </a:lnTo>
                  <a:close/>
                </a:path>
                <a:path w="2092959" h="875029">
                  <a:moveTo>
                    <a:pt x="30480" y="874775"/>
                  </a:moveTo>
                  <a:lnTo>
                    <a:pt x="4571" y="874775"/>
                  </a:lnTo>
                  <a:lnTo>
                    <a:pt x="4571" y="864107"/>
                  </a:lnTo>
                  <a:lnTo>
                    <a:pt x="10667" y="864107"/>
                  </a:lnTo>
                  <a:lnTo>
                    <a:pt x="10667" y="870203"/>
                  </a:lnTo>
                  <a:lnTo>
                    <a:pt x="30480" y="870203"/>
                  </a:lnTo>
                  <a:lnTo>
                    <a:pt x="30480" y="874775"/>
                  </a:lnTo>
                  <a:close/>
                </a:path>
                <a:path w="2092959" h="875029">
                  <a:moveTo>
                    <a:pt x="30480" y="870203"/>
                  </a:moveTo>
                  <a:lnTo>
                    <a:pt x="10667" y="870203"/>
                  </a:lnTo>
                  <a:lnTo>
                    <a:pt x="10667" y="864107"/>
                  </a:lnTo>
                  <a:lnTo>
                    <a:pt x="30480" y="864107"/>
                  </a:lnTo>
                  <a:lnTo>
                    <a:pt x="30480" y="870203"/>
                  </a:lnTo>
                  <a:close/>
                </a:path>
                <a:path w="2092959" h="875029">
                  <a:moveTo>
                    <a:pt x="10667" y="827532"/>
                  </a:moveTo>
                  <a:lnTo>
                    <a:pt x="0" y="827532"/>
                  </a:lnTo>
                  <a:lnTo>
                    <a:pt x="0" y="797051"/>
                  </a:lnTo>
                  <a:lnTo>
                    <a:pt x="10667" y="797051"/>
                  </a:lnTo>
                  <a:lnTo>
                    <a:pt x="10667" y="827532"/>
                  </a:lnTo>
                  <a:close/>
                </a:path>
                <a:path w="2092959" h="875029">
                  <a:moveTo>
                    <a:pt x="10667" y="786384"/>
                  </a:moveTo>
                  <a:lnTo>
                    <a:pt x="0" y="786384"/>
                  </a:lnTo>
                  <a:lnTo>
                    <a:pt x="0" y="754379"/>
                  </a:lnTo>
                  <a:lnTo>
                    <a:pt x="10667" y="754379"/>
                  </a:lnTo>
                  <a:lnTo>
                    <a:pt x="10667" y="786384"/>
                  </a:lnTo>
                  <a:close/>
                </a:path>
                <a:path w="2092959" h="875029">
                  <a:moveTo>
                    <a:pt x="10667" y="743711"/>
                  </a:moveTo>
                  <a:lnTo>
                    <a:pt x="0" y="743711"/>
                  </a:lnTo>
                  <a:lnTo>
                    <a:pt x="0" y="713232"/>
                  </a:lnTo>
                  <a:lnTo>
                    <a:pt x="10667" y="713232"/>
                  </a:lnTo>
                  <a:lnTo>
                    <a:pt x="10667" y="743711"/>
                  </a:lnTo>
                  <a:close/>
                </a:path>
                <a:path w="2092959" h="875029">
                  <a:moveTo>
                    <a:pt x="10667" y="702563"/>
                  </a:moveTo>
                  <a:lnTo>
                    <a:pt x="0" y="702563"/>
                  </a:lnTo>
                  <a:lnTo>
                    <a:pt x="0" y="670559"/>
                  </a:lnTo>
                  <a:lnTo>
                    <a:pt x="10667" y="670559"/>
                  </a:lnTo>
                  <a:lnTo>
                    <a:pt x="10667" y="702563"/>
                  </a:lnTo>
                  <a:close/>
                </a:path>
                <a:path w="2092959" h="875029">
                  <a:moveTo>
                    <a:pt x="10667" y="659892"/>
                  </a:moveTo>
                  <a:lnTo>
                    <a:pt x="0" y="659892"/>
                  </a:lnTo>
                  <a:lnTo>
                    <a:pt x="0" y="629411"/>
                  </a:lnTo>
                  <a:lnTo>
                    <a:pt x="10667" y="629411"/>
                  </a:lnTo>
                  <a:lnTo>
                    <a:pt x="10667" y="659892"/>
                  </a:lnTo>
                  <a:close/>
                </a:path>
                <a:path w="2092959" h="875029">
                  <a:moveTo>
                    <a:pt x="10667" y="618743"/>
                  </a:moveTo>
                  <a:lnTo>
                    <a:pt x="0" y="618743"/>
                  </a:lnTo>
                  <a:lnTo>
                    <a:pt x="0" y="586740"/>
                  </a:lnTo>
                  <a:lnTo>
                    <a:pt x="10667" y="586740"/>
                  </a:lnTo>
                  <a:lnTo>
                    <a:pt x="10667" y="618743"/>
                  </a:lnTo>
                  <a:close/>
                </a:path>
                <a:path w="2092959" h="875029">
                  <a:moveTo>
                    <a:pt x="10667" y="576071"/>
                  </a:moveTo>
                  <a:lnTo>
                    <a:pt x="0" y="576071"/>
                  </a:lnTo>
                  <a:lnTo>
                    <a:pt x="0" y="545592"/>
                  </a:lnTo>
                  <a:lnTo>
                    <a:pt x="10667" y="545592"/>
                  </a:lnTo>
                  <a:lnTo>
                    <a:pt x="10667" y="576071"/>
                  </a:lnTo>
                  <a:close/>
                </a:path>
                <a:path w="2092959" h="875029">
                  <a:moveTo>
                    <a:pt x="10667" y="534924"/>
                  </a:moveTo>
                  <a:lnTo>
                    <a:pt x="0" y="534924"/>
                  </a:lnTo>
                  <a:lnTo>
                    <a:pt x="0" y="502919"/>
                  </a:lnTo>
                  <a:lnTo>
                    <a:pt x="10667" y="502919"/>
                  </a:lnTo>
                  <a:lnTo>
                    <a:pt x="10667" y="534924"/>
                  </a:lnTo>
                  <a:close/>
                </a:path>
                <a:path w="2092959" h="875029">
                  <a:moveTo>
                    <a:pt x="10667" y="492251"/>
                  </a:moveTo>
                  <a:lnTo>
                    <a:pt x="0" y="492251"/>
                  </a:lnTo>
                  <a:lnTo>
                    <a:pt x="0" y="461771"/>
                  </a:lnTo>
                  <a:lnTo>
                    <a:pt x="10667" y="461771"/>
                  </a:lnTo>
                  <a:lnTo>
                    <a:pt x="10667" y="492251"/>
                  </a:lnTo>
                  <a:close/>
                </a:path>
                <a:path w="2092959" h="875029">
                  <a:moveTo>
                    <a:pt x="10667" y="451103"/>
                  </a:moveTo>
                  <a:lnTo>
                    <a:pt x="0" y="451103"/>
                  </a:lnTo>
                  <a:lnTo>
                    <a:pt x="0" y="419100"/>
                  </a:lnTo>
                  <a:lnTo>
                    <a:pt x="10667" y="419100"/>
                  </a:lnTo>
                  <a:lnTo>
                    <a:pt x="10667" y="451103"/>
                  </a:lnTo>
                  <a:close/>
                </a:path>
                <a:path w="2092959" h="875029">
                  <a:moveTo>
                    <a:pt x="10667" y="408432"/>
                  </a:moveTo>
                  <a:lnTo>
                    <a:pt x="0" y="408432"/>
                  </a:lnTo>
                  <a:lnTo>
                    <a:pt x="0" y="377951"/>
                  </a:lnTo>
                  <a:lnTo>
                    <a:pt x="10667" y="377951"/>
                  </a:lnTo>
                  <a:lnTo>
                    <a:pt x="10667" y="408432"/>
                  </a:lnTo>
                  <a:close/>
                </a:path>
                <a:path w="2092959" h="875029">
                  <a:moveTo>
                    <a:pt x="10667" y="367283"/>
                  </a:moveTo>
                  <a:lnTo>
                    <a:pt x="0" y="367283"/>
                  </a:lnTo>
                  <a:lnTo>
                    <a:pt x="0" y="335279"/>
                  </a:lnTo>
                  <a:lnTo>
                    <a:pt x="10667" y="335279"/>
                  </a:lnTo>
                  <a:lnTo>
                    <a:pt x="10667" y="367283"/>
                  </a:lnTo>
                  <a:close/>
                </a:path>
                <a:path w="2092959" h="875029">
                  <a:moveTo>
                    <a:pt x="10667" y="324611"/>
                  </a:moveTo>
                  <a:lnTo>
                    <a:pt x="0" y="324611"/>
                  </a:lnTo>
                  <a:lnTo>
                    <a:pt x="0" y="294132"/>
                  </a:lnTo>
                  <a:lnTo>
                    <a:pt x="10667" y="294132"/>
                  </a:lnTo>
                  <a:lnTo>
                    <a:pt x="10667" y="324611"/>
                  </a:lnTo>
                  <a:close/>
                </a:path>
                <a:path w="2092959" h="875029">
                  <a:moveTo>
                    <a:pt x="10667" y="283463"/>
                  </a:moveTo>
                  <a:lnTo>
                    <a:pt x="0" y="283463"/>
                  </a:lnTo>
                  <a:lnTo>
                    <a:pt x="0" y="251459"/>
                  </a:lnTo>
                  <a:lnTo>
                    <a:pt x="10667" y="251459"/>
                  </a:lnTo>
                  <a:lnTo>
                    <a:pt x="10667" y="283463"/>
                  </a:lnTo>
                  <a:close/>
                </a:path>
                <a:path w="2092959" h="875029">
                  <a:moveTo>
                    <a:pt x="10667" y="240791"/>
                  </a:moveTo>
                  <a:lnTo>
                    <a:pt x="0" y="240791"/>
                  </a:lnTo>
                  <a:lnTo>
                    <a:pt x="0" y="210311"/>
                  </a:lnTo>
                  <a:lnTo>
                    <a:pt x="10667" y="210311"/>
                  </a:lnTo>
                  <a:lnTo>
                    <a:pt x="10667" y="240791"/>
                  </a:lnTo>
                  <a:close/>
                </a:path>
                <a:path w="2092959" h="875029">
                  <a:moveTo>
                    <a:pt x="10667" y="199643"/>
                  </a:moveTo>
                  <a:lnTo>
                    <a:pt x="0" y="199643"/>
                  </a:lnTo>
                  <a:lnTo>
                    <a:pt x="0" y="167640"/>
                  </a:lnTo>
                  <a:lnTo>
                    <a:pt x="10667" y="167640"/>
                  </a:lnTo>
                  <a:lnTo>
                    <a:pt x="10667" y="199643"/>
                  </a:lnTo>
                  <a:close/>
                </a:path>
                <a:path w="2092959" h="875029">
                  <a:moveTo>
                    <a:pt x="10667" y="156971"/>
                  </a:moveTo>
                  <a:lnTo>
                    <a:pt x="0" y="156971"/>
                  </a:lnTo>
                  <a:lnTo>
                    <a:pt x="0" y="126491"/>
                  </a:lnTo>
                  <a:lnTo>
                    <a:pt x="10667" y="126491"/>
                  </a:lnTo>
                  <a:lnTo>
                    <a:pt x="10667" y="156971"/>
                  </a:lnTo>
                  <a:close/>
                </a:path>
                <a:path w="2092959" h="875029">
                  <a:moveTo>
                    <a:pt x="10667" y="115824"/>
                  </a:moveTo>
                  <a:lnTo>
                    <a:pt x="0" y="115824"/>
                  </a:lnTo>
                  <a:lnTo>
                    <a:pt x="0" y="83819"/>
                  </a:lnTo>
                  <a:lnTo>
                    <a:pt x="10667" y="83819"/>
                  </a:lnTo>
                  <a:lnTo>
                    <a:pt x="10667" y="115824"/>
                  </a:lnTo>
                  <a:close/>
                </a:path>
                <a:path w="2092959" h="875029">
                  <a:moveTo>
                    <a:pt x="10667" y="73151"/>
                  </a:moveTo>
                  <a:lnTo>
                    <a:pt x="0" y="73151"/>
                  </a:lnTo>
                  <a:lnTo>
                    <a:pt x="0" y="42671"/>
                  </a:lnTo>
                  <a:lnTo>
                    <a:pt x="10667" y="42671"/>
                  </a:lnTo>
                  <a:lnTo>
                    <a:pt x="10667" y="73151"/>
                  </a:lnTo>
                  <a:close/>
                </a:path>
                <a:path w="2092959" h="875029">
                  <a:moveTo>
                    <a:pt x="10667" y="32003"/>
                  </a:moveTo>
                  <a:lnTo>
                    <a:pt x="0" y="32003"/>
                  </a:lnTo>
                  <a:lnTo>
                    <a:pt x="0" y="0"/>
                  </a:lnTo>
                  <a:lnTo>
                    <a:pt x="10667" y="0"/>
                  </a:lnTo>
                  <a:lnTo>
                    <a:pt x="10667" y="6095"/>
                  </a:lnTo>
                  <a:lnTo>
                    <a:pt x="4571" y="10667"/>
                  </a:lnTo>
                  <a:lnTo>
                    <a:pt x="10667" y="10667"/>
                  </a:lnTo>
                  <a:lnTo>
                    <a:pt x="10667" y="32003"/>
                  </a:lnTo>
                  <a:close/>
                </a:path>
                <a:path w="2092959" h="875029">
                  <a:moveTo>
                    <a:pt x="10667" y="10667"/>
                  </a:moveTo>
                  <a:lnTo>
                    <a:pt x="4571" y="10667"/>
                  </a:lnTo>
                  <a:lnTo>
                    <a:pt x="10667" y="6095"/>
                  </a:lnTo>
                  <a:lnTo>
                    <a:pt x="10667" y="10667"/>
                  </a:lnTo>
                  <a:close/>
                </a:path>
                <a:path w="2092959" h="875029">
                  <a:moveTo>
                    <a:pt x="51816" y="10667"/>
                  </a:moveTo>
                  <a:lnTo>
                    <a:pt x="21335" y="10667"/>
                  </a:lnTo>
                  <a:lnTo>
                    <a:pt x="21335" y="0"/>
                  </a:lnTo>
                  <a:lnTo>
                    <a:pt x="51816" y="0"/>
                  </a:lnTo>
                  <a:lnTo>
                    <a:pt x="51816" y="10667"/>
                  </a:lnTo>
                  <a:close/>
                </a:path>
                <a:path w="2092959" h="875029">
                  <a:moveTo>
                    <a:pt x="94487" y="10667"/>
                  </a:moveTo>
                  <a:lnTo>
                    <a:pt x="62483" y="10667"/>
                  </a:lnTo>
                  <a:lnTo>
                    <a:pt x="62483" y="0"/>
                  </a:lnTo>
                  <a:lnTo>
                    <a:pt x="94487" y="0"/>
                  </a:lnTo>
                  <a:lnTo>
                    <a:pt x="94487" y="10667"/>
                  </a:lnTo>
                  <a:close/>
                </a:path>
                <a:path w="2092959" h="875029">
                  <a:moveTo>
                    <a:pt x="135635" y="10667"/>
                  </a:moveTo>
                  <a:lnTo>
                    <a:pt x="105155" y="10667"/>
                  </a:lnTo>
                  <a:lnTo>
                    <a:pt x="105155" y="0"/>
                  </a:lnTo>
                  <a:lnTo>
                    <a:pt x="135635" y="0"/>
                  </a:lnTo>
                  <a:lnTo>
                    <a:pt x="135635" y="10667"/>
                  </a:lnTo>
                  <a:close/>
                </a:path>
                <a:path w="2092959" h="875029">
                  <a:moveTo>
                    <a:pt x="178307" y="10667"/>
                  </a:moveTo>
                  <a:lnTo>
                    <a:pt x="146303" y="10667"/>
                  </a:lnTo>
                  <a:lnTo>
                    <a:pt x="146303" y="0"/>
                  </a:lnTo>
                  <a:lnTo>
                    <a:pt x="178307" y="0"/>
                  </a:lnTo>
                  <a:lnTo>
                    <a:pt x="178307" y="10667"/>
                  </a:lnTo>
                  <a:close/>
                </a:path>
                <a:path w="2092959" h="875029">
                  <a:moveTo>
                    <a:pt x="219455" y="10667"/>
                  </a:moveTo>
                  <a:lnTo>
                    <a:pt x="188976" y="10667"/>
                  </a:lnTo>
                  <a:lnTo>
                    <a:pt x="188976" y="0"/>
                  </a:lnTo>
                  <a:lnTo>
                    <a:pt x="219455" y="0"/>
                  </a:lnTo>
                  <a:lnTo>
                    <a:pt x="219455" y="10667"/>
                  </a:lnTo>
                  <a:close/>
                </a:path>
                <a:path w="2092959" h="875029">
                  <a:moveTo>
                    <a:pt x="262128" y="10667"/>
                  </a:moveTo>
                  <a:lnTo>
                    <a:pt x="230123" y="10667"/>
                  </a:lnTo>
                  <a:lnTo>
                    <a:pt x="230123" y="0"/>
                  </a:lnTo>
                  <a:lnTo>
                    <a:pt x="262128" y="0"/>
                  </a:lnTo>
                  <a:lnTo>
                    <a:pt x="262128" y="10667"/>
                  </a:lnTo>
                  <a:close/>
                </a:path>
                <a:path w="2092959" h="875029">
                  <a:moveTo>
                    <a:pt x="303276" y="10667"/>
                  </a:moveTo>
                  <a:lnTo>
                    <a:pt x="272796" y="10667"/>
                  </a:lnTo>
                  <a:lnTo>
                    <a:pt x="272796" y="0"/>
                  </a:lnTo>
                  <a:lnTo>
                    <a:pt x="303276" y="0"/>
                  </a:lnTo>
                  <a:lnTo>
                    <a:pt x="303276" y="10667"/>
                  </a:lnTo>
                  <a:close/>
                </a:path>
                <a:path w="2092959" h="875029">
                  <a:moveTo>
                    <a:pt x="345948" y="10667"/>
                  </a:moveTo>
                  <a:lnTo>
                    <a:pt x="313944" y="10667"/>
                  </a:lnTo>
                  <a:lnTo>
                    <a:pt x="313944" y="0"/>
                  </a:lnTo>
                  <a:lnTo>
                    <a:pt x="345948" y="0"/>
                  </a:lnTo>
                  <a:lnTo>
                    <a:pt x="345948" y="10667"/>
                  </a:lnTo>
                  <a:close/>
                </a:path>
                <a:path w="2092959" h="875029">
                  <a:moveTo>
                    <a:pt x="387096" y="10667"/>
                  </a:moveTo>
                  <a:lnTo>
                    <a:pt x="356616" y="10667"/>
                  </a:lnTo>
                  <a:lnTo>
                    <a:pt x="356616" y="0"/>
                  </a:lnTo>
                  <a:lnTo>
                    <a:pt x="387096" y="0"/>
                  </a:lnTo>
                  <a:lnTo>
                    <a:pt x="387096" y="10667"/>
                  </a:lnTo>
                  <a:close/>
                </a:path>
                <a:path w="2092959" h="875029">
                  <a:moveTo>
                    <a:pt x="429767" y="10667"/>
                  </a:moveTo>
                  <a:lnTo>
                    <a:pt x="397764" y="10667"/>
                  </a:lnTo>
                  <a:lnTo>
                    <a:pt x="397764" y="0"/>
                  </a:lnTo>
                  <a:lnTo>
                    <a:pt x="429767" y="0"/>
                  </a:lnTo>
                  <a:lnTo>
                    <a:pt x="429767" y="10667"/>
                  </a:lnTo>
                  <a:close/>
                </a:path>
                <a:path w="2092959" h="875029">
                  <a:moveTo>
                    <a:pt x="470916" y="10667"/>
                  </a:moveTo>
                  <a:lnTo>
                    <a:pt x="440435" y="10667"/>
                  </a:lnTo>
                  <a:lnTo>
                    <a:pt x="440435" y="0"/>
                  </a:lnTo>
                  <a:lnTo>
                    <a:pt x="470916" y="0"/>
                  </a:lnTo>
                  <a:lnTo>
                    <a:pt x="470916" y="10667"/>
                  </a:lnTo>
                  <a:close/>
                </a:path>
                <a:path w="2092959" h="875029">
                  <a:moveTo>
                    <a:pt x="513587" y="10667"/>
                  </a:moveTo>
                  <a:lnTo>
                    <a:pt x="481583" y="10667"/>
                  </a:lnTo>
                  <a:lnTo>
                    <a:pt x="481583" y="0"/>
                  </a:lnTo>
                  <a:lnTo>
                    <a:pt x="513587" y="0"/>
                  </a:lnTo>
                  <a:lnTo>
                    <a:pt x="513587" y="10667"/>
                  </a:lnTo>
                  <a:close/>
                </a:path>
                <a:path w="2092959" h="875029">
                  <a:moveTo>
                    <a:pt x="554735" y="10667"/>
                  </a:moveTo>
                  <a:lnTo>
                    <a:pt x="524255" y="10667"/>
                  </a:lnTo>
                  <a:lnTo>
                    <a:pt x="524255" y="0"/>
                  </a:lnTo>
                  <a:lnTo>
                    <a:pt x="554735" y="0"/>
                  </a:lnTo>
                  <a:lnTo>
                    <a:pt x="554735" y="10667"/>
                  </a:lnTo>
                  <a:close/>
                </a:path>
                <a:path w="2092959" h="875029">
                  <a:moveTo>
                    <a:pt x="597407" y="10667"/>
                  </a:moveTo>
                  <a:lnTo>
                    <a:pt x="565403" y="10667"/>
                  </a:lnTo>
                  <a:lnTo>
                    <a:pt x="565403" y="0"/>
                  </a:lnTo>
                  <a:lnTo>
                    <a:pt x="597407" y="0"/>
                  </a:lnTo>
                  <a:lnTo>
                    <a:pt x="597407" y="10667"/>
                  </a:lnTo>
                  <a:close/>
                </a:path>
                <a:path w="2092959" h="875029">
                  <a:moveTo>
                    <a:pt x="638555" y="10667"/>
                  </a:moveTo>
                  <a:lnTo>
                    <a:pt x="608076" y="10667"/>
                  </a:lnTo>
                  <a:lnTo>
                    <a:pt x="608076" y="0"/>
                  </a:lnTo>
                  <a:lnTo>
                    <a:pt x="638555" y="0"/>
                  </a:lnTo>
                  <a:lnTo>
                    <a:pt x="638555" y="10667"/>
                  </a:lnTo>
                  <a:close/>
                </a:path>
                <a:path w="2092959" h="875029">
                  <a:moveTo>
                    <a:pt x="681228" y="10667"/>
                  </a:moveTo>
                  <a:lnTo>
                    <a:pt x="649223" y="10667"/>
                  </a:lnTo>
                  <a:lnTo>
                    <a:pt x="649223" y="0"/>
                  </a:lnTo>
                  <a:lnTo>
                    <a:pt x="681228" y="0"/>
                  </a:lnTo>
                  <a:lnTo>
                    <a:pt x="681228" y="10667"/>
                  </a:lnTo>
                  <a:close/>
                </a:path>
                <a:path w="2092959" h="875029">
                  <a:moveTo>
                    <a:pt x="722376" y="10667"/>
                  </a:moveTo>
                  <a:lnTo>
                    <a:pt x="691896" y="10667"/>
                  </a:lnTo>
                  <a:lnTo>
                    <a:pt x="691896" y="0"/>
                  </a:lnTo>
                  <a:lnTo>
                    <a:pt x="722376" y="0"/>
                  </a:lnTo>
                  <a:lnTo>
                    <a:pt x="722376" y="10667"/>
                  </a:lnTo>
                  <a:close/>
                </a:path>
                <a:path w="2092959" h="875029">
                  <a:moveTo>
                    <a:pt x="765048" y="10667"/>
                  </a:moveTo>
                  <a:lnTo>
                    <a:pt x="733044" y="10667"/>
                  </a:lnTo>
                  <a:lnTo>
                    <a:pt x="733044" y="0"/>
                  </a:lnTo>
                  <a:lnTo>
                    <a:pt x="765048" y="0"/>
                  </a:lnTo>
                  <a:lnTo>
                    <a:pt x="765048" y="10667"/>
                  </a:lnTo>
                  <a:close/>
                </a:path>
                <a:path w="2092959" h="875029">
                  <a:moveTo>
                    <a:pt x="806196" y="10667"/>
                  </a:moveTo>
                  <a:lnTo>
                    <a:pt x="775716" y="10667"/>
                  </a:lnTo>
                  <a:lnTo>
                    <a:pt x="775716" y="0"/>
                  </a:lnTo>
                  <a:lnTo>
                    <a:pt x="806196" y="0"/>
                  </a:lnTo>
                  <a:lnTo>
                    <a:pt x="806196" y="10667"/>
                  </a:lnTo>
                  <a:close/>
                </a:path>
                <a:path w="2092959" h="875029">
                  <a:moveTo>
                    <a:pt x="848867" y="10667"/>
                  </a:moveTo>
                  <a:lnTo>
                    <a:pt x="816864" y="10667"/>
                  </a:lnTo>
                  <a:lnTo>
                    <a:pt x="816864" y="0"/>
                  </a:lnTo>
                  <a:lnTo>
                    <a:pt x="848867" y="0"/>
                  </a:lnTo>
                  <a:lnTo>
                    <a:pt x="848867" y="10667"/>
                  </a:lnTo>
                  <a:close/>
                </a:path>
                <a:path w="2092959" h="875029">
                  <a:moveTo>
                    <a:pt x="890016" y="10667"/>
                  </a:moveTo>
                  <a:lnTo>
                    <a:pt x="859535" y="10667"/>
                  </a:lnTo>
                  <a:lnTo>
                    <a:pt x="859535" y="0"/>
                  </a:lnTo>
                  <a:lnTo>
                    <a:pt x="890016" y="0"/>
                  </a:lnTo>
                  <a:lnTo>
                    <a:pt x="890016" y="10667"/>
                  </a:lnTo>
                  <a:close/>
                </a:path>
                <a:path w="2092959" h="875029">
                  <a:moveTo>
                    <a:pt x="932687" y="10667"/>
                  </a:moveTo>
                  <a:lnTo>
                    <a:pt x="900684" y="10667"/>
                  </a:lnTo>
                  <a:lnTo>
                    <a:pt x="900684" y="0"/>
                  </a:lnTo>
                  <a:lnTo>
                    <a:pt x="932687" y="0"/>
                  </a:lnTo>
                  <a:lnTo>
                    <a:pt x="932687" y="10667"/>
                  </a:lnTo>
                  <a:close/>
                </a:path>
                <a:path w="2092959" h="875029">
                  <a:moveTo>
                    <a:pt x="973835" y="10667"/>
                  </a:moveTo>
                  <a:lnTo>
                    <a:pt x="943355" y="10667"/>
                  </a:lnTo>
                  <a:lnTo>
                    <a:pt x="943355" y="0"/>
                  </a:lnTo>
                  <a:lnTo>
                    <a:pt x="973835" y="0"/>
                  </a:lnTo>
                  <a:lnTo>
                    <a:pt x="973835" y="10667"/>
                  </a:lnTo>
                  <a:close/>
                </a:path>
                <a:path w="2092959" h="875029">
                  <a:moveTo>
                    <a:pt x="1016507" y="10667"/>
                  </a:moveTo>
                  <a:lnTo>
                    <a:pt x="984503" y="10667"/>
                  </a:lnTo>
                  <a:lnTo>
                    <a:pt x="984503" y="0"/>
                  </a:lnTo>
                  <a:lnTo>
                    <a:pt x="1016507" y="0"/>
                  </a:lnTo>
                  <a:lnTo>
                    <a:pt x="1016507" y="10667"/>
                  </a:lnTo>
                  <a:close/>
                </a:path>
                <a:path w="2092959" h="875029">
                  <a:moveTo>
                    <a:pt x="1057655" y="10667"/>
                  </a:moveTo>
                  <a:lnTo>
                    <a:pt x="1027176" y="10667"/>
                  </a:lnTo>
                  <a:lnTo>
                    <a:pt x="1027176" y="0"/>
                  </a:lnTo>
                  <a:lnTo>
                    <a:pt x="1057655" y="0"/>
                  </a:lnTo>
                  <a:lnTo>
                    <a:pt x="1057655" y="10667"/>
                  </a:lnTo>
                  <a:close/>
                </a:path>
                <a:path w="2092959" h="875029">
                  <a:moveTo>
                    <a:pt x="1100328" y="10667"/>
                  </a:moveTo>
                  <a:lnTo>
                    <a:pt x="1068323" y="10667"/>
                  </a:lnTo>
                  <a:lnTo>
                    <a:pt x="1068323" y="0"/>
                  </a:lnTo>
                  <a:lnTo>
                    <a:pt x="1100328" y="0"/>
                  </a:lnTo>
                  <a:lnTo>
                    <a:pt x="1100328" y="10667"/>
                  </a:lnTo>
                  <a:close/>
                </a:path>
                <a:path w="2092959" h="875029">
                  <a:moveTo>
                    <a:pt x="1141476" y="10667"/>
                  </a:moveTo>
                  <a:lnTo>
                    <a:pt x="1110996" y="10667"/>
                  </a:lnTo>
                  <a:lnTo>
                    <a:pt x="1110996" y="0"/>
                  </a:lnTo>
                  <a:lnTo>
                    <a:pt x="1141476" y="0"/>
                  </a:lnTo>
                  <a:lnTo>
                    <a:pt x="1141476" y="10667"/>
                  </a:lnTo>
                  <a:close/>
                </a:path>
                <a:path w="2092959" h="875029">
                  <a:moveTo>
                    <a:pt x="1184148" y="10667"/>
                  </a:moveTo>
                  <a:lnTo>
                    <a:pt x="1152144" y="10667"/>
                  </a:lnTo>
                  <a:lnTo>
                    <a:pt x="1152144" y="0"/>
                  </a:lnTo>
                  <a:lnTo>
                    <a:pt x="1184148" y="0"/>
                  </a:lnTo>
                  <a:lnTo>
                    <a:pt x="1184148" y="10667"/>
                  </a:lnTo>
                  <a:close/>
                </a:path>
                <a:path w="2092959" h="875029">
                  <a:moveTo>
                    <a:pt x="1225296" y="10667"/>
                  </a:moveTo>
                  <a:lnTo>
                    <a:pt x="1194816" y="10667"/>
                  </a:lnTo>
                  <a:lnTo>
                    <a:pt x="1194816" y="0"/>
                  </a:lnTo>
                  <a:lnTo>
                    <a:pt x="1225296" y="0"/>
                  </a:lnTo>
                  <a:lnTo>
                    <a:pt x="1225296" y="10667"/>
                  </a:lnTo>
                  <a:close/>
                </a:path>
                <a:path w="2092959" h="875029">
                  <a:moveTo>
                    <a:pt x="1267967" y="10667"/>
                  </a:moveTo>
                  <a:lnTo>
                    <a:pt x="1235964" y="10667"/>
                  </a:lnTo>
                  <a:lnTo>
                    <a:pt x="1235964" y="0"/>
                  </a:lnTo>
                  <a:lnTo>
                    <a:pt x="1267967" y="0"/>
                  </a:lnTo>
                  <a:lnTo>
                    <a:pt x="1267967" y="10667"/>
                  </a:lnTo>
                  <a:close/>
                </a:path>
                <a:path w="2092959" h="875029">
                  <a:moveTo>
                    <a:pt x="1309116" y="10667"/>
                  </a:moveTo>
                  <a:lnTo>
                    <a:pt x="1278635" y="10667"/>
                  </a:lnTo>
                  <a:lnTo>
                    <a:pt x="1278635" y="0"/>
                  </a:lnTo>
                  <a:lnTo>
                    <a:pt x="1309116" y="0"/>
                  </a:lnTo>
                  <a:lnTo>
                    <a:pt x="1309116" y="10667"/>
                  </a:lnTo>
                  <a:close/>
                </a:path>
                <a:path w="2092959" h="875029">
                  <a:moveTo>
                    <a:pt x="1351787" y="10667"/>
                  </a:moveTo>
                  <a:lnTo>
                    <a:pt x="1319784" y="10667"/>
                  </a:lnTo>
                  <a:lnTo>
                    <a:pt x="1319784" y="0"/>
                  </a:lnTo>
                  <a:lnTo>
                    <a:pt x="1351787" y="0"/>
                  </a:lnTo>
                  <a:lnTo>
                    <a:pt x="1351787" y="10667"/>
                  </a:lnTo>
                  <a:close/>
                </a:path>
                <a:path w="2092959" h="875029">
                  <a:moveTo>
                    <a:pt x="1392935" y="10667"/>
                  </a:moveTo>
                  <a:lnTo>
                    <a:pt x="1362455" y="10667"/>
                  </a:lnTo>
                  <a:lnTo>
                    <a:pt x="1362455" y="0"/>
                  </a:lnTo>
                  <a:lnTo>
                    <a:pt x="1392935" y="0"/>
                  </a:lnTo>
                  <a:lnTo>
                    <a:pt x="1392935" y="10667"/>
                  </a:lnTo>
                  <a:close/>
                </a:path>
                <a:path w="2092959" h="875029">
                  <a:moveTo>
                    <a:pt x="1435607" y="10667"/>
                  </a:moveTo>
                  <a:lnTo>
                    <a:pt x="1403603" y="10667"/>
                  </a:lnTo>
                  <a:lnTo>
                    <a:pt x="1403603" y="0"/>
                  </a:lnTo>
                  <a:lnTo>
                    <a:pt x="1435607" y="0"/>
                  </a:lnTo>
                  <a:lnTo>
                    <a:pt x="1435607" y="10667"/>
                  </a:lnTo>
                  <a:close/>
                </a:path>
                <a:path w="2092959" h="875029">
                  <a:moveTo>
                    <a:pt x="1476755" y="10667"/>
                  </a:moveTo>
                  <a:lnTo>
                    <a:pt x="1446276" y="10667"/>
                  </a:lnTo>
                  <a:lnTo>
                    <a:pt x="1446276" y="0"/>
                  </a:lnTo>
                  <a:lnTo>
                    <a:pt x="1476755" y="0"/>
                  </a:lnTo>
                  <a:lnTo>
                    <a:pt x="1476755" y="10667"/>
                  </a:lnTo>
                  <a:close/>
                </a:path>
                <a:path w="2092959" h="875029">
                  <a:moveTo>
                    <a:pt x="1519428" y="10667"/>
                  </a:moveTo>
                  <a:lnTo>
                    <a:pt x="1487423" y="10667"/>
                  </a:lnTo>
                  <a:lnTo>
                    <a:pt x="1487423" y="0"/>
                  </a:lnTo>
                  <a:lnTo>
                    <a:pt x="1519428" y="0"/>
                  </a:lnTo>
                  <a:lnTo>
                    <a:pt x="1519428" y="10667"/>
                  </a:lnTo>
                  <a:close/>
                </a:path>
                <a:path w="2092959" h="875029">
                  <a:moveTo>
                    <a:pt x="1560576" y="10667"/>
                  </a:moveTo>
                  <a:lnTo>
                    <a:pt x="1530096" y="10667"/>
                  </a:lnTo>
                  <a:lnTo>
                    <a:pt x="1530096" y="0"/>
                  </a:lnTo>
                  <a:lnTo>
                    <a:pt x="1560576" y="0"/>
                  </a:lnTo>
                  <a:lnTo>
                    <a:pt x="1560576" y="10667"/>
                  </a:lnTo>
                  <a:close/>
                </a:path>
                <a:path w="2092959" h="875029">
                  <a:moveTo>
                    <a:pt x="1603248" y="10667"/>
                  </a:moveTo>
                  <a:lnTo>
                    <a:pt x="1571244" y="10667"/>
                  </a:lnTo>
                  <a:lnTo>
                    <a:pt x="1571244" y="0"/>
                  </a:lnTo>
                  <a:lnTo>
                    <a:pt x="1603248" y="0"/>
                  </a:lnTo>
                  <a:lnTo>
                    <a:pt x="1603248" y="10667"/>
                  </a:lnTo>
                  <a:close/>
                </a:path>
                <a:path w="2092959" h="875029">
                  <a:moveTo>
                    <a:pt x="1644396" y="10667"/>
                  </a:moveTo>
                  <a:lnTo>
                    <a:pt x="1613916" y="10667"/>
                  </a:lnTo>
                  <a:lnTo>
                    <a:pt x="1613916" y="0"/>
                  </a:lnTo>
                  <a:lnTo>
                    <a:pt x="1644396" y="0"/>
                  </a:lnTo>
                  <a:lnTo>
                    <a:pt x="1644396" y="10667"/>
                  </a:lnTo>
                  <a:close/>
                </a:path>
                <a:path w="2092959" h="875029">
                  <a:moveTo>
                    <a:pt x="1687068" y="10667"/>
                  </a:moveTo>
                  <a:lnTo>
                    <a:pt x="1655064" y="10667"/>
                  </a:lnTo>
                  <a:lnTo>
                    <a:pt x="1655064" y="0"/>
                  </a:lnTo>
                  <a:lnTo>
                    <a:pt x="1687068" y="0"/>
                  </a:lnTo>
                  <a:lnTo>
                    <a:pt x="1687068" y="10667"/>
                  </a:lnTo>
                  <a:close/>
                </a:path>
                <a:path w="2092959" h="875029">
                  <a:moveTo>
                    <a:pt x="1728216" y="10667"/>
                  </a:moveTo>
                  <a:lnTo>
                    <a:pt x="1697735" y="10667"/>
                  </a:lnTo>
                  <a:lnTo>
                    <a:pt x="1697735" y="0"/>
                  </a:lnTo>
                  <a:lnTo>
                    <a:pt x="1728216" y="0"/>
                  </a:lnTo>
                  <a:lnTo>
                    <a:pt x="1728216" y="10667"/>
                  </a:lnTo>
                  <a:close/>
                </a:path>
                <a:path w="2092959" h="875029">
                  <a:moveTo>
                    <a:pt x="1770887" y="10667"/>
                  </a:moveTo>
                  <a:lnTo>
                    <a:pt x="1738884" y="10667"/>
                  </a:lnTo>
                  <a:lnTo>
                    <a:pt x="1738884" y="0"/>
                  </a:lnTo>
                  <a:lnTo>
                    <a:pt x="1770887" y="0"/>
                  </a:lnTo>
                  <a:lnTo>
                    <a:pt x="1770887" y="10667"/>
                  </a:lnTo>
                  <a:close/>
                </a:path>
                <a:path w="2092959" h="875029">
                  <a:moveTo>
                    <a:pt x="1812035" y="10667"/>
                  </a:moveTo>
                  <a:lnTo>
                    <a:pt x="1781555" y="10667"/>
                  </a:lnTo>
                  <a:lnTo>
                    <a:pt x="1781555" y="0"/>
                  </a:lnTo>
                  <a:lnTo>
                    <a:pt x="1812035" y="0"/>
                  </a:lnTo>
                  <a:lnTo>
                    <a:pt x="1812035" y="10667"/>
                  </a:lnTo>
                  <a:close/>
                </a:path>
                <a:path w="2092959" h="875029">
                  <a:moveTo>
                    <a:pt x="1854707" y="10667"/>
                  </a:moveTo>
                  <a:lnTo>
                    <a:pt x="1822703" y="10667"/>
                  </a:lnTo>
                  <a:lnTo>
                    <a:pt x="1822703" y="0"/>
                  </a:lnTo>
                  <a:lnTo>
                    <a:pt x="1854707" y="0"/>
                  </a:lnTo>
                  <a:lnTo>
                    <a:pt x="1854707" y="10667"/>
                  </a:lnTo>
                  <a:close/>
                </a:path>
                <a:path w="2092959" h="875029">
                  <a:moveTo>
                    <a:pt x="1895855" y="10667"/>
                  </a:moveTo>
                  <a:lnTo>
                    <a:pt x="1865376" y="10667"/>
                  </a:lnTo>
                  <a:lnTo>
                    <a:pt x="1865376" y="0"/>
                  </a:lnTo>
                  <a:lnTo>
                    <a:pt x="1895855" y="0"/>
                  </a:lnTo>
                  <a:lnTo>
                    <a:pt x="1895855" y="10667"/>
                  </a:lnTo>
                  <a:close/>
                </a:path>
                <a:path w="2092959" h="875029">
                  <a:moveTo>
                    <a:pt x="1938528" y="10667"/>
                  </a:moveTo>
                  <a:lnTo>
                    <a:pt x="1906523" y="10667"/>
                  </a:lnTo>
                  <a:lnTo>
                    <a:pt x="1906523" y="0"/>
                  </a:lnTo>
                  <a:lnTo>
                    <a:pt x="1938528" y="0"/>
                  </a:lnTo>
                  <a:lnTo>
                    <a:pt x="1938528" y="10667"/>
                  </a:lnTo>
                  <a:close/>
                </a:path>
                <a:path w="2092959" h="875029">
                  <a:moveTo>
                    <a:pt x="1979676" y="10667"/>
                  </a:moveTo>
                  <a:lnTo>
                    <a:pt x="1949196" y="10667"/>
                  </a:lnTo>
                  <a:lnTo>
                    <a:pt x="1949196" y="0"/>
                  </a:lnTo>
                  <a:lnTo>
                    <a:pt x="1979676" y="0"/>
                  </a:lnTo>
                  <a:lnTo>
                    <a:pt x="1979676" y="10667"/>
                  </a:lnTo>
                  <a:close/>
                </a:path>
                <a:path w="2092959" h="875029">
                  <a:moveTo>
                    <a:pt x="2022347" y="10667"/>
                  </a:moveTo>
                  <a:lnTo>
                    <a:pt x="1990344" y="10667"/>
                  </a:lnTo>
                  <a:lnTo>
                    <a:pt x="1990344" y="0"/>
                  </a:lnTo>
                  <a:lnTo>
                    <a:pt x="2022347" y="0"/>
                  </a:lnTo>
                  <a:lnTo>
                    <a:pt x="2022347" y="10667"/>
                  </a:lnTo>
                  <a:close/>
                </a:path>
                <a:path w="2092959" h="875029">
                  <a:moveTo>
                    <a:pt x="2063496" y="10667"/>
                  </a:moveTo>
                  <a:lnTo>
                    <a:pt x="2033015" y="10667"/>
                  </a:lnTo>
                  <a:lnTo>
                    <a:pt x="2033015" y="0"/>
                  </a:lnTo>
                  <a:lnTo>
                    <a:pt x="2063496" y="0"/>
                  </a:lnTo>
                  <a:lnTo>
                    <a:pt x="2063496" y="10667"/>
                  </a:lnTo>
                  <a:close/>
                </a:path>
                <a:path w="2092959" h="875029">
                  <a:moveTo>
                    <a:pt x="2081784" y="10667"/>
                  </a:moveTo>
                  <a:lnTo>
                    <a:pt x="2074164" y="10667"/>
                  </a:lnTo>
                  <a:lnTo>
                    <a:pt x="2074164" y="0"/>
                  </a:lnTo>
                  <a:lnTo>
                    <a:pt x="2092452" y="0"/>
                  </a:lnTo>
                  <a:lnTo>
                    <a:pt x="2092452" y="6095"/>
                  </a:lnTo>
                  <a:lnTo>
                    <a:pt x="2081784" y="6095"/>
                  </a:lnTo>
                  <a:lnTo>
                    <a:pt x="2081784" y="10667"/>
                  </a:lnTo>
                  <a:close/>
                </a:path>
                <a:path w="2092959" h="875029">
                  <a:moveTo>
                    <a:pt x="2092452" y="24383"/>
                  </a:moveTo>
                  <a:lnTo>
                    <a:pt x="2081784" y="24383"/>
                  </a:lnTo>
                  <a:lnTo>
                    <a:pt x="2081784" y="6095"/>
                  </a:lnTo>
                  <a:lnTo>
                    <a:pt x="2087879" y="10667"/>
                  </a:lnTo>
                  <a:lnTo>
                    <a:pt x="2092452" y="10667"/>
                  </a:lnTo>
                  <a:lnTo>
                    <a:pt x="2092452" y="24383"/>
                  </a:lnTo>
                  <a:close/>
                </a:path>
                <a:path w="2092959" h="875029">
                  <a:moveTo>
                    <a:pt x="2092452" y="10667"/>
                  </a:moveTo>
                  <a:lnTo>
                    <a:pt x="2087879" y="10667"/>
                  </a:lnTo>
                  <a:lnTo>
                    <a:pt x="2081784" y="6095"/>
                  </a:lnTo>
                  <a:lnTo>
                    <a:pt x="2092452" y="6095"/>
                  </a:lnTo>
                  <a:lnTo>
                    <a:pt x="2092452" y="10667"/>
                  </a:lnTo>
                  <a:close/>
                </a:path>
                <a:path w="2092959" h="875029">
                  <a:moveTo>
                    <a:pt x="2092452" y="65532"/>
                  </a:moveTo>
                  <a:lnTo>
                    <a:pt x="2081784" y="65532"/>
                  </a:lnTo>
                  <a:lnTo>
                    <a:pt x="2081784" y="35051"/>
                  </a:lnTo>
                  <a:lnTo>
                    <a:pt x="2092452" y="35051"/>
                  </a:lnTo>
                  <a:lnTo>
                    <a:pt x="2092452" y="65532"/>
                  </a:lnTo>
                  <a:close/>
                </a:path>
                <a:path w="2092959" h="875029">
                  <a:moveTo>
                    <a:pt x="2092452" y="108203"/>
                  </a:moveTo>
                  <a:lnTo>
                    <a:pt x="2081784" y="108203"/>
                  </a:lnTo>
                  <a:lnTo>
                    <a:pt x="2081784" y="76200"/>
                  </a:lnTo>
                  <a:lnTo>
                    <a:pt x="2092452" y="76200"/>
                  </a:lnTo>
                  <a:lnTo>
                    <a:pt x="2092452" y="108203"/>
                  </a:lnTo>
                  <a:close/>
                </a:path>
                <a:path w="2092959" h="875029">
                  <a:moveTo>
                    <a:pt x="2092452" y="149351"/>
                  </a:moveTo>
                  <a:lnTo>
                    <a:pt x="2081784" y="149351"/>
                  </a:lnTo>
                  <a:lnTo>
                    <a:pt x="2081784" y="118871"/>
                  </a:lnTo>
                  <a:lnTo>
                    <a:pt x="2092452" y="118871"/>
                  </a:lnTo>
                  <a:lnTo>
                    <a:pt x="2092452" y="149351"/>
                  </a:lnTo>
                  <a:close/>
                </a:path>
                <a:path w="2092959" h="875029">
                  <a:moveTo>
                    <a:pt x="2092452" y="192024"/>
                  </a:moveTo>
                  <a:lnTo>
                    <a:pt x="2081784" y="192024"/>
                  </a:lnTo>
                  <a:lnTo>
                    <a:pt x="2081784" y="160019"/>
                  </a:lnTo>
                  <a:lnTo>
                    <a:pt x="2092452" y="160019"/>
                  </a:lnTo>
                  <a:lnTo>
                    <a:pt x="2092452" y="192024"/>
                  </a:lnTo>
                  <a:close/>
                </a:path>
                <a:path w="2092959" h="875029">
                  <a:moveTo>
                    <a:pt x="2092452" y="233171"/>
                  </a:moveTo>
                  <a:lnTo>
                    <a:pt x="2081784" y="233171"/>
                  </a:lnTo>
                  <a:lnTo>
                    <a:pt x="2081784" y="202691"/>
                  </a:lnTo>
                  <a:lnTo>
                    <a:pt x="2092452" y="202691"/>
                  </a:lnTo>
                  <a:lnTo>
                    <a:pt x="2092452" y="233171"/>
                  </a:lnTo>
                  <a:close/>
                </a:path>
                <a:path w="2092959" h="875029">
                  <a:moveTo>
                    <a:pt x="2092452" y="275843"/>
                  </a:moveTo>
                  <a:lnTo>
                    <a:pt x="2081784" y="275843"/>
                  </a:lnTo>
                  <a:lnTo>
                    <a:pt x="2081784" y="243840"/>
                  </a:lnTo>
                  <a:lnTo>
                    <a:pt x="2092452" y="243840"/>
                  </a:lnTo>
                  <a:lnTo>
                    <a:pt x="2092452" y="275843"/>
                  </a:lnTo>
                  <a:close/>
                </a:path>
                <a:path w="2092959" h="875029">
                  <a:moveTo>
                    <a:pt x="2092452" y="316991"/>
                  </a:moveTo>
                  <a:lnTo>
                    <a:pt x="2081784" y="316991"/>
                  </a:lnTo>
                  <a:lnTo>
                    <a:pt x="2081784" y="286511"/>
                  </a:lnTo>
                  <a:lnTo>
                    <a:pt x="2092452" y="286511"/>
                  </a:lnTo>
                  <a:lnTo>
                    <a:pt x="2092452" y="316991"/>
                  </a:lnTo>
                  <a:close/>
                </a:path>
                <a:path w="2092959" h="875029">
                  <a:moveTo>
                    <a:pt x="2092452" y="359663"/>
                  </a:moveTo>
                  <a:lnTo>
                    <a:pt x="2081784" y="359663"/>
                  </a:lnTo>
                  <a:lnTo>
                    <a:pt x="2081784" y="327659"/>
                  </a:lnTo>
                  <a:lnTo>
                    <a:pt x="2092452" y="327659"/>
                  </a:lnTo>
                  <a:lnTo>
                    <a:pt x="2092452" y="359663"/>
                  </a:lnTo>
                  <a:close/>
                </a:path>
                <a:path w="2092959" h="875029">
                  <a:moveTo>
                    <a:pt x="2092452" y="400811"/>
                  </a:moveTo>
                  <a:lnTo>
                    <a:pt x="2081784" y="400811"/>
                  </a:lnTo>
                  <a:lnTo>
                    <a:pt x="2081784" y="370332"/>
                  </a:lnTo>
                  <a:lnTo>
                    <a:pt x="2092452" y="370332"/>
                  </a:lnTo>
                  <a:lnTo>
                    <a:pt x="2092452" y="400811"/>
                  </a:lnTo>
                  <a:close/>
                </a:path>
                <a:path w="2092959" h="875029">
                  <a:moveTo>
                    <a:pt x="2092452" y="443483"/>
                  </a:moveTo>
                  <a:lnTo>
                    <a:pt x="2081784" y="443483"/>
                  </a:lnTo>
                  <a:lnTo>
                    <a:pt x="2081784" y="411479"/>
                  </a:lnTo>
                  <a:lnTo>
                    <a:pt x="2092452" y="411479"/>
                  </a:lnTo>
                  <a:lnTo>
                    <a:pt x="2092452" y="443483"/>
                  </a:lnTo>
                  <a:close/>
                </a:path>
                <a:path w="2092959" h="875029">
                  <a:moveTo>
                    <a:pt x="2092452" y="484632"/>
                  </a:moveTo>
                  <a:lnTo>
                    <a:pt x="2081784" y="484632"/>
                  </a:lnTo>
                  <a:lnTo>
                    <a:pt x="2081784" y="454151"/>
                  </a:lnTo>
                  <a:lnTo>
                    <a:pt x="2092452" y="454151"/>
                  </a:lnTo>
                  <a:lnTo>
                    <a:pt x="2092452" y="484632"/>
                  </a:lnTo>
                  <a:close/>
                </a:path>
                <a:path w="2092959" h="875029">
                  <a:moveTo>
                    <a:pt x="2092452" y="527303"/>
                  </a:moveTo>
                  <a:lnTo>
                    <a:pt x="2081784" y="527303"/>
                  </a:lnTo>
                  <a:lnTo>
                    <a:pt x="2081784" y="495300"/>
                  </a:lnTo>
                  <a:lnTo>
                    <a:pt x="2092452" y="495300"/>
                  </a:lnTo>
                  <a:lnTo>
                    <a:pt x="2092452" y="527303"/>
                  </a:lnTo>
                  <a:close/>
                </a:path>
                <a:path w="2092959" h="875029">
                  <a:moveTo>
                    <a:pt x="2092452" y="568451"/>
                  </a:moveTo>
                  <a:lnTo>
                    <a:pt x="2081784" y="568451"/>
                  </a:lnTo>
                  <a:lnTo>
                    <a:pt x="2081784" y="537971"/>
                  </a:lnTo>
                  <a:lnTo>
                    <a:pt x="2092452" y="537971"/>
                  </a:lnTo>
                  <a:lnTo>
                    <a:pt x="2092452" y="568451"/>
                  </a:lnTo>
                  <a:close/>
                </a:path>
                <a:path w="2092959" h="875029">
                  <a:moveTo>
                    <a:pt x="2092452" y="611124"/>
                  </a:moveTo>
                  <a:lnTo>
                    <a:pt x="2081784" y="611124"/>
                  </a:lnTo>
                  <a:lnTo>
                    <a:pt x="2081784" y="579119"/>
                  </a:lnTo>
                  <a:lnTo>
                    <a:pt x="2092452" y="579119"/>
                  </a:lnTo>
                  <a:lnTo>
                    <a:pt x="2092452" y="611124"/>
                  </a:lnTo>
                  <a:close/>
                </a:path>
                <a:path w="2092959" h="875029">
                  <a:moveTo>
                    <a:pt x="2092452" y="652271"/>
                  </a:moveTo>
                  <a:lnTo>
                    <a:pt x="2081784" y="652271"/>
                  </a:lnTo>
                  <a:lnTo>
                    <a:pt x="2081784" y="621792"/>
                  </a:lnTo>
                  <a:lnTo>
                    <a:pt x="2092452" y="621792"/>
                  </a:lnTo>
                  <a:lnTo>
                    <a:pt x="2092452" y="652271"/>
                  </a:lnTo>
                  <a:close/>
                </a:path>
                <a:path w="2092959" h="875029">
                  <a:moveTo>
                    <a:pt x="2092452" y="694943"/>
                  </a:moveTo>
                  <a:lnTo>
                    <a:pt x="2081784" y="694943"/>
                  </a:lnTo>
                  <a:lnTo>
                    <a:pt x="2081784" y="662940"/>
                  </a:lnTo>
                  <a:lnTo>
                    <a:pt x="2092452" y="662940"/>
                  </a:lnTo>
                  <a:lnTo>
                    <a:pt x="2092452" y="694943"/>
                  </a:lnTo>
                  <a:close/>
                </a:path>
                <a:path w="2092959" h="875029">
                  <a:moveTo>
                    <a:pt x="2092452" y="736092"/>
                  </a:moveTo>
                  <a:lnTo>
                    <a:pt x="2081784" y="736092"/>
                  </a:lnTo>
                  <a:lnTo>
                    <a:pt x="2081784" y="705611"/>
                  </a:lnTo>
                  <a:lnTo>
                    <a:pt x="2092452" y="705611"/>
                  </a:lnTo>
                  <a:lnTo>
                    <a:pt x="2092452" y="736092"/>
                  </a:lnTo>
                  <a:close/>
                </a:path>
                <a:path w="2092959" h="875029">
                  <a:moveTo>
                    <a:pt x="2092452" y="778763"/>
                  </a:moveTo>
                  <a:lnTo>
                    <a:pt x="2081784" y="778763"/>
                  </a:lnTo>
                  <a:lnTo>
                    <a:pt x="2081784" y="746759"/>
                  </a:lnTo>
                  <a:lnTo>
                    <a:pt x="2092452" y="746759"/>
                  </a:lnTo>
                  <a:lnTo>
                    <a:pt x="2092452" y="778763"/>
                  </a:lnTo>
                  <a:close/>
                </a:path>
                <a:path w="2092959" h="875029">
                  <a:moveTo>
                    <a:pt x="2092452" y="819911"/>
                  </a:moveTo>
                  <a:lnTo>
                    <a:pt x="2081784" y="819911"/>
                  </a:lnTo>
                  <a:lnTo>
                    <a:pt x="2081784" y="789432"/>
                  </a:lnTo>
                  <a:lnTo>
                    <a:pt x="2092452" y="789432"/>
                  </a:lnTo>
                  <a:lnTo>
                    <a:pt x="2092452" y="819911"/>
                  </a:lnTo>
                  <a:close/>
                </a:path>
                <a:path w="2092959" h="875029">
                  <a:moveTo>
                    <a:pt x="2092452" y="862584"/>
                  </a:moveTo>
                  <a:lnTo>
                    <a:pt x="2081784" y="862584"/>
                  </a:lnTo>
                  <a:lnTo>
                    <a:pt x="2081784" y="830579"/>
                  </a:lnTo>
                  <a:lnTo>
                    <a:pt x="2092452" y="830579"/>
                  </a:lnTo>
                  <a:lnTo>
                    <a:pt x="2092452" y="862584"/>
                  </a:lnTo>
                  <a:close/>
                </a:path>
                <a:path w="2092959" h="875029">
                  <a:moveTo>
                    <a:pt x="2084832" y="874775"/>
                  </a:moveTo>
                  <a:lnTo>
                    <a:pt x="2052828" y="874775"/>
                  </a:lnTo>
                  <a:lnTo>
                    <a:pt x="2052828" y="864107"/>
                  </a:lnTo>
                  <a:lnTo>
                    <a:pt x="2084832" y="864107"/>
                  </a:lnTo>
                  <a:lnTo>
                    <a:pt x="2084832" y="874775"/>
                  </a:lnTo>
                  <a:close/>
                </a:path>
                <a:path w="2092959" h="875029">
                  <a:moveTo>
                    <a:pt x="2042160" y="874775"/>
                  </a:moveTo>
                  <a:lnTo>
                    <a:pt x="2011680" y="874775"/>
                  </a:lnTo>
                  <a:lnTo>
                    <a:pt x="2011680" y="864107"/>
                  </a:lnTo>
                  <a:lnTo>
                    <a:pt x="2042160" y="864107"/>
                  </a:lnTo>
                  <a:lnTo>
                    <a:pt x="2042160" y="874775"/>
                  </a:lnTo>
                  <a:close/>
                </a:path>
                <a:path w="2092959" h="875029">
                  <a:moveTo>
                    <a:pt x="2001012" y="874775"/>
                  </a:moveTo>
                  <a:lnTo>
                    <a:pt x="1969007" y="874775"/>
                  </a:lnTo>
                  <a:lnTo>
                    <a:pt x="1969007" y="864107"/>
                  </a:lnTo>
                  <a:lnTo>
                    <a:pt x="2001012" y="864107"/>
                  </a:lnTo>
                  <a:lnTo>
                    <a:pt x="2001012" y="874775"/>
                  </a:lnTo>
                  <a:close/>
                </a:path>
                <a:path w="2092959" h="875029">
                  <a:moveTo>
                    <a:pt x="1958339" y="874775"/>
                  </a:moveTo>
                  <a:lnTo>
                    <a:pt x="1927860" y="874775"/>
                  </a:lnTo>
                  <a:lnTo>
                    <a:pt x="1927860" y="864107"/>
                  </a:lnTo>
                  <a:lnTo>
                    <a:pt x="1958339" y="864107"/>
                  </a:lnTo>
                  <a:lnTo>
                    <a:pt x="1958339" y="874775"/>
                  </a:lnTo>
                  <a:close/>
                </a:path>
                <a:path w="2092959" h="875029">
                  <a:moveTo>
                    <a:pt x="1917192" y="874775"/>
                  </a:moveTo>
                  <a:lnTo>
                    <a:pt x="1885187" y="874775"/>
                  </a:lnTo>
                  <a:lnTo>
                    <a:pt x="1885187" y="864107"/>
                  </a:lnTo>
                  <a:lnTo>
                    <a:pt x="1917192" y="864107"/>
                  </a:lnTo>
                  <a:lnTo>
                    <a:pt x="1917192" y="874775"/>
                  </a:lnTo>
                  <a:close/>
                </a:path>
                <a:path w="2092959" h="875029">
                  <a:moveTo>
                    <a:pt x="1874519" y="874775"/>
                  </a:moveTo>
                  <a:lnTo>
                    <a:pt x="1844039" y="874775"/>
                  </a:lnTo>
                  <a:lnTo>
                    <a:pt x="1844039" y="864107"/>
                  </a:lnTo>
                  <a:lnTo>
                    <a:pt x="1874519" y="864107"/>
                  </a:lnTo>
                  <a:lnTo>
                    <a:pt x="1874519" y="874775"/>
                  </a:lnTo>
                  <a:close/>
                </a:path>
                <a:path w="2092959" h="875029">
                  <a:moveTo>
                    <a:pt x="1833371" y="874775"/>
                  </a:moveTo>
                  <a:lnTo>
                    <a:pt x="1801368" y="874775"/>
                  </a:lnTo>
                  <a:lnTo>
                    <a:pt x="1801368" y="864107"/>
                  </a:lnTo>
                  <a:lnTo>
                    <a:pt x="1833371" y="864107"/>
                  </a:lnTo>
                  <a:lnTo>
                    <a:pt x="1833371" y="874775"/>
                  </a:lnTo>
                  <a:close/>
                </a:path>
                <a:path w="2092959" h="875029">
                  <a:moveTo>
                    <a:pt x="1790700" y="874775"/>
                  </a:moveTo>
                  <a:lnTo>
                    <a:pt x="1760219" y="874775"/>
                  </a:lnTo>
                  <a:lnTo>
                    <a:pt x="1760219" y="864107"/>
                  </a:lnTo>
                  <a:lnTo>
                    <a:pt x="1790700" y="864107"/>
                  </a:lnTo>
                  <a:lnTo>
                    <a:pt x="1790700" y="874775"/>
                  </a:lnTo>
                  <a:close/>
                </a:path>
                <a:path w="2092959" h="875029">
                  <a:moveTo>
                    <a:pt x="1749551" y="874775"/>
                  </a:moveTo>
                  <a:lnTo>
                    <a:pt x="1717548" y="874775"/>
                  </a:lnTo>
                  <a:lnTo>
                    <a:pt x="1717548" y="864107"/>
                  </a:lnTo>
                  <a:lnTo>
                    <a:pt x="1749551" y="864107"/>
                  </a:lnTo>
                  <a:lnTo>
                    <a:pt x="1749551" y="874775"/>
                  </a:lnTo>
                  <a:close/>
                </a:path>
                <a:path w="2092959" h="875029">
                  <a:moveTo>
                    <a:pt x="1706880" y="874775"/>
                  </a:moveTo>
                  <a:lnTo>
                    <a:pt x="1676400" y="874775"/>
                  </a:lnTo>
                  <a:lnTo>
                    <a:pt x="1676400" y="864107"/>
                  </a:lnTo>
                  <a:lnTo>
                    <a:pt x="1706880" y="864107"/>
                  </a:lnTo>
                  <a:lnTo>
                    <a:pt x="1706880" y="874775"/>
                  </a:lnTo>
                  <a:close/>
                </a:path>
                <a:path w="2092959" h="875029">
                  <a:moveTo>
                    <a:pt x="1665732" y="874775"/>
                  </a:moveTo>
                  <a:lnTo>
                    <a:pt x="1633728" y="874775"/>
                  </a:lnTo>
                  <a:lnTo>
                    <a:pt x="1633728" y="864107"/>
                  </a:lnTo>
                  <a:lnTo>
                    <a:pt x="1665732" y="864107"/>
                  </a:lnTo>
                  <a:lnTo>
                    <a:pt x="1665732" y="874775"/>
                  </a:lnTo>
                  <a:close/>
                </a:path>
                <a:path w="2092959" h="875029">
                  <a:moveTo>
                    <a:pt x="1623060" y="874775"/>
                  </a:moveTo>
                  <a:lnTo>
                    <a:pt x="1592580" y="874775"/>
                  </a:lnTo>
                  <a:lnTo>
                    <a:pt x="1592580" y="864107"/>
                  </a:lnTo>
                  <a:lnTo>
                    <a:pt x="1623060" y="864107"/>
                  </a:lnTo>
                  <a:lnTo>
                    <a:pt x="1623060" y="874775"/>
                  </a:lnTo>
                  <a:close/>
                </a:path>
                <a:path w="2092959" h="875029">
                  <a:moveTo>
                    <a:pt x="1581912" y="874775"/>
                  </a:moveTo>
                  <a:lnTo>
                    <a:pt x="1549907" y="874775"/>
                  </a:lnTo>
                  <a:lnTo>
                    <a:pt x="1549907" y="864107"/>
                  </a:lnTo>
                  <a:lnTo>
                    <a:pt x="1581912" y="864107"/>
                  </a:lnTo>
                  <a:lnTo>
                    <a:pt x="1581912" y="874775"/>
                  </a:lnTo>
                  <a:close/>
                </a:path>
                <a:path w="2092959" h="875029">
                  <a:moveTo>
                    <a:pt x="1539239" y="874775"/>
                  </a:moveTo>
                  <a:lnTo>
                    <a:pt x="1508760" y="874775"/>
                  </a:lnTo>
                  <a:lnTo>
                    <a:pt x="1508760" y="864107"/>
                  </a:lnTo>
                  <a:lnTo>
                    <a:pt x="1539239" y="864107"/>
                  </a:lnTo>
                  <a:lnTo>
                    <a:pt x="1539239" y="874775"/>
                  </a:lnTo>
                  <a:close/>
                </a:path>
                <a:path w="2092959" h="875029">
                  <a:moveTo>
                    <a:pt x="1498092" y="874775"/>
                  </a:moveTo>
                  <a:lnTo>
                    <a:pt x="1466087" y="874775"/>
                  </a:lnTo>
                  <a:lnTo>
                    <a:pt x="1466087" y="864107"/>
                  </a:lnTo>
                  <a:lnTo>
                    <a:pt x="1498092" y="864107"/>
                  </a:lnTo>
                  <a:lnTo>
                    <a:pt x="1498092" y="874775"/>
                  </a:lnTo>
                  <a:close/>
                </a:path>
                <a:path w="2092959" h="875029">
                  <a:moveTo>
                    <a:pt x="1455419" y="874775"/>
                  </a:moveTo>
                  <a:lnTo>
                    <a:pt x="1424939" y="874775"/>
                  </a:lnTo>
                  <a:lnTo>
                    <a:pt x="1424939" y="864107"/>
                  </a:lnTo>
                  <a:lnTo>
                    <a:pt x="1455419" y="864107"/>
                  </a:lnTo>
                  <a:lnTo>
                    <a:pt x="1455419" y="874775"/>
                  </a:lnTo>
                  <a:close/>
                </a:path>
                <a:path w="2092959" h="875029">
                  <a:moveTo>
                    <a:pt x="1414271" y="874775"/>
                  </a:moveTo>
                  <a:lnTo>
                    <a:pt x="1382267" y="874775"/>
                  </a:lnTo>
                  <a:lnTo>
                    <a:pt x="1382267" y="864107"/>
                  </a:lnTo>
                  <a:lnTo>
                    <a:pt x="1414271" y="864107"/>
                  </a:lnTo>
                  <a:lnTo>
                    <a:pt x="1414271" y="874775"/>
                  </a:lnTo>
                  <a:close/>
                </a:path>
                <a:path w="2092959" h="875029">
                  <a:moveTo>
                    <a:pt x="1371600" y="874775"/>
                  </a:moveTo>
                  <a:lnTo>
                    <a:pt x="1341119" y="874775"/>
                  </a:lnTo>
                  <a:lnTo>
                    <a:pt x="1341119" y="864107"/>
                  </a:lnTo>
                  <a:lnTo>
                    <a:pt x="1371600" y="864107"/>
                  </a:lnTo>
                  <a:lnTo>
                    <a:pt x="1371600" y="874775"/>
                  </a:lnTo>
                  <a:close/>
                </a:path>
                <a:path w="2092959" h="875029">
                  <a:moveTo>
                    <a:pt x="1330451" y="874775"/>
                  </a:moveTo>
                  <a:lnTo>
                    <a:pt x="1298448" y="874775"/>
                  </a:lnTo>
                  <a:lnTo>
                    <a:pt x="1298448" y="864107"/>
                  </a:lnTo>
                  <a:lnTo>
                    <a:pt x="1330451" y="864107"/>
                  </a:lnTo>
                  <a:lnTo>
                    <a:pt x="1330451" y="874775"/>
                  </a:lnTo>
                  <a:close/>
                </a:path>
                <a:path w="2092959" h="875029">
                  <a:moveTo>
                    <a:pt x="1287780" y="874775"/>
                  </a:moveTo>
                  <a:lnTo>
                    <a:pt x="1257300" y="874775"/>
                  </a:lnTo>
                  <a:lnTo>
                    <a:pt x="1257300" y="864107"/>
                  </a:lnTo>
                  <a:lnTo>
                    <a:pt x="1287780" y="864107"/>
                  </a:lnTo>
                  <a:lnTo>
                    <a:pt x="1287780" y="874775"/>
                  </a:lnTo>
                  <a:close/>
                </a:path>
                <a:path w="2092959" h="875029">
                  <a:moveTo>
                    <a:pt x="1246632" y="874775"/>
                  </a:moveTo>
                  <a:lnTo>
                    <a:pt x="1214628" y="874775"/>
                  </a:lnTo>
                  <a:lnTo>
                    <a:pt x="1214628" y="864107"/>
                  </a:lnTo>
                  <a:lnTo>
                    <a:pt x="1246632" y="864107"/>
                  </a:lnTo>
                  <a:lnTo>
                    <a:pt x="1246632" y="874775"/>
                  </a:lnTo>
                  <a:close/>
                </a:path>
                <a:path w="2092959" h="875029">
                  <a:moveTo>
                    <a:pt x="1203960" y="874775"/>
                  </a:moveTo>
                  <a:lnTo>
                    <a:pt x="1173480" y="874775"/>
                  </a:lnTo>
                  <a:lnTo>
                    <a:pt x="1173480" y="864107"/>
                  </a:lnTo>
                  <a:lnTo>
                    <a:pt x="1203960" y="864107"/>
                  </a:lnTo>
                  <a:lnTo>
                    <a:pt x="1203960" y="874775"/>
                  </a:lnTo>
                  <a:close/>
                </a:path>
                <a:path w="2092959" h="875029">
                  <a:moveTo>
                    <a:pt x="1162812" y="874775"/>
                  </a:moveTo>
                  <a:lnTo>
                    <a:pt x="1130807" y="874775"/>
                  </a:lnTo>
                  <a:lnTo>
                    <a:pt x="1130807" y="864107"/>
                  </a:lnTo>
                  <a:lnTo>
                    <a:pt x="1162812" y="864107"/>
                  </a:lnTo>
                  <a:lnTo>
                    <a:pt x="1162812" y="874775"/>
                  </a:lnTo>
                  <a:close/>
                </a:path>
                <a:path w="2092959" h="875029">
                  <a:moveTo>
                    <a:pt x="1120139" y="874775"/>
                  </a:moveTo>
                  <a:lnTo>
                    <a:pt x="1089660" y="874775"/>
                  </a:lnTo>
                  <a:lnTo>
                    <a:pt x="1089660" y="864107"/>
                  </a:lnTo>
                  <a:lnTo>
                    <a:pt x="1120139" y="864107"/>
                  </a:lnTo>
                  <a:lnTo>
                    <a:pt x="1120139" y="874775"/>
                  </a:lnTo>
                  <a:close/>
                </a:path>
                <a:path w="2092959" h="875029">
                  <a:moveTo>
                    <a:pt x="1078992" y="874775"/>
                  </a:moveTo>
                  <a:lnTo>
                    <a:pt x="1046987" y="874775"/>
                  </a:lnTo>
                  <a:lnTo>
                    <a:pt x="1046987" y="864107"/>
                  </a:lnTo>
                  <a:lnTo>
                    <a:pt x="1078992" y="864107"/>
                  </a:lnTo>
                  <a:lnTo>
                    <a:pt x="1078992" y="874775"/>
                  </a:lnTo>
                  <a:close/>
                </a:path>
                <a:path w="2092959" h="875029">
                  <a:moveTo>
                    <a:pt x="1036319" y="874775"/>
                  </a:moveTo>
                  <a:lnTo>
                    <a:pt x="1005839" y="874775"/>
                  </a:lnTo>
                  <a:lnTo>
                    <a:pt x="1005839" y="864107"/>
                  </a:lnTo>
                  <a:lnTo>
                    <a:pt x="1036319" y="864107"/>
                  </a:lnTo>
                  <a:lnTo>
                    <a:pt x="1036319" y="874775"/>
                  </a:lnTo>
                  <a:close/>
                </a:path>
                <a:path w="2092959" h="875029">
                  <a:moveTo>
                    <a:pt x="995171" y="874775"/>
                  </a:moveTo>
                  <a:lnTo>
                    <a:pt x="963167" y="874775"/>
                  </a:lnTo>
                  <a:lnTo>
                    <a:pt x="963167" y="864107"/>
                  </a:lnTo>
                  <a:lnTo>
                    <a:pt x="995171" y="864107"/>
                  </a:lnTo>
                  <a:lnTo>
                    <a:pt x="995171" y="874775"/>
                  </a:lnTo>
                  <a:close/>
                </a:path>
                <a:path w="2092959" h="875029">
                  <a:moveTo>
                    <a:pt x="952500" y="874775"/>
                  </a:moveTo>
                  <a:lnTo>
                    <a:pt x="922019" y="874775"/>
                  </a:lnTo>
                  <a:lnTo>
                    <a:pt x="922019" y="864107"/>
                  </a:lnTo>
                  <a:lnTo>
                    <a:pt x="952500" y="864107"/>
                  </a:lnTo>
                  <a:lnTo>
                    <a:pt x="952500" y="874775"/>
                  </a:lnTo>
                  <a:close/>
                </a:path>
                <a:path w="2092959" h="875029">
                  <a:moveTo>
                    <a:pt x="911351" y="874775"/>
                  </a:moveTo>
                  <a:lnTo>
                    <a:pt x="879348" y="874775"/>
                  </a:lnTo>
                  <a:lnTo>
                    <a:pt x="879348" y="864107"/>
                  </a:lnTo>
                  <a:lnTo>
                    <a:pt x="911351" y="864107"/>
                  </a:lnTo>
                  <a:lnTo>
                    <a:pt x="911351" y="874775"/>
                  </a:lnTo>
                  <a:close/>
                </a:path>
                <a:path w="2092959" h="875029">
                  <a:moveTo>
                    <a:pt x="868680" y="874775"/>
                  </a:moveTo>
                  <a:lnTo>
                    <a:pt x="838200" y="874775"/>
                  </a:lnTo>
                  <a:lnTo>
                    <a:pt x="838200" y="864107"/>
                  </a:lnTo>
                  <a:lnTo>
                    <a:pt x="868680" y="864107"/>
                  </a:lnTo>
                  <a:lnTo>
                    <a:pt x="868680" y="874775"/>
                  </a:lnTo>
                  <a:close/>
                </a:path>
                <a:path w="2092959" h="875029">
                  <a:moveTo>
                    <a:pt x="827532" y="874775"/>
                  </a:moveTo>
                  <a:lnTo>
                    <a:pt x="795528" y="874775"/>
                  </a:lnTo>
                  <a:lnTo>
                    <a:pt x="795528" y="864107"/>
                  </a:lnTo>
                  <a:lnTo>
                    <a:pt x="827532" y="864107"/>
                  </a:lnTo>
                  <a:lnTo>
                    <a:pt x="827532" y="874775"/>
                  </a:lnTo>
                  <a:close/>
                </a:path>
                <a:path w="2092959" h="875029">
                  <a:moveTo>
                    <a:pt x="784860" y="874775"/>
                  </a:moveTo>
                  <a:lnTo>
                    <a:pt x="754380" y="874775"/>
                  </a:lnTo>
                  <a:lnTo>
                    <a:pt x="754380" y="864107"/>
                  </a:lnTo>
                  <a:lnTo>
                    <a:pt x="784860" y="864107"/>
                  </a:lnTo>
                  <a:lnTo>
                    <a:pt x="784860" y="874775"/>
                  </a:lnTo>
                  <a:close/>
                </a:path>
                <a:path w="2092959" h="875029">
                  <a:moveTo>
                    <a:pt x="743712" y="874775"/>
                  </a:moveTo>
                  <a:lnTo>
                    <a:pt x="711707" y="874775"/>
                  </a:lnTo>
                  <a:lnTo>
                    <a:pt x="711707" y="864107"/>
                  </a:lnTo>
                  <a:lnTo>
                    <a:pt x="743712" y="864107"/>
                  </a:lnTo>
                  <a:lnTo>
                    <a:pt x="743712" y="874775"/>
                  </a:lnTo>
                  <a:close/>
                </a:path>
                <a:path w="2092959" h="875029">
                  <a:moveTo>
                    <a:pt x="701039" y="874775"/>
                  </a:moveTo>
                  <a:lnTo>
                    <a:pt x="670560" y="874775"/>
                  </a:lnTo>
                  <a:lnTo>
                    <a:pt x="670560" y="864107"/>
                  </a:lnTo>
                  <a:lnTo>
                    <a:pt x="701039" y="864107"/>
                  </a:lnTo>
                  <a:lnTo>
                    <a:pt x="701039" y="874775"/>
                  </a:lnTo>
                  <a:close/>
                </a:path>
                <a:path w="2092959" h="875029">
                  <a:moveTo>
                    <a:pt x="659892" y="874775"/>
                  </a:moveTo>
                  <a:lnTo>
                    <a:pt x="627887" y="874775"/>
                  </a:lnTo>
                  <a:lnTo>
                    <a:pt x="627887" y="864107"/>
                  </a:lnTo>
                  <a:lnTo>
                    <a:pt x="659892" y="864107"/>
                  </a:lnTo>
                  <a:lnTo>
                    <a:pt x="659892" y="874775"/>
                  </a:lnTo>
                  <a:close/>
                </a:path>
                <a:path w="2092959" h="875029">
                  <a:moveTo>
                    <a:pt x="617219" y="874775"/>
                  </a:moveTo>
                  <a:lnTo>
                    <a:pt x="586739" y="874775"/>
                  </a:lnTo>
                  <a:lnTo>
                    <a:pt x="586739" y="864107"/>
                  </a:lnTo>
                  <a:lnTo>
                    <a:pt x="617219" y="864107"/>
                  </a:lnTo>
                  <a:lnTo>
                    <a:pt x="617219" y="874775"/>
                  </a:lnTo>
                  <a:close/>
                </a:path>
                <a:path w="2092959" h="875029">
                  <a:moveTo>
                    <a:pt x="576071" y="874775"/>
                  </a:moveTo>
                  <a:lnTo>
                    <a:pt x="544067" y="874775"/>
                  </a:lnTo>
                  <a:lnTo>
                    <a:pt x="544067" y="864107"/>
                  </a:lnTo>
                  <a:lnTo>
                    <a:pt x="576071" y="864107"/>
                  </a:lnTo>
                  <a:lnTo>
                    <a:pt x="576071" y="874775"/>
                  </a:lnTo>
                  <a:close/>
                </a:path>
                <a:path w="2092959" h="875029">
                  <a:moveTo>
                    <a:pt x="533400" y="874775"/>
                  </a:moveTo>
                  <a:lnTo>
                    <a:pt x="502919" y="874775"/>
                  </a:lnTo>
                  <a:lnTo>
                    <a:pt x="502919" y="864107"/>
                  </a:lnTo>
                  <a:lnTo>
                    <a:pt x="533400" y="864107"/>
                  </a:lnTo>
                  <a:lnTo>
                    <a:pt x="533400" y="874775"/>
                  </a:lnTo>
                  <a:close/>
                </a:path>
                <a:path w="2092959" h="875029">
                  <a:moveTo>
                    <a:pt x="492251" y="874775"/>
                  </a:moveTo>
                  <a:lnTo>
                    <a:pt x="460248" y="874775"/>
                  </a:lnTo>
                  <a:lnTo>
                    <a:pt x="460248" y="864107"/>
                  </a:lnTo>
                  <a:lnTo>
                    <a:pt x="492251" y="864107"/>
                  </a:lnTo>
                  <a:lnTo>
                    <a:pt x="492251" y="874775"/>
                  </a:lnTo>
                  <a:close/>
                </a:path>
                <a:path w="2092959" h="875029">
                  <a:moveTo>
                    <a:pt x="449580" y="874775"/>
                  </a:moveTo>
                  <a:lnTo>
                    <a:pt x="419100" y="874775"/>
                  </a:lnTo>
                  <a:lnTo>
                    <a:pt x="419100" y="864107"/>
                  </a:lnTo>
                  <a:lnTo>
                    <a:pt x="449580" y="864107"/>
                  </a:lnTo>
                  <a:lnTo>
                    <a:pt x="449580" y="874775"/>
                  </a:lnTo>
                  <a:close/>
                </a:path>
                <a:path w="2092959" h="875029">
                  <a:moveTo>
                    <a:pt x="408432" y="874775"/>
                  </a:moveTo>
                  <a:lnTo>
                    <a:pt x="376428" y="874775"/>
                  </a:lnTo>
                  <a:lnTo>
                    <a:pt x="376428" y="864107"/>
                  </a:lnTo>
                  <a:lnTo>
                    <a:pt x="408432" y="864107"/>
                  </a:lnTo>
                  <a:lnTo>
                    <a:pt x="408432" y="874775"/>
                  </a:lnTo>
                  <a:close/>
                </a:path>
                <a:path w="2092959" h="875029">
                  <a:moveTo>
                    <a:pt x="365760" y="874775"/>
                  </a:moveTo>
                  <a:lnTo>
                    <a:pt x="335280" y="874775"/>
                  </a:lnTo>
                  <a:lnTo>
                    <a:pt x="335280" y="864107"/>
                  </a:lnTo>
                  <a:lnTo>
                    <a:pt x="365760" y="864107"/>
                  </a:lnTo>
                  <a:lnTo>
                    <a:pt x="365760" y="874775"/>
                  </a:lnTo>
                  <a:close/>
                </a:path>
                <a:path w="2092959" h="875029">
                  <a:moveTo>
                    <a:pt x="324612" y="874775"/>
                  </a:moveTo>
                  <a:lnTo>
                    <a:pt x="292607" y="874775"/>
                  </a:lnTo>
                  <a:lnTo>
                    <a:pt x="292607" y="864107"/>
                  </a:lnTo>
                  <a:lnTo>
                    <a:pt x="324612" y="864107"/>
                  </a:lnTo>
                  <a:lnTo>
                    <a:pt x="324612" y="874775"/>
                  </a:lnTo>
                  <a:close/>
                </a:path>
                <a:path w="2092959" h="875029">
                  <a:moveTo>
                    <a:pt x="281939" y="874775"/>
                  </a:moveTo>
                  <a:lnTo>
                    <a:pt x="251460" y="874775"/>
                  </a:lnTo>
                  <a:lnTo>
                    <a:pt x="251460" y="864107"/>
                  </a:lnTo>
                  <a:lnTo>
                    <a:pt x="281939" y="864107"/>
                  </a:lnTo>
                  <a:lnTo>
                    <a:pt x="281939" y="874775"/>
                  </a:lnTo>
                  <a:close/>
                </a:path>
                <a:path w="2092959" h="875029">
                  <a:moveTo>
                    <a:pt x="240792" y="874775"/>
                  </a:moveTo>
                  <a:lnTo>
                    <a:pt x="208787" y="874775"/>
                  </a:lnTo>
                  <a:lnTo>
                    <a:pt x="208787" y="864107"/>
                  </a:lnTo>
                  <a:lnTo>
                    <a:pt x="240792" y="864107"/>
                  </a:lnTo>
                  <a:lnTo>
                    <a:pt x="240792" y="874775"/>
                  </a:lnTo>
                  <a:close/>
                </a:path>
                <a:path w="2092959" h="875029">
                  <a:moveTo>
                    <a:pt x="198119" y="874775"/>
                  </a:moveTo>
                  <a:lnTo>
                    <a:pt x="167639" y="874775"/>
                  </a:lnTo>
                  <a:lnTo>
                    <a:pt x="167639" y="864107"/>
                  </a:lnTo>
                  <a:lnTo>
                    <a:pt x="198119" y="864107"/>
                  </a:lnTo>
                  <a:lnTo>
                    <a:pt x="198119" y="874775"/>
                  </a:lnTo>
                  <a:close/>
                </a:path>
                <a:path w="2092959" h="875029">
                  <a:moveTo>
                    <a:pt x="156971" y="874775"/>
                  </a:moveTo>
                  <a:lnTo>
                    <a:pt x="124967" y="874775"/>
                  </a:lnTo>
                  <a:lnTo>
                    <a:pt x="124967" y="864107"/>
                  </a:lnTo>
                  <a:lnTo>
                    <a:pt x="156971" y="864107"/>
                  </a:lnTo>
                  <a:lnTo>
                    <a:pt x="156971" y="874775"/>
                  </a:lnTo>
                  <a:close/>
                </a:path>
                <a:path w="2092959" h="875029">
                  <a:moveTo>
                    <a:pt x="114300" y="874775"/>
                  </a:moveTo>
                  <a:lnTo>
                    <a:pt x="83819" y="874775"/>
                  </a:lnTo>
                  <a:lnTo>
                    <a:pt x="83819" y="864107"/>
                  </a:lnTo>
                  <a:lnTo>
                    <a:pt x="114300" y="864107"/>
                  </a:lnTo>
                  <a:lnTo>
                    <a:pt x="114300" y="874775"/>
                  </a:lnTo>
                  <a:close/>
                </a:path>
                <a:path w="2092959" h="875029">
                  <a:moveTo>
                    <a:pt x="73151" y="874775"/>
                  </a:moveTo>
                  <a:lnTo>
                    <a:pt x="41148" y="874775"/>
                  </a:lnTo>
                  <a:lnTo>
                    <a:pt x="41148" y="864107"/>
                  </a:lnTo>
                  <a:lnTo>
                    <a:pt x="73151" y="864107"/>
                  </a:lnTo>
                  <a:lnTo>
                    <a:pt x="73151" y="874775"/>
                  </a:lnTo>
                  <a:close/>
                </a:path>
              </a:pathLst>
            </a:custGeom>
            <a:solidFill>
              <a:srgbClr val="2F528E"/>
            </a:solidFill>
          </p:spPr>
          <p:txBody>
            <a:bodyPr wrap="square" lIns="0" tIns="0" rIns="0" bIns="0" rtlCol="0"/>
            <a:lstStyle/>
            <a:p>
              <a:pPr defTabSz="1183325"/>
              <a:endParaRPr sz="2329"/>
            </a:p>
          </p:txBody>
        </p:sp>
        <p:pic>
          <p:nvPicPr>
            <p:cNvPr id="51" name="object 22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7842504" y="4145280"/>
              <a:ext cx="1874519" cy="652271"/>
            </a:xfrm>
            <a:prstGeom prst="rect">
              <a:avLst/>
            </a:prstGeom>
          </p:spPr>
        </p:pic>
        <p:sp>
          <p:nvSpPr>
            <p:cNvPr id="52" name="object 23"/>
            <p:cNvSpPr/>
            <p:nvPr/>
          </p:nvSpPr>
          <p:spPr>
            <a:xfrm>
              <a:off x="8479536" y="3688080"/>
              <a:ext cx="508000" cy="280670"/>
            </a:xfrm>
            <a:custGeom>
              <a:avLst/>
              <a:gdLst/>
              <a:ahLst/>
              <a:cxnLst/>
              <a:rect l="l" t="t" r="r" b="b"/>
              <a:pathLst>
                <a:path w="508000" h="280670">
                  <a:moveTo>
                    <a:pt x="268224" y="280416"/>
                  </a:moveTo>
                  <a:lnTo>
                    <a:pt x="0" y="0"/>
                  </a:lnTo>
                  <a:lnTo>
                    <a:pt x="507492" y="0"/>
                  </a:lnTo>
                  <a:lnTo>
                    <a:pt x="268224" y="280416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pPr defTabSz="1183325"/>
              <a:endParaRPr sz="2329"/>
            </a:p>
          </p:txBody>
        </p:sp>
        <p:sp>
          <p:nvSpPr>
            <p:cNvPr id="53" name="object 24"/>
            <p:cNvSpPr/>
            <p:nvPr/>
          </p:nvSpPr>
          <p:spPr>
            <a:xfrm>
              <a:off x="8218931" y="2048255"/>
              <a:ext cx="1068705" cy="1590040"/>
            </a:xfrm>
            <a:custGeom>
              <a:avLst/>
              <a:gdLst/>
              <a:ahLst/>
              <a:cxnLst/>
              <a:rect l="l" t="t" r="r" b="b"/>
              <a:pathLst>
                <a:path w="1068704" h="1590039">
                  <a:moveTo>
                    <a:pt x="839724" y="1589532"/>
                  </a:moveTo>
                  <a:lnTo>
                    <a:pt x="228600" y="1589532"/>
                  </a:lnTo>
                  <a:lnTo>
                    <a:pt x="182897" y="1584626"/>
                  </a:lnTo>
                  <a:lnTo>
                    <a:pt x="140160" y="1570577"/>
                  </a:lnTo>
                  <a:lnTo>
                    <a:pt x="101351" y="1548384"/>
                  </a:lnTo>
                  <a:lnTo>
                    <a:pt x="67437" y="1519047"/>
                  </a:lnTo>
                  <a:lnTo>
                    <a:pt x="39379" y="1483566"/>
                  </a:lnTo>
                  <a:lnTo>
                    <a:pt x="18145" y="1442942"/>
                  </a:lnTo>
                  <a:lnTo>
                    <a:pt x="4697" y="1398174"/>
                  </a:lnTo>
                  <a:lnTo>
                    <a:pt x="0" y="1350264"/>
                  </a:lnTo>
                  <a:lnTo>
                    <a:pt x="0" y="239268"/>
                  </a:lnTo>
                  <a:lnTo>
                    <a:pt x="4697" y="190919"/>
                  </a:lnTo>
                  <a:lnTo>
                    <a:pt x="18145" y="145946"/>
                  </a:lnTo>
                  <a:lnTo>
                    <a:pt x="39379" y="105295"/>
                  </a:lnTo>
                  <a:lnTo>
                    <a:pt x="67437" y="69913"/>
                  </a:lnTo>
                  <a:lnTo>
                    <a:pt x="101351" y="40746"/>
                  </a:lnTo>
                  <a:lnTo>
                    <a:pt x="140160" y="18740"/>
                  </a:lnTo>
                  <a:lnTo>
                    <a:pt x="182897" y="4842"/>
                  </a:lnTo>
                  <a:lnTo>
                    <a:pt x="228600" y="0"/>
                  </a:lnTo>
                  <a:lnTo>
                    <a:pt x="839724" y="0"/>
                  </a:lnTo>
                  <a:lnTo>
                    <a:pt x="885426" y="4842"/>
                  </a:lnTo>
                  <a:lnTo>
                    <a:pt x="928163" y="18740"/>
                  </a:lnTo>
                  <a:lnTo>
                    <a:pt x="966972" y="40746"/>
                  </a:lnTo>
                  <a:lnTo>
                    <a:pt x="1000887" y="69913"/>
                  </a:lnTo>
                  <a:lnTo>
                    <a:pt x="1028944" y="105295"/>
                  </a:lnTo>
                  <a:lnTo>
                    <a:pt x="1050178" y="145946"/>
                  </a:lnTo>
                  <a:lnTo>
                    <a:pt x="1063627" y="190919"/>
                  </a:lnTo>
                  <a:lnTo>
                    <a:pt x="1068324" y="239268"/>
                  </a:lnTo>
                  <a:lnTo>
                    <a:pt x="1068324" y="1350264"/>
                  </a:lnTo>
                  <a:lnTo>
                    <a:pt x="1063627" y="1398174"/>
                  </a:lnTo>
                  <a:lnTo>
                    <a:pt x="1050178" y="1442942"/>
                  </a:lnTo>
                  <a:lnTo>
                    <a:pt x="1028944" y="1483566"/>
                  </a:lnTo>
                  <a:lnTo>
                    <a:pt x="1000887" y="1519047"/>
                  </a:lnTo>
                  <a:lnTo>
                    <a:pt x="966972" y="1548384"/>
                  </a:lnTo>
                  <a:lnTo>
                    <a:pt x="928163" y="1570577"/>
                  </a:lnTo>
                  <a:lnTo>
                    <a:pt x="885426" y="1584626"/>
                  </a:lnTo>
                  <a:lnTo>
                    <a:pt x="839724" y="1589532"/>
                  </a:lnTo>
                  <a:close/>
                </a:path>
              </a:pathLst>
            </a:custGeom>
            <a:solidFill>
              <a:srgbClr val="A5A5A5"/>
            </a:solidFill>
          </p:spPr>
          <p:txBody>
            <a:bodyPr wrap="square" lIns="0" tIns="0" rIns="0" bIns="0" rtlCol="0"/>
            <a:lstStyle/>
            <a:p>
              <a:pPr defTabSz="1183325"/>
              <a:endParaRPr sz="2329"/>
            </a:p>
          </p:txBody>
        </p:sp>
      </p:grpSp>
      <p:sp>
        <p:nvSpPr>
          <p:cNvPr id="54" name="object 25"/>
          <p:cNvSpPr txBox="1"/>
          <p:nvPr/>
        </p:nvSpPr>
        <p:spPr>
          <a:xfrm>
            <a:off x="10986610" y="2673648"/>
            <a:ext cx="1077334" cy="409614"/>
          </a:xfrm>
          <a:prstGeom prst="rect">
            <a:avLst/>
          </a:prstGeom>
        </p:spPr>
        <p:txBody>
          <a:bodyPr vert="horz" wrap="square" lIns="0" tIns="24653" rIns="0" bIns="0" rtlCol="0">
            <a:spAutoFit/>
          </a:bodyPr>
          <a:lstStyle/>
          <a:p>
            <a:pPr marL="104363" marR="6574" indent="-88749" defTabSz="1183325">
              <a:lnSpc>
                <a:spcPts val="1527"/>
              </a:lnSpc>
              <a:spcBef>
                <a:spcPts val="194"/>
              </a:spcBef>
            </a:pPr>
            <a:r>
              <a:rPr sz="1294" dirty="0">
                <a:solidFill>
                  <a:srgbClr val="FFFFFF"/>
                </a:solidFill>
                <a:latin typeface="Comic Sans MS"/>
                <a:cs typeface="Comic Sans MS"/>
              </a:rPr>
              <a:t>Machine</a:t>
            </a:r>
            <a:r>
              <a:rPr sz="1294" spc="-97" dirty="0">
                <a:solidFill>
                  <a:srgbClr val="FFFFFF"/>
                </a:solidFill>
                <a:latin typeface="Comic Sans MS"/>
                <a:cs typeface="Comic Sans MS"/>
              </a:rPr>
              <a:t> </a:t>
            </a:r>
            <a:r>
              <a:rPr sz="1294" spc="-26" dirty="0">
                <a:solidFill>
                  <a:srgbClr val="FFFFFF"/>
                </a:solidFill>
                <a:latin typeface="Comic Sans MS"/>
                <a:cs typeface="Comic Sans MS"/>
              </a:rPr>
              <a:t>Code </a:t>
            </a:r>
            <a:r>
              <a:rPr sz="1294" dirty="0">
                <a:solidFill>
                  <a:srgbClr val="FFFFFF"/>
                </a:solidFill>
                <a:latin typeface="Comic Sans MS"/>
                <a:cs typeface="Comic Sans MS"/>
              </a:rPr>
              <a:t>To</a:t>
            </a:r>
            <a:r>
              <a:rPr sz="1294" spc="-39" dirty="0">
                <a:solidFill>
                  <a:srgbClr val="FFFFFF"/>
                </a:solidFill>
                <a:latin typeface="Comic Sans MS"/>
                <a:cs typeface="Comic Sans MS"/>
              </a:rPr>
              <a:t> </a:t>
            </a:r>
            <a:r>
              <a:rPr sz="1294" spc="-13" dirty="0">
                <a:solidFill>
                  <a:srgbClr val="FFFFFF"/>
                </a:solidFill>
                <a:latin typeface="Comic Sans MS"/>
                <a:cs typeface="Comic Sans MS"/>
              </a:rPr>
              <a:t>Execute</a:t>
            </a:r>
            <a:endParaRPr sz="1294">
              <a:latin typeface="Comic Sans MS"/>
              <a:cs typeface="Comic Sans MS"/>
            </a:endParaRPr>
          </a:p>
        </p:txBody>
      </p:sp>
      <p:sp>
        <p:nvSpPr>
          <p:cNvPr id="55" name="object 26"/>
          <p:cNvSpPr/>
          <p:nvPr/>
        </p:nvSpPr>
        <p:spPr>
          <a:xfrm>
            <a:off x="1311536" y="3585524"/>
            <a:ext cx="1122531" cy="41909"/>
          </a:xfrm>
          <a:custGeom>
            <a:avLst/>
            <a:gdLst/>
            <a:ahLst/>
            <a:cxnLst/>
            <a:rect l="l" t="t" r="r" b="b"/>
            <a:pathLst>
              <a:path w="867410" h="32385">
                <a:moveTo>
                  <a:pt x="867156" y="32004"/>
                </a:moveTo>
                <a:lnTo>
                  <a:pt x="0" y="32004"/>
                </a:lnTo>
                <a:lnTo>
                  <a:pt x="0" y="0"/>
                </a:lnTo>
                <a:lnTo>
                  <a:pt x="867156" y="0"/>
                </a:lnTo>
                <a:lnTo>
                  <a:pt x="867156" y="32004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pPr defTabSz="1183325"/>
            <a:endParaRPr sz="2329"/>
          </a:p>
        </p:txBody>
      </p:sp>
      <p:grpSp>
        <p:nvGrpSpPr>
          <p:cNvPr id="56" name="object 27"/>
          <p:cNvGrpSpPr/>
          <p:nvPr/>
        </p:nvGrpSpPr>
        <p:grpSpPr>
          <a:xfrm>
            <a:off x="6538863" y="3321243"/>
            <a:ext cx="5352152" cy="1857188"/>
            <a:chOff x="4900358" y="2566415"/>
            <a:chExt cx="4135754" cy="1435100"/>
          </a:xfrm>
        </p:grpSpPr>
        <p:sp>
          <p:nvSpPr>
            <p:cNvPr id="57" name="object 28"/>
            <p:cNvSpPr/>
            <p:nvPr/>
          </p:nvSpPr>
          <p:spPr>
            <a:xfrm>
              <a:off x="8525255" y="2566415"/>
              <a:ext cx="510540" cy="655320"/>
            </a:xfrm>
            <a:custGeom>
              <a:avLst/>
              <a:gdLst/>
              <a:ahLst/>
              <a:cxnLst/>
              <a:rect l="l" t="t" r="r" b="b"/>
              <a:pathLst>
                <a:path w="510540" h="655319">
                  <a:moveTo>
                    <a:pt x="426720" y="655320"/>
                  </a:moveTo>
                  <a:lnTo>
                    <a:pt x="82295" y="655320"/>
                  </a:lnTo>
                  <a:lnTo>
                    <a:pt x="50149" y="648366"/>
                  </a:lnTo>
                  <a:lnTo>
                    <a:pt x="24002" y="629412"/>
                  </a:lnTo>
                  <a:lnTo>
                    <a:pt x="6429" y="601313"/>
                  </a:lnTo>
                  <a:lnTo>
                    <a:pt x="0" y="566928"/>
                  </a:lnTo>
                  <a:lnTo>
                    <a:pt x="0" y="330708"/>
                  </a:lnTo>
                  <a:lnTo>
                    <a:pt x="5143" y="299561"/>
                  </a:lnTo>
                  <a:lnTo>
                    <a:pt x="19431" y="273558"/>
                  </a:lnTo>
                  <a:lnTo>
                    <a:pt x="41148" y="254412"/>
                  </a:lnTo>
                  <a:lnTo>
                    <a:pt x="68580" y="243840"/>
                  </a:lnTo>
                  <a:lnTo>
                    <a:pt x="68580" y="176784"/>
                  </a:lnTo>
                  <a:lnTo>
                    <a:pt x="75261" y="129822"/>
                  </a:lnTo>
                  <a:lnTo>
                    <a:pt x="94092" y="87601"/>
                  </a:lnTo>
                  <a:lnTo>
                    <a:pt x="123253" y="51815"/>
                  </a:lnTo>
                  <a:lnTo>
                    <a:pt x="160923" y="24158"/>
                  </a:lnTo>
                  <a:lnTo>
                    <a:pt x="205281" y="6321"/>
                  </a:lnTo>
                  <a:lnTo>
                    <a:pt x="254508" y="0"/>
                  </a:lnTo>
                  <a:lnTo>
                    <a:pt x="303734" y="6321"/>
                  </a:lnTo>
                  <a:lnTo>
                    <a:pt x="348092" y="24158"/>
                  </a:lnTo>
                  <a:lnTo>
                    <a:pt x="348400" y="24384"/>
                  </a:lnTo>
                  <a:lnTo>
                    <a:pt x="254508" y="24384"/>
                  </a:lnTo>
                  <a:lnTo>
                    <a:pt x="203021" y="32186"/>
                  </a:lnTo>
                  <a:lnTo>
                    <a:pt x="158264" y="53888"/>
                  </a:lnTo>
                  <a:lnTo>
                    <a:pt x="122944" y="86928"/>
                  </a:lnTo>
                  <a:lnTo>
                    <a:pt x="99767" y="128747"/>
                  </a:lnTo>
                  <a:lnTo>
                    <a:pt x="91440" y="176784"/>
                  </a:lnTo>
                  <a:lnTo>
                    <a:pt x="91440" y="242315"/>
                  </a:lnTo>
                  <a:lnTo>
                    <a:pt x="440436" y="242315"/>
                  </a:lnTo>
                  <a:lnTo>
                    <a:pt x="440436" y="243840"/>
                  </a:lnTo>
                  <a:lnTo>
                    <a:pt x="468106" y="254412"/>
                  </a:lnTo>
                  <a:lnTo>
                    <a:pt x="482380" y="266700"/>
                  </a:lnTo>
                  <a:lnTo>
                    <a:pt x="82295" y="266700"/>
                  </a:lnTo>
                  <a:lnTo>
                    <a:pt x="58864" y="271772"/>
                  </a:lnTo>
                  <a:lnTo>
                    <a:pt x="40005" y="285559"/>
                  </a:lnTo>
                  <a:lnTo>
                    <a:pt x="27432" y="305919"/>
                  </a:lnTo>
                  <a:lnTo>
                    <a:pt x="22860" y="330708"/>
                  </a:lnTo>
                  <a:lnTo>
                    <a:pt x="22860" y="566928"/>
                  </a:lnTo>
                  <a:lnTo>
                    <a:pt x="27432" y="591716"/>
                  </a:lnTo>
                  <a:lnTo>
                    <a:pt x="40005" y="612076"/>
                  </a:lnTo>
                  <a:lnTo>
                    <a:pt x="58864" y="625863"/>
                  </a:lnTo>
                  <a:lnTo>
                    <a:pt x="82295" y="630936"/>
                  </a:lnTo>
                  <a:lnTo>
                    <a:pt x="483630" y="630936"/>
                  </a:lnTo>
                  <a:lnTo>
                    <a:pt x="459105" y="648366"/>
                  </a:lnTo>
                  <a:lnTo>
                    <a:pt x="426720" y="655320"/>
                  </a:lnTo>
                  <a:close/>
                </a:path>
                <a:path w="510540" h="655319">
                  <a:moveTo>
                    <a:pt x="440436" y="242315"/>
                  </a:moveTo>
                  <a:lnTo>
                    <a:pt x="417576" y="242315"/>
                  </a:lnTo>
                  <a:lnTo>
                    <a:pt x="417576" y="176784"/>
                  </a:lnTo>
                  <a:lnTo>
                    <a:pt x="409248" y="128747"/>
                  </a:lnTo>
                  <a:lnTo>
                    <a:pt x="386071" y="86928"/>
                  </a:lnTo>
                  <a:lnTo>
                    <a:pt x="350751" y="53888"/>
                  </a:lnTo>
                  <a:lnTo>
                    <a:pt x="305994" y="32186"/>
                  </a:lnTo>
                  <a:lnTo>
                    <a:pt x="254508" y="24384"/>
                  </a:lnTo>
                  <a:lnTo>
                    <a:pt x="348400" y="24384"/>
                  </a:lnTo>
                  <a:lnTo>
                    <a:pt x="385762" y="51815"/>
                  </a:lnTo>
                  <a:lnTo>
                    <a:pt x="414923" y="87601"/>
                  </a:lnTo>
                  <a:lnTo>
                    <a:pt x="433754" y="129822"/>
                  </a:lnTo>
                  <a:lnTo>
                    <a:pt x="440436" y="176784"/>
                  </a:lnTo>
                  <a:lnTo>
                    <a:pt x="440436" y="242315"/>
                  </a:lnTo>
                  <a:close/>
                </a:path>
                <a:path w="510540" h="655319">
                  <a:moveTo>
                    <a:pt x="483630" y="630936"/>
                  </a:moveTo>
                  <a:lnTo>
                    <a:pt x="426720" y="630936"/>
                  </a:lnTo>
                  <a:lnTo>
                    <a:pt x="449508" y="625863"/>
                  </a:lnTo>
                  <a:lnTo>
                    <a:pt x="468439" y="612076"/>
                  </a:lnTo>
                  <a:lnTo>
                    <a:pt x="481369" y="591716"/>
                  </a:lnTo>
                  <a:lnTo>
                    <a:pt x="486156" y="566928"/>
                  </a:lnTo>
                  <a:lnTo>
                    <a:pt x="486156" y="330708"/>
                  </a:lnTo>
                  <a:lnTo>
                    <a:pt x="481369" y="305919"/>
                  </a:lnTo>
                  <a:lnTo>
                    <a:pt x="468439" y="285559"/>
                  </a:lnTo>
                  <a:lnTo>
                    <a:pt x="449508" y="271772"/>
                  </a:lnTo>
                  <a:lnTo>
                    <a:pt x="426720" y="266700"/>
                  </a:lnTo>
                  <a:lnTo>
                    <a:pt x="482380" y="266700"/>
                  </a:lnTo>
                  <a:lnTo>
                    <a:pt x="490347" y="273558"/>
                  </a:lnTo>
                  <a:lnTo>
                    <a:pt x="505158" y="299561"/>
                  </a:lnTo>
                  <a:lnTo>
                    <a:pt x="510540" y="330708"/>
                  </a:lnTo>
                  <a:lnTo>
                    <a:pt x="510540" y="566928"/>
                  </a:lnTo>
                  <a:lnTo>
                    <a:pt x="503872" y="601313"/>
                  </a:lnTo>
                  <a:lnTo>
                    <a:pt x="485775" y="629412"/>
                  </a:lnTo>
                  <a:lnTo>
                    <a:pt x="483630" y="630936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pPr defTabSz="1183325"/>
              <a:endParaRPr sz="2329"/>
            </a:p>
          </p:txBody>
        </p:sp>
        <p:pic>
          <p:nvPicPr>
            <p:cNvPr id="58" name="object 29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8734043" y="2906268"/>
              <a:ext cx="92964" cy="169164"/>
            </a:xfrm>
            <a:prstGeom prst="rect">
              <a:avLst/>
            </a:prstGeom>
          </p:spPr>
        </p:pic>
        <p:sp>
          <p:nvSpPr>
            <p:cNvPr id="59" name="object 30"/>
            <p:cNvSpPr/>
            <p:nvPr/>
          </p:nvSpPr>
          <p:spPr>
            <a:xfrm>
              <a:off x="4905755" y="3066288"/>
              <a:ext cx="1079500" cy="929640"/>
            </a:xfrm>
            <a:custGeom>
              <a:avLst/>
              <a:gdLst/>
              <a:ahLst/>
              <a:cxnLst/>
              <a:rect l="l" t="t" r="r" b="b"/>
              <a:pathLst>
                <a:path w="1079500" h="929639">
                  <a:moveTo>
                    <a:pt x="539496" y="929639"/>
                  </a:moveTo>
                  <a:lnTo>
                    <a:pt x="0" y="464819"/>
                  </a:lnTo>
                  <a:lnTo>
                    <a:pt x="539496" y="0"/>
                  </a:lnTo>
                  <a:lnTo>
                    <a:pt x="1078992" y="464819"/>
                  </a:lnTo>
                  <a:lnTo>
                    <a:pt x="539496" y="929639"/>
                  </a:lnTo>
                  <a:close/>
                </a:path>
              </a:pathLst>
            </a:custGeom>
            <a:solidFill>
              <a:srgbClr val="4472C3"/>
            </a:solidFill>
          </p:spPr>
          <p:txBody>
            <a:bodyPr wrap="square" lIns="0" tIns="0" rIns="0" bIns="0" rtlCol="0"/>
            <a:lstStyle/>
            <a:p>
              <a:pPr defTabSz="1183325"/>
              <a:endParaRPr sz="2329"/>
            </a:p>
          </p:txBody>
        </p:sp>
        <p:sp>
          <p:nvSpPr>
            <p:cNvPr id="60" name="object 31"/>
            <p:cNvSpPr/>
            <p:nvPr/>
          </p:nvSpPr>
          <p:spPr>
            <a:xfrm>
              <a:off x="4905755" y="3066288"/>
              <a:ext cx="1079500" cy="929640"/>
            </a:xfrm>
            <a:custGeom>
              <a:avLst/>
              <a:gdLst/>
              <a:ahLst/>
              <a:cxnLst/>
              <a:rect l="l" t="t" r="r" b="b"/>
              <a:pathLst>
                <a:path w="1079500" h="929639">
                  <a:moveTo>
                    <a:pt x="0" y="464819"/>
                  </a:moveTo>
                  <a:lnTo>
                    <a:pt x="539496" y="0"/>
                  </a:lnTo>
                  <a:lnTo>
                    <a:pt x="1078992" y="464819"/>
                  </a:lnTo>
                  <a:lnTo>
                    <a:pt x="539496" y="929639"/>
                  </a:lnTo>
                  <a:lnTo>
                    <a:pt x="0" y="464819"/>
                  </a:lnTo>
                  <a:close/>
                </a:path>
              </a:pathLst>
            </a:custGeom>
            <a:ln w="10668">
              <a:solidFill>
                <a:srgbClr val="2F528E"/>
              </a:solidFill>
            </a:ln>
          </p:spPr>
          <p:txBody>
            <a:bodyPr wrap="square" lIns="0" tIns="0" rIns="0" bIns="0" rtlCol="0"/>
            <a:lstStyle/>
            <a:p>
              <a:pPr defTabSz="1183325"/>
              <a:endParaRPr sz="2329"/>
            </a:p>
          </p:txBody>
        </p:sp>
      </p:grpSp>
      <p:sp>
        <p:nvSpPr>
          <p:cNvPr id="61" name="object 32"/>
          <p:cNvSpPr txBox="1"/>
          <p:nvPr/>
        </p:nvSpPr>
        <p:spPr>
          <a:xfrm>
            <a:off x="6975033" y="4348075"/>
            <a:ext cx="538256" cy="400487"/>
          </a:xfrm>
          <a:prstGeom prst="rect">
            <a:avLst/>
          </a:prstGeom>
        </p:spPr>
        <p:txBody>
          <a:bodyPr vert="horz" wrap="square" lIns="0" tIns="15614" rIns="0" bIns="0" rtlCol="0">
            <a:spAutoFit/>
          </a:bodyPr>
          <a:lstStyle/>
          <a:p>
            <a:pPr algn="ctr" defTabSz="1183325">
              <a:lnSpc>
                <a:spcPts val="1546"/>
              </a:lnSpc>
              <a:spcBef>
                <a:spcPts val="123"/>
              </a:spcBef>
            </a:pPr>
            <a:r>
              <a:rPr sz="1294" spc="-13" dirty="0">
                <a:solidFill>
                  <a:srgbClr val="FFFFFF"/>
                </a:solidFill>
                <a:latin typeface="Comic Sans MS"/>
                <a:cs typeface="Comic Sans MS"/>
              </a:rPr>
              <a:t>Errors</a:t>
            </a:r>
            <a:endParaRPr sz="1294">
              <a:latin typeface="Comic Sans MS"/>
              <a:cs typeface="Comic Sans MS"/>
            </a:endParaRPr>
          </a:p>
          <a:p>
            <a:pPr algn="ctr" defTabSz="1183325">
              <a:lnSpc>
                <a:spcPts val="1546"/>
              </a:lnSpc>
            </a:pPr>
            <a:r>
              <a:rPr sz="1294" spc="-65" dirty="0">
                <a:solidFill>
                  <a:srgbClr val="FFFFFF"/>
                </a:solidFill>
                <a:latin typeface="Comic Sans MS"/>
                <a:cs typeface="Comic Sans MS"/>
              </a:rPr>
              <a:t>?</a:t>
            </a:r>
            <a:endParaRPr sz="1294">
              <a:latin typeface="Comic Sans MS"/>
              <a:cs typeface="Comic Sans MS"/>
            </a:endParaRPr>
          </a:p>
        </p:txBody>
      </p:sp>
      <p:sp>
        <p:nvSpPr>
          <p:cNvPr id="62" name="object 33"/>
          <p:cNvSpPr txBox="1"/>
          <p:nvPr/>
        </p:nvSpPr>
        <p:spPr>
          <a:xfrm>
            <a:off x="6324957" y="3145714"/>
            <a:ext cx="1834179" cy="497572"/>
          </a:xfrm>
          <a:prstGeom prst="rect">
            <a:avLst/>
          </a:prstGeom>
          <a:solidFill>
            <a:srgbClr val="4472C3"/>
          </a:solidFill>
          <a:ln w="10668">
            <a:solidFill>
              <a:srgbClr val="2F528E"/>
            </a:solidFill>
          </a:ln>
        </p:spPr>
        <p:txBody>
          <a:bodyPr vert="horz" wrap="square" lIns="0" tIns="111760" rIns="0" bIns="0" rtlCol="0">
            <a:spAutoFit/>
          </a:bodyPr>
          <a:lstStyle/>
          <a:p>
            <a:pPr marL="119976" marR="109293" indent="435529" defTabSz="1183325">
              <a:lnSpc>
                <a:spcPts val="1540"/>
              </a:lnSpc>
              <a:spcBef>
                <a:spcPts val="880"/>
              </a:spcBef>
            </a:pPr>
            <a:r>
              <a:rPr sz="1294" dirty="0">
                <a:solidFill>
                  <a:srgbClr val="FFFFFF"/>
                </a:solidFill>
                <a:latin typeface="Comic Sans MS"/>
                <a:cs typeface="Comic Sans MS"/>
              </a:rPr>
              <a:t>Read</a:t>
            </a:r>
            <a:r>
              <a:rPr sz="1294" spc="-71" dirty="0">
                <a:solidFill>
                  <a:srgbClr val="FFFFFF"/>
                </a:solidFill>
                <a:latin typeface="Comic Sans MS"/>
                <a:cs typeface="Comic Sans MS"/>
              </a:rPr>
              <a:t> </a:t>
            </a:r>
            <a:r>
              <a:rPr sz="1294" spc="-32" dirty="0">
                <a:solidFill>
                  <a:srgbClr val="FFFFFF"/>
                </a:solidFill>
                <a:latin typeface="Comic Sans MS"/>
                <a:cs typeface="Comic Sans MS"/>
              </a:rPr>
              <a:t>One </a:t>
            </a:r>
            <a:r>
              <a:rPr sz="1294" spc="-13" dirty="0">
                <a:solidFill>
                  <a:srgbClr val="FFFFFF"/>
                </a:solidFill>
                <a:latin typeface="Comic Sans MS"/>
                <a:cs typeface="Comic Sans MS"/>
              </a:rPr>
              <a:t>Instruction</a:t>
            </a:r>
            <a:r>
              <a:rPr sz="1294" spc="-71" dirty="0">
                <a:solidFill>
                  <a:srgbClr val="FFFFFF"/>
                </a:solidFill>
                <a:latin typeface="Comic Sans MS"/>
                <a:cs typeface="Comic Sans MS"/>
              </a:rPr>
              <a:t> </a:t>
            </a:r>
            <a:r>
              <a:rPr sz="1294" dirty="0">
                <a:solidFill>
                  <a:srgbClr val="FFFFFF"/>
                </a:solidFill>
                <a:latin typeface="Comic Sans MS"/>
                <a:cs typeface="Comic Sans MS"/>
              </a:rPr>
              <a:t>at</a:t>
            </a:r>
            <a:r>
              <a:rPr sz="1294" spc="-13" dirty="0">
                <a:solidFill>
                  <a:srgbClr val="FFFFFF"/>
                </a:solidFill>
                <a:latin typeface="Comic Sans MS"/>
                <a:cs typeface="Comic Sans MS"/>
              </a:rPr>
              <a:t> </a:t>
            </a:r>
            <a:r>
              <a:rPr sz="1294" dirty="0">
                <a:solidFill>
                  <a:srgbClr val="FFFFFF"/>
                </a:solidFill>
                <a:latin typeface="Comic Sans MS"/>
                <a:cs typeface="Comic Sans MS"/>
              </a:rPr>
              <a:t>a</a:t>
            </a:r>
            <a:r>
              <a:rPr sz="1294" spc="-26" dirty="0">
                <a:solidFill>
                  <a:srgbClr val="FFFFFF"/>
                </a:solidFill>
                <a:latin typeface="Comic Sans MS"/>
                <a:cs typeface="Comic Sans MS"/>
              </a:rPr>
              <a:t> time</a:t>
            </a:r>
            <a:endParaRPr sz="1294">
              <a:latin typeface="Comic Sans MS"/>
              <a:cs typeface="Comic Sans MS"/>
            </a:endParaRPr>
          </a:p>
        </p:txBody>
      </p:sp>
      <p:sp>
        <p:nvSpPr>
          <p:cNvPr id="63" name="object 34"/>
          <p:cNvSpPr/>
          <p:nvPr/>
        </p:nvSpPr>
        <p:spPr>
          <a:xfrm>
            <a:off x="7242049" y="3761052"/>
            <a:ext cx="2465" cy="2004284"/>
          </a:xfrm>
          <a:custGeom>
            <a:avLst/>
            <a:gdLst/>
            <a:ahLst/>
            <a:cxnLst/>
            <a:rect l="l" t="t" r="r" b="b"/>
            <a:pathLst>
              <a:path w="1904" h="1548764">
                <a:moveTo>
                  <a:pt x="0" y="0"/>
                </a:moveTo>
                <a:lnTo>
                  <a:pt x="1523" y="160020"/>
                </a:lnTo>
              </a:path>
              <a:path w="1904" h="1548764">
                <a:moveTo>
                  <a:pt x="0" y="1548383"/>
                </a:moveTo>
                <a:lnTo>
                  <a:pt x="1523" y="1089659"/>
                </a:lnTo>
              </a:path>
            </a:pathLst>
          </a:custGeom>
          <a:ln w="4572">
            <a:solidFill>
              <a:srgbClr val="4472C3"/>
            </a:solidFill>
          </a:ln>
        </p:spPr>
        <p:txBody>
          <a:bodyPr wrap="square" lIns="0" tIns="0" rIns="0" bIns="0" rtlCol="0"/>
          <a:lstStyle/>
          <a:p>
            <a:pPr defTabSz="1183325"/>
            <a:endParaRPr sz="2329"/>
          </a:p>
        </p:txBody>
      </p:sp>
      <p:graphicFrame>
        <p:nvGraphicFramePr>
          <p:cNvPr id="64" name="object 35"/>
          <p:cNvGraphicFramePr>
            <a:graphicFrameLocks noGrp="1"/>
          </p:cNvGraphicFramePr>
          <p:nvPr/>
        </p:nvGraphicFramePr>
        <p:xfrm>
          <a:off x="6318055" y="5757940"/>
          <a:ext cx="1834178" cy="152519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91708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708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90849">
                <a:tc gridSpan="2">
                  <a:txBody>
                    <a:bodyPr/>
                    <a:lstStyle/>
                    <a:p>
                      <a:pPr marL="456565" marR="308610" indent="-142240">
                        <a:lnSpc>
                          <a:spcPts val="1190"/>
                        </a:lnSpc>
                        <a:spcBef>
                          <a:spcPts val="605"/>
                        </a:spcBef>
                      </a:pPr>
                      <a:r>
                        <a:rPr sz="1300" spc="-10" dirty="0">
                          <a:solidFill>
                            <a:srgbClr val="FFFFFF"/>
                          </a:solidFill>
                          <a:latin typeface="Comic Sans MS"/>
                          <a:cs typeface="Comic Sans MS"/>
                        </a:rPr>
                        <a:t>Display</a:t>
                      </a:r>
                      <a:r>
                        <a:rPr sz="1300" spc="-15" dirty="0">
                          <a:solidFill>
                            <a:srgbClr val="FFFFFF"/>
                          </a:solidFill>
                          <a:latin typeface="Comic Sans MS"/>
                          <a:cs typeface="Comic Sans MS"/>
                        </a:rPr>
                        <a:t> </a:t>
                      </a:r>
                      <a:r>
                        <a:rPr sz="1300" spc="-10" dirty="0">
                          <a:solidFill>
                            <a:srgbClr val="FFFFFF"/>
                          </a:solidFill>
                          <a:latin typeface="Comic Sans MS"/>
                          <a:cs typeface="Comic Sans MS"/>
                        </a:rPr>
                        <a:t>Error Message</a:t>
                      </a:r>
                      <a:endParaRPr sz="1300">
                        <a:latin typeface="Comic Sans MS"/>
                        <a:cs typeface="Comic Sans MS"/>
                      </a:endParaRPr>
                    </a:p>
                  </a:txBody>
                  <a:tcPr marL="0" marR="0" marT="99434" marB="0">
                    <a:lnL w="12700">
                      <a:solidFill>
                        <a:srgbClr val="2F528E"/>
                      </a:solidFill>
                      <a:prstDash val="solid"/>
                    </a:lnL>
                    <a:lnR w="12700">
                      <a:solidFill>
                        <a:srgbClr val="2F528E"/>
                      </a:solidFill>
                      <a:prstDash val="solid"/>
                    </a:lnR>
                    <a:lnT w="12700">
                      <a:solidFill>
                        <a:srgbClr val="2F528E"/>
                      </a:solidFill>
                      <a:prstDash val="solid"/>
                    </a:lnT>
                    <a:lnB w="12700">
                      <a:solidFill>
                        <a:srgbClr val="2F528E"/>
                      </a:solidFill>
                      <a:prstDash val="solid"/>
                    </a:lnB>
                    <a:solidFill>
                      <a:srgbClr val="4472C3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5141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6350">
                      <a:solidFill>
                        <a:srgbClr val="4472C3"/>
                      </a:solidFill>
                      <a:prstDash val="solid"/>
                    </a:lnR>
                    <a:lnT w="12700">
                      <a:solidFill>
                        <a:srgbClr val="2F528E"/>
                      </a:solidFill>
                      <a:prstDash val="solid"/>
                    </a:lnT>
                    <a:lnB w="12700">
                      <a:solidFill>
                        <a:srgbClr val="2F528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4472C3"/>
                      </a:solidFill>
                      <a:prstDash val="solid"/>
                    </a:lnL>
                    <a:lnT w="12700">
                      <a:solidFill>
                        <a:srgbClr val="2F528E"/>
                      </a:solidFill>
                      <a:prstDash val="solid"/>
                    </a:lnT>
                    <a:lnB w="12700">
                      <a:solidFill>
                        <a:srgbClr val="2F528E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89205">
                <a:tc gridSpan="2"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135"/>
                        </a:spcBef>
                      </a:pPr>
                      <a:r>
                        <a:rPr sz="1300" spc="-20" dirty="0">
                          <a:solidFill>
                            <a:srgbClr val="FFFFFF"/>
                          </a:solidFill>
                          <a:latin typeface="Comic Sans MS"/>
                          <a:cs typeface="Comic Sans MS"/>
                        </a:rPr>
                        <a:t>Stop</a:t>
                      </a:r>
                      <a:endParaRPr sz="1300">
                        <a:latin typeface="Comic Sans MS"/>
                        <a:cs typeface="Comic Sans MS"/>
                      </a:endParaRPr>
                    </a:p>
                  </a:txBody>
                  <a:tcPr marL="0" marR="0" marT="186541" marB="0">
                    <a:lnL w="12700">
                      <a:solidFill>
                        <a:srgbClr val="2F528E"/>
                      </a:solidFill>
                      <a:prstDash val="solid"/>
                    </a:lnL>
                    <a:lnR w="12700">
                      <a:solidFill>
                        <a:srgbClr val="2F528E"/>
                      </a:solidFill>
                      <a:prstDash val="solid"/>
                    </a:lnR>
                    <a:lnT w="12700">
                      <a:solidFill>
                        <a:srgbClr val="2F528E"/>
                      </a:solidFill>
                      <a:prstDash val="solid"/>
                    </a:lnT>
                    <a:lnB w="12700">
                      <a:solidFill>
                        <a:srgbClr val="2F528E"/>
                      </a:solidFill>
                      <a:prstDash val="solid"/>
                    </a:lnB>
                    <a:solidFill>
                      <a:srgbClr val="4472C3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65" name="object 36"/>
          <p:cNvSpPr txBox="1"/>
          <p:nvPr/>
        </p:nvSpPr>
        <p:spPr>
          <a:xfrm>
            <a:off x="7922796" y="4290926"/>
            <a:ext cx="1817744" cy="245569"/>
          </a:xfrm>
          <a:prstGeom prst="rect">
            <a:avLst/>
          </a:prstGeom>
        </p:spPr>
        <p:txBody>
          <a:bodyPr vert="horz" wrap="square" lIns="0" tIns="16435" rIns="0" bIns="0" rtlCol="0">
            <a:spAutoFit/>
          </a:bodyPr>
          <a:lstStyle/>
          <a:p>
            <a:pPr marL="16435" defTabSz="1183325">
              <a:spcBef>
                <a:spcPts val="129"/>
              </a:spcBef>
              <a:tabLst>
                <a:tab pos="289257" algn="l"/>
                <a:tab pos="1800462" algn="l"/>
              </a:tabLst>
            </a:pPr>
            <a:r>
              <a:rPr sz="1488" u="sng" dirty="0">
                <a:uFill>
                  <a:solidFill>
                    <a:srgbClr val="4472C3"/>
                  </a:solidFill>
                </a:uFill>
                <a:latin typeface="Times New Roman"/>
                <a:cs typeface="Times New Roman"/>
              </a:rPr>
              <a:t>	</a:t>
            </a:r>
            <a:r>
              <a:rPr sz="1488" u="sng" spc="-32" dirty="0">
                <a:uFill>
                  <a:solidFill>
                    <a:srgbClr val="4472C3"/>
                  </a:solidFill>
                </a:uFill>
                <a:latin typeface="Comic Sans MS"/>
                <a:cs typeface="Comic Sans MS"/>
              </a:rPr>
              <a:t>No</a:t>
            </a:r>
            <a:r>
              <a:rPr sz="1488" u="sng" dirty="0">
                <a:uFill>
                  <a:solidFill>
                    <a:srgbClr val="4472C3"/>
                  </a:solidFill>
                </a:uFill>
                <a:latin typeface="Comic Sans MS"/>
                <a:cs typeface="Comic Sans MS"/>
              </a:rPr>
              <a:t>	</a:t>
            </a:r>
            <a:endParaRPr sz="1488">
              <a:latin typeface="Comic Sans MS"/>
              <a:cs typeface="Comic Sans MS"/>
            </a:endParaRPr>
          </a:p>
        </p:txBody>
      </p:sp>
      <p:sp>
        <p:nvSpPr>
          <p:cNvPr id="66" name="object 37"/>
          <p:cNvSpPr txBox="1"/>
          <p:nvPr/>
        </p:nvSpPr>
        <p:spPr>
          <a:xfrm>
            <a:off x="7282800" y="5375625"/>
            <a:ext cx="350894" cy="245569"/>
          </a:xfrm>
          <a:prstGeom prst="rect">
            <a:avLst/>
          </a:prstGeom>
        </p:spPr>
        <p:txBody>
          <a:bodyPr vert="horz" wrap="square" lIns="0" tIns="16435" rIns="0" bIns="0" rtlCol="0">
            <a:spAutoFit/>
          </a:bodyPr>
          <a:lstStyle/>
          <a:p>
            <a:pPr marL="16435" defTabSz="1183325">
              <a:spcBef>
                <a:spcPts val="129"/>
              </a:spcBef>
            </a:pPr>
            <a:r>
              <a:rPr sz="1488" spc="-32" dirty="0">
                <a:latin typeface="Comic Sans MS"/>
                <a:cs typeface="Comic Sans MS"/>
              </a:rPr>
              <a:t>Yes</a:t>
            </a:r>
            <a:endParaRPr sz="1488">
              <a:latin typeface="Comic Sans MS"/>
              <a:cs typeface="Comic Sans MS"/>
            </a:endParaRPr>
          </a:p>
        </p:txBody>
      </p:sp>
      <p:sp>
        <p:nvSpPr>
          <p:cNvPr id="67" name="object 38"/>
          <p:cNvSpPr/>
          <p:nvPr/>
        </p:nvSpPr>
        <p:spPr>
          <a:xfrm>
            <a:off x="7242048" y="2118179"/>
            <a:ext cx="5361193" cy="1477533"/>
          </a:xfrm>
          <a:custGeom>
            <a:avLst/>
            <a:gdLst/>
            <a:ahLst/>
            <a:cxnLst/>
            <a:rect l="l" t="t" r="r" b="b"/>
            <a:pathLst>
              <a:path w="4142740" h="1141730">
                <a:moveTo>
                  <a:pt x="4142232" y="0"/>
                </a:moveTo>
                <a:lnTo>
                  <a:pt x="0" y="0"/>
                </a:lnTo>
                <a:lnTo>
                  <a:pt x="0" y="794004"/>
                </a:lnTo>
              </a:path>
              <a:path w="4142740" h="1141730">
                <a:moveTo>
                  <a:pt x="4142232" y="1141475"/>
                </a:moveTo>
                <a:lnTo>
                  <a:pt x="4142232" y="569975"/>
                </a:lnTo>
                <a:lnTo>
                  <a:pt x="4142232" y="0"/>
                </a:lnTo>
              </a:path>
              <a:path w="4142740" h="1141730">
                <a:moveTo>
                  <a:pt x="4142232" y="1136904"/>
                </a:moveTo>
                <a:lnTo>
                  <a:pt x="3843527" y="1136904"/>
                </a:lnTo>
              </a:path>
            </a:pathLst>
          </a:custGeom>
          <a:ln w="4572">
            <a:solidFill>
              <a:srgbClr val="4472C3"/>
            </a:solidFill>
          </a:ln>
        </p:spPr>
        <p:txBody>
          <a:bodyPr wrap="square" lIns="0" tIns="0" rIns="0" bIns="0" rtlCol="0"/>
          <a:lstStyle/>
          <a:p>
            <a:pPr defTabSz="1183325"/>
            <a:endParaRPr sz="2329"/>
          </a:p>
        </p:txBody>
      </p:sp>
      <p:sp>
        <p:nvSpPr>
          <p:cNvPr id="68" name="object 39"/>
          <p:cNvSpPr txBox="1"/>
          <p:nvPr/>
        </p:nvSpPr>
        <p:spPr>
          <a:xfrm>
            <a:off x="1295149" y="3231835"/>
            <a:ext cx="2208904" cy="608278"/>
          </a:xfrm>
          <a:prstGeom prst="rect">
            <a:avLst/>
          </a:prstGeom>
        </p:spPr>
        <p:txBody>
          <a:bodyPr vert="horz" wrap="square" lIns="0" tIns="20544" rIns="0" bIns="0" rtlCol="0">
            <a:spAutoFit/>
          </a:bodyPr>
          <a:lstStyle/>
          <a:p>
            <a:pPr marL="16435" defTabSz="1183325">
              <a:spcBef>
                <a:spcPts val="162"/>
              </a:spcBef>
              <a:tabLst>
                <a:tab pos="1372328" algn="l"/>
              </a:tabLst>
            </a:pPr>
            <a:r>
              <a:rPr sz="3818" spc="-13" dirty="0">
                <a:solidFill>
                  <a:srgbClr val="FF0000"/>
                </a:solidFill>
                <a:latin typeface="Comic Sans MS"/>
                <a:cs typeface="Comic Sans MS"/>
              </a:rPr>
              <a:t>Build</a:t>
            </a:r>
            <a:r>
              <a:rPr sz="3818" dirty="0">
                <a:solidFill>
                  <a:srgbClr val="FF0000"/>
                </a:solidFill>
                <a:latin typeface="Comic Sans MS"/>
                <a:cs typeface="Comic Sans MS"/>
              </a:rPr>
              <a:t>	</a:t>
            </a:r>
            <a:r>
              <a:rPr sz="3818" spc="-32" dirty="0">
                <a:solidFill>
                  <a:srgbClr val="FF0000"/>
                </a:solidFill>
                <a:latin typeface="Comic Sans MS"/>
                <a:cs typeface="Comic Sans MS"/>
              </a:rPr>
              <a:t>Run</a:t>
            </a:r>
            <a:endParaRPr sz="3818">
              <a:latin typeface="Comic Sans MS"/>
              <a:cs typeface="Comic Sans MS"/>
            </a:endParaRPr>
          </a:p>
        </p:txBody>
      </p:sp>
    </p:spTree>
    <p:extLst>
      <p:ext uri="{BB962C8B-B14F-4D97-AF65-F5344CB8AC3E}">
        <p14:creationId xmlns:p14="http://schemas.microsoft.com/office/powerpoint/2010/main" val="62907098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58A027B0-C8F7-21DE-6A5A-D628181376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>
            <a:extLst>
              <a:ext uri="{FF2B5EF4-FFF2-40B4-BE49-F238E27FC236}">
                <a16:creationId xmlns:a16="http://schemas.microsoft.com/office/drawing/2014/main" id="{25CDCF8E-FA28-EAB0-8DF4-2E8738265CAA}"/>
              </a:ext>
            </a:extLst>
          </p:cNvPr>
          <p:cNvGrpSpPr/>
          <p:nvPr/>
        </p:nvGrpSpPr>
        <p:grpSpPr>
          <a:xfrm>
            <a:off x="-10957" y="645359"/>
            <a:ext cx="13422157" cy="8767682"/>
            <a:chOff x="0" y="2209800"/>
            <a:chExt cx="7778750" cy="5081270"/>
          </a:xfrm>
        </p:grpSpPr>
        <p:pic>
          <p:nvPicPr>
            <p:cNvPr id="3" name="object 3">
              <a:extLst>
                <a:ext uri="{FF2B5EF4-FFF2-40B4-BE49-F238E27FC236}">
                  <a16:creationId xmlns:a16="http://schemas.microsoft.com/office/drawing/2014/main" id="{F0F9BDC2-E421-1E99-FB4E-1D4806815075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2209800"/>
              <a:ext cx="7772399" cy="5081016"/>
            </a:xfrm>
            <a:prstGeom prst="rect">
              <a:avLst/>
            </a:prstGeom>
          </p:spPr>
        </p:pic>
        <p:sp>
          <p:nvSpPr>
            <p:cNvPr id="4" name="object 4">
              <a:extLst>
                <a:ext uri="{FF2B5EF4-FFF2-40B4-BE49-F238E27FC236}">
                  <a16:creationId xmlns:a16="http://schemas.microsoft.com/office/drawing/2014/main" id="{0095EED7-3CF3-8D49-BE78-96356BC63237}"/>
                </a:ext>
              </a:extLst>
            </p:cNvPr>
            <p:cNvSpPr/>
            <p:nvPr/>
          </p:nvSpPr>
          <p:spPr>
            <a:xfrm>
              <a:off x="60960" y="3901439"/>
              <a:ext cx="7711440" cy="1264920"/>
            </a:xfrm>
            <a:custGeom>
              <a:avLst/>
              <a:gdLst/>
              <a:ahLst/>
              <a:cxnLst/>
              <a:rect l="l" t="t" r="r" b="b"/>
              <a:pathLst>
                <a:path w="7711440" h="1264920">
                  <a:moveTo>
                    <a:pt x="0" y="1264919"/>
                  </a:moveTo>
                  <a:lnTo>
                    <a:pt x="7711440" y="1264919"/>
                  </a:lnTo>
                  <a:lnTo>
                    <a:pt x="7711440" y="0"/>
                  </a:lnTo>
                  <a:lnTo>
                    <a:pt x="0" y="0"/>
                  </a:lnTo>
                  <a:lnTo>
                    <a:pt x="0" y="1264919"/>
                  </a:lnTo>
                  <a:close/>
                </a:path>
              </a:pathLst>
            </a:custGeom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>
            <a:extLst>
              <a:ext uri="{FF2B5EF4-FFF2-40B4-BE49-F238E27FC236}">
                <a16:creationId xmlns:a16="http://schemas.microsoft.com/office/drawing/2014/main" id="{290662E8-D3C6-8B13-713A-566D39BF7D1F}"/>
              </a:ext>
            </a:extLst>
          </p:cNvPr>
          <p:cNvSpPr txBox="1"/>
          <p:nvPr/>
        </p:nvSpPr>
        <p:spPr>
          <a:xfrm>
            <a:off x="13091697" y="12746337"/>
            <a:ext cx="182980" cy="352972"/>
          </a:xfrm>
          <a:prstGeom prst="rect">
            <a:avLst/>
          </a:prstGeom>
        </p:spPr>
        <p:txBody>
          <a:bodyPr vert="horz" wrap="square" lIns="0" tIns="20818" rIns="0" bIns="0" rtlCol="0">
            <a:spAutoFit/>
          </a:bodyPr>
          <a:lstStyle/>
          <a:p>
            <a:pPr marL="21914">
              <a:spcBef>
                <a:spcPts val="164"/>
              </a:spcBef>
            </a:pPr>
            <a:r>
              <a:rPr sz="2157" spc="-86" dirty="0">
                <a:latin typeface="Calibri"/>
                <a:cs typeface="Calibri"/>
              </a:rPr>
              <a:t>2</a:t>
            </a:r>
            <a:endParaRPr sz="2157">
              <a:latin typeface="Calibri"/>
              <a:cs typeface="Calibri"/>
            </a:endParaRPr>
          </a:p>
        </p:txBody>
      </p:sp>
      <p:sp>
        <p:nvSpPr>
          <p:cNvPr id="9" name="object 30">
            <a:extLst>
              <a:ext uri="{FF2B5EF4-FFF2-40B4-BE49-F238E27FC236}">
                <a16:creationId xmlns:a16="http://schemas.microsoft.com/office/drawing/2014/main" id="{6E3105A1-6AD3-1E25-2186-6BA194015D6C}"/>
              </a:ext>
            </a:extLst>
          </p:cNvPr>
          <p:cNvSpPr txBox="1"/>
          <p:nvPr/>
        </p:nvSpPr>
        <p:spPr>
          <a:xfrm>
            <a:off x="106432" y="3084218"/>
            <a:ext cx="13304768" cy="2408352"/>
          </a:xfrm>
          <a:prstGeom prst="rect">
            <a:avLst/>
          </a:prstGeom>
          <a:ln w="12953"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marL="2089760" algn="ctr">
              <a:spcBef>
                <a:spcPts val="505"/>
              </a:spcBef>
            </a:pPr>
            <a:r>
              <a:rPr lang="en-GB" sz="4000" spc="-13" dirty="0">
                <a:solidFill>
                  <a:srgbClr val="FFFFFF"/>
                </a:solidFill>
                <a:latin typeface="Comic Sans MS"/>
                <a:cs typeface="Comic Sans MS"/>
              </a:rPr>
              <a:t>Programming Foundations</a:t>
            </a:r>
          </a:p>
          <a:p>
            <a:pPr marL="2089760" algn="ctr">
              <a:spcBef>
                <a:spcPts val="505"/>
              </a:spcBef>
            </a:pPr>
            <a:r>
              <a:rPr lang="sv-SE" sz="2400" spc="-13" dirty="0" err="1">
                <a:solidFill>
                  <a:srgbClr val="FFFFFF"/>
                </a:solidFill>
                <a:latin typeface="Comic Sans MS"/>
                <a:cs typeface="Comic Sans MS"/>
              </a:rPr>
              <a:t>Level</a:t>
            </a:r>
            <a:r>
              <a:rPr lang="sv-SE" sz="2400" spc="-13" dirty="0">
                <a:solidFill>
                  <a:srgbClr val="FFFFFF"/>
                </a:solidFill>
                <a:latin typeface="Comic Sans MS"/>
                <a:cs typeface="Comic Sans MS"/>
              </a:rPr>
              <a:t> 1</a:t>
            </a:r>
          </a:p>
          <a:p>
            <a:pPr marL="2089760" algn="ctr">
              <a:spcBef>
                <a:spcPts val="505"/>
              </a:spcBef>
            </a:pPr>
            <a:r>
              <a:rPr lang="en-GB" sz="4000" b="1" dirty="0">
                <a:solidFill>
                  <a:srgbClr val="FFCE53"/>
                </a:solidFill>
                <a:latin typeface="Comic Sans MS"/>
                <a:cs typeface="Comic Sans MS"/>
              </a:rPr>
              <a:t>Which is Faster?</a:t>
            </a:r>
          </a:p>
          <a:p>
            <a:pPr marL="2089760" algn="ctr">
              <a:spcBef>
                <a:spcPts val="505"/>
              </a:spcBef>
            </a:pPr>
            <a:r>
              <a:rPr lang="en-GB" sz="4000" b="1" dirty="0">
                <a:solidFill>
                  <a:srgbClr val="FFCE53"/>
                </a:solidFill>
                <a:latin typeface="Comic Sans MS"/>
                <a:cs typeface="Comic Sans MS"/>
              </a:rPr>
              <a:t>Compiled or Interpreted Languages?</a:t>
            </a:r>
          </a:p>
        </p:txBody>
      </p:sp>
    </p:spTree>
    <p:extLst>
      <p:ext uri="{BB962C8B-B14F-4D97-AF65-F5344CB8AC3E}">
        <p14:creationId xmlns:p14="http://schemas.microsoft.com/office/powerpoint/2010/main" val="139952505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5737515F-7669-9881-82E7-2CF58BEA28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>
            <a:extLst>
              <a:ext uri="{FF2B5EF4-FFF2-40B4-BE49-F238E27FC236}">
                <a16:creationId xmlns:a16="http://schemas.microsoft.com/office/drawing/2014/main" id="{82304D16-44D8-101D-A72A-2B58D22AFA79}"/>
              </a:ext>
            </a:extLst>
          </p:cNvPr>
          <p:cNvSpPr txBox="1"/>
          <p:nvPr/>
        </p:nvSpPr>
        <p:spPr>
          <a:xfrm>
            <a:off x="529216" y="4509797"/>
            <a:ext cx="12352767" cy="1038806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 marL="2175182" marR="6574" indent="-2159568" algn="ctr" defTabSz="1183325">
              <a:lnSpc>
                <a:spcPct val="70100"/>
              </a:lnSpc>
              <a:spcBef>
                <a:spcPts val="1540"/>
              </a:spcBef>
            </a:pPr>
            <a:r>
              <a:rPr lang="en-GB" sz="4000" dirty="0">
                <a:latin typeface="Comic Sans MS"/>
                <a:cs typeface="Comic Sans MS"/>
              </a:rPr>
              <a:t>Compiled</a:t>
            </a:r>
            <a:r>
              <a:rPr lang="en-GB" sz="4000" spc="-104" dirty="0">
                <a:latin typeface="Comic Sans MS"/>
                <a:cs typeface="Comic Sans MS"/>
              </a:rPr>
              <a:t> </a:t>
            </a:r>
            <a:r>
              <a:rPr lang="en-GB" sz="4000" dirty="0">
                <a:latin typeface="Comic Sans MS"/>
                <a:cs typeface="Comic Sans MS"/>
              </a:rPr>
              <a:t>Languages</a:t>
            </a:r>
            <a:r>
              <a:rPr lang="en-GB" sz="4000" spc="-116" dirty="0">
                <a:latin typeface="Comic Sans MS"/>
                <a:cs typeface="Comic Sans MS"/>
              </a:rPr>
              <a:t> </a:t>
            </a:r>
            <a:r>
              <a:rPr lang="en-GB" sz="4000" u="sng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Comic Sans MS"/>
                <a:cs typeface="Comic Sans MS"/>
              </a:rPr>
              <a:t>are</a:t>
            </a:r>
            <a:r>
              <a:rPr lang="en-GB" sz="4000" u="sng" spc="-110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Comic Sans MS"/>
                <a:cs typeface="Comic Sans MS"/>
              </a:rPr>
              <a:t> </a:t>
            </a:r>
            <a:r>
              <a:rPr lang="en-GB" sz="4000" u="sng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Comic Sans MS"/>
                <a:cs typeface="Comic Sans MS"/>
              </a:rPr>
              <a:t>much</a:t>
            </a:r>
            <a:r>
              <a:rPr lang="en-GB" sz="4000" u="sng" spc="-97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Comic Sans MS"/>
                <a:cs typeface="Comic Sans MS"/>
              </a:rPr>
              <a:t> </a:t>
            </a:r>
            <a:r>
              <a:rPr lang="en-GB" sz="4000" u="sng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Comic Sans MS"/>
                <a:cs typeface="Comic Sans MS"/>
              </a:rPr>
              <a:t>faster</a:t>
            </a:r>
            <a:r>
              <a:rPr lang="en-GB" sz="4000" u="sng" spc="-148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Comic Sans MS"/>
                <a:cs typeface="Comic Sans MS"/>
              </a:rPr>
              <a:t> </a:t>
            </a:r>
            <a:r>
              <a:rPr lang="en-GB" sz="4000" spc="-26" dirty="0">
                <a:latin typeface="Comic Sans MS"/>
                <a:cs typeface="Comic Sans MS"/>
              </a:rPr>
              <a:t>than </a:t>
            </a:r>
            <a:r>
              <a:rPr lang="en-GB" sz="4000" dirty="0">
                <a:latin typeface="Comic Sans MS"/>
                <a:cs typeface="Comic Sans MS"/>
              </a:rPr>
              <a:t>interpreted</a:t>
            </a:r>
            <a:r>
              <a:rPr lang="en-GB" sz="4000" spc="-175" dirty="0">
                <a:latin typeface="Comic Sans MS"/>
                <a:cs typeface="Comic Sans MS"/>
              </a:rPr>
              <a:t> </a:t>
            </a:r>
            <a:r>
              <a:rPr lang="en-GB" sz="4000" spc="-13" dirty="0">
                <a:latin typeface="Comic Sans MS"/>
                <a:cs typeface="Comic Sans MS"/>
              </a:rPr>
              <a:t>Languages.</a:t>
            </a:r>
            <a:endParaRPr lang="en-GB" sz="4000" dirty="0">
              <a:latin typeface="Comic Sans MS"/>
              <a:cs typeface="Comic Sans MS"/>
            </a:endParaRPr>
          </a:p>
        </p:txBody>
      </p:sp>
    </p:spTree>
    <p:extLst>
      <p:ext uri="{BB962C8B-B14F-4D97-AF65-F5344CB8AC3E}">
        <p14:creationId xmlns:p14="http://schemas.microsoft.com/office/powerpoint/2010/main" val="422560340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813B9C42-7FAB-11CF-6781-FE0E1AC131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>
            <a:extLst>
              <a:ext uri="{FF2B5EF4-FFF2-40B4-BE49-F238E27FC236}">
                <a16:creationId xmlns:a16="http://schemas.microsoft.com/office/drawing/2014/main" id="{779E00EC-6785-68E0-546E-D35290FCB6C5}"/>
              </a:ext>
            </a:extLst>
          </p:cNvPr>
          <p:cNvGrpSpPr/>
          <p:nvPr/>
        </p:nvGrpSpPr>
        <p:grpSpPr>
          <a:xfrm>
            <a:off x="-10957" y="645359"/>
            <a:ext cx="13422157" cy="8767682"/>
            <a:chOff x="0" y="2209800"/>
            <a:chExt cx="7778750" cy="5081270"/>
          </a:xfrm>
        </p:grpSpPr>
        <p:pic>
          <p:nvPicPr>
            <p:cNvPr id="3" name="object 3">
              <a:extLst>
                <a:ext uri="{FF2B5EF4-FFF2-40B4-BE49-F238E27FC236}">
                  <a16:creationId xmlns:a16="http://schemas.microsoft.com/office/drawing/2014/main" id="{BA7C1408-AC33-1FA7-D598-A7B74AD7784C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2209800"/>
              <a:ext cx="7772399" cy="5081016"/>
            </a:xfrm>
            <a:prstGeom prst="rect">
              <a:avLst/>
            </a:prstGeom>
          </p:spPr>
        </p:pic>
        <p:sp>
          <p:nvSpPr>
            <p:cNvPr id="4" name="object 4">
              <a:extLst>
                <a:ext uri="{FF2B5EF4-FFF2-40B4-BE49-F238E27FC236}">
                  <a16:creationId xmlns:a16="http://schemas.microsoft.com/office/drawing/2014/main" id="{1F93C416-B669-8781-688F-48B10178CBCF}"/>
                </a:ext>
              </a:extLst>
            </p:cNvPr>
            <p:cNvSpPr/>
            <p:nvPr/>
          </p:nvSpPr>
          <p:spPr>
            <a:xfrm>
              <a:off x="60960" y="3901439"/>
              <a:ext cx="7711440" cy="1264920"/>
            </a:xfrm>
            <a:custGeom>
              <a:avLst/>
              <a:gdLst/>
              <a:ahLst/>
              <a:cxnLst/>
              <a:rect l="l" t="t" r="r" b="b"/>
              <a:pathLst>
                <a:path w="7711440" h="1264920">
                  <a:moveTo>
                    <a:pt x="0" y="1264919"/>
                  </a:moveTo>
                  <a:lnTo>
                    <a:pt x="7711440" y="1264919"/>
                  </a:lnTo>
                  <a:lnTo>
                    <a:pt x="7711440" y="0"/>
                  </a:lnTo>
                  <a:lnTo>
                    <a:pt x="0" y="0"/>
                  </a:lnTo>
                  <a:lnTo>
                    <a:pt x="0" y="1264919"/>
                  </a:lnTo>
                  <a:close/>
                </a:path>
              </a:pathLst>
            </a:custGeom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>
            <a:extLst>
              <a:ext uri="{FF2B5EF4-FFF2-40B4-BE49-F238E27FC236}">
                <a16:creationId xmlns:a16="http://schemas.microsoft.com/office/drawing/2014/main" id="{633FE09B-1C7F-233D-B49E-5ACEE8760147}"/>
              </a:ext>
            </a:extLst>
          </p:cNvPr>
          <p:cNvSpPr txBox="1"/>
          <p:nvPr/>
        </p:nvSpPr>
        <p:spPr>
          <a:xfrm>
            <a:off x="13091697" y="12746337"/>
            <a:ext cx="182980" cy="352972"/>
          </a:xfrm>
          <a:prstGeom prst="rect">
            <a:avLst/>
          </a:prstGeom>
        </p:spPr>
        <p:txBody>
          <a:bodyPr vert="horz" wrap="square" lIns="0" tIns="20818" rIns="0" bIns="0" rtlCol="0">
            <a:spAutoFit/>
          </a:bodyPr>
          <a:lstStyle/>
          <a:p>
            <a:pPr marL="21914">
              <a:spcBef>
                <a:spcPts val="164"/>
              </a:spcBef>
            </a:pPr>
            <a:r>
              <a:rPr sz="2157" spc="-86" dirty="0">
                <a:latin typeface="Calibri"/>
                <a:cs typeface="Calibri"/>
              </a:rPr>
              <a:t>2</a:t>
            </a:r>
            <a:endParaRPr sz="2157">
              <a:latin typeface="Calibri"/>
              <a:cs typeface="Calibri"/>
            </a:endParaRPr>
          </a:p>
        </p:txBody>
      </p:sp>
      <p:sp>
        <p:nvSpPr>
          <p:cNvPr id="9" name="object 30">
            <a:extLst>
              <a:ext uri="{FF2B5EF4-FFF2-40B4-BE49-F238E27FC236}">
                <a16:creationId xmlns:a16="http://schemas.microsoft.com/office/drawing/2014/main" id="{D7ECA04E-EA92-FD8E-4A0E-90F5F7156524}"/>
              </a:ext>
            </a:extLst>
          </p:cNvPr>
          <p:cNvSpPr txBox="1"/>
          <p:nvPr/>
        </p:nvSpPr>
        <p:spPr>
          <a:xfrm>
            <a:off x="106432" y="3084218"/>
            <a:ext cx="13304768" cy="3088025"/>
          </a:xfrm>
          <a:prstGeom prst="rect">
            <a:avLst/>
          </a:prstGeom>
          <a:ln w="12953"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marL="2089760" algn="ctr">
              <a:spcBef>
                <a:spcPts val="505"/>
              </a:spcBef>
            </a:pPr>
            <a:r>
              <a:rPr lang="en-GB" sz="4000" spc="-13" dirty="0">
                <a:solidFill>
                  <a:srgbClr val="FFFFFF"/>
                </a:solidFill>
                <a:latin typeface="Comic Sans MS"/>
                <a:cs typeface="Comic Sans MS"/>
              </a:rPr>
              <a:t>Programming Foundations</a:t>
            </a:r>
          </a:p>
          <a:p>
            <a:pPr marL="2089760" algn="ctr">
              <a:spcBef>
                <a:spcPts val="505"/>
              </a:spcBef>
            </a:pPr>
            <a:r>
              <a:rPr lang="sv-SE" sz="2400" spc="-13" dirty="0" err="1">
                <a:solidFill>
                  <a:srgbClr val="FFFFFF"/>
                </a:solidFill>
                <a:latin typeface="Comic Sans MS"/>
                <a:cs typeface="Comic Sans MS"/>
              </a:rPr>
              <a:t>Level</a:t>
            </a:r>
            <a:r>
              <a:rPr lang="sv-SE" sz="2400" spc="-13" dirty="0">
                <a:solidFill>
                  <a:srgbClr val="FFFFFF"/>
                </a:solidFill>
                <a:latin typeface="Comic Sans MS"/>
                <a:cs typeface="Comic Sans MS"/>
              </a:rPr>
              <a:t> 1</a:t>
            </a:r>
          </a:p>
          <a:p>
            <a:pPr marL="2089760" algn="ctr">
              <a:spcBef>
                <a:spcPts val="505"/>
              </a:spcBef>
            </a:pPr>
            <a:r>
              <a:rPr lang="en-GB" sz="4000" b="1" dirty="0">
                <a:solidFill>
                  <a:srgbClr val="FFCE53"/>
                </a:solidFill>
                <a:latin typeface="Comic Sans MS"/>
                <a:cs typeface="Comic Sans MS"/>
              </a:rPr>
              <a:t>Compiler</a:t>
            </a:r>
          </a:p>
          <a:p>
            <a:pPr marL="2089760" algn="ctr">
              <a:spcBef>
                <a:spcPts val="505"/>
              </a:spcBef>
            </a:pPr>
            <a:r>
              <a:rPr lang="en-GB" sz="4000" b="1" dirty="0">
                <a:solidFill>
                  <a:srgbClr val="FFCE53"/>
                </a:solidFill>
                <a:latin typeface="Comic Sans MS"/>
                <a:cs typeface="Comic Sans MS"/>
              </a:rPr>
              <a:t>vs</a:t>
            </a:r>
          </a:p>
          <a:p>
            <a:pPr marL="2089760" algn="ctr">
              <a:spcBef>
                <a:spcPts val="505"/>
              </a:spcBef>
            </a:pPr>
            <a:r>
              <a:rPr lang="en-GB" sz="4000" b="1" dirty="0">
                <a:solidFill>
                  <a:srgbClr val="FFCE53"/>
                </a:solidFill>
                <a:latin typeface="Comic Sans MS"/>
                <a:cs typeface="Comic Sans MS"/>
              </a:rPr>
              <a:t>Interpreter</a:t>
            </a:r>
          </a:p>
        </p:txBody>
      </p:sp>
    </p:spTree>
    <p:extLst>
      <p:ext uri="{BB962C8B-B14F-4D97-AF65-F5344CB8AC3E}">
        <p14:creationId xmlns:p14="http://schemas.microsoft.com/office/powerpoint/2010/main" val="6748764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58D7B102-D239-E83C-B926-9D4AD001DA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73117" y="6697710"/>
            <a:ext cx="5857538" cy="930894"/>
          </a:xfrm>
          <a:prstGeom prst="rect">
            <a:avLst/>
          </a:prstGeom>
        </p:spPr>
      </p:pic>
      <p:sp>
        <p:nvSpPr>
          <p:cNvPr id="4" name="object 3"/>
          <p:cNvSpPr txBox="1"/>
          <p:nvPr/>
        </p:nvSpPr>
        <p:spPr>
          <a:xfrm>
            <a:off x="873045" y="7008705"/>
            <a:ext cx="625362" cy="278768"/>
          </a:xfrm>
          <a:prstGeom prst="rect">
            <a:avLst/>
          </a:prstGeom>
        </p:spPr>
        <p:txBody>
          <a:bodyPr vert="horz" wrap="square" lIns="0" tIns="19722" rIns="0" bIns="0" rtlCol="0">
            <a:spAutoFit/>
          </a:bodyPr>
          <a:lstStyle/>
          <a:p>
            <a:pPr marL="16435" defTabSz="1183325">
              <a:spcBef>
                <a:spcPts val="155"/>
              </a:spcBef>
            </a:pPr>
            <a:r>
              <a:rPr sz="1682" dirty="0">
                <a:latin typeface="Comic Sans MS"/>
                <a:cs typeface="Comic Sans MS"/>
              </a:rPr>
              <a:t>C,</a:t>
            </a:r>
            <a:r>
              <a:rPr sz="1682" spc="-13" dirty="0">
                <a:latin typeface="Comic Sans MS"/>
                <a:cs typeface="Comic Sans MS"/>
              </a:rPr>
              <a:t> </a:t>
            </a:r>
            <a:r>
              <a:rPr sz="1682" spc="-32" dirty="0">
                <a:latin typeface="Comic Sans MS"/>
                <a:cs typeface="Comic Sans MS"/>
              </a:rPr>
              <a:t>C++</a:t>
            </a:r>
            <a:endParaRPr sz="1682">
              <a:latin typeface="Comic Sans MS"/>
              <a:cs typeface="Comic Sans MS"/>
            </a:endParaRPr>
          </a:p>
        </p:txBody>
      </p:sp>
      <p:pic>
        <p:nvPicPr>
          <p:cNvPr id="5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776601" y="6697710"/>
            <a:ext cx="5861482" cy="930894"/>
          </a:xfrm>
          <a:prstGeom prst="rect">
            <a:avLst/>
          </a:prstGeom>
        </p:spPr>
      </p:pic>
      <p:sp>
        <p:nvSpPr>
          <p:cNvPr id="6" name="object 5"/>
          <p:cNvSpPr txBox="1"/>
          <p:nvPr/>
        </p:nvSpPr>
        <p:spPr>
          <a:xfrm>
            <a:off x="9957135" y="7008705"/>
            <a:ext cx="2580341" cy="278768"/>
          </a:xfrm>
          <a:prstGeom prst="rect">
            <a:avLst/>
          </a:prstGeom>
        </p:spPr>
        <p:txBody>
          <a:bodyPr vert="horz" wrap="square" lIns="0" tIns="19722" rIns="0" bIns="0" rtlCol="0">
            <a:spAutoFit/>
          </a:bodyPr>
          <a:lstStyle/>
          <a:p>
            <a:pPr marL="16435" defTabSz="1183325">
              <a:spcBef>
                <a:spcPts val="155"/>
              </a:spcBef>
            </a:pPr>
            <a:r>
              <a:rPr sz="1682" dirty="0">
                <a:latin typeface="Comic Sans MS"/>
                <a:cs typeface="Comic Sans MS"/>
              </a:rPr>
              <a:t>Ruby,</a:t>
            </a:r>
            <a:r>
              <a:rPr sz="1682" spc="52" dirty="0">
                <a:latin typeface="Comic Sans MS"/>
                <a:cs typeface="Comic Sans MS"/>
              </a:rPr>
              <a:t> </a:t>
            </a:r>
            <a:r>
              <a:rPr sz="1682" dirty="0">
                <a:latin typeface="Comic Sans MS"/>
                <a:cs typeface="Comic Sans MS"/>
              </a:rPr>
              <a:t>Python,</a:t>
            </a:r>
            <a:r>
              <a:rPr sz="1682" spc="19" dirty="0">
                <a:latin typeface="Comic Sans MS"/>
                <a:cs typeface="Comic Sans MS"/>
              </a:rPr>
              <a:t> </a:t>
            </a:r>
            <a:r>
              <a:rPr sz="1682" spc="-13" dirty="0">
                <a:latin typeface="Comic Sans MS"/>
                <a:cs typeface="Comic Sans MS"/>
              </a:rPr>
              <a:t>Javascript.</a:t>
            </a:r>
            <a:endParaRPr sz="1682">
              <a:latin typeface="Comic Sans MS"/>
              <a:cs typeface="Comic Sans MS"/>
            </a:endParaRPr>
          </a:p>
        </p:txBody>
      </p:sp>
      <p:sp>
        <p:nvSpPr>
          <p:cNvPr id="7" name="object 6"/>
          <p:cNvSpPr/>
          <p:nvPr/>
        </p:nvSpPr>
        <p:spPr>
          <a:xfrm>
            <a:off x="2741391" y="1664582"/>
            <a:ext cx="653303" cy="1420009"/>
          </a:xfrm>
          <a:custGeom>
            <a:avLst/>
            <a:gdLst/>
            <a:ahLst/>
            <a:cxnLst/>
            <a:rect l="l" t="t" r="r" b="b"/>
            <a:pathLst>
              <a:path w="504825" h="1097280">
                <a:moveTo>
                  <a:pt x="16764" y="513588"/>
                </a:moveTo>
                <a:lnTo>
                  <a:pt x="1524" y="513588"/>
                </a:lnTo>
                <a:lnTo>
                  <a:pt x="1447" y="521208"/>
                </a:lnTo>
                <a:lnTo>
                  <a:pt x="0" y="548640"/>
                </a:lnTo>
                <a:lnTo>
                  <a:pt x="1524" y="576072"/>
                </a:lnTo>
                <a:lnTo>
                  <a:pt x="16764" y="576072"/>
                </a:lnTo>
                <a:lnTo>
                  <a:pt x="15240" y="548640"/>
                </a:lnTo>
                <a:lnTo>
                  <a:pt x="16764" y="521208"/>
                </a:lnTo>
                <a:lnTo>
                  <a:pt x="16764" y="513588"/>
                </a:lnTo>
                <a:close/>
              </a:path>
              <a:path w="504825" h="1097280">
                <a:moveTo>
                  <a:pt x="16776" y="576072"/>
                </a:moveTo>
                <a:lnTo>
                  <a:pt x="1536" y="577596"/>
                </a:lnTo>
                <a:lnTo>
                  <a:pt x="1536" y="579120"/>
                </a:lnTo>
                <a:lnTo>
                  <a:pt x="16776" y="577596"/>
                </a:lnTo>
                <a:lnTo>
                  <a:pt x="16776" y="576072"/>
                </a:lnTo>
                <a:close/>
              </a:path>
              <a:path w="504825" h="1097280">
                <a:moveTo>
                  <a:pt x="33540" y="685800"/>
                </a:moveTo>
                <a:lnTo>
                  <a:pt x="32524" y="682752"/>
                </a:lnTo>
                <a:lnTo>
                  <a:pt x="32016" y="681228"/>
                </a:lnTo>
                <a:lnTo>
                  <a:pt x="32016" y="682752"/>
                </a:lnTo>
                <a:lnTo>
                  <a:pt x="27444" y="656844"/>
                </a:lnTo>
                <a:lnTo>
                  <a:pt x="21348" y="629412"/>
                </a:lnTo>
                <a:lnTo>
                  <a:pt x="21348" y="624840"/>
                </a:lnTo>
                <a:lnTo>
                  <a:pt x="6108" y="626364"/>
                </a:lnTo>
                <a:lnTo>
                  <a:pt x="6108" y="632460"/>
                </a:lnTo>
                <a:lnTo>
                  <a:pt x="10680" y="659892"/>
                </a:lnTo>
                <a:lnTo>
                  <a:pt x="16776" y="685800"/>
                </a:lnTo>
                <a:lnTo>
                  <a:pt x="18300" y="688848"/>
                </a:lnTo>
                <a:lnTo>
                  <a:pt x="33540" y="685800"/>
                </a:lnTo>
                <a:close/>
              </a:path>
              <a:path w="504825" h="1097280">
                <a:moveTo>
                  <a:pt x="35052" y="406908"/>
                </a:moveTo>
                <a:lnTo>
                  <a:pt x="19812" y="402336"/>
                </a:lnTo>
                <a:lnTo>
                  <a:pt x="18288" y="411480"/>
                </a:lnTo>
                <a:lnTo>
                  <a:pt x="10668" y="437388"/>
                </a:lnTo>
                <a:lnTo>
                  <a:pt x="6096" y="464820"/>
                </a:lnTo>
                <a:lnTo>
                  <a:pt x="6096" y="466344"/>
                </a:lnTo>
                <a:lnTo>
                  <a:pt x="21336" y="467868"/>
                </a:lnTo>
                <a:lnTo>
                  <a:pt x="22860" y="466344"/>
                </a:lnTo>
                <a:lnTo>
                  <a:pt x="21336" y="466344"/>
                </a:lnTo>
                <a:lnTo>
                  <a:pt x="33528" y="414528"/>
                </a:lnTo>
                <a:lnTo>
                  <a:pt x="32004" y="414528"/>
                </a:lnTo>
                <a:lnTo>
                  <a:pt x="35052" y="406908"/>
                </a:lnTo>
                <a:close/>
              </a:path>
              <a:path w="504825" h="1097280">
                <a:moveTo>
                  <a:pt x="71640" y="786384"/>
                </a:moveTo>
                <a:lnTo>
                  <a:pt x="68592" y="780288"/>
                </a:lnTo>
                <a:lnTo>
                  <a:pt x="58585" y="757428"/>
                </a:lnTo>
                <a:lnTo>
                  <a:pt x="57924" y="755904"/>
                </a:lnTo>
                <a:lnTo>
                  <a:pt x="57924" y="757428"/>
                </a:lnTo>
                <a:lnTo>
                  <a:pt x="49314" y="733044"/>
                </a:lnTo>
                <a:lnTo>
                  <a:pt x="48780" y="731520"/>
                </a:lnTo>
                <a:lnTo>
                  <a:pt x="48780" y="733044"/>
                </a:lnTo>
                <a:lnTo>
                  <a:pt x="47256" y="729996"/>
                </a:lnTo>
                <a:lnTo>
                  <a:pt x="32016" y="734568"/>
                </a:lnTo>
                <a:lnTo>
                  <a:pt x="33540" y="737616"/>
                </a:lnTo>
                <a:lnTo>
                  <a:pt x="44208" y="763524"/>
                </a:lnTo>
                <a:lnTo>
                  <a:pt x="54876" y="787908"/>
                </a:lnTo>
                <a:lnTo>
                  <a:pt x="57924" y="794004"/>
                </a:lnTo>
                <a:lnTo>
                  <a:pt x="71640" y="786384"/>
                </a:lnTo>
                <a:close/>
              </a:path>
              <a:path w="504825" h="1097280">
                <a:moveTo>
                  <a:pt x="73152" y="306324"/>
                </a:moveTo>
                <a:lnTo>
                  <a:pt x="59436" y="298704"/>
                </a:lnTo>
                <a:lnTo>
                  <a:pt x="54864" y="309372"/>
                </a:lnTo>
                <a:lnTo>
                  <a:pt x="44196" y="333756"/>
                </a:lnTo>
                <a:lnTo>
                  <a:pt x="33528" y="356616"/>
                </a:lnTo>
                <a:lnTo>
                  <a:pt x="48768" y="362712"/>
                </a:lnTo>
                <a:lnTo>
                  <a:pt x="57912" y="339852"/>
                </a:lnTo>
                <a:lnTo>
                  <a:pt x="68580" y="315468"/>
                </a:lnTo>
                <a:lnTo>
                  <a:pt x="68580" y="316992"/>
                </a:lnTo>
                <a:lnTo>
                  <a:pt x="69240" y="315468"/>
                </a:lnTo>
                <a:lnTo>
                  <a:pt x="73152" y="306324"/>
                </a:lnTo>
                <a:close/>
              </a:path>
              <a:path w="504825" h="1097280">
                <a:moveTo>
                  <a:pt x="129552" y="877824"/>
                </a:moveTo>
                <a:lnTo>
                  <a:pt x="121932" y="868680"/>
                </a:lnTo>
                <a:lnTo>
                  <a:pt x="106692" y="847344"/>
                </a:lnTo>
                <a:lnTo>
                  <a:pt x="94500" y="827532"/>
                </a:lnTo>
                <a:lnTo>
                  <a:pt x="80784" y="835152"/>
                </a:lnTo>
                <a:lnTo>
                  <a:pt x="94500" y="856488"/>
                </a:lnTo>
                <a:lnTo>
                  <a:pt x="109740" y="877824"/>
                </a:lnTo>
                <a:lnTo>
                  <a:pt x="117360" y="886968"/>
                </a:lnTo>
                <a:lnTo>
                  <a:pt x="129552" y="877824"/>
                </a:lnTo>
                <a:close/>
              </a:path>
              <a:path w="504825" h="1097280">
                <a:moveTo>
                  <a:pt x="132588" y="214884"/>
                </a:moveTo>
                <a:lnTo>
                  <a:pt x="120396" y="205740"/>
                </a:lnTo>
                <a:lnTo>
                  <a:pt x="109728" y="219456"/>
                </a:lnTo>
                <a:lnTo>
                  <a:pt x="94488" y="240792"/>
                </a:lnTo>
                <a:lnTo>
                  <a:pt x="83820" y="257556"/>
                </a:lnTo>
                <a:lnTo>
                  <a:pt x="96012" y="265176"/>
                </a:lnTo>
                <a:lnTo>
                  <a:pt x="106680" y="248412"/>
                </a:lnTo>
                <a:lnTo>
                  <a:pt x="106680" y="249936"/>
                </a:lnTo>
                <a:lnTo>
                  <a:pt x="107772" y="248412"/>
                </a:lnTo>
                <a:lnTo>
                  <a:pt x="121920" y="228600"/>
                </a:lnTo>
                <a:lnTo>
                  <a:pt x="132588" y="214884"/>
                </a:lnTo>
                <a:close/>
              </a:path>
              <a:path w="504825" h="1097280">
                <a:moveTo>
                  <a:pt x="204228" y="955548"/>
                </a:moveTo>
                <a:lnTo>
                  <a:pt x="190512" y="944880"/>
                </a:lnTo>
                <a:lnTo>
                  <a:pt x="192036" y="944880"/>
                </a:lnTo>
                <a:lnTo>
                  <a:pt x="172212" y="926592"/>
                </a:lnTo>
                <a:lnTo>
                  <a:pt x="160020" y="912876"/>
                </a:lnTo>
                <a:lnTo>
                  <a:pt x="147840" y="923544"/>
                </a:lnTo>
                <a:lnTo>
                  <a:pt x="161544" y="937260"/>
                </a:lnTo>
                <a:lnTo>
                  <a:pt x="181368" y="955548"/>
                </a:lnTo>
                <a:lnTo>
                  <a:pt x="193560" y="967740"/>
                </a:lnTo>
                <a:lnTo>
                  <a:pt x="204228" y="955548"/>
                </a:lnTo>
                <a:close/>
              </a:path>
              <a:path w="504825" h="1097280">
                <a:moveTo>
                  <a:pt x="207276" y="137160"/>
                </a:moveTo>
                <a:lnTo>
                  <a:pt x="198132" y="126492"/>
                </a:lnTo>
                <a:lnTo>
                  <a:pt x="181368" y="140208"/>
                </a:lnTo>
                <a:lnTo>
                  <a:pt x="161556" y="158496"/>
                </a:lnTo>
                <a:lnTo>
                  <a:pt x="150888" y="169164"/>
                </a:lnTo>
                <a:lnTo>
                  <a:pt x="163080" y="179832"/>
                </a:lnTo>
                <a:lnTo>
                  <a:pt x="172224" y="169164"/>
                </a:lnTo>
                <a:lnTo>
                  <a:pt x="172224" y="170688"/>
                </a:lnTo>
                <a:lnTo>
                  <a:pt x="173875" y="169164"/>
                </a:lnTo>
                <a:lnTo>
                  <a:pt x="192036" y="152400"/>
                </a:lnTo>
                <a:lnTo>
                  <a:pt x="190512" y="152400"/>
                </a:lnTo>
                <a:lnTo>
                  <a:pt x="207276" y="137160"/>
                </a:lnTo>
                <a:close/>
              </a:path>
              <a:path w="504825" h="1097280">
                <a:moveTo>
                  <a:pt x="294132" y="1018032"/>
                </a:moveTo>
                <a:lnTo>
                  <a:pt x="272808" y="1005840"/>
                </a:lnTo>
                <a:lnTo>
                  <a:pt x="274332" y="1005840"/>
                </a:lnTo>
                <a:lnTo>
                  <a:pt x="251472" y="992124"/>
                </a:lnTo>
                <a:lnTo>
                  <a:pt x="240792" y="984504"/>
                </a:lnTo>
                <a:lnTo>
                  <a:pt x="231660" y="996696"/>
                </a:lnTo>
                <a:lnTo>
                  <a:pt x="243852" y="1005840"/>
                </a:lnTo>
                <a:lnTo>
                  <a:pt x="265188" y="1019556"/>
                </a:lnTo>
                <a:lnTo>
                  <a:pt x="286524" y="1031748"/>
                </a:lnTo>
                <a:lnTo>
                  <a:pt x="294132" y="1018032"/>
                </a:lnTo>
                <a:close/>
              </a:path>
              <a:path w="504825" h="1097280">
                <a:moveTo>
                  <a:pt x="297192" y="77724"/>
                </a:moveTo>
                <a:lnTo>
                  <a:pt x="289572" y="62484"/>
                </a:lnTo>
                <a:lnTo>
                  <a:pt x="288048" y="64008"/>
                </a:lnTo>
                <a:lnTo>
                  <a:pt x="265188" y="77724"/>
                </a:lnTo>
                <a:lnTo>
                  <a:pt x="243852" y="91440"/>
                </a:lnTo>
                <a:lnTo>
                  <a:pt x="236232" y="96012"/>
                </a:lnTo>
                <a:lnTo>
                  <a:pt x="245376" y="109728"/>
                </a:lnTo>
                <a:lnTo>
                  <a:pt x="251472" y="105156"/>
                </a:lnTo>
                <a:lnTo>
                  <a:pt x="274332" y="89916"/>
                </a:lnTo>
                <a:lnTo>
                  <a:pt x="272808" y="91440"/>
                </a:lnTo>
                <a:lnTo>
                  <a:pt x="275348" y="89916"/>
                </a:lnTo>
                <a:lnTo>
                  <a:pt x="295668" y="77724"/>
                </a:lnTo>
                <a:lnTo>
                  <a:pt x="297192" y="77724"/>
                </a:lnTo>
                <a:close/>
              </a:path>
              <a:path w="504825" h="1097280">
                <a:moveTo>
                  <a:pt x="393204" y="1059180"/>
                </a:moveTo>
                <a:lnTo>
                  <a:pt x="391680" y="1059180"/>
                </a:lnTo>
                <a:lnTo>
                  <a:pt x="367296" y="1051560"/>
                </a:lnTo>
                <a:lnTo>
                  <a:pt x="346392" y="1042416"/>
                </a:lnTo>
                <a:lnTo>
                  <a:pt x="342912" y="1040892"/>
                </a:lnTo>
                <a:lnTo>
                  <a:pt x="342912" y="1042416"/>
                </a:lnTo>
                <a:lnTo>
                  <a:pt x="335280" y="1037844"/>
                </a:lnTo>
                <a:lnTo>
                  <a:pt x="329196" y="1053084"/>
                </a:lnTo>
                <a:lnTo>
                  <a:pt x="336816" y="1056132"/>
                </a:lnTo>
                <a:lnTo>
                  <a:pt x="361200" y="1065276"/>
                </a:lnTo>
                <a:lnTo>
                  <a:pt x="387108" y="1074420"/>
                </a:lnTo>
                <a:lnTo>
                  <a:pt x="388632" y="1074420"/>
                </a:lnTo>
                <a:lnTo>
                  <a:pt x="393204" y="1059180"/>
                </a:lnTo>
                <a:close/>
              </a:path>
              <a:path w="504825" h="1097280">
                <a:moveTo>
                  <a:pt x="397776" y="35052"/>
                </a:moveTo>
                <a:lnTo>
                  <a:pt x="393204" y="19812"/>
                </a:lnTo>
                <a:lnTo>
                  <a:pt x="387108" y="22860"/>
                </a:lnTo>
                <a:lnTo>
                  <a:pt x="361200" y="30480"/>
                </a:lnTo>
                <a:lnTo>
                  <a:pt x="336816" y="41148"/>
                </a:lnTo>
                <a:lnTo>
                  <a:pt x="332244" y="42672"/>
                </a:lnTo>
                <a:lnTo>
                  <a:pt x="339864" y="56388"/>
                </a:lnTo>
                <a:lnTo>
                  <a:pt x="342912" y="54864"/>
                </a:lnTo>
                <a:lnTo>
                  <a:pt x="391680" y="36576"/>
                </a:lnTo>
                <a:lnTo>
                  <a:pt x="397776" y="35052"/>
                </a:lnTo>
                <a:close/>
              </a:path>
              <a:path w="504825" h="1097280">
                <a:moveTo>
                  <a:pt x="498360" y="1080516"/>
                </a:moveTo>
                <a:lnTo>
                  <a:pt x="496836" y="1080516"/>
                </a:lnTo>
                <a:lnTo>
                  <a:pt x="469404" y="1077468"/>
                </a:lnTo>
                <a:lnTo>
                  <a:pt x="443496" y="1072896"/>
                </a:lnTo>
                <a:lnTo>
                  <a:pt x="438924" y="1071372"/>
                </a:lnTo>
                <a:lnTo>
                  <a:pt x="434352" y="1086612"/>
                </a:lnTo>
                <a:lnTo>
                  <a:pt x="440448" y="1088136"/>
                </a:lnTo>
                <a:lnTo>
                  <a:pt x="495312" y="1097280"/>
                </a:lnTo>
                <a:lnTo>
                  <a:pt x="498360" y="1097280"/>
                </a:lnTo>
                <a:lnTo>
                  <a:pt x="498360" y="1080516"/>
                </a:lnTo>
                <a:close/>
              </a:path>
              <a:path w="504825" h="1097280">
                <a:moveTo>
                  <a:pt x="504456" y="15240"/>
                </a:moveTo>
                <a:lnTo>
                  <a:pt x="502932" y="0"/>
                </a:lnTo>
                <a:lnTo>
                  <a:pt x="495312" y="0"/>
                </a:lnTo>
                <a:lnTo>
                  <a:pt x="467880" y="3048"/>
                </a:lnTo>
                <a:lnTo>
                  <a:pt x="440448" y="9144"/>
                </a:lnTo>
                <a:lnTo>
                  <a:pt x="438924" y="9144"/>
                </a:lnTo>
                <a:lnTo>
                  <a:pt x="441972" y="24384"/>
                </a:lnTo>
                <a:lnTo>
                  <a:pt x="443496" y="24384"/>
                </a:lnTo>
                <a:lnTo>
                  <a:pt x="496836" y="15240"/>
                </a:lnTo>
                <a:lnTo>
                  <a:pt x="504456" y="15240"/>
                </a:lnTo>
                <a:close/>
              </a:path>
            </a:pathLst>
          </a:custGeom>
          <a:solidFill>
            <a:srgbClr val="8EAADB"/>
          </a:solidFill>
        </p:spPr>
        <p:txBody>
          <a:bodyPr wrap="square" lIns="0" tIns="0" rIns="0" bIns="0" rtlCol="0"/>
          <a:lstStyle/>
          <a:p>
            <a:pPr defTabSz="1183325"/>
            <a:endParaRPr sz="2329"/>
          </a:p>
        </p:txBody>
      </p:sp>
      <p:sp>
        <p:nvSpPr>
          <p:cNvPr id="8" name="object 7"/>
          <p:cNvSpPr/>
          <p:nvPr/>
        </p:nvSpPr>
        <p:spPr>
          <a:xfrm>
            <a:off x="3453384" y="1660638"/>
            <a:ext cx="714114" cy="686995"/>
          </a:xfrm>
          <a:custGeom>
            <a:avLst/>
            <a:gdLst/>
            <a:ahLst/>
            <a:cxnLst/>
            <a:rect l="l" t="t" r="r" b="b"/>
            <a:pathLst>
              <a:path w="551814" h="530860">
                <a:moveTo>
                  <a:pt x="64008" y="4572"/>
                </a:moveTo>
                <a:lnTo>
                  <a:pt x="57912" y="3048"/>
                </a:lnTo>
                <a:lnTo>
                  <a:pt x="1524" y="0"/>
                </a:lnTo>
                <a:lnTo>
                  <a:pt x="0" y="0"/>
                </a:lnTo>
                <a:lnTo>
                  <a:pt x="0" y="16764"/>
                </a:lnTo>
                <a:lnTo>
                  <a:pt x="28956" y="16764"/>
                </a:lnTo>
                <a:lnTo>
                  <a:pt x="54267" y="18161"/>
                </a:lnTo>
                <a:lnTo>
                  <a:pt x="62484" y="19812"/>
                </a:lnTo>
                <a:lnTo>
                  <a:pt x="64008" y="4572"/>
                </a:lnTo>
                <a:close/>
              </a:path>
              <a:path w="551814" h="530860">
                <a:moveTo>
                  <a:pt x="172212" y="27432"/>
                </a:moveTo>
                <a:lnTo>
                  <a:pt x="164592" y="25908"/>
                </a:lnTo>
                <a:lnTo>
                  <a:pt x="138684" y="18288"/>
                </a:lnTo>
                <a:lnTo>
                  <a:pt x="112776" y="12192"/>
                </a:lnTo>
                <a:lnTo>
                  <a:pt x="111252" y="12192"/>
                </a:lnTo>
                <a:lnTo>
                  <a:pt x="108204" y="27432"/>
                </a:lnTo>
                <a:lnTo>
                  <a:pt x="135636" y="33528"/>
                </a:lnTo>
                <a:lnTo>
                  <a:pt x="134112" y="33528"/>
                </a:lnTo>
                <a:lnTo>
                  <a:pt x="160020" y="39624"/>
                </a:lnTo>
                <a:lnTo>
                  <a:pt x="167640" y="42672"/>
                </a:lnTo>
                <a:lnTo>
                  <a:pt x="172212" y="27432"/>
                </a:lnTo>
                <a:close/>
              </a:path>
              <a:path w="551814" h="530860">
                <a:moveTo>
                  <a:pt x="274320" y="73152"/>
                </a:moveTo>
                <a:lnTo>
                  <a:pt x="263652" y="67056"/>
                </a:lnTo>
                <a:lnTo>
                  <a:pt x="217932" y="44196"/>
                </a:lnTo>
                <a:lnTo>
                  <a:pt x="210312" y="59436"/>
                </a:lnTo>
                <a:lnTo>
                  <a:pt x="233172" y="68580"/>
                </a:lnTo>
                <a:lnTo>
                  <a:pt x="256032" y="80772"/>
                </a:lnTo>
                <a:lnTo>
                  <a:pt x="266700" y="86868"/>
                </a:lnTo>
                <a:lnTo>
                  <a:pt x="274320" y="73152"/>
                </a:lnTo>
                <a:close/>
              </a:path>
              <a:path w="551814" h="530860">
                <a:moveTo>
                  <a:pt x="364236" y="137160"/>
                </a:moveTo>
                <a:lnTo>
                  <a:pt x="352044" y="126492"/>
                </a:lnTo>
                <a:lnTo>
                  <a:pt x="330708" y="109728"/>
                </a:lnTo>
                <a:lnTo>
                  <a:pt x="315468" y="99060"/>
                </a:lnTo>
                <a:lnTo>
                  <a:pt x="306324" y="111252"/>
                </a:lnTo>
                <a:lnTo>
                  <a:pt x="321564" y="121920"/>
                </a:lnTo>
                <a:lnTo>
                  <a:pt x="341376" y="138684"/>
                </a:lnTo>
                <a:lnTo>
                  <a:pt x="355092" y="149352"/>
                </a:lnTo>
                <a:lnTo>
                  <a:pt x="364236" y="137160"/>
                </a:lnTo>
                <a:close/>
              </a:path>
              <a:path w="551814" h="530860">
                <a:moveTo>
                  <a:pt x="440423" y="219443"/>
                </a:moveTo>
                <a:lnTo>
                  <a:pt x="433565" y="210299"/>
                </a:lnTo>
                <a:lnTo>
                  <a:pt x="426707" y="201155"/>
                </a:lnTo>
                <a:lnTo>
                  <a:pt x="408419" y="181343"/>
                </a:lnTo>
                <a:lnTo>
                  <a:pt x="399275" y="170675"/>
                </a:lnTo>
                <a:lnTo>
                  <a:pt x="388607" y="181343"/>
                </a:lnTo>
                <a:lnTo>
                  <a:pt x="397751" y="192011"/>
                </a:lnTo>
                <a:lnTo>
                  <a:pt x="414515" y="211823"/>
                </a:lnTo>
                <a:lnTo>
                  <a:pt x="414515" y="210299"/>
                </a:lnTo>
                <a:lnTo>
                  <a:pt x="428231" y="228587"/>
                </a:lnTo>
                <a:lnTo>
                  <a:pt x="440423" y="219443"/>
                </a:lnTo>
                <a:close/>
              </a:path>
              <a:path w="551814" h="530860">
                <a:moveTo>
                  <a:pt x="498335" y="312407"/>
                </a:moveTo>
                <a:lnTo>
                  <a:pt x="489394" y="295643"/>
                </a:lnTo>
                <a:lnTo>
                  <a:pt x="486143" y="289547"/>
                </a:lnTo>
                <a:lnTo>
                  <a:pt x="472427" y="265163"/>
                </a:lnTo>
                <a:lnTo>
                  <a:pt x="467855" y="259067"/>
                </a:lnTo>
                <a:lnTo>
                  <a:pt x="454139" y="266687"/>
                </a:lnTo>
                <a:lnTo>
                  <a:pt x="472427" y="297167"/>
                </a:lnTo>
                <a:lnTo>
                  <a:pt x="472427" y="295643"/>
                </a:lnTo>
                <a:lnTo>
                  <a:pt x="483095" y="320027"/>
                </a:lnTo>
                <a:lnTo>
                  <a:pt x="483095" y="318503"/>
                </a:lnTo>
                <a:lnTo>
                  <a:pt x="484619" y="321551"/>
                </a:lnTo>
                <a:lnTo>
                  <a:pt x="491477" y="318503"/>
                </a:lnTo>
                <a:lnTo>
                  <a:pt x="498335" y="315455"/>
                </a:lnTo>
                <a:lnTo>
                  <a:pt x="498335" y="312407"/>
                </a:lnTo>
                <a:close/>
              </a:path>
              <a:path w="551814" h="530860">
                <a:moveTo>
                  <a:pt x="536435" y="419087"/>
                </a:moveTo>
                <a:lnTo>
                  <a:pt x="534911" y="414515"/>
                </a:lnTo>
                <a:lnTo>
                  <a:pt x="528561" y="391668"/>
                </a:lnTo>
                <a:lnTo>
                  <a:pt x="527291" y="387083"/>
                </a:lnTo>
                <a:lnTo>
                  <a:pt x="518147" y="362699"/>
                </a:lnTo>
                <a:lnTo>
                  <a:pt x="516623" y="358127"/>
                </a:lnTo>
                <a:lnTo>
                  <a:pt x="502907" y="364223"/>
                </a:lnTo>
                <a:lnTo>
                  <a:pt x="504431" y="367271"/>
                </a:lnTo>
                <a:lnTo>
                  <a:pt x="512051" y="393192"/>
                </a:lnTo>
                <a:lnTo>
                  <a:pt x="512051" y="391668"/>
                </a:lnTo>
                <a:lnTo>
                  <a:pt x="519671" y="417563"/>
                </a:lnTo>
                <a:lnTo>
                  <a:pt x="521195" y="423659"/>
                </a:lnTo>
                <a:lnTo>
                  <a:pt x="536435" y="419087"/>
                </a:lnTo>
                <a:close/>
              </a:path>
              <a:path w="551814" h="530860">
                <a:moveTo>
                  <a:pt x="551675" y="522719"/>
                </a:moveTo>
                <a:lnTo>
                  <a:pt x="545579" y="467868"/>
                </a:lnTo>
                <a:lnTo>
                  <a:pt x="545579" y="466344"/>
                </a:lnTo>
                <a:lnTo>
                  <a:pt x="530339" y="469392"/>
                </a:lnTo>
                <a:lnTo>
                  <a:pt x="536435" y="524243"/>
                </a:lnTo>
                <a:lnTo>
                  <a:pt x="536435" y="530339"/>
                </a:lnTo>
                <a:lnTo>
                  <a:pt x="551675" y="530339"/>
                </a:lnTo>
                <a:lnTo>
                  <a:pt x="551675" y="522719"/>
                </a:lnTo>
                <a:close/>
              </a:path>
            </a:pathLst>
          </a:custGeom>
          <a:solidFill>
            <a:srgbClr val="8EAADB"/>
          </a:solidFill>
        </p:spPr>
        <p:txBody>
          <a:bodyPr wrap="square" lIns="0" tIns="0" rIns="0" bIns="0" rtlCol="0"/>
          <a:lstStyle/>
          <a:p>
            <a:pPr defTabSz="1183325"/>
            <a:endParaRPr sz="2329"/>
          </a:p>
        </p:txBody>
      </p:sp>
      <p:sp>
        <p:nvSpPr>
          <p:cNvPr id="9" name="object 8"/>
          <p:cNvSpPr/>
          <p:nvPr/>
        </p:nvSpPr>
        <p:spPr>
          <a:xfrm>
            <a:off x="3447450" y="2408115"/>
            <a:ext cx="719866" cy="678778"/>
          </a:xfrm>
          <a:custGeom>
            <a:avLst/>
            <a:gdLst/>
            <a:ahLst/>
            <a:cxnLst/>
            <a:rect l="l" t="t" r="r" b="b"/>
            <a:pathLst>
              <a:path w="556260" h="524510">
                <a:moveTo>
                  <a:pt x="64008" y="521208"/>
                </a:moveTo>
                <a:lnTo>
                  <a:pt x="62484" y="505968"/>
                </a:lnTo>
                <a:lnTo>
                  <a:pt x="60960" y="505968"/>
                </a:lnTo>
                <a:lnTo>
                  <a:pt x="33528" y="509016"/>
                </a:lnTo>
                <a:lnTo>
                  <a:pt x="0" y="509016"/>
                </a:lnTo>
                <a:lnTo>
                  <a:pt x="0" y="524256"/>
                </a:lnTo>
                <a:lnTo>
                  <a:pt x="33528" y="524256"/>
                </a:lnTo>
                <a:lnTo>
                  <a:pt x="62484" y="521208"/>
                </a:lnTo>
                <a:lnTo>
                  <a:pt x="64008" y="521208"/>
                </a:lnTo>
                <a:close/>
              </a:path>
              <a:path w="556260" h="524510">
                <a:moveTo>
                  <a:pt x="172212" y="498348"/>
                </a:moveTo>
                <a:lnTo>
                  <a:pt x="167640" y="484632"/>
                </a:lnTo>
                <a:lnTo>
                  <a:pt x="164592" y="484632"/>
                </a:lnTo>
                <a:lnTo>
                  <a:pt x="138684" y="492252"/>
                </a:lnTo>
                <a:lnTo>
                  <a:pt x="140208" y="492252"/>
                </a:lnTo>
                <a:lnTo>
                  <a:pt x="112776" y="498348"/>
                </a:lnTo>
                <a:lnTo>
                  <a:pt x="114300" y="498348"/>
                </a:lnTo>
                <a:lnTo>
                  <a:pt x="108204" y="499872"/>
                </a:lnTo>
                <a:lnTo>
                  <a:pt x="111252" y="515112"/>
                </a:lnTo>
                <a:lnTo>
                  <a:pt x="117348" y="513588"/>
                </a:lnTo>
                <a:lnTo>
                  <a:pt x="143256" y="507492"/>
                </a:lnTo>
                <a:lnTo>
                  <a:pt x="169164" y="499872"/>
                </a:lnTo>
                <a:lnTo>
                  <a:pt x="172212" y="498348"/>
                </a:lnTo>
                <a:close/>
              </a:path>
              <a:path w="556260" h="524510">
                <a:moveTo>
                  <a:pt x="274320" y="454152"/>
                </a:moveTo>
                <a:lnTo>
                  <a:pt x="266700" y="440436"/>
                </a:lnTo>
                <a:lnTo>
                  <a:pt x="260604" y="445008"/>
                </a:lnTo>
                <a:lnTo>
                  <a:pt x="237744" y="457200"/>
                </a:lnTo>
                <a:lnTo>
                  <a:pt x="237744" y="455676"/>
                </a:lnTo>
                <a:lnTo>
                  <a:pt x="213360" y="467868"/>
                </a:lnTo>
                <a:lnTo>
                  <a:pt x="214884" y="466344"/>
                </a:lnTo>
                <a:lnTo>
                  <a:pt x="211836" y="467868"/>
                </a:lnTo>
                <a:lnTo>
                  <a:pt x="217932" y="483108"/>
                </a:lnTo>
                <a:lnTo>
                  <a:pt x="219456" y="481584"/>
                </a:lnTo>
                <a:lnTo>
                  <a:pt x="243840" y="470916"/>
                </a:lnTo>
                <a:lnTo>
                  <a:pt x="249936" y="467868"/>
                </a:lnTo>
                <a:lnTo>
                  <a:pt x="268224" y="458724"/>
                </a:lnTo>
                <a:lnTo>
                  <a:pt x="270256" y="457200"/>
                </a:lnTo>
                <a:lnTo>
                  <a:pt x="274320" y="454152"/>
                </a:lnTo>
                <a:close/>
              </a:path>
              <a:path w="556260" h="524510">
                <a:moveTo>
                  <a:pt x="365760" y="390144"/>
                </a:moveTo>
                <a:lnTo>
                  <a:pt x="355092" y="377952"/>
                </a:lnTo>
                <a:lnTo>
                  <a:pt x="345948" y="387096"/>
                </a:lnTo>
                <a:lnTo>
                  <a:pt x="326136" y="402336"/>
                </a:lnTo>
                <a:lnTo>
                  <a:pt x="306324" y="416052"/>
                </a:lnTo>
                <a:lnTo>
                  <a:pt x="315468" y="429768"/>
                </a:lnTo>
                <a:lnTo>
                  <a:pt x="335280" y="416052"/>
                </a:lnTo>
                <a:lnTo>
                  <a:pt x="356616" y="399288"/>
                </a:lnTo>
                <a:lnTo>
                  <a:pt x="365760" y="390144"/>
                </a:lnTo>
                <a:close/>
              </a:path>
              <a:path w="556260" h="524510">
                <a:moveTo>
                  <a:pt x="441960" y="309372"/>
                </a:moveTo>
                <a:lnTo>
                  <a:pt x="429768" y="300228"/>
                </a:lnTo>
                <a:lnTo>
                  <a:pt x="419100" y="313944"/>
                </a:lnTo>
                <a:lnTo>
                  <a:pt x="402336" y="333756"/>
                </a:lnTo>
                <a:lnTo>
                  <a:pt x="390144" y="347472"/>
                </a:lnTo>
                <a:lnTo>
                  <a:pt x="400812" y="358140"/>
                </a:lnTo>
                <a:lnTo>
                  <a:pt x="413004" y="344424"/>
                </a:lnTo>
                <a:lnTo>
                  <a:pt x="431292" y="324612"/>
                </a:lnTo>
                <a:lnTo>
                  <a:pt x="441960" y="309372"/>
                </a:lnTo>
                <a:close/>
              </a:path>
              <a:path w="556260" h="524510">
                <a:moveTo>
                  <a:pt x="501396" y="214884"/>
                </a:moveTo>
                <a:lnTo>
                  <a:pt x="487680" y="207264"/>
                </a:lnTo>
                <a:lnTo>
                  <a:pt x="477012" y="228600"/>
                </a:lnTo>
                <a:lnTo>
                  <a:pt x="463296" y="251460"/>
                </a:lnTo>
                <a:lnTo>
                  <a:pt x="457200" y="262128"/>
                </a:lnTo>
                <a:lnTo>
                  <a:pt x="469392" y="269748"/>
                </a:lnTo>
                <a:lnTo>
                  <a:pt x="477012" y="259080"/>
                </a:lnTo>
                <a:lnTo>
                  <a:pt x="490728" y="236220"/>
                </a:lnTo>
                <a:lnTo>
                  <a:pt x="501396" y="214884"/>
                </a:lnTo>
                <a:close/>
              </a:path>
              <a:path w="556260" h="524510">
                <a:moveTo>
                  <a:pt x="539496" y="109728"/>
                </a:moveTo>
                <a:lnTo>
                  <a:pt x="524256" y="106680"/>
                </a:lnTo>
                <a:lnTo>
                  <a:pt x="524256" y="108204"/>
                </a:lnTo>
                <a:lnTo>
                  <a:pt x="516636" y="132588"/>
                </a:lnTo>
                <a:lnTo>
                  <a:pt x="509016" y="158496"/>
                </a:lnTo>
                <a:lnTo>
                  <a:pt x="509016" y="156972"/>
                </a:lnTo>
                <a:lnTo>
                  <a:pt x="505968" y="164592"/>
                </a:lnTo>
                <a:lnTo>
                  <a:pt x="539496" y="111252"/>
                </a:lnTo>
                <a:lnTo>
                  <a:pt x="539496" y="109728"/>
                </a:lnTo>
                <a:close/>
              </a:path>
              <a:path w="556260" h="524510">
                <a:moveTo>
                  <a:pt x="556260" y="0"/>
                </a:moveTo>
                <a:lnTo>
                  <a:pt x="541020" y="0"/>
                </a:lnTo>
                <a:lnTo>
                  <a:pt x="541020" y="1524"/>
                </a:lnTo>
                <a:lnTo>
                  <a:pt x="537972" y="28956"/>
                </a:lnTo>
                <a:lnTo>
                  <a:pt x="534924" y="54864"/>
                </a:lnTo>
                <a:lnTo>
                  <a:pt x="533400" y="60960"/>
                </a:lnTo>
                <a:lnTo>
                  <a:pt x="548640" y="64008"/>
                </a:lnTo>
                <a:lnTo>
                  <a:pt x="550164" y="57912"/>
                </a:lnTo>
                <a:lnTo>
                  <a:pt x="553212" y="30480"/>
                </a:lnTo>
                <a:lnTo>
                  <a:pt x="556260" y="1524"/>
                </a:lnTo>
                <a:lnTo>
                  <a:pt x="556260" y="0"/>
                </a:lnTo>
                <a:close/>
              </a:path>
            </a:pathLst>
          </a:custGeom>
          <a:solidFill>
            <a:srgbClr val="8EAADB"/>
          </a:solidFill>
        </p:spPr>
        <p:txBody>
          <a:bodyPr wrap="square" lIns="0" tIns="0" rIns="0" bIns="0" rtlCol="0"/>
          <a:lstStyle/>
          <a:p>
            <a:pPr defTabSz="1183325"/>
            <a:endParaRPr sz="2329"/>
          </a:p>
        </p:txBody>
      </p:sp>
      <p:sp>
        <p:nvSpPr>
          <p:cNvPr id="10" name="object 9"/>
          <p:cNvSpPr txBox="1"/>
          <p:nvPr/>
        </p:nvSpPr>
        <p:spPr>
          <a:xfrm>
            <a:off x="2851182" y="2192414"/>
            <a:ext cx="1164439" cy="345977"/>
          </a:xfrm>
          <a:prstGeom prst="rect">
            <a:avLst/>
          </a:prstGeom>
        </p:spPr>
        <p:txBody>
          <a:bodyPr vert="horz" wrap="square" lIns="0" tIns="17257" rIns="0" bIns="0" rtlCol="0">
            <a:spAutoFit/>
          </a:bodyPr>
          <a:lstStyle/>
          <a:p>
            <a:pPr marL="16435" defTabSz="1183325">
              <a:spcBef>
                <a:spcPts val="136"/>
              </a:spcBef>
            </a:pPr>
            <a:r>
              <a:rPr sz="2135" b="1" spc="-13" dirty="0">
                <a:solidFill>
                  <a:srgbClr val="8EAADB"/>
                </a:solidFill>
                <a:latin typeface="Comic Sans MS"/>
                <a:cs typeface="Comic Sans MS"/>
              </a:rPr>
              <a:t>Compiled</a:t>
            </a:r>
            <a:endParaRPr sz="2135">
              <a:latin typeface="Comic Sans MS"/>
              <a:cs typeface="Comic Sans MS"/>
            </a:endParaRPr>
          </a:p>
        </p:txBody>
      </p:sp>
      <p:sp>
        <p:nvSpPr>
          <p:cNvPr id="11" name="object 10"/>
          <p:cNvSpPr/>
          <p:nvPr/>
        </p:nvSpPr>
        <p:spPr>
          <a:xfrm>
            <a:off x="9245838" y="1664582"/>
            <a:ext cx="650838" cy="1420009"/>
          </a:xfrm>
          <a:custGeom>
            <a:avLst/>
            <a:gdLst/>
            <a:ahLst/>
            <a:cxnLst/>
            <a:rect l="l" t="t" r="r" b="b"/>
            <a:pathLst>
              <a:path w="502920" h="1097280">
                <a:moveTo>
                  <a:pt x="16764" y="579120"/>
                </a:moveTo>
                <a:lnTo>
                  <a:pt x="15240" y="576072"/>
                </a:lnTo>
                <a:lnTo>
                  <a:pt x="0" y="577596"/>
                </a:lnTo>
                <a:lnTo>
                  <a:pt x="0" y="579120"/>
                </a:lnTo>
                <a:lnTo>
                  <a:pt x="16764" y="579120"/>
                </a:lnTo>
                <a:close/>
              </a:path>
              <a:path w="502920" h="1097280">
                <a:moveTo>
                  <a:pt x="16764" y="513588"/>
                </a:moveTo>
                <a:lnTo>
                  <a:pt x="1524" y="513588"/>
                </a:lnTo>
                <a:lnTo>
                  <a:pt x="0" y="519684"/>
                </a:lnTo>
                <a:lnTo>
                  <a:pt x="0" y="576072"/>
                </a:lnTo>
                <a:lnTo>
                  <a:pt x="15240" y="576072"/>
                </a:lnTo>
                <a:lnTo>
                  <a:pt x="15240" y="521208"/>
                </a:lnTo>
                <a:lnTo>
                  <a:pt x="16764" y="513588"/>
                </a:lnTo>
                <a:close/>
              </a:path>
              <a:path w="502920" h="1097280">
                <a:moveTo>
                  <a:pt x="33528" y="685800"/>
                </a:moveTo>
                <a:lnTo>
                  <a:pt x="32004" y="682752"/>
                </a:lnTo>
                <a:lnTo>
                  <a:pt x="26238" y="656844"/>
                </a:lnTo>
                <a:lnTo>
                  <a:pt x="25908" y="655320"/>
                </a:lnTo>
                <a:lnTo>
                  <a:pt x="25908" y="656844"/>
                </a:lnTo>
                <a:lnTo>
                  <a:pt x="21336" y="629412"/>
                </a:lnTo>
                <a:lnTo>
                  <a:pt x="21336" y="624840"/>
                </a:lnTo>
                <a:lnTo>
                  <a:pt x="4572" y="626364"/>
                </a:lnTo>
                <a:lnTo>
                  <a:pt x="6096" y="632460"/>
                </a:lnTo>
                <a:lnTo>
                  <a:pt x="10668" y="659892"/>
                </a:lnTo>
                <a:lnTo>
                  <a:pt x="16764" y="685800"/>
                </a:lnTo>
                <a:lnTo>
                  <a:pt x="18288" y="690372"/>
                </a:lnTo>
                <a:lnTo>
                  <a:pt x="33528" y="685800"/>
                </a:lnTo>
                <a:close/>
              </a:path>
              <a:path w="502920" h="1097280">
                <a:moveTo>
                  <a:pt x="33528" y="406908"/>
                </a:moveTo>
                <a:lnTo>
                  <a:pt x="19812" y="403860"/>
                </a:lnTo>
                <a:lnTo>
                  <a:pt x="16764" y="411480"/>
                </a:lnTo>
                <a:lnTo>
                  <a:pt x="10668" y="437388"/>
                </a:lnTo>
                <a:lnTo>
                  <a:pt x="6096" y="464820"/>
                </a:lnTo>
                <a:lnTo>
                  <a:pt x="6096" y="466344"/>
                </a:lnTo>
                <a:lnTo>
                  <a:pt x="21336" y="467868"/>
                </a:lnTo>
                <a:lnTo>
                  <a:pt x="21336" y="466344"/>
                </a:lnTo>
                <a:lnTo>
                  <a:pt x="25908" y="440436"/>
                </a:lnTo>
                <a:lnTo>
                  <a:pt x="32004" y="414528"/>
                </a:lnTo>
                <a:lnTo>
                  <a:pt x="33528" y="406908"/>
                </a:lnTo>
                <a:close/>
              </a:path>
              <a:path w="502920" h="1097280">
                <a:moveTo>
                  <a:pt x="71628" y="786384"/>
                </a:moveTo>
                <a:lnTo>
                  <a:pt x="68580" y="780288"/>
                </a:lnTo>
                <a:lnTo>
                  <a:pt x="58572" y="757428"/>
                </a:lnTo>
                <a:lnTo>
                  <a:pt x="57912" y="755904"/>
                </a:lnTo>
                <a:lnTo>
                  <a:pt x="57912" y="757428"/>
                </a:lnTo>
                <a:lnTo>
                  <a:pt x="47244" y="733044"/>
                </a:lnTo>
                <a:lnTo>
                  <a:pt x="47244" y="729996"/>
                </a:lnTo>
                <a:lnTo>
                  <a:pt x="32004" y="734568"/>
                </a:lnTo>
                <a:lnTo>
                  <a:pt x="33528" y="737616"/>
                </a:lnTo>
                <a:lnTo>
                  <a:pt x="42672" y="763524"/>
                </a:lnTo>
                <a:lnTo>
                  <a:pt x="53340" y="787908"/>
                </a:lnTo>
                <a:lnTo>
                  <a:pt x="57912" y="794004"/>
                </a:lnTo>
                <a:lnTo>
                  <a:pt x="71628" y="786384"/>
                </a:lnTo>
                <a:close/>
              </a:path>
              <a:path w="502920" h="1097280">
                <a:moveTo>
                  <a:pt x="73152" y="306324"/>
                </a:moveTo>
                <a:lnTo>
                  <a:pt x="59436" y="298704"/>
                </a:lnTo>
                <a:lnTo>
                  <a:pt x="53340" y="309372"/>
                </a:lnTo>
                <a:lnTo>
                  <a:pt x="42672" y="333756"/>
                </a:lnTo>
                <a:lnTo>
                  <a:pt x="33528" y="358140"/>
                </a:lnTo>
                <a:lnTo>
                  <a:pt x="48768" y="362712"/>
                </a:lnTo>
                <a:lnTo>
                  <a:pt x="57912" y="339852"/>
                </a:lnTo>
                <a:lnTo>
                  <a:pt x="68580" y="315468"/>
                </a:lnTo>
                <a:lnTo>
                  <a:pt x="68580" y="316992"/>
                </a:lnTo>
                <a:lnTo>
                  <a:pt x="69227" y="315468"/>
                </a:lnTo>
                <a:lnTo>
                  <a:pt x="73152" y="306324"/>
                </a:lnTo>
                <a:close/>
              </a:path>
              <a:path w="502920" h="1097280">
                <a:moveTo>
                  <a:pt x="129540" y="877824"/>
                </a:moveTo>
                <a:lnTo>
                  <a:pt x="121920" y="868680"/>
                </a:lnTo>
                <a:lnTo>
                  <a:pt x="106680" y="847344"/>
                </a:lnTo>
                <a:lnTo>
                  <a:pt x="92964" y="827532"/>
                </a:lnTo>
                <a:lnTo>
                  <a:pt x="80772" y="835152"/>
                </a:lnTo>
                <a:lnTo>
                  <a:pt x="94488" y="856488"/>
                </a:lnTo>
                <a:lnTo>
                  <a:pt x="117348" y="888492"/>
                </a:lnTo>
                <a:lnTo>
                  <a:pt x="129540" y="877824"/>
                </a:lnTo>
                <a:close/>
              </a:path>
              <a:path w="502920" h="1097280">
                <a:moveTo>
                  <a:pt x="131064" y="214884"/>
                </a:moveTo>
                <a:lnTo>
                  <a:pt x="118872" y="205740"/>
                </a:lnTo>
                <a:lnTo>
                  <a:pt x="109728" y="219456"/>
                </a:lnTo>
                <a:lnTo>
                  <a:pt x="94488" y="240792"/>
                </a:lnTo>
                <a:lnTo>
                  <a:pt x="82296" y="257556"/>
                </a:lnTo>
                <a:lnTo>
                  <a:pt x="96012" y="266700"/>
                </a:lnTo>
                <a:lnTo>
                  <a:pt x="106680" y="248412"/>
                </a:lnTo>
                <a:lnTo>
                  <a:pt x="106680" y="249936"/>
                </a:lnTo>
                <a:lnTo>
                  <a:pt x="107759" y="248412"/>
                </a:lnTo>
                <a:lnTo>
                  <a:pt x="121920" y="228600"/>
                </a:lnTo>
                <a:lnTo>
                  <a:pt x="131064" y="214884"/>
                </a:lnTo>
                <a:close/>
              </a:path>
              <a:path w="502920" h="1097280">
                <a:moveTo>
                  <a:pt x="204216" y="957072"/>
                </a:moveTo>
                <a:lnTo>
                  <a:pt x="190500" y="944880"/>
                </a:lnTo>
                <a:lnTo>
                  <a:pt x="158496" y="912876"/>
                </a:lnTo>
                <a:lnTo>
                  <a:pt x="147828" y="925068"/>
                </a:lnTo>
                <a:lnTo>
                  <a:pt x="179832" y="957072"/>
                </a:lnTo>
                <a:lnTo>
                  <a:pt x="193548" y="967740"/>
                </a:lnTo>
                <a:lnTo>
                  <a:pt x="204216" y="957072"/>
                </a:lnTo>
                <a:close/>
              </a:path>
              <a:path w="502920" h="1097280">
                <a:moveTo>
                  <a:pt x="207251" y="137160"/>
                </a:moveTo>
                <a:lnTo>
                  <a:pt x="196583" y="126492"/>
                </a:lnTo>
                <a:lnTo>
                  <a:pt x="179819" y="140208"/>
                </a:lnTo>
                <a:lnTo>
                  <a:pt x="150863" y="169164"/>
                </a:lnTo>
                <a:lnTo>
                  <a:pt x="161531" y="179832"/>
                </a:lnTo>
                <a:lnTo>
                  <a:pt x="172199" y="169164"/>
                </a:lnTo>
                <a:lnTo>
                  <a:pt x="172199" y="170688"/>
                </a:lnTo>
                <a:lnTo>
                  <a:pt x="173723" y="169164"/>
                </a:lnTo>
                <a:lnTo>
                  <a:pt x="190487" y="152400"/>
                </a:lnTo>
                <a:lnTo>
                  <a:pt x="207251" y="137160"/>
                </a:lnTo>
                <a:close/>
              </a:path>
              <a:path w="502920" h="1097280">
                <a:moveTo>
                  <a:pt x="292608" y="1018032"/>
                </a:moveTo>
                <a:lnTo>
                  <a:pt x="272796" y="1005840"/>
                </a:lnTo>
                <a:lnTo>
                  <a:pt x="251460" y="992124"/>
                </a:lnTo>
                <a:lnTo>
                  <a:pt x="240792" y="984504"/>
                </a:lnTo>
                <a:lnTo>
                  <a:pt x="231648" y="998220"/>
                </a:lnTo>
                <a:lnTo>
                  <a:pt x="242316" y="1005840"/>
                </a:lnTo>
                <a:lnTo>
                  <a:pt x="265176" y="1019556"/>
                </a:lnTo>
                <a:lnTo>
                  <a:pt x="284988" y="1031748"/>
                </a:lnTo>
                <a:lnTo>
                  <a:pt x="292608" y="1018032"/>
                </a:lnTo>
                <a:close/>
              </a:path>
              <a:path w="502920" h="1097280">
                <a:moveTo>
                  <a:pt x="297167" y="77724"/>
                </a:moveTo>
                <a:lnTo>
                  <a:pt x="289547" y="62484"/>
                </a:lnTo>
                <a:lnTo>
                  <a:pt x="288023" y="64008"/>
                </a:lnTo>
                <a:lnTo>
                  <a:pt x="242303" y="91440"/>
                </a:lnTo>
                <a:lnTo>
                  <a:pt x="234683" y="97536"/>
                </a:lnTo>
                <a:lnTo>
                  <a:pt x="243827" y="109728"/>
                </a:lnTo>
                <a:lnTo>
                  <a:pt x="251447" y="105156"/>
                </a:lnTo>
                <a:lnTo>
                  <a:pt x="272783" y="89916"/>
                </a:lnTo>
                <a:lnTo>
                  <a:pt x="295643" y="77724"/>
                </a:lnTo>
                <a:lnTo>
                  <a:pt x="297167" y="77724"/>
                </a:lnTo>
                <a:close/>
              </a:path>
              <a:path w="502920" h="1097280">
                <a:moveTo>
                  <a:pt x="393192" y="1060704"/>
                </a:moveTo>
                <a:lnTo>
                  <a:pt x="391668" y="1059180"/>
                </a:lnTo>
                <a:lnTo>
                  <a:pt x="365760" y="1051560"/>
                </a:lnTo>
                <a:lnTo>
                  <a:pt x="367284" y="1051560"/>
                </a:lnTo>
                <a:lnTo>
                  <a:pt x="345071" y="1042416"/>
                </a:lnTo>
                <a:lnTo>
                  <a:pt x="341376" y="1040892"/>
                </a:lnTo>
                <a:lnTo>
                  <a:pt x="342900" y="1042416"/>
                </a:lnTo>
                <a:lnTo>
                  <a:pt x="335280" y="1037844"/>
                </a:lnTo>
                <a:lnTo>
                  <a:pt x="329184" y="1053084"/>
                </a:lnTo>
                <a:lnTo>
                  <a:pt x="336804" y="1056132"/>
                </a:lnTo>
                <a:lnTo>
                  <a:pt x="361188" y="1065276"/>
                </a:lnTo>
                <a:lnTo>
                  <a:pt x="387096" y="1074420"/>
                </a:lnTo>
                <a:lnTo>
                  <a:pt x="388620" y="1074420"/>
                </a:lnTo>
                <a:lnTo>
                  <a:pt x="393192" y="1060704"/>
                </a:lnTo>
                <a:close/>
              </a:path>
              <a:path w="502920" h="1097280">
                <a:moveTo>
                  <a:pt x="396227" y="35052"/>
                </a:moveTo>
                <a:lnTo>
                  <a:pt x="393179" y="19812"/>
                </a:lnTo>
                <a:lnTo>
                  <a:pt x="387083" y="22860"/>
                </a:lnTo>
                <a:lnTo>
                  <a:pt x="361175" y="30480"/>
                </a:lnTo>
                <a:lnTo>
                  <a:pt x="336791" y="41148"/>
                </a:lnTo>
                <a:lnTo>
                  <a:pt x="332219" y="42672"/>
                </a:lnTo>
                <a:lnTo>
                  <a:pt x="338315" y="56388"/>
                </a:lnTo>
                <a:lnTo>
                  <a:pt x="342887" y="54864"/>
                </a:lnTo>
                <a:lnTo>
                  <a:pt x="341363" y="54864"/>
                </a:lnTo>
                <a:lnTo>
                  <a:pt x="367271" y="45720"/>
                </a:lnTo>
                <a:lnTo>
                  <a:pt x="365747" y="45720"/>
                </a:lnTo>
                <a:lnTo>
                  <a:pt x="391655" y="36576"/>
                </a:lnTo>
                <a:lnTo>
                  <a:pt x="396227" y="35052"/>
                </a:lnTo>
                <a:close/>
              </a:path>
              <a:path w="502920" h="1097280">
                <a:moveTo>
                  <a:pt x="498348" y="1080516"/>
                </a:moveTo>
                <a:lnTo>
                  <a:pt x="496824" y="1080516"/>
                </a:lnTo>
                <a:lnTo>
                  <a:pt x="469392" y="1077468"/>
                </a:lnTo>
                <a:lnTo>
                  <a:pt x="441960" y="1072896"/>
                </a:lnTo>
                <a:lnTo>
                  <a:pt x="443484" y="1072896"/>
                </a:lnTo>
                <a:lnTo>
                  <a:pt x="437388" y="1071372"/>
                </a:lnTo>
                <a:lnTo>
                  <a:pt x="434340" y="1086612"/>
                </a:lnTo>
                <a:lnTo>
                  <a:pt x="438912" y="1088136"/>
                </a:lnTo>
                <a:lnTo>
                  <a:pt x="493776" y="1097280"/>
                </a:lnTo>
                <a:lnTo>
                  <a:pt x="498348" y="1097280"/>
                </a:lnTo>
                <a:lnTo>
                  <a:pt x="498348" y="1080516"/>
                </a:lnTo>
                <a:close/>
              </a:path>
              <a:path w="502920" h="1097280">
                <a:moveTo>
                  <a:pt x="502907" y="15240"/>
                </a:moveTo>
                <a:lnTo>
                  <a:pt x="501383" y="0"/>
                </a:lnTo>
                <a:lnTo>
                  <a:pt x="493763" y="0"/>
                </a:lnTo>
                <a:lnTo>
                  <a:pt x="466331" y="3048"/>
                </a:lnTo>
                <a:lnTo>
                  <a:pt x="438899" y="9144"/>
                </a:lnTo>
                <a:lnTo>
                  <a:pt x="441947" y="24384"/>
                </a:lnTo>
                <a:lnTo>
                  <a:pt x="496811" y="15240"/>
                </a:lnTo>
                <a:lnTo>
                  <a:pt x="502907" y="15240"/>
                </a:lnTo>
                <a:close/>
              </a:path>
            </a:pathLst>
          </a:custGeom>
          <a:solidFill>
            <a:srgbClr val="FFBD44"/>
          </a:solidFill>
        </p:spPr>
        <p:txBody>
          <a:bodyPr wrap="square" lIns="0" tIns="0" rIns="0" bIns="0" rtlCol="0"/>
          <a:lstStyle/>
          <a:p>
            <a:pPr defTabSz="1183325"/>
            <a:endParaRPr sz="2329"/>
          </a:p>
        </p:txBody>
      </p:sp>
      <p:sp>
        <p:nvSpPr>
          <p:cNvPr id="12" name="object 11"/>
          <p:cNvSpPr/>
          <p:nvPr/>
        </p:nvSpPr>
        <p:spPr>
          <a:xfrm>
            <a:off x="9955827" y="1660638"/>
            <a:ext cx="716579" cy="686995"/>
          </a:xfrm>
          <a:custGeom>
            <a:avLst/>
            <a:gdLst/>
            <a:ahLst/>
            <a:cxnLst/>
            <a:rect l="l" t="t" r="r" b="b"/>
            <a:pathLst>
              <a:path w="553720" h="530860">
                <a:moveTo>
                  <a:pt x="64008" y="4572"/>
                </a:moveTo>
                <a:lnTo>
                  <a:pt x="57912" y="3048"/>
                </a:lnTo>
                <a:lnTo>
                  <a:pt x="1524" y="0"/>
                </a:lnTo>
                <a:lnTo>
                  <a:pt x="0" y="0"/>
                </a:lnTo>
                <a:lnTo>
                  <a:pt x="1524" y="16764"/>
                </a:lnTo>
                <a:lnTo>
                  <a:pt x="28956" y="16764"/>
                </a:lnTo>
                <a:lnTo>
                  <a:pt x="56388" y="18288"/>
                </a:lnTo>
                <a:lnTo>
                  <a:pt x="62484" y="19812"/>
                </a:lnTo>
                <a:lnTo>
                  <a:pt x="64008" y="4572"/>
                </a:lnTo>
                <a:close/>
              </a:path>
              <a:path w="553720" h="530860">
                <a:moveTo>
                  <a:pt x="173736" y="27432"/>
                </a:moveTo>
                <a:lnTo>
                  <a:pt x="166116" y="25908"/>
                </a:lnTo>
                <a:lnTo>
                  <a:pt x="140208" y="18288"/>
                </a:lnTo>
                <a:lnTo>
                  <a:pt x="112776" y="12192"/>
                </a:lnTo>
                <a:lnTo>
                  <a:pt x="111252" y="10668"/>
                </a:lnTo>
                <a:lnTo>
                  <a:pt x="108204" y="27432"/>
                </a:lnTo>
                <a:lnTo>
                  <a:pt x="109728" y="27432"/>
                </a:lnTo>
                <a:lnTo>
                  <a:pt x="161544" y="39624"/>
                </a:lnTo>
                <a:lnTo>
                  <a:pt x="167640" y="42672"/>
                </a:lnTo>
                <a:lnTo>
                  <a:pt x="173736" y="27432"/>
                </a:lnTo>
                <a:close/>
              </a:path>
              <a:path w="553720" h="530860">
                <a:moveTo>
                  <a:pt x="275844" y="73152"/>
                </a:moveTo>
                <a:lnTo>
                  <a:pt x="265176" y="67056"/>
                </a:lnTo>
                <a:lnTo>
                  <a:pt x="240792" y="54864"/>
                </a:lnTo>
                <a:lnTo>
                  <a:pt x="217932" y="44196"/>
                </a:lnTo>
                <a:lnTo>
                  <a:pt x="211836" y="59436"/>
                </a:lnTo>
                <a:lnTo>
                  <a:pt x="234696" y="68580"/>
                </a:lnTo>
                <a:lnTo>
                  <a:pt x="233172" y="68580"/>
                </a:lnTo>
                <a:lnTo>
                  <a:pt x="257556" y="80772"/>
                </a:lnTo>
                <a:lnTo>
                  <a:pt x="266700" y="86868"/>
                </a:lnTo>
                <a:lnTo>
                  <a:pt x="275844" y="73152"/>
                </a:lnTo>
                <a:close/>
              </a:path>
              <a:path w="553720" h="530860">
                <a:moveTo>
                  <a:pt x="365760" y="137160"/>
                </a:moveTo>
                <a:lnTo>
                  <a:pt x="352044" y="126492"/>
                </a:lnTo>
                <a:lnTo>
                  <a:pt x="332232" y="109728"/>
                </a:lnTo>
                <a:lnTo>
                  <a:pt x="315468" y="99060"/>
                </a:lnTo>
                <a:lnTo>
                  <a:pt x="306324" y="111252"/>
                </a:lnTo>
                <a:lnTo>
                  <a:pt x="323088" y="121920"/>
                </a:lnTo>
                <a:lnTo>
                  <a:pt x="321564" y="121920"/>
                </a:lnTo>
                <a:lnTo>
                  <a:pt x="342900" y="138684"/>
                </a:lnTo>
                <a:lnTo>
                  <a:pt x="355092" y="149352"/>
                </a:lnTo>
                <a:lnTo>
                  <a:pt x="365760" y="137160"/>
                </a:lnTo>
                <a:close/>
              </a:path>
              <a:path w="553720" h="530860">
                <a:moveTo>
                  <a:pt x="441972" y="219443"/>
                </a:moveTo>
                <a:lnTo>
                  <a:pt x="434352" y="210299"/>
                </a:lnTo>
                <a:lnTo>
                  <a:pt x="426732" y="201155"/>
                </a:lnTo>
                <a:lnTo>
                  <a:pt x="409968" y="181343"/>
                </a:lnTo>
                <a:lnTo>
                  <a:pt x="400824" y="170675"/>
                </a:lnTo>
                <a:lnTo>
                  <a:pt x="388632" y="181343"/>
                </a:lnTo>
                <a:lnTo>
                  <a:pt x="397776" y="192011"/>
                </a:lnTo>
                <a:lnTo>
                  <a:pt x="414540" y="211823"/>
                </a:lnTo>
                <a:lnTo>
                  <a:pt x="414540" y="210299"/>
                </a:lnTo>
                <a:lnTo>
                  <a:pt x="429780" y="228587"/>
                </a:lnTo>
                <a:lnTo>
                  <a:pt x="441972" y="219443"/>
                </a:lnTo>
                <a:close/>
              </a:path>
              <a:path w="553720" h="530860">
                <a:moveTo>
                  <a:pt x="499884" y="313931"/>
                </a:moveTo>
                <a:lnTo>
                  <a:pt x="498360" y="312407"/>
                </a:lnTo>
                <a:lnTo>
                  <a:pt x="489419" y="295643"/>
                </a:lnTo>
                <a:lnTo>
                  <a:pt x="486168" y="289547"/>
                </a:lnTo>
                <a:lnTo>
                  <a:pt x="473976" y="265163"/>
                </a:lnTo>
                <a:lnTo>
                  <a:pt x="469404" y="259067"/>
                </a:lnTo>
                <a:lnTo>
                  <a:pt x="455688" y="266687"/>
                </a:lnTo>
                <a:lnTo>
                  <a:pt x="460260" y="274307"/>
                </a:lnTo>
                <a:lnTo>
                  <a:pt x="472452" y="297167"/>
                </a:lnTo>
                <a:lnTo>
                  <a:pt x="472452" y="295643"/>
                </a:lnTo>
                <a:lnTo>
                  <a:pt x="484644" y="320027"/>
                </a:lnTo>
                <a:lnTo>
                  <a:pt x="484644" y="321551"/>
                </a:lnTo>
                <a:lnTo>
                  <a:pt x="490740" y="318503"/>
                </a:lnTo>
                <a:lnTo>
                  <a:pt x="499884" y="313931"/>
                </a:lnTo>
                <a:close/>
              </a:path>
              <a:path w="553720" h="530860">
                <a:moveTo>
                  <a:pt x="536460" y="413004"/>
                </a:moveTo>
                <a:lnTo>
                  <a:pt x="528840" y="387083"/>
                </a:lnTo>
                <a:lnTo>
                  <a:pt x="519696" y="362699"/>
                </a:lnTo>
                <a:lnTo>
                  <a:pt x="518172" y="358127"/>
                </a:lnTo>
                <a:lnTo>
                  <a:pt x="502932" y="364223"/>
                </a:lnTo>
                <a:lnTo>
                  <a:pt x="504456" y="367271"/>
                </a:lnTo>
                <a:lnTo>
                  <a:pt x="513600" y="391668"/>
                </a:lnTo>
                <a:lnTo>
                  <a:pt x="521220" y="417563"/>
                </a:lnTo>
                <a:lnTo>
                  <a:pt x="521220" y="423659"/>
                </a:lnTo>
                <a:lnTo>
                  <a:pt x="536460" y="419087"/>
                </a:lnTo>
                <a:lnTo>
                  <a:pt x="536460" y="413004"/>
                </a:lnTo>
                <a:close/>
              </a:path>
              <a:path w="553720" h="530860">
                <a:moveTo>
                  <a:pt x="553224" y="530339"/>
                </a:moveTo>
                <a:lnTo>
                  <a:pt x="551700" y="522719"/>
                </a:lnTo>
                <a:lnTo>
                  <a:pt x="550176" y="495300"/>
                </a:lnTo>
                <a:lnTo>
                  <a:pt x="547128" y="467868"/>
                </a:lnTo>
                <a:lnTo>
                  <a:pt x="547128" y="466344"/>
                </a:lnTo>
                <a:lnTo>
                  <a:pt x="530364" y="469392"/>
                </a:lnTo>
                <a:lnTo>
                  <a:pt x="531888" y="469392"/>
                </a:lnTo>
                <a:lnTo>
                  <a:pt x="534936" y="496824"/>
                </a:lnTo>
                <a:lnTo>
                  <a:pt x="536371" y="522719"/>
                </a:lnTo>
                <a:lnTo>
                  <a:pt x="536460" y="530339"/>
                </a:lnTo>
                <a:lnTo>
                  <a:pt x="553224" y="530339"/>
                </a:lnTo>
                <a:close/>
              </a:path>
            </a:pathLst>
          </a:custGeom>
          <a:solidFill>
            <a:srgbClr val="FFBD44"/>
          </a:solidFill>
        </p:spPr>
        <p:txBody>
          <a:bodyPr wrap="square" lIns="0" tIns="0" rIns="0" bIns="0" rtlCol="0"/>
          <a:lstStyle/>
          <a:p>
            <a:pPr defTabSz="1183325"/>
            <a:endParaRPr sz="2329"/>
          </a:p>
        </p:txBody>
      </p:sp>
      <p:sp>
        <p:nvSpPr>
          <p:cNvPr id="13" name="object 12"/>
          <p:cNvSpPr/>
          <p:nvPr/>
        </p:nvSpPr>
        <p:spPr>
          <a:xfrm>
            <a:off x="9951899" y="2408115"/>
            <a:ext cx="719866" cy="678778"/>
          </a:xfrm>
          <a:custGeom>
            <a:avLst/>
            <a:gdLst/>
            <a:ahLst/>
            <a:cxnLst/>
            <a:rect l="l" t="t" r="r" b="b"/>
            <a:pathLst>
              <a:path w="556259" h="524510">
                <a:moveTo>
                  <a:pt x="64008" y="521208"/>
                </a:moveTo>
                <a:lnTo>
                  <a:pt x="60960" y="505968"/>
                </a:lnTo>
                <a:lnTo>
                  <a:pt x="59436" y="505968"/>
                </a:lnTo>
                <a:lnTo>
                  <a:pt x="32004" y="509016"/>
                </a:lnTo>
                <a:lnTo>
                  <a:pt x="0" y="509016"/>
                </a:lnTo>
                <a:lnTo>
                  <a:pt x="0" y="524256"/>
                </a:lnTo>
                <a:lnTo>
                  <a:pt x="33528" y="524256"/>
                </a:lnTo>
                <a:lnTo>
                  <a:pt x="60960" y="522732"/>
                </a:lnTo>
                <a:lnTo>
                  <a:pt x="64008" y="521208"/>
                </a:lnTo>
                <a:close/>
              </a:path>
              <a:path w="556259" h="524510">
                <a:moveTo>
                  <a:pt x="172212" y="498348"/>
                </a:moveTo>
                <a:lnTo>
                  <a:pt x="167640" y="484632"/>
                </a:lnTo>
                <a:lnTo>
                  <a:pt x="164592" y="484632"/>
                </a:lnTo>
                <a:lnTo>
                  <a:pt x="138684" y="492252"/>
                </a:lnTo>
                <a:lnTo>
                  <a:pt x="112776" y="498348"/>
                </a:lnTo>
                <a:lnTo>
                  <a:pt x="108204" y="499872"/>
                </a:lnTo>
                <a:lnTo>
                  <a:pt x="109728" y="515112"/>
                </a:lnTo>
                <a:lnTo>
                  <a:pt x="115824" y="513588"/>
                </a:lnTo>
                <a:lnTo>
                  <a:pt x="143256" y="507492"/>
                </a:lnTo>
                <a:lnTo>
                  <a:pt x="169164" y="499872"/>
                </a:lnTo>
                <a:lnTo>
                  <a:pt x="172212" y="498348"/>
                </a:lnTo>
                <a:close/>
              </a:path>
              <a:path w="556259" h="524510">
                <a:moveTo>
                  <a:pt x="274320" y="454152"/>
                </a:moveTo>
                <a:lnTo>
                  <a:pt x="266700" y="440436"/>
                </a:lnTo>
                <a:lnTo>
                  <a:pt x="260604" y="445008"/>
                </a:lnTo>
                <a:lnTo>
                  <a:pt x="236220" y="457200"/>
                </a:lnTo>
                <a:lnTo>
                  <a:pt x="237744" y="455676"/>
                </a:lnTo>
                <a:lnTo>
                  <a:pt x="213360" y="467868"/>
                </a:lnTo>
                <a:lnTo>
                  <a:pt x="213360" y="466344"/>
                </a:lnTo>
                <a:lnTo>
                  <a:pt x="211836" y="467868"/>
                </a:lnTo>
                <a:lnTo>
                  <a:pt x="216408" y="483108"/>
                </a:lnTo>
                <a:lnTo>
                  <a:pt x="219456" y="481584"/>
                </a:lnTo>
                <a:lnTo>
                  <a:pt x="243840" y="470916"/>
                </a:lnTo>
                <a:lnTo>
                  <a:pt x="249936" y="467868"/>
                </a:lnTo>
                <a:lnTo>
                  <a:pt x="268224" y="458724"/>
                </a:lnTo>
                <a:lnTo>
                  <a:pt x="270256" y="457200"/>
                </a:lnTo>
                <a:lnTo>
                  <a:pt x="274320" y="454152"/>
                </a:lnTo>
                <a:close/>
              </a:path>
              <a:path w="556259" h="524510">
                <a:moveTo>
                  <a:pt x="365760" y="390144"/>
                </a:moveTo>
                <a:lnTo>
                  <a:pt x="355092" y="377952"/>
                </a:lnTo>
                <a:lnTo>
                  <a:pt x="345948" y="387096"/>
                </a:lnTo>
                <a:lnTo>
                  <a:pt x="324612" y="402336"/>
                </a:lnTo>
                <a:lnTo>
                  <a:pt x="326136" y="402336"/>
                </a:lnTo>
                <a:lnTo>
                  <a:pt x="306324" y="416052"/>
                </a:lnTo>
                <a:lnTo>
                  <a:pt x="315468" y="429768"/>
                </a:lnTo>
                <a:lnTo>
                  <a:pt x="335280" y="416052"/>
                </a:lnTo>
                <a:lnTo>
                  <a:pt x="355092" y="399288"/>
                </a:lnTo>
                <a:lnTo>
                  <a:pt x="365760" y="390144"/>
                </a:lnTo>
                <a:close/>
              </a:path>
              <a:path w="556259" h="524510">
                <a:moveTo>
                  <a:pt x="441960" y="309372"/>
                </a:moveTo>
                <a:lnTo>
                  <a:pt x="429768" y="300228"/>
                </a:lnTo>
                <a:lnTo>
                  <a:pt x="417576" y="313944"/>
                </a:lnTo>
                <a:lnTo>
                  <a:pt x="400812" y="333756"/>
                </a:lnTo>
                <a:lnTo>
                  <a:pt x="388620" y="347472"/>
                </a:lnTo>
                <a:lnTo>
                  <a:pt x="400812" y="358140"/>
                </a:lnTo>
                <a:lnTo>
                  <a:pt x="413004" y="344424"/>
                </a:lnTo>
                <a:lnTo>
                  <a:pt x="429768" y="324612"/>
                </a:lnTo>
                <a:lnTo>
                  <a:pt x="441960" y="309372"/>
                </a:lnTo>
                <a:close/>
              </a:path>
              <a:path w="556259" h="524510">
                <a:moveTo>
                  <a:pt x="501396" y="214884"/>
                </a:moveTo>
                <a:lnTo>
                  <a:pt x="486156" y="207264"/>
                </a:lnTo>
                <a:lnTo>
                  <a:pt x="475488" y="228600"/>
                </a:lnTo>
                <a:lnTo>
                  <a:pt x="463296" y="251460"/>
                </a:lnTo>
                <a:lnTo>
                  <a:pt x="455676" y="262128"/>
                </a:lnTo>
                <a:lnTo>
                  <a:pt x="469392" y="269748"/>
                </a:lnTo>
                <a:lnTo>
                  <a:pt x="477012" y="259080"/>
                </a:lnTo>
                <a:lnTo>
                  <a:pt x="489204" y="236220"/>
                </a:lnTo>
                <a:lnTo>
                  <a:pt x="501396" y="214884"/>
                </a:lnTo>
                <a:close/>
              </a:path>
              <a:path w="556259" h="524510">
                <a:moveTo>
                  <a:pt x="539496" y="109728"/>
                </a:moveTo>
                <a:lnTo>
                  <a:pt x="524256" y="106680"/>
                </a:lnTo>
                <a:lnTo>
                  <a:pt x="524256" y="108204"/>
                </a:lnTo>
                <a:lnTo>
                  <a:pt x="516636" y="132588"/>
                </a:lnTo>
                <a:lnTo>
                  <a:pt x="507492" y="158496"/>
                </a:lnTo>
                <a:lnTo>
                  <a:pt x="504444" y="164592"/>
                </a:lnTo>
                <a:lnTo>
                  <a:pt x="519684" y="170688"/>
                </a:lnTo>
                <a:lnTo>
                  <a:pt x="522732" y="163068"/>
                </a:lnTo>
                <a:lnTo>
                  <a:pt x="531876" y="137160"/>
                </a:lnTo>
                <a:lnTo>
                  <a:pt x="539496" y="111252"/>
                </a:lnTo>
                <a:lnTo>
                  <a:pt x="539496" y="109728"/>
                </a:lnTo>
                <a:close/>
              </a:path>
              <a:path w="556259" h="524510">
                <a:moveTo>
                  <a:pt x="556260" y="0"/>
                </a:moveTo>
                <a:lnTo>
                  <a:pt x="539496" y="0"/>
                </a:lnTo>
                <a:lnTo>
                  <a:pt x="539496" y="1524"/>
                </a:lnTo>
                <a:lnTo>
                  <a:pt x="537972" y="28956"/>
                </a:lnTo>
                <a:lnTo>
                  <a:pt x="534924" y="54864"/>
                </a:lnTo>
                <a:lnTo>
                  <a:pt x="533400" y="60960"/>
                </a:lnTo>
                <a:lnTo>
                  <a:pt x="548640" y="64008"/>
                </a:lnTo>
                <a:lnTo>
                  <a:pt x="550164" y="57912"/>
                </a:lnTo>
                <a:lnTo>
                  <a:pt x="553212" y="30480"/>
                </a:lnTo>
                <a:lnTo>
                  <a:pt x="553288" y="28956"/>
                </a:lnTo>
                <a:lnTo>
                  <a:pt x="554736" y="1524"/>
                </a:lnTo>
                <a:lnTo>
                  <a:pt x="556260" y="0"/>
                </a:lnTo>
                <a:close/>
              </a:path>
            </a:pathLst>
          </a:custGeom>
          <a:solidFill>
            <a:srgbClr val="FFBD44"/>
          </a:solidFill>
        </p:spPr>
        <p:txBody>
          <a:bodyPr wrap="square" lIns="0" tIns="0" rIns="0" bIns="0" rtlCol="0"/>
          <a:lstStyle/>
          <a:p>
            <a:pPr defTabSz="1183325"/>
            <a:endParaRPr sz="2329"/>
          </a:p>
        </p:txBody>
      </p:sp>
      <p:sp>
        <p:nvSpPr>
          <p:cNvPr id="14" name="object 13"/>
          <p:cNvSpPr txBox="1"/>
          <p:nvPr/>
        </p:nvSpPr>
        <p:spPr>
          <a:xfrm>
            <a:off x="9314269" y="2255567"/>
            <a:ext cx="1284418" cy="278768"/>
          </a:xfrm>
          <a:prstGeom prst="rect">
            <a:avLst/>
          </a:prstGeom>
        </p:spPr>
        <p:txBody>
          <a:bodyPr vert="horz" wrap="square" lIns="0" tIns="19722" rIns="0" bIns="0" rtlCol="0">
            <a:spAutoFit/>
          </a:bodyPr>
          <a:lstStyle/>
          <a:p>
            <a:pPr marL="16435" defTabSz="1183325">
              <a:spcBef>
                <a:spcPts val="155"/>
              </a:spcBef>
            </a:pPr>
            <a:r>
              <a:rPr sz="1682" b="1" spc="-13" dirty="0">
                <a:solidFill>
                  <a:srgbClr val="FFBD44"/>
                </a:solidFill>
                <a:latin typeface="Comic Sans MS"/>
                <a:cs typeface="Comic Sans MS"/>
              </a:rPr>
              <a:t>Interpreted</a:t>
            </a:r>
            <a:endParaRPr sz="1682">
              <a:latin typeface="Comic Sans MS"/>
              <a:cs typeface="Comic Sans MS"/>
            </a:endParaRPr>
          </a:p>
        </p:txBody>
      </p:sp>
      <p:sp>
        <p:nvSpPr>
          <p:cNvPr id="15" name="object 14"/>
          <p:cNvSpPr/>
          <p:nvPr/>
        </p:nvSpPr>
        <p:spPr>
          <a:xfrm>
            <a:off x="6319043" y="2139875"/>
            <a:ext cx="781498" cy="781498"/>
          </a:xfrm>
          <a:custGeom>
            <a:avLst/>
            <a:gdLst/>
            <a:ahLst/>
            <a:cxnLst/>
            <a:rect l="l" t="t" r="r" b="b"/>
            <a:pathLst>
              <a:path w="603885" h="603885">
                <a:moveTo>
                  <a:pt x="0" y="301751"/>
                </a:moveTo>
                <a:lnTo>
                  <a:pt x="3963" y="252936"/>
                </a:lnTo>
                <a:lnTo>
                  <a:pt x="15435" y="206581"/>
                </a:lnTo>
                <a:lnTo>
                  <a:pt x="33782" y="163316"/>
                </a:lnTo>
                <a:lnTo>
                  <a:pt x="58375" y="123773"/>
                </a:lnTo>
                <a:lnTo>
                  <a:pt x="88582" y="88582"/>
                </a:lnTo>
                <a:lnTo>
                  <a:pt x="123773" y="58375"/>
                </a:lnTo>
                <a:lnTo>
                  <a:pt x="163316" y="33782"/>
                </a:lnTo>
                <a:lnTo>
                  <a:pt x="206581" y="15435"/>
                </a:lnTo>
                <a:lnTo>
                  <a:pt x="252936" y="3963"/>
                </a:lnTo>
                <a:lnTo>
                  <a:pt x="301752" y="0"/>
                </a:lnTo>
                <a:lnTo>
                  <a:pt x="350937" y="3963"/>
                </a:lnTo>
                <a:lnTo>
                  <a:pt x="397507" y="15435"/>
                </a:lnTo>
                <a:lnTo>
                  <a:pt x="440859" y="33782"/>
                </a:lnTo>
                <a:lnTo>
                  <a:pt x="480389" y="58375"/>
                </a:lnTo>
                <a:lnTo>
                  <a:pt x="515493" y="88582"/>
                </a:lnTo>
                <a:lnTo>
                  <a:pt x="545567" y="123773"/>
                </a:lnTo>
                <a:lnTo>
                  <a:pt x="570009" y="163316"/>
                </a:lnTo>
                <a:lnTo>
                  <a:pt x="588215" y="206581"/>
                </a:lnTo>
                <a:lnTo>
                  <a:pt x="599581" y="252936"/>
                </a:lnTo>
                <a:lnTo>
                  <a:pt x="603504" y="301751"/>
                </a:lnTo>
                <a:lnTo>
                  <a:pt x="599581" y="350937"/>
                </a:lnTo>
                <a:lnTo>
                  <a:pt x="588215" y="397507"/>
                </a:lnTo>
                <a:lnTo>
                  <a:pt x="570009" y="440859"/>
                </a:lnTo>
                <a:lnTo>
                  <a:pt x="545567" y="480389"/>
                </a:lnTo>
                <a:lnTo>
                  <a:pt x="515493" y="515492"/>
                </a:lnTo>
                <a:lnTo>
                  <a:pt x="480389" y="545567"/>
                </a:lnTo>
                <a:lnTo>
                  <a:pt x="440859" y="570009"/>
                </a:lnTo>
                <a:lnTo>
                  <a:pt x="397507" y="588215"/>
                </a:lnTo>
                <a:lnTo>
                  <a:pt x="350937" y="599581"/>
                </a:lnTo>
                <a:lnTo>
                  <a:pt x="301752" y="603503"/>
                </a:lnTo>
                <a:lnTo>
                  <a:pt x="252936" y="599581"/>
                </a:lnTo>
                <a:lnTo>
                  <a:pt x="206581" y="588215"/>
                </a:lnTo>
                <a:lnTo>
                  <a:pt x="163316" y="570009"/>
                </a:lnTo>
                <a:lnTo>
                  <a:pt x="123773" y="545567"/>
                </a:lnTo>
                <a:lnTo>
                  <a:pt x="88582" y="515492"/>
                </a:lnTo>
                <a:lnTo>
                  <a:pt x="58375" y="480389"/>
                </a:lnTo>
                <a:lnTo>
                  <a:pt x="33782" y="440859"/>
                </a:lnTo>
                <a:lnTo>
                  <a:pt x="15435" y="397507"/>
                </a:lnTo>
                <a:lnTo>
                  <a:pt x="3963" y="350937"/>
                </a:lnTo>
                <a:lnTo>
                  <a:pt x="0" y="301751"/>
                </a:lnTo>
              </a:path>
            </a:pathLst>
          </a:custGeom>
          <a:ln w="15240">
            <a:solidFill>
              <a:srgbClr val="ACD4AA"/>
            </a:solidFill>
          </a:ln>
        </p:spPr>
        <p:txBody>
          <a:bodyPr wrap="square" lIns="0" tIns="0" rIns="0" bIns="0" rtlCol="0"/>
          <a:lstStyle/>
          <a:p>
            <a:pPr defTabSz="1183325"/>
            <a:endParaRPr sz="2329"/>
          </a:p>
        </p:txBody>
      </p:sp>
      <p:sp>
        <p:nvSpPr>
          <p:cNvPr id="16" name="object 15"/>
          <p:cNvSpPr txBox="1"/>
          <p:nvPr/>
        </p:nvSpPr>
        <p:spPr>
          <a:xfrm>
            <a:off x="6470174" y="2316780"/>
            <a:ext cx="476624" cy="409822"/>
          </a:xfrm>
          <a:prstGeom prst="rect">
            <a:avLst/>
          </a:prstGeom>
        </p:spPr>
        <p:txBody>
          <a:bodyPr vert="horz" wrap="square" lIns="0" tIns="21366" rIns="0" bIns="0" rtlCol="0">
            <a:spAutoFit/>
          </a:bodyPr>
          <a:lstStyle/>
          <a:p>
            <a:pPr marL="16435" defTabSz="1183325">
              <a:spcBef>
                <a:spcPts val="168"/>
              </a:spcBef>
            </a:pPr>
            <a:r>
              <a:rPr sz="2523" b="1" spc="-32" dirty="0">
                <a:solidFill>
                  <a:srgbClr val="70AC46"/>
                </a:solidFill>
                <a:latin typeface="Comic Sans MS"/>
                <a:cs typeface="Comic Sans MS"/>
              </a:rPr>
              <a:t>VS</a:t>
            </a:r>
            <a:endParaRPr sz="2523">
              <a:latin typeface="Comic Sans MS"/>
              <a:cs typeface="Comic Sans MS"/>
            </a:endParaRPr>
          </a:p>
        </p:txBody>
      </p:sp>
      <p:pic>
        <p:nvPicPr>
          <p:cNvPr id="17" name="object 1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769172" y="3202910"/>
            <a:ext cx="5861482" cy="682393"/>
          </a:xfrm>
          <a:prstGeom prst="rect">
            <a:avLst/>
          </a:prstGeom>
        </p:spPr>
      </p:pic>
      <p:sp>
        <p:nvSpPr>
          <p:cNvPr id="18" name="object 17"/>
          <p:cNvSpPr txBox="1"/>
          <p:nvPr/>
        </p:nvSpPr>
        <p:spPr>
          <a:xfrm>
            <a:off x="873045" y="3387648"/>
            <a:ext cx="3098053" cy="278768"/>
          </a:xfrm>
          <a:prstGeom prst="rect">
            <a:avLst/>
          </a:prstGeom>
        </p:spPr>
        <p:txBody>
          <a:bodyPr vert="horz" wrap="square" lIns="0" tIns="19722" rIns="0" bIns="0" rtlCol="0">
            <a:spAutoFit/>
          </a:bodyPr>
          <a:lstStyle/>
          <a:p>
            <a:pPr marL="16435" defTabSz="1183325">
              <a:spcBef>
                <a:spcPts val="155"/>
              </a:spcBef>
            </a:pPr>
            <a:r>
              <a:rPr sz="1682" dirty="0">
                <a:latin typeface="Comic Sans MS"/>
                <a:cs typeface="Comic Sans MS"/>
              </a:rPr>
              <a:t>Reads</a:t>
            </a:r>
            <a:r>
              <a:rPr sz="1682" spc="19" dirty="0">
                <a:latin typeface="Comic Sans MS"/>
                <a:cs typeface="Comic Sans MS"/>
              </a:rPr>
              <a:t> </a:t>
            </a:r>
            <a:r>
              <a:rPr sz="1682" dirty="0">
                <a:latin typeface="Comic Sans MS"/>
                <a:cs typeface="Comic Sans MS"/>
              </a:rPr>
              <a:t>the</a:t>
            </a:r>
            <a:r>
              <a:rPr sz="1682" spc="19" dirty="0">
                <a:latin typeface="Comic Sans MS"/>
                <a:cs typeface="Comic Sans MS"/>
              </a:rPr>
              <a:t> </a:t>
            </a:r>
            <a:r>
              <a:rPr sz="1682" dirty="0">
                <a:latin typeface="Comic Sans MS"/>
                <a:cs typeface="Comic Sans MS"/>
              </a:rPr>
              <a:t>Entier</a:t>
            </a:r>
            <a:r>
              <a:rPr sz="1682" spc="13" dirty="0">
                <a:latin typeface="Comic Sans MS"/>
                <a:cs typeface="Comic Sans MS"/>
              </a:rPr>
              <a:t> </a:t>
            </a:r>
            <a:r>
              <a:rPr sz="1682" dirty="0">
                <a:latin typeface="Comic Sans MS"/>
                <a:cs typeface="Comic Sans MS"/>
              </a:rPr>
              <a:t>Code</a:t>
            </a:r>
            <a:r>
              <a:rPr sz="1682" spc="19" dirty="0">
                <a:latin typeface="Comic Sans MS"/>
                <a:cs typeface="Comic Sans MS"/>
              </a:rPr>
              <a:t> </a:t>
            </a:r>
            <a:r>
              <a:rPr sz="1682" dirty="0">
                <a:latin typeface="Comic Sans MS"/>
                <a:cs typeface="Comic Sans MS"/>
              </a:rPr>
              <a:t>at</a:t>
            </a:r>
            <a:r>
              <a:rPr sz="1682" spc="32" dirty="0">
                <a:latin typeface="Comic Sans MS"/>
                <a:cs typeface="Comic Sans MS"/>
              </a:rPr>
              <a:t> </a:t>
            </a:r>
            <a:r>
              <a:rPr sz="1682" spc="-26" dirty="0">
                <a:latin typeface="Comic Sans MS"/>
                <a:cs typeface="Comic Sans MS"/>
              </a:rPr>
              <a:t>once</a:t>
            </a:r>
            <a:endParaRPr sz="1682">
              <a:latin typeface="Comic Sans MS"/>
              <a:cs typeface="Comic Sans MS"/>
            </a:endParaRPr>
          </a:p>
        </p:txBody>
      </p:sp>
      <p:pic>
        <p:nvPicPr>
          <p:cNvPr id="19" name="object 18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769172" y="4114084"/>
            <a:ext cx="5861482" cy="682392"/>
          </a:xfrm>
          <a:prstGeom prst="rect">
            <a:avLst/>
          </a:prstGeom>
        </p:spPr>
      </p:pic>
      <p:sp>
        <p:nvSpPr>
          <p:cNvPr id="20" name="object 19"/>
          <p:cNvSpPr txBox="1"/>
          <p:nvPr/>
        </p:nvSpPr>
        <p:spPr>
          <a:xfrm>
            <a:off x="873046" y="4298865"/>
            <a:ext cx="3641239" cy="278768"/>
          </a:xfrm>
          <a:prstGeom prst="rect">
            <a:avLst/>
          </a:prstGeom>
        </p:spPr>
        <p:txBody>
          <a:bodyPr vert="horz" wrap="square" lIns="0" tIns="19722" rIns="0" bIns="0" rtlCol="0">
            <a:spAutoFit/>
          </a:bodyPr>
          <a:lstStyle/>
          <a:p>
            <a:pPr marL="16435" defTabSz="1183325">
              <a:spcBef>
                <a:spcPts val="155"/>
              </a:spcBef>
            </a:pPr>
            <a:r>
              <a:rPr sz="1682" dirty="0">
                <a:latin typeface="Comic Sans MS"/>
                <a:cs typeface="Comic Sans MS"/>
              </a:rPr>
              <a:t>Execute</a:t>
            </a:r>
            <a:r>
              <a:rPr sz="1682" spc="39" dirty="0">
                <a:latin typeface="Comic Sans MS"/>
                <a:cs typeface="Comic Sans MS"/>
              </a:rPr>
              <a:t> </a:t>
            </a:r>
            <a:r>
              <a:rPr sz="1682" dirty="0">
                <a:latin typeface="Comic Sans MS"/>
                <a:cs typeface="Comic Sans MS"/>
              </a:rPr>
              <a:t>the</a:t>
            </a:r>
            <a:r>
              <a:rPr sz="1682" spc="26" dirty="0">
                <a:latin typeface="Comic Sans MS"/>
                <a:cs typeface="Comic Sans MS"/>
              </a:rPr>
              <a:t> </a:t>
            </a:r>
            <a:r>
              <a:rPr sz="1682" dirty="0">
                <a:latin typeface="Comic Sans MS"/>
                <a:cs typeface="Comic Sans MS"/>
              </a:rPr>
              <a:t>process</a:t>
            </a:r>
            <a:r>
              <a:rPr sz="1682" spc="-6" dirty="0">
                <a:latin typeface="Comic Sans MS"/>
                <a:cs typeface="Comic Sans MS"/>
              </a:rPr>
              <a:t> </a:t>
            </a:r>
            <a:r>
              <a:rPr sz="1682" dirty="0">
                <a:latin typeface="Comic Sans MS"/>
                <a:cs typeface="Comic Sans MS"/>
              </a:rPr>
              <a:t>is</a:t>
            </a:r>
            <a:r>
              <a:rPr sz="1682" spc="45" dirty="0">
                <a:latin typeface="Comic Sans MS"/>
                <a:cs typeface="Comic Sans MS"/>
              </a:rPr>
              <a:t> </a:t>
            </a:r>
            <a:r>
              <a:rPr sz="1682" dirty="0">
                <a:latin typeface="Comic Sans MS"/>
                <a:cs typeface="Comic Sans MS"/>
              </a:rPr>
              <a:t>much</a:t>
            </a:r>
            <a:r>
              <a:rPr sz="1682" spc="45" dirty="0">
                <a:latin typeface="Comic Sans MS"/>
                <a:cs typeface="Comic Sans MS"/>
              </a:rPr>
              <a:t> </a:t>
            </a:r>
            <a:r>
              <a:rPr sz="1682" spc="-13" dirty="0">
                <a:latin typeface="Comic Sans MS"/>
                <a:cs typeface="Comic Sans MS"/>
              </a:rPr>
              <a:t>faster</a:t>
            </a:r>
            <a:endParaRPr sz="1682">
              <a:latin typeface="Comic Sans MS"/>
              <a:cs typeface="Comic Sans MS"/>
            </a:endParaRPr>
          </a:p>
        </p:txBody>
      </p:sp>
      <p:pic>
        <p:nvPicPr>
          <p:cNvPr id="21" name="object 20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769172" y="5033145"/>
            <a:ext cx="5861482" cy="1416064"/>
          </a:xfrm>
          <a:prstGeom prst="rect">
            <a:avLst/>
          </a:prstGeom>
        </p:spPr>
      </p:pic>
      <p:sp>
        <p:nvSpPr>
          <p:cNvPr id="22" name="object 21"/>
          <p:cNvSpPr txBox="1"/>
          <p:nvPr/>
        </p:nvSpPr>
        <p:spPr>
          <a:xfrm>
            <a:off x="873046" y="5324380"/>
            <a:ext cx="3170368" cy="806925"/>
          </a:xfrm>
          <a:prstGeom prst="rect">
            <a:avLst/>
          </a:prstGeom>
        </p:spPr>
        <p:txBody>
          <a:bodyPr vert="horz" wrap="square" lIns="0" tIns="19722" rIns="0" bIns="0" rtlCol="0">
            <a:spAutoFit/>
          </a:bodyPr>
          <a:lstStyle/>
          <a:p>
            <a:pPr marL="16435" defTabSz="1183325">
              <a:spcBef>
                <a:spcPts val="155"/>
              </a:spcBef>
            </a:pPr>
            <a:r>
              <a:rPr sz="1682" dirty="0">
                <a:latin typeface="Comic Sans MS"/>
                <a:cs typeface="Comic Sans MS"/>
              </a:rPr>
              <a:t>Machine</a:t>
            </a:r>
            <a:r>
              <a:rPr sz="1682" spc="19" dirty="0">
                <a:latin typeface="Comic Sans MS"/>
                <a:cs typeface="Comic Sans MS"/>
              </a:rPr>
              <a:t> </a:t>
            </a:r>
            <a:r>
              <a:rPr sz="1682" dirty="0">
                <a:latin typeface="Comic Sans MS"/>
                <a:cs typeface="Comic Sans MS"/>
              </a:rPr>
              <a:t>Code</a:t>
            </a:r>
            <a:r>
              <a:rPr sz="1682" spc="19" dirty="0">
                <a:latin typeface="Comic Sans MS"/>
                <a:cs typeface="Comic Sans MS"/>
              </a:rPr>
              <a:t> </a:t>
            </a:r>
            <a:r>
              <a:rPr sz="1682" dirty="0">
                <a:latin typeface="Comic Sans MS"/>
                <a:cs typeface="Comic Sans MS"/>
              </a:rPr>
              <a:t>is</a:t>
            </a:r>
            <a:r>
              <a:rPr sz="1682" spc="19" dirty="0">
                <a:latin typeface="Comic Sans MS"/>
                <a:cs typeface="Comic Sans MS"/>
              </a:rPr>
              <a:t> </a:t>
            </a:r>
            <a:r>
              <a:rPr sz="1682" dirty="0">
                <a:latin typeface="Comic Sans MS"/>
                <a:cs typeface="Comic Sans MS"/>
              </a:rPr>
              <a:t>stored</a:t>
            </a:r>
            <a:r>
              <a:rPr sz="1682" spc="19" dirty="0">
                <a:latin typeface="Comic Sans MS"/>
                <a:cs typeface="Comic Sans MS"/>
              </a:rPr>
              <a:t> </a:t>
            </a:r>
            <a:r>
              <a:rPr sz="1682" dirty="0">
                <a:latin typeface="Comic Sans MS"/>
                <a:cs typeface="Comic Sans MS"/>
              </a:rPr>
              <a:t>in</a:t>
            </a:r>
            <a:r>
              <a:rPr sz="1682" spc="26" dirty="0">
                <a:latin typeface="Comic Sans MS"/>
                <a:cs typeface="Comic Sans MS"/>
              </a:rPr>
              <a:t> </a:t>
            </a:r>
            <a:r>
              <a:rPr sz="1682" spc="-32" dirty="0">
                <a:latin typeface="Comic Sans MS"/>
                <a:cs typeface="Comic Sans MS"/>
              </a:rPr>
              <a:t>HDD</a:t>
            </a:r>
            <a:endParaRPr sz="1682">
              <a:latin typeface="Comic Sans MS"/>
              <a:cs typeface="Comic Sans MS"/>
            </a:endParaRPr>
          </a:p>
          <a:p>
            <a:pPr marL="16435" defTabSz="1183325">
              <a:spcBef>
                <a:spcPts val="2077"/>
              </a:spcBef>
            </a:pPr>
            <a:r>
              <a:rPr sz="1682" dirty="0">
                <a:latin typeface="Comic Sans MS"/>
                <a:cs typeface="Comic Sans MS"/>
              </a:rPr>
              <a:t>Generates</a:t>
            </a:r>
            <a:r>
              <a:rPr sz="1682" spc="32" dirty="0">
                <a:latin typeface="Comic Sans MS"/>
                <a:cs typeface="Comic Sans MS"/>
              </a:rPr>
              <a:t> </a:t>
            </a:r>
            <a:r>
              <a:rPr sz="1682" dirty="0">
                <a:latin typeface="Comic Sans MS"/>
                <a:cs typeface="Comic Sans MS"/>
              </a:rPr>
              <a:t>exe</a:t>
            </a:r>
            <a:r>
              <a:rPr sz="1682" spc="58" dirty="0">
                <a:latin typeface="Comic Sans MS"/>
                <a:cs typeface="Comic Sans MS"/>
              </a:rPr>
              <a:t> </a:t>
            </a:r>
            <a:r>
              <a:rPr sz="1682" spc="-26" dirty="0">
                <a:latin typeface="Comic Sans MS"/>
                <a:cs typeface="Comic Sans MS"/>
              </a:rPr>
              <a:t>file</a:t>
            </a:r>
            <a:endParaRPr sz="1682">
              <a:latin typeface="Comic Sans MS"/>
              <a:cs typeface="Comic Sans MS"/>
            </a:endParaRPr>
          </a:p>
        </p:txBody>
      </p:sp>
      <p:pic>
        <p:nvPicPr>
          <p:cNvPr id="23" name="object 22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6776601" y="3206855"/>
            <a:ext cx="5865426" cy="678449"/>
          </a:xfrm>
          <a:prstGeom prst="rect">
            <a:avLst/>
          </a:prstGeom>
        </p:spPr>
      </p:pic>
      <p:sp>
        <p:nvSpPr>
          <p:cNvPr id="24" name="object 23"/>
          <p:cNvSpPr txBox="1"/>
          <p:nvPr/>
        </p:nvSpPr>
        <p:spPr>
          <a:xfrm>
            <a:off x="9359553" y="3387648"/>
            <a:ext cx="3178586" cy="278768"/>
          </a:xfrm>
          <a:prstGeom prst="rect">
            <a:avLst/>
          </a:prstGeom>
        </p:spPr>
        <p:txBody>
          <a:bodyPr vert="horz" wrap="square" lIns="0" tIns="19722" rIns="0" bIns="0" rtlCol="0">
            <a:spAutoFit/>
          </a:bodyPr>
          <a:lstStyle/>
          <a:p>
            <a:pPr marL="16435" defTabSz="1183325">
              <a:spcBef>
                <a:spcPts val="155"/>
              </a:spcBef>
            </a:pPr>
            <a:r>
              <a:rPr sz="1682" dirty="0">
                <a:latin typeface="Comic Sans MS"/>
                <a:cs typeface="Comic Sans MS"/>
              </a:rPr>
              <a:t>Reads</a:t>
            </a:r>
            <a:r>
              <a:rPr sz="1682" spc="26" dirty="0">
                <a:latin typeface="Comic Sans MS"/>
                <a:cs typeface="Comic Sans MS"/>
              </a:rPr>
              <a:t> </a:t>
            </a:r>
            <a:r>
              <a:rPr sz="1682" dirty="0">
                <a:latin typeface="Comic Sans MS"/>
                <a:cs typeface="Comic Sans MS"/>
              </a:rPr>
              <a:t>one</a:t>
            </a:r>
            <a:r>
              <a:rPr sz="1682" spc="26" dirty="0">
                <a:latin typeface="Comic Sans MS"/>
                <a:cs typeface="Comic Sans MS"/>
              </a:rPr>
              <a:t> </a:t>
            </a:r>
            <a:r>
              <a:rPr sz="1682" dirty="0">
                <a:latin typeface="Comic Sans MS"/>
                <a:cs typeface="Comic Sans MS"/>
              </a:rPr>
              <a:t>instrcution</a:t>
            </a:r>
            <a:r>
              <a:rPr sz="1682" spc="6" dirty="0">
                <a:latin typeface="Comic Sans MS"/>
                <a:cs typeface="Comic Sans MS"/>
              </a:rPr>
              <a:t> </a:t>
            </a:r>
            <a:r>
              <a:rPr sz="1682" dirty="0">
                <a:latin typeface="Comic Sans MS"/>
                <a:cs typeface="Comic Sans MS"/>
              </a:rPr>
              <a:t>at</a:t>
            </a:r>
            <a:r>
              <a:rPr sz="1682" spc="39" dirty="0">
                <a:latin typeface="Comic Sans MS"/>
                <a:cs typeface="Comic Sans MS"/>
              </a:rPr>
              <a:t> </a:t>
            </a:r>
            <a:r>
              <a:rPr sz="1682" dirty="0">
                <a:latin typeface="Comic Sans MS"/>
                <a:cs typeface="Comic Sans MS"/>
              </a:rPr>
              <a:t>a</a:t>
            </a:r>
            <a:r>
              <a:rPr sz="1682" spc="58" dirty="0">
                <a:latin typeface="Comic Sans MS"/>
                <a:cs typeface="Comic Sans MS"/>
              </a:rPr>
              <a:t> </a:t>
            </a:r>
            <a:r>
              <a:rPr sz="1682" spc="-26" dirty="0">
                <a:latin typeface="Comic Sans MS"/>
                <a:cs typeface="Comic Sans MS"/>
              </a:rPr>
              <a:t>time</a:t>
            </a:r>
            <a:endParaRPr sz="1682">
              <a:latin typeface="Comic Sans MS"/>
              <a:cs typeface="Comic Sans MS"/>
            </a:endParaRPr>
          </a:p>
        </p:txBody>
      </p:sp>
      <p:pic>
        <p:nvPicPr>
          <p:cNvPr id="25" name="object 2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6776601" y="4114084"/>
            <a:ext cx="5861482" cy="682392"/>
          </a:xfrm>
          <a:prstGeom prst="rect">
            <a:avLst/>
          </a:prstGeom>
        </p:spPr>
      </p:pic>
      <p:sp>
        <p:nvSpPr>
          <p:cNvPr id="26" name="object 25"/>
          <p:cNvSpPr txBox="1"/>
          <p:nvPr/>
        </p:nvSpPr>
        <p:spPr>
          <a:xfrm>
            <a:off x="8896107" y="4298865"/>
            <a:ext cx="3641239" cy="278768"/>
          </a:xfrm>
          <a:prstGeom prst="rect">
            <a:avLst/>
          </a:prstGeom>
        </p:spPr>
        <p:txBody>
          <a:bodyPr vert="horz" wrap="square" lIns="0" tIns="19722" rIns="0" bIns="0" rtlCol="0">
            <a:spAutoFit/>
          </a:bodyPr>
          <a:lstStyle/>
          <a:p>
            <a:pPr marL="16435" defTabSz="1183325">
              <a:spcBef>
                <a:spcPts val="155"/>
              </a:spcBef>
            </a:pPr>
            <a:r>
              <a:rPr sz="1682" dirty="0">
                <a:latin typeface="Comic Sans MS"/>
                <a:cs typeface="Comic Sans MS"/>
              </a:rPr>
              <a:t>Execute</a:t>
            </a:r>
            <a:r>
              <a:rPr sz="1682" spc="39" dirty="0">
                <a:latin typeface="Comic Sans MS"/>
                <a:cs typeface="Comic Sans MS"/>
              </a:rPr>
              <a:t> </a:t>
            </a:r>
            <a:r>
              <a:rPr sz="1682" dirty="0">
                <a:latin typeface="Comic Sans MS"/>
                <a:cs typeface="Comic Sans MS"/>
              </a:rPr>
              <a:t>the</a:t>
            </a:r>
            <a:r>
              <a:rPr sz="1682" spc="26" dirty="0">
                <a:latin typeface="Comic Sans MS"/>
                <a:cs typeface="Comic Sans MS"/>
              </a:rPr>
              <a:t> </a:t>
            </a:r>
            <a:r>
              <a:rPr sz="1682" dirty="0">
                <a:latin typeface="Comic Sans MS"/>
                <a:cs typeface="Comic Sans MS"/>
              </a:rPr>
              <a:t>process</a:t>
            </a:r>
            <a:r>
              <a:rPr sz="1682" spc="-6" dirty="0">
                <a:latin typeface="Comic Sans MS"/>
                <a:cs typeface="Comic Sans MS"/>
              </a:rPr>
              <a:t> </a:t>
            </a:r>
            <a:r>
              <a:rPr sz="1682" dirty="0">
                <a:latin typeface="Comic Sans MS"/>
                <a:cs typeface="Comic Sans MS"/>
              </a:rPr>
              <a:t>is</a:t>
            </a:r>
            <a:r>
              <a:rPr sz="1682" spc="45" dirty="0">
                <a:latin typeface="Comic Sans MS"/>
                <a:cs typeface="Comic Sans MS"/>
              </a:rPr>
              <a:t> </a:t>
            </a:r>
            <a:r>
              <a:rPr sz="1682" dirty="0">
                <a:latin typeface="Comic Sans MS"/>
                <a:cs typeface="Comic Sans MS"/>
              </a:rPr>
              <a:t>much</a:t>
            </a:r>
            <a:r>
              <a:rPr sz="1682" spc="45" dirty="0">
                <a:latin typeface="Comic Sans MS"/>
                <a:cs typeface="Comic Sans MS"/>
              </a:rPr>
              <a:t> </a:t>
            </a:r>
            <a:r>
              <a:rPr sz="1682" spc="-13" dirty="0">
                <a:latin typeface="Comic Sans MS"/>
                <a:cs typeface="Comic Sans MS"/>
              </a:rPr>
              <a:t>slower</a:t>
            </a:r>
            <a:endParaRPr sz="1682">
              <a:latin typeface="Comic Sans MS"/>
              <a:cs typeface="Comic Sans MS"/>
            </a:endParaRPr>
          </a:p>
        </p:txBody>
      </p:sp>
      <p:pic>
        <p:nvPicPr>
          <p:cNvPr id="27" name="object 26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6776601" y="5033145"/>
            <a:ext cx="5861482" cy="1416064"/>
          </a:xfrm>
          <a:prstGeom prst="rect">
            <a:avLst/>
          </a:prstGeom>
        </p:spPr>
      </p:pic>
      <p:sp>
        <p:nvSpPr>
          <p:cNvPr id="28" name="object 27"/>
          <p:cNvSpPr txBox="1"/>
          <p:nvPr/>
        </p:nvSpPr>
        <p:spPr>
          <a:xfrm>
            <a:off x="10278634" y="5194191"/>
            <a:ext cx="2259030" cy="1072018"/>
          </a:xfrm>
          <a:prstGeom prst="rect">
            <a:avLst/>
          </a:prstGeom>
        </p:spPr>
        <p:txBody>
          <a:bodyPr vert="horz" wrap="square" lIns="0" tIns="15614" rIns="0" bIns="0" rtlCol="0">
            <a:spAutoFit/>
          </a:bodyPr>
          <a:lstStyle/>
          <a:p>
            <a:pPr marL="61632" marR="6574" indent="281860" defTabSz="1183325">
              <a:lnSpc>
                <a:spcPct val="101600"/>
              </a:lnSpc>
              <a:spcBef>
                <a:spcPts val="123"/>
              </a:spcBef>
            </a:pPr>
            <a:r>
              <a:rPr sz="1682" dirty="0">
                <a:latin typeface="Comic Sans MS"/>
                <a:cs typeface="Comic Sans MS"/>
              </a:rPr>
              <a:t>Does</a:t>
            </a:r>
            <a:r>
              <a:rPr sz="1682" spc="13" dirty="0">
                <a:latin typeface="Comic Sans MS"/>
                <a:cs typeface="Comic Sans MS"/>
              </a:rPr>
              <a:t> </a:t>
            </a:r>
            <a:r>
              <a:rPr sz="1682" dirty="0">
                <a:latin typeface="Comic Sans MS"/>
                <a:cs typeface="Comic Sans MS"/>
              </a:rPr>
              <a:t>not</a:t>
            </a:r>
            <a:r>
              <a:rPr sz="1682" spc="-13" dirty="0">
                <a:latin typeface="Comic Sans MS"/>
                <a:cs typeface="Comic Sans MS"/>
              </a:rPr>
              <a:t> </a:t>
            </a:r>
            <a:r>
              <a:rPr sz="1682" dirty="0">
                <a:latin typeface="Comic Sans MS"/>
                <a:cs typeface="Comic Sans MS"/>
              </a:rPr>
              <a:t>store</a:t>
            </a:r>
            <a:r>
              <a:rPr sz="1682" spc="13" dirty="0">
                <a:latin typeface="Comic Sans MS"/>
                <a:cs typeface="Comic Sans MS"/>
              </a:rPr>
              <a:t> </a:t>
            </a:r>
            <a:r>
              <a:rPr sz="1682" spc="-32" dirty="0">
                <a:latin typeface="Comic Sans MS"/>
                <a:cs typeface="Comic Sans MS"/>
              </a:rPr>
              <a:t>any </a:t>
            </a:r>
            <a:r>
              <a:rPr sz="1682" dirty="0">
                <a:latin typeface="Comic Sans MS"/>
                <a:cs typeface="Comic Sans MS"/>
              </a:rPr>
              <a:t>machine</a:t>
            </a:r>
            <a:r>
              <a:rPr sz="1682" spc="32" dirty="0">
                <a:latin typeface="Comic Sans MS"/>
                <a:cs typeface="Comic Sans MS"/>
              </a:rPr>
              <a:t> </a:t>
            </a:r>
            <a:r>
              <a:rPr sz="1682" dirty="0">
                <a:latin typeface="Comic Sans MS"/>
                <a:cs typeface="Comic Sans MS"/>
              </a:rPr>
              <a:t>code</a:t>
            </a:r>
            <a:r>
              <a:rPr sz="1682" spc="32" dirty="0">
                <a:latin typeface="Comic Sans MS"/>
                <a:cs typeface="Comic Sans MS"/>
              </a:rPr>
              <a:t> </a:t>
            </a:r>
            <a:r>
              <a:rPr sz="1682" dirty="0">
                <a:latin typeface="Comic Sans MS"/>
                <a:cs typeface="Comic Sans MS"/>
              </a:rPr>
              <a:t>on</a:t>
            </a:r>
            <a:r>
              <a:rPr sz="1682" spc="45" dirty="0">
                <a:latin typeface="Comic Sans MS"/>
                <a:cs typeface="Comic Sans MS"/>
              </a:rPr>
              <a:t> </a:t>
            </a:r>
            <a:r>
              <a:rPr sz="1682" spc="-32" dirty="0">
                <a:latin typeface="Comic Sans MS"/>
                <a:cs typeface="Comic Sans MS"/>
              </a:rPr>
              <a:t>HDD</a:t>
            </a:r>
            <a:endParaRPr sz="1682">
              <a:latin typeface="Comic Sans MS"/>
              <a:cs typeface="Comic Sans MS"/>
            </a:endParaRPr>
          </a:p>
          <a:p>
            <a:pPr marL="16435" defTabSz="1183325">
              <a:spcBef>
                <a:spcPts val="2077"/>
              </a:spcBef>
            </a:pPr>
            <a:r>
              <a:rPr sz="1682" dirty="0">
                <a:latin typeface="Comic Sans MS"/>
                <a:cs typeface="Comic Sans MS"/>
              </a:rPr>
              <a:t>No</a:t>
            </a:r>
            <a:r>
              <a:rPr sz="1682" spc="6" dirty="0">
                <a:latin typeface="Comic Sans MS"/>
                <a:cs typeface="Comic Sans MS"/>
              </a:rPr>
              <a:t> </a:t>
            </a:r>
            <a:r>
              <a:rPr sz="1682" dirty="0">
                <a:latin typeface="Comic Sans MS"/>
                <a:cs typeface="Comic Sans MS"/>
              </a:rPr>
              <a:t>exe</a:t>
            </a:r>
            <a:r>
              <a:rPr sz="1682" spc="26" dirty="0">
                <a:latin typeface="Comic Sans MS"/>
                <a:cs typeface="Comic Sans MS"/>
              </a:rPr>
              <a:t> </a:t>
            </a:r>
            <a:r>
              <a:rPr sz="1682" dirty="0">
                <a:latin typeface="Comic Sans MS"/>
                <a:cs typeface="Comic Sans MS"/>
              </a:rPr>
              <a:t>file</a:t>
            </a:r>
            <a:r>
              <a:rPr sz="1682" spc="32" dirty="0">
                <a:latin typeface="Comic Sans MS"/>
                <a:cs typeface="Comic Sans MS"/>
              </a:rPr>
              <a:t> </a:t>
            </a:r>
            <a:r>
              <a:rPr sz="1682" spc="-13" dirty="0">
                <a:latin typeface="Comic Sans MS"/>
                <a:cs typeface="Comic Sans MS"/>
              </a:rPr>
              <a:t>generated</a:t>
            </a:r>
            <a:endParaRPr sz="1682">
              <a:latin typeface="Comic Sans MS"/>
              <a:cs typeface="Comic Sans MS"/>
            </a:endParaRPr>
          </a:p>
        </p:txBody>
      </p:sp>
      <p:grpSp>
        <p:nvGrpSpPr>
          <p:cNvPr id="29" name="object 28"/>
          <p:cNvGrpSpPr/>
          <p:nvPr/>
        </p:nvGrpSpPr>
        <p:grpSpPr>
          <a:xfrm>
            <a:off x="4934532" y="3707801"/>
            <a:ext cx="3641239" cy="3637131"/>
            <a:chOff x="3660647" y="2865119"/>
            <a:chExt cx="2813685" cy="2810510"/>
          </a:xfrm>
        </p:grpSpPr>
        <p:pic>
          <p:nvPicPr>
            <p:cNvPr id="30" name="object 29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3660647" y="2865119"/>
              <a:ext cx="2813303" cy="2810255"/>
            </a:xfrm>
            <a:prstGeom prst="rect">
              <a:avLst/>
            </a:prstGeom>
          </p:spPr>
        </p:pic>
        <p:pic>
          <p:nvPicPr>
            <p:cNvPr id="31" name="object 30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3730751" y="2941319"/>
              <a:ext cx="2598419" cy="2590800"/>
            </a:xfrm>
            <a:prstGeom prst="rect">
              <a:avLst/>
            </a:prstGeom>
          </p:spPr>
        </p:pic>
      </p:grpSp>
      <p:sp>
        <p:nvSpPr>
          <p:cNvPr id="32" name="object 31"/>
          <p:cNvSpPr txBox="1"/>
          <p:nvPr/>
        </p:nvSpPr>
        <p:spPr>
          <a:xfrm>
            <a:off x="5866690" y="5215821"/>
            <a:ext cx="1695301" cy="409822"/>
          </a:xfrm>
          <a:prstGeom prst="rect">
            <a:avLst/>
          </a:prstGeom>
        </p:spPr>
        <p:txBody>
          <a:bodyPr vert="horz" wrap="square" lIns="0" tIns="21366" rIns="0" bIns="0" rtlCol="0">
            <a:spAutoFit/>
          </a:bodyPr>
          <a:lstStyle/>
          <a:p>
            <a:pPr marL="16435" defTabSz="1183325">
              <a:spcBef>
                <a:spcPts val="168"/>
              </a:spcBef>
            </a:pPr>
            <a:r>
              <a:rPr sz="2523" spc="-13" dirty="0">
                <a:solidFill>
                  <a:srgbClr val="BF0000"/>
                </a:solidFill>
                <a:latin typeface="Comic Sans MS"/>
                <a:cs typeface="Comic Sans MS"/>
              </a:rPr>
              <a:t>Diffrences</a:t>
            </a:r>
            <a:endParaRPr sz="2523">
              <a:latin typeface="Comic Sans MS"/>
              <a:cs typeface="Comic Sans MS"/>
            </a:endParaRPr>
          </a:p>
        </p:txBody>
      </p:sp>
      <p:grpSp>
        <p:nvGrpSpPr>
          <p:cNvPr id="33" name="object 32"/>
          <p:cNvGrpSpPr/>
          <p:nvPr/>
        </p:nvGrpSpPr>
        <p:grpSpPr>
          <a:xfrm>
            <a:off x="4879310" y="3652580"/>
            <a:ext cx="3747247" cy="3747247"/>
            <a:chOff x="3617976" y="2822448"/>
            <a:chExt cx="2895600" cy="2895600"/>
          </a:xfrm>
        </p:grpSpPr>
        <p:sp>
          <p:nvSpPr>
            <p:cNvPr id="34" name="object 33"/>
            <p:cNvSpPr/>
            <p:nvPr/>
          </p:nvSpPr>
          <p:spPr>
            <a:xfrm>
              <a:off x="3730752" y="2935224"/>
              <a:ext cx="2598420" cy="2597150"/>
            </a:xfrm>
            <a:custGeom>
              <a:avLst/>
              <a:gdLst/>
              <a:ahLst/>
              <a:cxnLst/>
              <a:rect l="l" t="t" r="r" b="b"/>
              <a:pathLst>
                <a:path w="2598420" h="2597150">
                  <a:moveTo>
                    <a:pt x="1298448" y="0"/>
                  </a:moveTo>
                  <a:lnTo>
                    <a:pt x="1298448" y="2596895"/>
                  </a:lnTo>
                </a:path>
                <a:path w="2598420" h="2597150">
                  <a:moveTo>
                    <a:pt x="0" y="1298448"/>
                  </a:moveTo>
                  <a:lnTo>
                    <a:pt x="2598419" y="1298448"/>
                  </a:lnTo>
                </a:path>
              </a:pathLst>
            </a:custGeom>
            <a:ln w="4572">
              <a:solidFill>
                <a:srgbClr val="646464"/>
              </a:solidFill>
            </a:ln>
          </p:spPr>
          <p:txBody>
            <a:bodyPr wrap="square" lIns="0" tIns="0" rIns="0" bIns="0" rtlCol="0"/>
            <a:lstStyle/>
            <a:p>
              <a:pPr defTabSz="1183325"/>
              <a:endParaRPr sz="2329"/>
            </a:p>
          </p:txBody>
        </p:sp>
        <p:sp>
          <p:nvSpPr>
            <p:cNvPr id="35" name="object 34"/>
            <p:cNvSpPr/>
            <p:nvPr/>
          </p:nvSpPr>
          <p:spPr>
            <a:xfrm>
              <a:off x="4818888" y="4023360"/>
              <a:ext cx="421005" cy="421005"/>
            </a:xfrm>
            <a:custGeom>
              <a:avLst/>
              <a:gdLst/>
              <a:ahLst/>
              <a:cxnLst/>
              <a:rect l="l" t="t" r="r" b="b"/>
              <a:pathLst>
                <a:path w="421004" h="421004">
                  <a:moveTo>
                    <a:pt x="0" y="210312"/>
                  </a:moveTo>
                  <a:lnTo>
                    <a:pt x="5571" y="162192"/>
                  </a:lnTo>
                  <a:lnTo>
                    <a:pt x="21433" y="117965"/>
                  </a:lnTo>
                  <a:lnTo>
                    <a:pt x="46306" y="78910"/>
                  </a:lnTo>
                  <a:lnTo>
                    <a:pt x="78910" y="46306"/>
                  </a:lnTo>
                  <a:lnTo>
                    <a:pt x="117965" y="21433"/>
                  </a:lnTo>
                  <a:lnTo>
                    <a:pt x="162192" y="5571"/>
                  </a:lnTo>
                  <a:lnTo>
                    <a:pt x="210311" y="0"/>
                  </a:lnTo>
                  <a:lnTo>
                    <a:pt x="258911" y="5571"/>
                  </a:lnTo>
                  <a:lnTo>
                    <a:pt x="303324" y="21433"/>
                  </a:lnTo>
                  <a:lnTo>
                    <a:pt x="342353" y="46306"/>
                  </a:lnTo>
                  <a:lnTo>
                    <a:pt x="374797" y="78910"/>
                  </a:lnTo>
                  <a:lnTo>
                    <a:pt x="399456" y="117965"/>
                  </a:lnTo>
                  <a:lnTo>
                    <a:pt x="415132" y="162192"/>
                  </a:lnTo>
                  <a:lnTo>
                    <a:pt x="420623" y="210312"/>
                  </a:lnTo>
                  <a:lnTo>
                    <a:pt x="415132" y="258431"/>
                  </a:lnTo>
                  <a:lnTo>
                    <a:pt x="399456" y="302658"/>
                  </a:lnTo>
                  <a:lnTo>
                    <a:pt x="374797" y="341713"/>
                  </a:lnTo>
                  <a:lnTo>
                    <a:pt x="342353" y="374317"/>
                  </a:lnTo>
                  <a:lnTo>
                    <a:pt x="303324" y="399190"/>
                  </a:lnTo>
                  <a:lnTo>
                    <a:pt x="258911" y="415052"/>
                  </a:lnTo>
                  <a:lnTo>
                    <a:pt x="210311" y="420624"/>
                  </a:lnTo>
                  <a:lnTo>
                    <a:pt x="162192" y="415052"/>
                  </a:lnTo>
                  <a:lnTo>
                    <a:pt x="117965" y="399190"/>
                  </a:lnTo>
                  <a:lnTo>
                    <a:pt x="78910" y="374317"/>
                  </a:lnTo>
                  <a:lnTo>
                    <a:pt x="46306" y="341713"/>
                  </a:lnTo>
                  <a:lnTo>
                    <a:pt x="21433" y="302658"/>
                  </a:lnTo>
                  <a:lnTo>
                    <a:pt x="5571" y="258431"/>
                  </a:lnTo>
                  <a:lnTo>
                    <a:pt x="0" y="210312"/>
                  </a:lnTo>
                </a:path>
              </a:pathLst>
            </a:custGeom>
            <a:ln w="10668">
              <a:solidFill>
                <a:srgbClr val="646464"/>
              </a:solidFill>
            </a:ln>
          </p:spPr>
          <p:txBody>
            <a:bodyPr wrap="square" lIns="0" tIns="0" rIns="0" bIns="0" rtlCol="0"/>
            <a:lstStyle/>
            <a:p>
              <a:pPr defTabSz="1183325"/>
              <a:endParaRPr sz="2329"/>
            </a:p>
          </p:txBody>
        </p:sp>
        <p:sp>
          <p:nvSpPr>
            <p:cNvPr id="36" name="object 35"/>
            <p:cNvSpPr/>
            <p:nvPr/>
          </p:nvSpPr>
          <p:spPr>
            <a:xfrm>
              <a:off x="4668011" y="3872484"/>
              <a:ext cx="722630" cy="722630"/>
            </a:xfrm>
            <a:custGeom>
              <a:avLst/>
              <a:gdLst/>
              <a:ahLst/>
              <a:cxnLst/>
              <a:rect l="l" t="t" r="r" b="b"/>
              <a:pathLst>
                <a:path w="722629" h="722629">
                  <a:moveTo>
                    <a:pt x="0" y="361187"/>
                  </a:moveTo>
                  <a:lnTo>
                    <a:pt x="3294" y="312142"/>
                  </a:lnTo>
                  <a:lnTo>
                    <a:pt x="12890" y="265112"/>
                  </a:lnTo>
                  <a:lnTo>
                    <a:pt x="28360" y="220527"/>
                  </a:lnTo>
                  <a:lnTo>
                    <a:pt x="49275" y="178815"/>
                  </a:lnTo>
                  <a:lnTo>
                    <a:pt x="75207" y="140406"/>
                  </a:lnTo>
                  <a:lnTo>
                    <a:pt x="105727" y="105727"/>
                  </a:lnTo>
                  <a:lnTo>
                    <a:pt x="140406" y="75207"/>
                  </a:lnTo>
                  <a:lnTo>
                    <a:pt x="178815" y="49275"/>
                  </a:lnTo>
                  <a:lnTo>
                    <a:pt x="220527" y="28360"/>
                  </a:lnTo>
                  <a:lnTo>
                    <a:pt x="265112" y="12890"/>
                  </a:lnTo>
                  <a:lnTo>
                    <a:pt x="312142" y="3294"/>
                  </a:lnTo>
                  <a:lnTo>
                    <a:pt x="361187" y="0"/>
                  </a:lnTo>
                  <a:lnTo>
                    <a:pt x="410233" y="3294"/>
                  </a:lnTo>
                  <a:lnTo>
                    <a:pt x="457263" y="12890"/>
                  </a:lnTo>
                  <a:lnTo>
                    <a:pt x="501848" y="28360"/>
                  </a:lnTo>
                  <a:lnTo>
                    <a:pt x="543559" y="49275"/>
                  </a:lnTo>
                  <a:lnTo>
                    <a:pt x="581969" y="75207"/>
                  </a:lnTo>
                  <a:lnTo>
                    <a:pt x="616648" y="105727"/>
                  </a:lnTo>
                  <a:lnTo>
                    <a:pt x="647168" y="140406"/>
                  </a:lnTo>
                  <a:lnTo>
                    <a:pt x="673099" y="178815"/>
                  </a:lnTo>
                  <a:lnTo>
                    <a:pt x="694015" y="220527"/>
                  </a:lnTo>
                  <a:lnTo>
                    <a:pt x="709485" y="265112"/>
                  </a:lnTo>
                  <a:lnTo>
                    <a:pt x="719081" y="312142"/>
                  </a:lnTo>
                  <a:lnTo>
                    <a:pt x="722375" y="361187"/>
                  </a:lnTo>
                  <a:lnTo>
                    <a:pt x="719081" y="410233"/>
                  </a:lnTo>
                  <a:lnTo>
                    <a:pt x="709485" y="457263"/>
                  </a:lnTo>
                  <a:lnTo>
                    <a:pt x="694015" y="501848"/>
                  </a:lnTo>
                  <a:lnTo>
                    <a:pt x="673099" y="543559"/>
                  </a:lnTo>
                  <a:lnTo>
                    <a:pt x="647168" y="581969"/>
                  </a:lnTo>
                  <a:lnTo>
                    <a:pt x="616648" y="616648"/>
                  </a:lnTo>
                  <a:lnTo>
                    <a:pt x="581969" y="647168"/>
                  </a:lnTo>
                  <a:lnTo>
                    <a:pt x="543559" y="673099"/>
                  </a:lnTo>
                  <a:lnTo>
                    <a:pt x="501848" y="694015"/>
                  </a:lnTo>
                  <a:lnTo>
                    <a:pt x="457263" y="709485"/>
                  </a:lnTo>
                  <a:lnTo>
                    <a:pt x="410233" y="719081"/>
                  </a:lnTo>
                  <a:lnTo>
                    <a:pt x="361187" y="722375"/>
                  </a:lnTo>
                  <a:lnTo>
                    <a:pt x="312142" y="719081"/>
                  </a:lnTo>
                  <a:lnTo>
                    <a:pt x="265112" y="709485"/>
                  </a:lnTo>
                  <a:lnTo>
                    <a:pt x="220527" y="694015"/>
                  </a:lnTo>
                  <a:lnTo>
                    <a:pt x="178815" y="673099"/>
                  </a:lnTo>
                  <a:lnTo>
                    <a:pt x="140406" y="647168"/>
                  </a:lnTo>
                  <a:lnTo>
                    <a:pt x="105727" y="616648"/>
                  </a:lnTo>
                  <a:lnTo>
                    <a:pt x="75207" y="581969"/>
                  </a:lnTo>
                  <a:lnTo>
                    <a:pt x="49275" y="543559"/>
                  </a:lnTo>
                  <a:lnTo>
                    <a:pt x="28360" y="501848"/>
                  </a:lnTo>
                  <a:lnTo>
                    <a:pt x="12890" y="457263"/>
                  </a:lnTo>
                  <a:lnTo>
                    <a:pt x="3294" y="410233"/>
                  </a:lnTo>
                  <a:lnTo>
                    <a:pt x="0" y="361187"/>
                  </a:lnTo>
                </a:path>
              </a:pathLst>
            </a:custGeom>
            <a:ln w="10668">
              <a:solidFill>
                <a:srgbClr val="646464"/>
              </a:solidFill>
            </a:ln>
          </p:spPr>
          <p:txBody>
            <a:bodyPr wrap="square" lIns="0" tIns="0" rIns="0" bIns="0" rtlCol="0"/>
            <a:lstStyle/>
            <a:p>
              <a:pPr defTabSz="1183325"/>
              <a:endParaRPr sz="2329"/>
            </a:p>
          </p:txBody>
        </p:sp>
        <p:sp>
          <p:nvSpPr>
            <p:cNvPr id="37" name="object 36"/>
            <p:cNvSpPr/>
            <p:nvPr/>
          </p:nvSpPr>
          <p:spPr>
            <a:xfrm>
              <a:off x="3866388" y="3072383"/>
              <a:ext cx="2327275" cy="2324100"/>
            </a:xfrm>
            <a:custGeom>
              <a:avLst/>
              <a:gdLst/>
              <a:ahLst/>
              <a:cxnLst/>
              <a:rect l="l" t="t" r="r" b="b"/>
              <a:pathLst>
                <a:path w="2327275" h="2324100">
                  <a:moveTo>
                    <a:pt x="1054608" y="0"/>
                  </a:moveTo>
                  <a:lnTo>
                    <a:pt x="1274063" y="0"/>
                  </a:lnTo>
                </a:path>
                <a:path w="2327275" h="2324100">
                  <a:moveTo>
                    <a:pt x="1085088" y="96012"/>
                  </a:moveTo>
                  <a:lnTo>
                    <a:pt x="1242059" y="96012"/>
                  </a:lnTo>
                </a:path>
                <a:path w="2327275" h="2324100">
                  <a:moveTo>
                    <a:pt x="1117091" y="190500"/>
                  </a:moveTo>
                  <a:lnTo>
                    <a:pt x="1211579" y="190500"/>
                  </a:lnTo>
                </a:path>
                <a:path w="2327275" h="2324100">
                  <a:moveTo>
                    <a:pt x="2327147" y="1050035"/>
                  </a:moveTo>
                  <a:lnTo>
                    <a:pt x="2327147" y="1269491"/>
                  </a:lnTo>
                </a:path>
                <a:path w="2327275" h="2324100">
                  <a:moveTo>
                    <a:pt x="2231135" y="1082040"/>
                  </a:moveTo>
                  <a:lnTo>
                    <a:pt x="2231135" y="1239012"/>
                  </a:lnTo>
                </a:path>
                <a:path w="2327275" h="2324100">
                  <a:moveTo>
                    <a:pt x="2136647" y="1112519"/>
                  </a:moveTo>
                  <a:lnTo>
                    <a:pt x="2136647" y="1207008"/>
                  </a:lnTo>
                </a:path>
                <a:path w="2327275" h="2324100">
                  <a:moveTo>
                    <a:pt x="1274063" y="2324099"/>
                  </a:moveTo>
                  <a:lnTo>
                    <a:pt x="1053083" y="2324099"/>
                  </a:lnTo>
                </a:path>
                <a:path w="2327275" h="2324100">
                  <a:moveTo>
                    <a:pt x="1242059" y="2228087"/>
                  </a:moveTo>
                  <a:lnTo>
                    <a:pt x="1085088" y="2228087"/>
                  </a:lnTo>
                </a:path>
                <a:path w="2327275" h="2324100">
                  <a:moveTo>
                    <a:pt x="1210056" y="2133599"/>
                  </a:moveTo>
                  <a:lnTo>
                    <a:pt x="1117091" y="2133599"/>
                  </a:lnTo>
                </a:path>
                <a:path w="2327275" h="2324100">
                  <a:moveTo>
                    <a:pt x="0" y="1271016"/>
                  </a:moveTo>
                  <a:lnTo>
                    <a:pt x="0" y="1051559"/>
                  </a:lnTo>
                </a:path>
                <a:path w="2327275" h="2324100">
                  <a:moveTo>
                    <a:pt x="94487" y="1240535"/>
                  </a:moveTo>
                  <a:lnTo>
                    <a:pt x="94487" y="1083564"/>
                  </a:lnTo>
                </a:path>
                <a:path w="2327275" h="2324100">
                  <a:moveTo>
                    <a:pt x="188975" y="1208532"/>
                  </a:moveTo>
                  <a:lnTo>
                    <a:pt x="188975" y="1114043"/>
                  </a:lnTo>
                </a:path>
              </a:pathLst>
            </a:custGeom>
            <a:ln w="4572">
              <a:solidFill>
                <a:srgbClr val="646464"/>
              </a:solidFill>
            </a:ln>
          </p:spPr>
          <p:txBody>
            <a:bodyPr wrap="square" lIns="0" tIns="0" rIns="0" bIns="0" rtlCol="0"/>
            <a:lstStyle/>
            <a:p>
              <a:pPr defTabSz="1183325"/>
              <a:endParaRPr sz="2329"/>
            </a:p>
          </p:txBody>
        </p:sp>
        <p:pic>
          <p:nvPicPr>
            <p:cNvPr id="38" name="object 37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3617976" y="2822448"/>
              <a:ext cx="2895600" cy="2895600"/>
            </a:xfrm>
            <a:prstGeom prst="rect">
              <a:avLst/>
            </a:prstGeom>
          </p:spPr>
        </p:pic>
        <p:sp>
          <p:nvSpPr>
            <p:cNvPr id="39" name="object 38"/>
            <p:cNvSpPr/>
            <p:nvPr/>
          </p:nvSpPr>
          <p:spPr>
            <a:xfrm>
              <a:off x="3730752" y="2935224"/>
              <a:ext cx="2598420" cy="2597150"/>
            </a:xfrm>
            <a:custGeom>
              <a:avLst/>
              <a:gdLst/>
              <a:ahLst/>
              <a:cxnLst/>
              <a:rect l="l" t="t" r="r" b="b"/>
              <a:pathLst>
                <a:path w="2598420" h="2597150">
                  <a:moveTo>
                    <a:pt x="0" y="1298448"/>
                  </a:moveTo>
                  <a:lnTo>
                    <a:pt x="896" y="1249724"/>
                  </a:lnTo>
                  <a:lnTo>
                    <a:pt x="3566" y="1201457"/>
                  </a:lnTo>
                  <a:lnTo>
                    <a:pt x="7977" y="1153677"/>
                  </a:lnTo>
                  <a:lnTo>
                    <a:pt x="14097" y="1106417"/>
                  </a:lnTo>
                  <a:lnTo>
                    <a:pt x="21895" y="1059706"/>
                  </a:lnTo>
                  <a:lnTo>
                    <a:pt x="31340" y="1013576"/>
                  </a:lnTo>
                  <a:lnTo>
                    <a:pt x="42399" y="968060"/>
                  </a:lnTo>
                  <a:lnTo>
                    <a:pt x="55042" y="923186"/>
                  </a:lnTo>
                  <a:lnTo>
                    <a:pt x="69237" y="878988"/>
                  </a:lnTo>
                  <a:lnTo>
                    <a:pt x="84952" y="835496"/>
                  </a:lnTo>
                  <a:lnTo>
                    <a:pt x="102155" y="792741"/>
                  </a:lnTo>
                  <a:lnTo>
                    <a:pt x="120816" y="750756"/>
                  </a:lnTo>
                  <a:lnTo>
                    <a:pt x="140902" y="709570"/>
                  </a:lnTo>
                  <a:lnTo>
                    <a:pt x="162382" y="669215"/>
                  </a:lnTo>
                  <a:lnTo>
                    <a:pt x="185224" y="629723"/>
                  </a:lnTo>
                  <a:lnTo>
                    <a:pt x="209398" y="591124"/>
                  </a:lnTo>
                  <a:lnTo>
                    <a:pt x="234870" y="553450"/>
                  </a:lnTo>
                  <a:lnTo>
                    <a:pt x="261611" y="516732"/>
                  </a:lnTo>
                  <a:lnTo>
                    <a:pt x="289587" y="481002"/>
                  </a:lnTo>
                  <a:lnTo>
                    <a:pt x="318769" y="446290"/>
                  </a:lnTo>
                  <a:lnTo>
                    <a:pt x="349123" y="412628"/>
                  </a:lnTo>
                  <a:lnTo>
                    <a:pt x="380619" y="380047"/>
                  </a:lnTo>
                  <a:lnTo>
                    <a:pt x="413224" y="348578"/>
                  </a:lnTo>
                  <a:lnTo>
                    <a:pt x="446908" y="318253"/>
                  </a:lnTo>
                  <a:lnTo>
                    <a:pt x="481639" y="289103"/>
                  </a:lnTo>
                  <a:lnTo>
                    <a:pt x="517385" y="261159"/>
                  </a:lnTo>
                  <a:lnTo>
                    <a:pt x="554115" y="234452"/>
                  </a:lnTo>
                  <a:lnTo>
                    <a:pt x="591797" y="209013"/>
                  </a:lnTo>
                  <a:lnTo>
                    <a:pt x="630400" y="184874"/>
                  </a:lnTo>
                  <a:lnTo>
                    <a:pt x="669891" y="162066"/>
                  </a:lnTo>
                  <a:lnTo>
                    <a:pt x="710240" y="140621"/>
                  </a:lnTo>
                  <a:lnTo>
                    <a:pt x="751415" y="120568"/>
                  </a:lnTo>
                  <a:lnTo>
                    <a:pt x="793384" y="101941"/>
                  </a:lnTo>
                  <a:lnTo>
                    <a:pt x="836116" y="84769"/>
                  </a:lnTo>
                  <a:lnTo>
                    <a:pt x="879580" y="69085"/>
                  </a:lnTo>
                  <a:lnTo>
                    <a:pt x="923743" y="54918"/>
                  </a:lnTo>
                  <a:lnTo>
                    <a:pt x="968574" y="42302"/>
                  </a:lnTo>
                  <a:lnTo>
                    <a:pt x="1014041" y="31266"/>
                  </a:lnTo>
                  <a:lnTo>
                    <a:pt x="1060114" y="21843"/>
                  </a:lnTo>
                  <a:lnTo>
                    <a:pt x="1106760" y="14062"/>
                  </a:lnTo>
                  <a:lnTo>
                    <a:pt x="1153948" y="7957"/>
                  </a:lnTo>
                  <a:lnTo>
                    <a:pt x="1201646" y="3557"/>
                  </a:lnTo>
                  <a:lnTo>
                    <a:pt x="1249823" y="894"/>
                  </a:lnTo>
                  <a:lnTo>
                    <a:pt x="1298448" y="0"/>
                  </a:lnTo>
                  <a:lnTo>
                    <a:pt x="1347173" y="894"/>
                  </a:lnTo>
                  <a:lnTo>
                    <a:pt x="1395447" y="3557"/>
                  </a:lnTo>
                  <a:lnTo>
                    <a:pt x="1443238" y="7957"/>
                  </a:lnTo>
                  <a:lnTo>
                    <a:pt x="1490514" y="14062"/>
                  </a:lnTo>
                  <a:lnTo>
                    <a:pt x="1537244" y="21843"/>
                  </a:lnTo>
                  <a:lnTo>
                    <a:pt x="1583396" y="31266"/>
                  </a:lnTo>
                  <a:lnTo>
                    <a:pt x="1628939" y="42302"/>
                  </a:lnTo>
                  <a:lnTo>
                    <a:pt x="1673842" y="54918"/>
                  </a:lnTo>
                  <a:lnTo>
                    <a:pt x="1718072" y="69085"/>
                  </a:lnTo>
                  <a:lnTo>
                    <a:pt x="1761599" y="84769"/>
                  </a:lnTo>
                  <a:lnTo>
                    <a:pt x="1804392" y="101941"/>
                  </a:lnTo>
                  <a:lnTo>
                    <a:pt x="1846418" y="120568"/>
                  </a:lnTo>
                  <a:lnTo>
                    <a:pt x="1887646" y="140621"/>
                  </a:lnTo>
                  <a:lnTo>
                    <a:pt x="1928045" y="162066"/>
                  </a:lnTo>
                  <a:lnTo>
                    <a:pt x="1967583" y="184874"/>
                  </a:lnTo>
                  <a:lnTo>
                    <a:pt x="2006229" y="209013"/>
                  </a:lnTo>
                  <a:lnTo>
                    <a:pt x="2043952" y="234452"/>
                  </a:lnTo>
                  <a:lnTo>
                    <a:pt x="2080719" y="261159"/>
                  </a:lnTo>
                  <a:lnTo>
                    <a:pt x="2116500" y="289103"/>
                  </a:lnTo>
                  <a:lnTo>
                    <a:pt x="2151263" y="318253"/>
                  </a:lnTo>
                  <a:lnTo>
                    <a:pt x="2184977" y="348578"/>
                  </a:lnTo>
                  <a:lnTo>
                    <a:pt x="2217610" y="380047"/>
                  </a:lnTo>
                  <a:lnTo>
                    <a:pt x="2249130" y="412628"/>
                  </a:lnTo>
                  <a:lnTo>
                    <a:pt x="2279507" y="446290"/>
                  </a:lnTo>
                  <a:lnTo>
                    <a:pt x="2308709" y="481002"/>
                  </a:lnTo>
                  <a:lnTo>
                    <a:pt x="2336704" y="516732"/>
                  </a:lnTo>
                  <a:lnTo>
                    <a:pt x="2363461" y="553450"/>
                  </a:lnTo>
                  <a:lnTo>
                    <a:pt x="2388948" y="591124"/>
                  </a:lnTo>
                  <a:lnTo>
                    <a:pt x="2413134" y="629723"/>
                  </a:lnTo>
                  <a:lnTo>
                    <a:pt x="2435988" y="669215"/>
                  </a:lnTo>
                  <a:lnTo>
                    <a:pt x="2457478" y="709570"/>
                  </a:lnTo>
                  <a:lnTo>
                    <a:pt x="2477572" y="750756"/>
                  </a:lnTo>
                  <a:lnTo>
                    <a:pt x="2496240" y="792741"/>
                  </a:lnTo>
                  <a:lnTo>
                    <a:pt x="2513449" y="835496"/>
                  </a:lnTo>
                  <a:lnTo>
                    <a:pt x="2529169" y="878988"/>
                  </a:lnTo>
                  <a:lnTo>
                    <a:pt x="2543368" y="923186"/>
                  </a:lnTo>
                  <a:lnTo>
                    <a:pt x="2556014" y="968060"/>
                  </a:lnTo>
                  <a:lnTo>
                    <a:pt x="2567075" y="1013576"/>
                  </a:lnTo>
                  <a:lnTo>
                    <a:pt x="2576522" y="1059706"/>
                  </a:lnTo>
                  <a:lnTo>
                    <a:pt x="2584321" y="1106417"/>
                  </a:lnTo>
                  <a:lnTo>
                    <a:pt x="2590442" y="1153677"/>
                  </a:lnTo>
                  <a:lnTo>
                    <a:pt x="2594853" y="1201457"/>
                  </a:lnTo>
                  <a:lnTo>
                    <a:pt x="2597523" y="1249724"/>
                  </a:lnTo>
                  <a:lnTo>
                    <a:pt x="2598419" y="1298448"/>
                  </a:lnTo>
                  <a:lnTo>
                    <a:pt x="2597523" y="1347171"/>
                  </a:lnTo>
                  <a:lnTo>
                    <a:pt x="2594853" y="1395438"/>
                  </a:lnTo>
                  <a:lnTo>
                    <a:pt x="2590442" y="1443218"/>
                  </a:lnTo>
                  <a:lnTo>
                    <a:pt x="2584321" y="1490478"/>
                  </a:lnTo>
                  <a:lnTo>
                    <a:pt x="2576522" y="1537189"/>
                  </a:lnTo>
                  <a:lnTo>
                    <a:pt x="2567075" y="1583319"/>
                  </a:lnTo>
                  <a:lnTo>
                    <a:pt x="2556014" y="1628836"/>
                  </a:lnTo>
                  <a:lnTo>
                    <a:pt x="2543368" y="1673709"/>
                  </a:lnTo>
                  <a:lnTo>
                    <a:pt x="2529169" y="1717907"/>
                  </a:lnTo>
                  <a:lnTo>
                    <a:pt x="2513449" y="1761399"/>
                  </a:lnTo>
                  <a:lnTo>
                    <a:pt x="2496240" y="1804154"/>
                  </a:lnTo>
                  <a:lnTo>
                    <a:pt x="2477572" y="1846140"/>
                  </a:lnTo>
                  <a:lnTo>
                    <a:pt x="2457478" y="1887325"/>
                  </a:lnTo>
                  <a:lnTo>
                    <a:pt x="2435988" y="1927680"/>
                  </a:lnTo>
                  <a:lnTo>
                    <a:pt x="2413134" y="1967173"/>
                  </a:lnTo>
                  <a:lnTo>
                    <a:pt x="2388948" y="2005771"/>
                  </a:lnTo>
                  <a:lnTo>
                    <a:pt x="2363461" y="2043445"/>
                  </a:lnTo>
                  <a:lnTo>
                    <a:pt x="2336704" y="2080163"/>
                  </a:lnTo>
                  <a:lnTo>
                    <a:pt x="2308709" y="2115893"/>
                  </a:lnTo>
                  <a:lnTo>
                    <a:pt x="2279507" y="2150605"/>
                  </a:lnTo>
                  <a:lnTo>
                    <a:pt x="2249130" y="2184267"/>
                  </a:lnTo>
                  <a:lnTo>
                    <a:pt x="2217610" y="2216848"/>
                  </a:lnTo>
                  <a:lnTo>
                    <a:pt x="2184977" y="2248317"/>
                  </a:lnTo>
                  <a:lnTo>
                    <a:pt x="2151263" y="2278642"/>
                  </a:lnTo>
                  <a:lnTo>
                    <a:pt x="2116500" y="2307792"/>
                  </a:lnTo>
                  <a:lnTo>
                    <a:pt x="2080719" y="2335736"/>
                  </a:lnTo>
                  <a:lnTo>
                    <a:pt x="2043952" y="2362443"/>
                  </a:lnTo>
                  <a:lnTo>
                    <a:pt x="2006229" y="2387882"/>
                  </a:lnTo>
                  <a:lnTo>
                    <a:pt x="1967583" y="2412021"/>
                  </a:lnTo>
                  <a:lnTo>
                    <a:pt x="1928045" y="2434829"/>
                  </a:lnTo>
                  <a:lnTo>
                    <a:pt x="1887646" y="2456274"/>
                  </a:lnTo>
                  <a:lnTo>
                    <a:pt x="1846418" y="2476327"/>
                  </a:lnTo>
                  <a:lnTo>
                    <a:pt x="1804392" y="2494954"/>
                  </a:lnTo>
                  <a:lnTo>
                    <a:pt x="1761599" y="2512126"/>
                  </a:lnTo>
                  <a:lnTo>
                    <a:pt x="1718072" y="2527811"/>
                  </a:lnTo>
                  <a:lnTo>
                    <a:pt x="1673842" y="2541977"/>
                  </a:lnTo>
                  <a:lnTo>
                    <a:pt x="1628939" y="2554593"/>
                  </a:lnTo>
                  <a:lnTo>
                    <a:pt x="1583396" y="2565629"/>
                  </a:lnTo>
                  <a:lnTo>
                    <a:pt x="1537244" y="2575052"/>
                  </a:lnTo>
                  <a:lnTo>
                    <a:pt x="1490514" y="2582833"/>
                  </a:lnTo>
                  <a:lnTo>
                    <a:pt x="1443238" y="2588938"/>
                  </a:lnTo>
                  <a:lnTo>
                    <a:pt x="1395447" y="2593338"/>
                  </a:lnTo>
                  <a:lnTo>
                    <a:pt x="1347173" y="2596001"/>
                  </a:lnTo>
                  <a:lnTo>
                    <a:pt x="1298448" y="2596896"/>
                  </a:lnTo>
                  <a:lnTo>
                    <a:pt x="1249823" y="2596001"/>
                  </a:lnTo>
                  <a:lnTo>
                    <a:pt x="1201646" y="2593338"/>
                  </a:lnTo>
                  <a:lnTo>
                    <a:pt x="1153948" y="2588938"/>
                  </a:lnTo>
                  <a:lnTo>
                    <a:pt x="1106760" y="2582833"/>
                  </a:lnTo>
                  <a:lnTo>
                    <a:pt x="1060114" y="2575052"/>
                  </a:lnTo>
                  <a:lnTo>
                    <a:pt x="1014041" y="2565629"/>
                  </a:lnTo>
                  <a:lnTo>
                    <a:pt x="968574" y="2554593"/>
                  </a:lnTo>
                  <a:lnTo>
                    <a:pt x="923743" y="2541977"/>
                  </a:lnTo>
                  <a:lnTo>
                    <a:pt x="879580" y="2527811"/>
                  </a:lnTo>
                  <a:lnTo>
                    <a:pt x="836116" y="2512126"/>
                  </a:lnTo>
                  <a:lnTo>
                    <a:pt x="793384" y="2494954"/>
                  </a:lnTo>
                  <a:lnTo>
                    <a:pt x="751415" y="2476327"/>
                  </a:lnTo>
                  <a:lnTo>
                    <a:pt x="710240" y="2456274"/>
                  </a:lnTo>
                  <a:lnTo>
                    <a:pt x="669891" y="2434829"/>
                  </a:lnTo>
                  <a:lnTo>
                    <a:pt x="630400" y="2412021"/>
                  </a:lnTo>
                  <a:lnTo>
                    <a:pt x="591797" y="2387882"/>
                  </a:lnTo>
                  <a:lnTo>
                    <a:pt x="554115" y="2362443"/>
                  </a:lnTo>
                  <a:lnTo>
                    <a:pt x="517385" y="2335736"/>
                  </a:lnTo>
                  <a:lnTo>
                    <a:pt x="481639" y="2307792"/>
                  </a:lnTo>
                  <a:lnTo>
                    <a:pt x="446908" y="2278642"/>
                  </a:lnTo>
                  <a:lnTo>
                    <a:pt x="413224" y="2248317"/>
                  </a:lnTo>
                  <a:lnTo>
                    <a:pt x="380619" y="2216848"/>
                  </a:lnTo>
                  <a:lnTo>
                    <a:pt x="349123" y="2184267"/>
                  </a:lnTo>
                  <a:lnTo>
                    <a:pt x="318769" y="2150605"/>
                  </a:lnTo>
                  <a:lnTo>
                    <a:pt x="289587" y="2115893"/>
                  </a:lnTo>
                  <a:lnTo>
                    <a:pt x="261611" y="2080163"/>
                  </a:lnTo>
                  <a:lnTo>
                    <a:pt x="234870" y="2043445"/>
                  </a:lnTo>
                  <a:lnTo>
                    <a:pt x="209398" y="2005771"/>
                  </a:lnTo>
                  <a:lnTo>
                    <a:pt x="185224" y="1967173"/>
                  </a:lnTo>
                  <a:lnTo>
                    <a:pt x="162382" y="1927680"/>
                  </a:lnTo>
                  <a:lnTo>
                    <a:pt x="140902" y="1887325"/>
                  </a:lnTo>
                  <a:lnTo>
                    <a:pt x="120816" y="1846140"/>
                  </a:lnTo>
                  <a:lnTo>
                    <a:pt x="102155" y="1804154"/>
                  </a:lnTo>
                  <a:lnTo>
                    <a:pt x="84952" y="1761399"/>
                  </a:lnTo>
                  <a:lnTo>
                    <a:pt x="69237" y="1717907"/>
                  </a:lnTo>
                  <a:lnTo>
                    <a:pt x="55042" y="1673709"/>
                  </a:lnTo>
                  <a:lnTo>
                    <a:pt x="42399" y="1628836"/>
                  </a:lnTo>
                  <a:lnTo>
                    <a:pt x="31340" y="1583319"/>
                  </a:lnTo>
                  <a:lnTo>
                    <a:pt x="21895" y="1537189"/>
                  </a:lnTo>
                  <a:lnTo>
                    <a:pt x="14097" y="1490478"/>
                  </a:lnTo>
                  <a:lnTo>
                    <a:pt x="7977" y="1443218"/>
                  </a:lnTo>
                  <a:lnTo>
                    <a:pt x="3566" y="1395438"/>
                  </a:lnTo>
                  <a:lnTo>
                    <a:pt x="896" y="1347171"/>
                  </a:lnTo>
                  <a:lnTo>
                    <a:pt x="0" y="1298448"/>
                  </a:lnTo>
                </a:path>
              </a:pathLst>
            </a:custGeom>
            <a:ln w="83820">
              <a:solidFill>
                <a:srgbClr val="646464"/>
              </a:solidFill>
            </a:ln>
          </p:spPr>
          <p:txBody>
            <a:bodyPr wrap="square" lIns="0" tIns="0" rIns="0" bIns="0" rtlCol="0"/>
            <a:lstStyle/>
            <a:p>
              <a:pPr defTabSz="1183325"/>
              <a:endParaRPr sz="2329"/>
            </a:p>
          </p:txBody>
        </p:sp>
      </p:grpSp>
    </p:spTree>
    <p:extLst>
      <p:ext uri="{BB962C8B-B14F-4D97-AF65-F5344CB8AC3E}">
        <p14:creationId xmlns:p14="http://schemas.microsoft.com/office/powerpoint/2010/main" val="165448481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DC773578-4FF0-A786-3849-59E8E377C1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>
            <a:extLst>
              <a:ext uri="{FF2B5EF4-FFF2-40B4-BE49-F238E27FC236}">
                <a16:creationId xmlns:a16="http://schemas.microsoft.com/office/drawing/2014/main" id="{6CEEBF3A-065C-D1D9-9AAA-F325B6DEF6DE}"/>
              </a:ext>
            </a:extLst>
          </p:cNvPr>
          <p:cNvGrpSpPr/>
          <p:nvPr/>
        </p:nvGrpSpPr>
        <p:grpSpPr>
          <a:xfrm>
            <a:off x="-10957" y="645359"/>
            <a:ext cx="13422157" cy="8767682"/>
            <a:chOff x="0" y="2209800"/>
            <a:chExt cx="7778750" cy="5081270"/>
          </a:xfrm>
        </p:grpSpPr>
        <p:pic>
          <p:nvPicPr>
            <p:cNvPr id="3" name="object 3">
              <a:extLst>
                <a:ext uri="{FF2B5EF4-FFF2-40B4-BE49-F238E27FC236}">
                  <a16:creationId xmlns:a16="http://schemas.microsoft.com/office/drawing/2014/main" id="{1A86BB83-7F40-E5D3-D4EB-48C70EB6E17E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2209800"/>
              <a:ext cx="7772399" cy="5081016"/>
            </a:xfrm>
            <a:prstGeom prst="rect">
              <a:avLst/>
            </a:prstGeom>
          </p:spPr>
        </p:pic>
        <p:sp>
          <p:nvSpPr>
            <p:cNvPr id="4" name="object 4">
              <a:extLst>
                <a:ext uri="{FF2B5EF4-FFF2-40B4-BE49-F238E27FC236}">
                  <a16:creationId xmlns:a16="http://schemas.microsoft.com/office/drawing/2014/main" id="{6CB218D8-2EF2-4BAC-9D45-1647AD31A08C}"/>
                </a:ext>
              </a:extLst>
            </p:cNvPr>
            <p:cNvSpPr/>
            <p:nvPr/>
          </p:nvSpPr>
          <p:spPr>
            <a:xfrm>
              <a:off x="60960" y="3901439"/>
              <a:ext cx="7711440" cy="1264920"/>
            </a:xfrm>
            <a:custGeom>
              <a:avLst/>
              <a:gdLst/>
              <a:ahLst/>
              <a:cxnLst/>
              <a:rect l="l" t="t" r="r" b="b"/>
              <a:pathLst>
                <a:path w="7711440" h="1264920">
                  <a:moveTo>
                    <a:pt x="0" y="1264919"/>
                  </a:moveTo>
                  <a:lnTo>
                    <a:pt x="7711440" y="1264919"/>
                  </a:lnTo>
                  <a:lnTo>
                    <a:pt x="7711440" y="0"/>
                  </a:lnTo>
                  <a:lnTo>
                    <a:pt x="0" y="0"/>
                  </a:lnTo>
                  <a:lnTo>
                    <a:pt x="0" y="1264919"/>
                  </a:lnTo>
                  <a:close/>
                </a:path>
              </a:pathLst>
            </a:custGeom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>
            <a:extLst>
              <a:ext uri="{FF2B5EF4-FFF2-40B4-BE49-F238E27FC236}">
                <a16:creationId xmlns:a16="http://schemas.microsoft.com/office/drawing/2014/main" id="{76439412-7AF3-DF4B-E0A5-6DA4C64CFA47}"/>
              </a:ext>
            </a:extLst>
          </p:cNvPr>
          <p:cNvSpPr txBox="1"/>
          <p:nvPr/>
        </p:nvSpPr>
        <p:spPr>
          <a:xfrm>
            <a:off x="13091697" y="12746337"/>
            <a:ext cx="182980" cy="352972"/>
          </a:xfrm>
          <a:prstGeom prst="rect">
            <a:avLst/>
          </a:prstGeom>
        </p:spPr>
        <p:txBody>
          <a:bodyPr vert="horz" wrap="square" lIns="0" tIns="20818" rIns="0" bIns="0" rtlCol="0">
            <a:spAutoFit/>
          </a:bodyPr>
          <a:lstStyle/>
          <a:p>
            <a:pPr marL="21914">
              <a:spcBef>
                <a:spcPts val="164"/>
              </a:spcBef>
            </a:pPr>
            <a:r>
              <a:rPr sz="2157" spc="-86" dirty="0">
                <a:latin typeface="Calibri"/>
                <a:cs typeface="Calibri"/>
              </a:rPr>
              <a:t>2</a:t>
            </a:r>
            <a:endParaRPr sz="2157">
              <a:latin typeface="Calibri"/>
              <a:cs typeface="Calibri"/>
            </a:endParaRPr>
          </a:p>
        </p:txBody>
      </p:sp>
      <p:sp>
        <p:nvSpPr>
          <p:cNvPr id="9" name="object 30">
            <a:extLst>
              <a:ext uri="{FF2B5EF4-FFF2-40B4-BE49-F238E27FC236}">
                <a16:creationId xmlns:a16="http://schemas.microsoft.com/office/drawing/2014/main" id="{30869E69-5490-6213-FE4F-B4DF89439132}"/>
              </a:ext>
            </a:extLst>
          </p:cNvPr>
          <p:cNvSpPr txBox="1"/>
          <p:nvPr/>
        </p:nvSpPr>
        <p:spPr>
          <a:xfrm>
            <a:off x="106432" y="3084218"/>
            <a:ext cx="13304768" cy="1728678"/>
          </a:xfrm>
          <a:prstGeom prst="rect">
            <a:avLst/>
          </a:prstGeom>
          <a:ln w="12953"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marL="2089760" algn="ctr">
              <a:spcBef>
                <a:spcPts val="505"/>
              </a:spcBef>
            </a:pPr>
            <a:r>
              <a:rPr lang="en-GB" sz="4000" spc="-13" dirty="0">
                <a:solidFill>
                  <a:srgbClr val="FFFFFF"/>
                </a:solidFill>
                <a:latin typeface="Comic Sans MS"/>
                <a:cs typeface="Comic Sans MS"/>
              </a:rPr>
              <a:t>Programming Foundations</a:t>
            </a:r>
          </a:p>
          <a:p>
            <a:pPr marL="2089760" algn="ctr">
              <a:spcBef>
                <a:spcPts val="505"/>
              </a:spcBef>
            </a:pPr>
            <a:r>
              <a:rPr lang="sv-SE" sz="2400" spc="-13" dirty="0" err="1">
                <a:solidFill>
                  <a:srgbClr val="FFFFFF"/>
                </a:solidFill>
                <a:latin typeface="Comic Sans MS"/>
                <a:cs typeface="Comic Sans MS"/>
              </a:rPr>
              <a:t>Level</a:t>
            </a:r>
            <a:r>
              <a:rPr lang="sv-SE" sz="2400" spc="-13" dirty="0">
                <a:solidFill>
                  <a:srgbClr val="FFFFFF"/>
                </a:solidFill>
                <a:latin typeface="Comic Sans MS"/>
                <a:cs typeface="Comic Sans MS"/>
              </a:rPr>
              <a:t> 1</a:t>
            </a:r>
          </a:p>
          <a:p>
            <a:pPr marL="2089760" algn="ctr">
              <a:spcBef>
                <a:spcPts val="505"/>
              </a:spcBef>
            </a:pPr>
            <a:r>
              <a:rPr lang="en-GB" sz="4000" b="1" dirty="0">
                <a:solidFill>
                  <a:srgbClr val="FFCE53"/>
                </a:solidFill>
                <a:latin typeface="Comic Sans MS"/>
                <a:cs typeface="Comic Sans MS"/>
              </a:rPr>
              <a:t>What is Assembler?</a:t>
            </a:r>
          </a:p>
        </p:txBody>
      </p:sp>
    </p:spTree>
    <p:extLst>
      <p:ext uri="{BB962C8B-B14F-4D97-AF65-F5344CB8AC3E}">
        <p14:creationId xmlns:p14="http://schemas.microsoft.com/office/powerpoint/2010/main" val="306906475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66C64E94-E5E8-B9D9-0D89-1C8AE80C77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>
            <a:extLst>
              <a:ext uri="{FF2B5EF4-FFF2-40B4-BE49-F238E27FC236}">
                <a16:creationId xmlns:a16="http://schemas.microsoft.com/office/drawing/2014/main" id="{4DD33EF4-6361-012A-CD4A-B6848CF7CF54}"/>
              </a:ext>
            </a:extLst>
          </p:cNvPr>
          <p:cNvSpPr txBox="1"/>
          <p:nvPr/>
        </p:nvSpPr>
        <p:spPr>
          <a:xfrm>
            <a:off x="529216" y="4509797"/>
            <a:ext cx="12352767" cy="1038806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 marL="1518600" marR="6574" indent="-1502987" algn="ctr" defTabSz="1183325">
              <a:lnSpc>
                <a:spcPct val="70100"/>
              </a:lnSpc>
              <a:spcBef>
                <a:spcPts val="1540"/>
              </a:spcBef>
            </a:pPr>
            <a:r>
              <a:rPr lang="en-GB" sz="4000" dirty="0">
                <a:solidFill>
                  <a:srgbClr val="FF0000"/>
                </a:solidFill>
                <a:latin typeface="Comic Sans MS"/>
                <a:cs typeface="Comic Sans MS"/>
              </a:rPr>
              <a:t>Assembler</a:t>
            </a:r>
            <a:r>
              <a:rPr lang="en-GB" sz="4000" spc="-91" dirty="0">
                <a:solidFill>
                  <a:srgbClr val="FF0000"/>
                </a:solidFill>
                <a:latin typeface="Comic Sans MS"/>
                <a:cs typeface="Comic Sans MS"/>
              </a:rPr>
              <a:t> </a:t>
            </a:r>
            <a:r>
              <a:rPr lang="en-GB" sz="4000" dirty="0">
                <a:latin typeface="Comic Sans MS"/>
                <a:cs typeface="Comic Sans MS"/>
              </a:rPr>
              <a:t>is</a:t>
            </a:r>
            <a:r>
              <a:rPr lang="en-GB" sz="4000" spc="-116" dirty="0">
                <a:latin typeface="Comic Sans MS"/>
                <a:cs typeface="Comic Sans MS"/>
              </a:rPr>
              <a:t> </a:t>
            </a:r>
            <a:r>
              <a:rPr lang="en-GB" sz="4000" dirty="0">
                <a:latin typeface="Comic Sans MS"/>
                <a:cs typeface="Comic Sans MS"/>
              </a:rPr>
              <a:t>the</a:t>
            </a:r>
            <a:r>
              <a:rPr lang="en-GB" sz="4000" spc="-91" dirty="0">
                <a:latin typeface="Comic Sans MS"/>
                <a:cs typeface="Comic Sans MS"/>
              </a:rPr>
              <a:t> </a:t>
            </a:r>
            <a:r>
              <a:rPr lang="en-GB" sz="4000" dirty="0">
                <a:latin typeface="Comic Sans MS"/>
                <a:cs typeface="Comic Sans MS"/>
              </a:rPr>
              <a:t>program</a:t>
            </a:r>
            <a:r>
              <a:rPr lang="en-GB" sz="4000" spc="-116" dirty="0">
                <a:latin typeface="Comic Sans MS"/>
                <a:cs typeface="Comic Sans MS"/>
              </a:rPr>
              <a:t> </a:t>
            </a:r>
            <a:r>
              <a:rPr lang="en-GB" sz="4000" dirty="0">
                <a:latin typeface="Comic Sans MS"/>
                <a:cs typeface="Comic Sans MS"/>
              </a:rPr>
              <a:t>that</a:t>
            </a:r>
            <a:r>
              <a:rPr lang="en-GB" sz="4000" spc="-97" dirty="0">
                <a:latin typeface="Comic Sans MS"/>
                <a:cs typeface="Comic Sans MS"/>
              </a:rPr>
              <a:t> </a:t>
            </a:r>
            <a:r>
              <a:rPr lang="en-GB" sz="4000" dirty="0">
                <a:latin typeface="Comic Sans MS"/>
                <a:cs typeface="Comic Sans MS"/>
              </a:rPr>
              <a:t>translate</a:t>
            </a:r>
            <a:r>
              <a:rPr lang="en-GB" sz="4000" spc="-162" dirty="0">
                <a:latin typeface="Comic Sans MS"/>
                <a:cs typeface="Comic Sans MS"/>
              </a:rPr>
              <a:t> </a:t>
            </a:r>
            <a:r>
              <a:rPr lang="en-GB" sz="4000" spc="-32" dirty="0">
                <a:latin typeface="Comic Sans MS"/>
                <a:cs typeface="Comic Sans MS"/>
              </a:rPr>
              <a:t>the </a:t>
            </a:r>
            <a:r>
              <a:rPr lang="en-GB" sz="4000" dirty="0">
                <a:latin typeface="Comic Sans MS"/>
                <a:cs typeface="Comic Sans MS"/>
              </a:rPr>
              <a:t>assembly</a:t>
            </a:r>
            <a:r>
              <a:rPr lang="en-GB" sz="4000" spc="-91" dirty="0">
                <a:latin typeface="Comic Sans MS"/>
                <a:cs typeface="Comic Sans MS"/>
              </a:rPr>
              <a:t> </a:t>
            </a:r>
            <a:r>
              <a:rPr lang="en-GB" sz="4000" dirty="0">
                <a:latin typeface="Comic Sans MS"/>
                <a:cs typeface="Comic Sans MS"/>
              </a:rPr>
              <a:t>code</a:t>
            </a:r>
            <a:r>
              <a:rPr lang="en-GB" sz="4000" spc="-78" dirty="0">
                <a:latin typeface="Comic Sans MS"/>
                <a:cs typeface="Comic Sans MS"/>
              </a:rPr>
              <a:t> </a:t>
            </a:r>
            <a:r>
              <a:rPr lang="en-GB" sz="4000" dirty="0">
                <a:latin typeface="Comic Sans MS"/>
                <a:cs typeface="Comic Sans MS"/>
              </a:rPr>
              <a:t>to</a:t>
            </a:r>
            <a:r>
              <a:rPr lang="en-GB" sz="4000" spc="-97" dirty="0">
                <a:latin typeface="Comic Sans MS"/>
                <a:cs typeface="Comic Sans MS"/>
              </a:rPr>
              <a:t> </a:t>
            </a:r>
            <a:r>
              <a:rPr lang="en-GB" sz="4000" dirty="0">
                <a:latin typeface="Comic Sans MS"/>
                <a:cs typeface="Comic Sans MS"/>
              </a:rPr>
              <a:t>Machine</a:t>
            </a:r>
            <a:r>
              <a:rPr lang="en-GB" sz="4000" spc="-84" dirty="0">
                <a:latin typeface="Comic Sans MS"/>
                <a:cs typeface="Comic Sans MS"/>
              </a:rPr>
              <a:t> </a:t>
            </a:r>
            <a:r>
              <a:rPr lang="en-GB" sz="4000" spc="-13" dirty="0">
                <a:latin typeface="Comic Sans MS"/>
                <a:cs typeface="Comic Sans MS"/>
              </a:rPr>
              <a:t>code.</a:t>
            </a:r>
            <a:endParaRPr lang="en-GB" sz="4000" dirty="0">
              <a:latin typeface="Comic Sans MS"/>
              <a:cs typeface="Comic Sans MS"/>
            </a:endParaRPr>
          </a:p>
        </p:txBody>
      </p:sp>
    </p:spTree>
    <p:extLst>
      <p:ext uri="{BB962C8B-B14F-4D97-AF65-F5344CB8AC3E}">
        <p14:creationId xmlns:p14="http://schemas.microsoft.com/office/powerpoint/2010/main" val="22932930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03A55B52-D749-51A0-B013-0517EBAED6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>
            <a:extLst>
              <a:ext uri="{FF2B5EF4-FFF2-40B4-BE49-F238E27FC236}">
                <a16:creationId xmlns:a16="http://schemas.microsoft.com/office/drawing/2014/main" id="{2B162AE0-C703-E3E8-FBC1-0CB15570AE27}"/>
              </a:ext>
            </a:extLst>
          </p:cNvPr>
          <p:cNvSpPr txBox="1"/>
          <p:nvPr/>
        </p:nvSpPr>
        <p:spPr>
          <a:xfrm>
            <a:off x="381000" y="888075"/>
            <a:ext cx="12352767" cy="3726209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r>
              <a:rPr lang="en-GB" sz="4000" dirty="0">
                <a:latin typeface="Comic Sans MS" panose="030F0702030302020204" pitchFamily="66" charset="0"/>
              </a:rPr>
              <a:t>🔗 </a:t>
            </a:r>
            <a:r>
              <a:rPr lang="en-GB" sz="4000" b="1" dirty="0">
                <a:latin typeface="Comic Sans MS" panose="030F0702030302020204" pitchFamily="66" charset="0"/>
              </a:rPr>
              <a:t>Interconnection</a:t>
            </a:r>
            <a:endParaRPr lang="en-GB" sz="4000" dirty="0">
              <a:latin typeface="Comic Sans MS" panose="030F0702030302020204" pitchFamily="66" charset="0"/>
            </a:endParaRPr>
          </a:p>
          <a:p>
            <a:br>
              <a:rPr lang="sv-SE" sz="2400" dirty="0">
                <a:latin typeface="Comic Sans MS" panose="030F0702030302020204" pitchFamily="66" charset="0"/>
              </a:rPr>
            </a:br>
            <a:r>
              <a:rPr lang="en-SE" sz="2400" dirty="0">
                <a:latin typeface="Comic Sans MS" panose="030F0702030302020204" pitchFamily="66" charset="0"/>
              </a:rPr>
              <a:t>🔹 </a:t>
            </a:r>
            <a:r>
              <a:rPr lang="en-GB" sz="2400" b="1" dirty="0"/>
              <a:t>High-level source</a:t>
            </a:r>
            <a:r>
              <a:rPr lang="en-GB" sz="2400" dirty="0"/>
              <a:t> needs a </a:t>
            </a:r>
            <a:r>
              <a:rPr lang="en-GB" sz="2400" b="1" dirty="0"/>
              <a:t>translator</a:t>
            </a:r>
            <a:r>
              <a:rPr lang="en-GB" sz="2400" dirty="0"/>
              <a:t> to become </a:t>
            </a:r>
            <a:r>
              <a:rPr lang="en-GB" sz="2400" b="1" dirty="0"/>
              <a:t>machine code</a:t>
            </a:r>
            <a:r>
              <a:rPr lang="en-GB" sz="2400" dirty="0"/>
              <a:t>.</a:t>
            </a:r>
          </a:p>
          <a:p>
            <a:r>
              <a:rPr lang="en-SE" sz="2400" dirty="0">
                <a:latin typeface="Comic Sans MS" panose="030F0702030302020204" pitchFamily="66" charset="0"/>
              </a:rPr>
              <a:t>🔹 </a:t>
            </a:r>
            <a:r>
              <a:rPr lang="en-GB" sz="2400" b="1" dirty="0"/>
              <a:t>Compiler path:</a:t>
            </a:r>
            <a:r>
              <a:rPr lang="en-GB" sz="2400" dirty="0"/>
              <a:t> Source → Object → (Linker + Libraries) → </a:t>
            </a:r>
            <a:r>
              <a:rPr lang="en-GB" sz="2400" b="1" dirty="0"/>
              <a:t>.exe</a:t>
            </a:r>
            <a:r>
              <a:rPr lang="en-GB" sz="2400" dirty="0"/>
              <a:t> → </a:t>
            </a:r>
            <a:r>
              <a:rPr lang="en-GB" sz="2400" b="1" dirty="0"/>
              <a:t>Loader</a:t>
            </a:r>
            <a:r>
              <a:rPr lang="en-GB" sz="2400" dirty="0"/>
              <a:t> → 	Run. </a:t>
            </a:r>
            <a:r>
              <a:rPr lang="en-GB" sz="2400" b="1" dirty="0"/>
              <a:t>Fast</a:t>
            </a:r>
            <a:r>
              <a:rPr lang="en-GB" sz="2400" dirty="0"/>
              <a:t>, reusable binary.</a:t>
            </a:r>
          </a:p>
          <a:p>
            <a:r>
              <a:rPr lang="en-SE" sz="2400" dirty="0">
                <a:latin typeface="Comic Sans MS" panose="030F0702030302020204" pitchFamily="66" charset="0"/>
              </a:rPr>
              <a:t>🔹 </a:t>
            </a:r>
            <a:r>
              <a:rPr lang="en-GB" sz="2400" b="1" dirty="0"/>
              <a:t>Interpreter path:</a:t>
            </a:r>
            <a:r>
              <a:rPr lang="en-GB" sz="2400" dirty="0"/>
              <a:t> </a:t>
            </a:r>
            <a:r>
              <a:rPr lang="en-GB" sz="2400" b="1" dirty="0"/>
              <a:t>Line-by-line</a:t>
            </a:r>
            <a:r>
              <a:rPr lang="en-GB" sz="2400" dirty="0"/>
              <a:t> translate &amp; run. </a:t>
            </a:r>
            <a:r>
              <a:rPr lang="en-GB" sz="2400" b="1" dirty="0"/>
              <a:t>No .exe</a:t>
            </a:r>
            <a:r>
              <a:rPr lang="en-GB" sz="2400" dirty="0"/>
              <a:t>, typically </a:t>
            </a:r>
            <a:r>
              <a:rPr lang="en-GB" sz="2400" b="1" dirty="0"/>
              <a:t>slower</a:t>
            </a:r>
            <a:r>
              <a:rPr lang="en-GB" sz="2400" dirty="0"/>
              <a:t>.</a:t>
            </a:r>
            <a:br>
              <a:rPr lang="en-GB" sz="2400" dirty="0"/>
            </a:br>
            <a:endParaRPr lang="en-GB" sz="2400" dirty="0"/>
          </a:p>
          <a:p>
            <a:r>
              <a:rPr lang="en-GB" sz="2400" dirty="0"/>
              <a:t>By mastering these flows, learners can choose the right </a:t>
            </a:r>
            <a:r>
              <a:rPr lang="en-GB" sz="2400" b="1" dirty="0"/>
              <a:t>toolchain</a:t>
            </a:r>
            <a:r>
              <a:rPr lang="en-GB" sz="2400" dirty="0"/>
              <a:t> and predict </a:t>
            </a:r>
            <a:r>
              <a:rPr lang="en-GB" sz="2400" b="1" dirty="0"/>
              <a:t>build/run </a:t>
            </a:r>
            <a:r>
              <a:rPr lang="en-GB" sz="2400" b="1" dirty="0" err="1"/>
              <a:t>behavior</a:t>
            </a:r>
            <a:r>
              <a:rPr lang="en-GB" sz="2400" dirty="0"/>
              <a:t> with confidence. 🚀</a:t>
            </a:r>
          </a:p>
        </p:txBody>
      </p:sp>
    </p:spTree>
    <p:extLst>
      <p:ext uri="{BB962C8B-B14F-4D97-AF65-F5344CB8AC3E}">
        <p14:creationId xmlns:p14="http://schemas.microsoft.com/office/powerpoint/2010/main" val="253290199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EBF24F78-448E-2676-A6C0-4AFF138F62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>
            <a:extLst>
              <a:ext uri="{FF2B5EF4-FFF2-40B4-BE49-F238E27FC236}">
                <a16:creationId xmlns:a16="http://schemas.microsoft.com/office/drawing/2014/main" id="{9A459010-756A-4CD6-6C91-C23A3F615ECF}"/>
              </a:ext>
            </a:extLst>
          </p:cNvPr>
          <p:cNvSpPr txBox="1"/>
          <p:nvPr/>
        </p:nvSpPr>
        <p:spPr>
          <a:xfrm>
            <a:off x="381000" y="888075"/>
            <a:ext cx="12352767" cy="7419528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r>
              <a:rPr lang="en-GB" sz="4000" b="1" dirty="0">
                <a:latin typeface="Comic Sans MS" panose="030F0702030302020204" pitchFamily="66" charset="0"/>
              </a:rPr>
              <a:t>🧐 Activity</a:t>
            </a:r>
          </a:p>
          <a:p>
            <a:endParaRPr lang="en-GB" sz="2400" b="1" dirty="0">
              <a:latin typeface="Comic Sans MS" panose="030F0702030302020204" pitchFamily="66" charset="0"/>
            </a:endParaRPr>
          </a:p>
          <a:p>
            <a:r>
              <a:rPr lang="en-GB" sz="2400" dirty="0">
                <a:latin typeface="Comic Sans MS" panose="030F0702030302020204" pitchFamily="66" charset="0"/>
              </a:rPr>
              <a:t>📋 </a:t>
            </a:r>
            <a:r>
              <a:rPr lang="en-GB" sz="2400" b="1" dirty="0">
                <a:latin typeface="Comic Sans MS" panose="030F0702030302020204" pitchFamily="66" charset="0"/>
              </a:rPr>
              <a:t>Instructions:</a:t>
            </a:r>
          </a:p>
          <a:p>
            <a:endParaRPr lang="en-GB" sz="2400" dirty="0">
              <a:latin typeface="Comic Sans MS" panose="030F0702030302020204" pitchFamily="66" charset="0"/>
            </a:endParaRPr>
          </a:p>
          <a:p>
            <a:r>
              <a:rPr lang="en-GB" sz="2400" dirty="0">
                <a:latin typeface="Comic Sans MS" panose="030F0702030302020204" pitchFamily="66" charset="0"/>
              </a:rPr>
              <a:t>Answer the following questions based on what you learned about </a:t>
            </a:r>
            <a:r>
              <a:rPr lang="en-GB" sz="2400" b="1" dirty="0">
                <a:latin typeface="Comic Sans MS" panose="030F0702030302020204" pitchFamily="66" charset="0"/>
              </a:rPr>
              <a:t>Compilers, Interpreters, and Assemblers</a:t>
            </a:r>
            <a:r>
              <a:rPr lang="en-GB" sz="2400" dirty="0">
                <a:latin typeface="Comic Sans MS" panose="030F0702030302020204" pitchFamily="66" charset="0"/>
              </a:rPr>
              <a:t>.</a:t>
            </a:r>
          </a:p>
          <a:p>
            <a:br>
              <a:rPr lang="en-GB" sz="2400" dirty="0">
                <a:latin typeface="Comic Sans MS" panose="030F0702030302020204" pitchFamily="66" charset="0"/>
              </a:rPr>
            </a:br>
            <a:r>
              <a:rPr lang="en-GB" sz="2400" dirty="0">
                <a:latin typeface="Comic Sans MS" panose="030F0702030302020204" pitchFamily="66" charset="0"/>
              </a:rPr>
              <a:t>Write your answers clearly and concisely.</a:t>
            </a:r>
          </a:p>
          <a:p>
            <a:r>
              <a:rPr lang="en-GB" sz="2400" dirty="0">
                <a:latin typeface="Comic Sans MS" panose="030F0702030302020204" pitchFamily="66" charset="0"/>
              </a:rPr>
              <a:t>1️⃣ What is a </a:t>
            </a:r>
            <a:r>
              <a:rPr lang="en-GB" sz="2400" b="1" dirty="0">
                <a:latin typeface="Comic Sans MS" panose="030F0702030302020204" pitchFamily="66" charset="0"/>
              </a:rPr>
              <a:t>Compiler</a:t>
            </a:r>
            <a:r>
              <a:rPr lang="en-GB" sz="2400" dirty="0">
                <a:latin typeface="Comic Sans MS" panose="030F0702030302020204" pitchFamily="66" charset="0"/>
              </a:rPr>
              <a:t>, and how does it work?</a:t>
            </a:r>
            <a:br>
              <a:rPr lang="en-GB" sz="2400" dirty="0">
                <a:latin typeface="Comic Sans MS" panose="030F0702030302020204" pitchFamily="66" charset="0"/>
              </a:rPr>
            </a:br>
            <a:r>
              <a:rPr lang="en-GB" sz="2400" dirty="0">
                <a:latin typeface="Comic Sans MS" panose="030F0702030302020204" pitchFamily="66" charset="0"/>
              </a:rPr>
              <a:t>2️⃣ What is an </a:t>
            </a:r>
            <a:r>
              <a:rPr lang="en-GB" sz="2400" b="1" dirty="0">
                <a:latin typeface="Comic Sans MS" panose="030F0702030302020204" pitchFamily="66" charset="0"/>
              </a:rPr>
              <a:t>Interpreter</a:t>
            </a:r>
            <a:r>
              <a:rPr lang="en-GB" sz="2400" dirty="0">
                <a:latin typeface="Comic Sans MS" panose="030F0702030302020204" pitchFamily="66" charset="0"/>
              </a:rPr>
              <a:t>, and how does it work?</a:t>
            </a:r>
            <a:br>
              <a:rPr lang="en-GB" sz="2400" dirty="0">
                <a:latin typeface="Comic Sans MS" panose="030F0702030302020204" pitchFamily="66" charset="0"/>
              </a:rPr>
            </a:br>
            <a:r>
              <a:rPr lang="en-GB" sz="2400" dirty="0">
                <a:latin typeface="Comic Sans MS" panose="030F0702030302020204" pitchFamily="66" charset="0"/>
              </a:rPr>
              <a:t>3️⃣ What is an </a:t>
            </a:r>
            <a:r>
              <a:rPr lang="en-GB" sz="2400" b="1" dirty="0">
                <a:latin typeface="Comic Sans MS" panose="030F0702030302020204" pitchFamily="66" charset="0"/>
              </a:rPr>
              <a:t>Assembler</a:t>
            </a:r>
            <a:r>
              <a:rPr lang="en-GB" sz="2400" dirty="0">
                <a:latin typeface="Comic Sans MS" panose="030F0702030302020204" pitchFamily="66" charset="0"/>
              </a:rPr>
              <a:t>?</a:t>
            </a:r>
            <a:br>
              <a:rPr lang="en-GB" sz="2400" dirty="0">
                <a:latin typeface="Comic Sans MS" panose="030F0702030302020204" pitchFamily="66" charset="0"/>
              </a:rPr>
            </a:br>
            <a:r>
              <a:rPr lang="en-GB" sz="2400" dirty="0">
                <a:latin typeface="Comic Sans MS" panose="030F0702030302020204" pitchFamily="66" charset="0"/>
              </a:rPr>
              <a:t>4️⃣ What is a </a:t>
            </a:r>
            <a:r>
              <a:rPr lang="en-GB" sz="2400" b="1" dirty="0">
                <a:latin typeface="Comic Sans MS" panose="030F0702030302020204" pitchFamily="66" charset="0"/>
              </a:rPr>
              <a:t>Linker</a:t>
            </a:r>
            <a:r>
              <a:rPr lang="en-GB" sz="2400" dirty="0">
                <a:latin typeface="Comic Sans MS" panose="030F0702030302020204" pitchFamily="66" charset="0"/>
              </a:rPr>
              <a:t>?</a:t>
            </a:r>
            <a:br>
              <a:rPr lang="en-GB" sz="2400" dirty="0">
                <a:latin typeface="Comic Sans MS" panose="030F0702030302020204" pitchFamily="66" charset="0"/>
              </a:rPr>
            </a:br>
            <a:r>
              <a:rPr lang="en-GB" sz="2400" dirty="0">
                <a:latin typeface="Comic Sans MS" panose="030F0702030302020204" pitchFamily="66" charset="0"/>
              </a:rPr>
              <a:t>5️⃣ What is an </a:t>
            </a:r>
            <a:r>
              <a:rPr lang="en-GB" sz="2400" b="1" dirty="0">
                <a:latin typeface="Comic Sans MS" panose="030F0702030302020204" pitchFamily="66" charset="0"/>
              </a:rPr>
              <a:t>.exe file</a:t>
            </a:r>
            <a:r>
              <a:rPr lang="en-GB" sz="2400" dirty="0">
                <a:latin typeface="Comic Sans MS" panose="030F0702030302020204" pitchFamily="66" charset="0"/>
              </a:rPr>
              <a:t>?</a:t>
            </a:r>
            <a:br>
              <a:rPr lang="en-GB" sz="2400" dirty="0">
                <a:latin typeface="Comic Sans MS" panose="030F0702030302020204" pitchFamily="66" charset="0"/>
              </a:rPr>
            </a:br>
            <a:r>
              <a:rPr lang="en-GB" sz="2400" dirty="0">
                <a:latin typeface="Comic Sans MS" panose="030F0702030302020204" pitchFamily="66" charset="0"/>
              </a:rPr>
              <a:t>6️⃣ What is a </a:t>
            </a:r>
            <a:r>
              <a:rPr lang="en-GB" sz="2400" b="1" dirty="0">
                <a:latin typeface="Comic Sans MS" panose="030F0702030302020204" pitchFamily="66" charset="0"/>
              </a:rPr>
              <a:t>Loader</a:t>
            </a:r>
            <a:r>
              <a:rPr lang="en-GB" sz="2400" dirty="0">
                <a:latin typeface="Comic Sans MS" panose="030F0702030302020204" pitchFamily="66" charset="0"/>
              </a:rPr>
              <a:t>?</a:t>
            </a:r>
            <a:br>
              <a:rPr lang="en-GB" sz="2400" dirty="0">
                <a:latin typeface="Comic Sans MS" panose="030F0702030302020204" pitchFamily="66" charset="0"/>
              </a:rPr>
            </a:br>
            <a:r>
              <a:rPr lang="en-GB" sz="2400" dirty="0">
                <a:latin typeface="Comic Sans MS" panose="030F0702030302020204" pitchFamily="66" charset="0"/>
              </a:rPr>
              <a:t>7️⃣ Which is faster — </a:t>
            </a:r>
            <a:r>
              <a:rPr lang="en-GB" sz="2400" b="1" dirty="0">
                <a:latin typeface="Comic Sans MS" panose="030F0702030302020204" pitchFamily="66" charset="0"/>
              </a:rPr>
              <a:t>Compiled or Interpreted languages</a:t>
            </a:r>
            <a:r>
              <a:rPr lang="en-GB" sz="2400" dirty="0">
                <a:latin typeface="Comic Sans MS" panose="030F0702030302020204" pitchFamily="66" charset="0"/>
              </a:rPr>
              <a:t>?</a:t>
            </a:r>
            <a:br>
              <a:rPr lang="en-GB" sz="2400" dirty="0">
                <a:latin typeface="Comic Sans MS" panose="030F0702030302020204" pitchFamily="66" charset="0"/>
              </a:rPr>
            </a:br>
            <a:r>
              <a:rPr lang="en-GB" sz="2400" dirty="0">
                <a:latin typeface="Comic Sans MS" panose="030F0702030302020204" pitchFamily="66" charset="0"/>
              </a:rPr>
              <a:t>8️⃣ Does an </a:t>
            </a:r>
            <a:r>
              <a:rPr lang="en-GB" sz="2400" b="1" dirty="0">
                <a:latin typeface="Comic Sans MS" panose="030F0702030302020204" pitchFamily="66" charset="0"/>
              </a:rPr>
              <a:t>Interpreter</a:t>
            </a:r>
            <a:r>
              <a:rPr lang="en-GB" sz="2400" dirty="0">
                <a:latin typeface="Comic Sans MS" panose="030F0702030302020204" pitchFamily="66" charset="0"/>
              </a:rPr>
              <a:t> produce an </a:t>
            </a:r>
            <a:r>
              <a:rPr lang="en-GB" sz="2400" b="1" dirty="0">
                <a:latin typeface="Comic Sans MS" panose="030F0702030302020204" pitchFamily="66" charset="0"/>
              </a:rPr>
              <a:t>.exe file</a:t>
            </a:r>
            <a:r>
              <a:rPr lang="en-GB" sz="2400" dirty="0">
                <a:latin typeface="Comic Sans MS" panose="030F0702030302020204" pitchFamily="66" charset="0"/>
              </a:rPr>
              <a:t>?</a:t>
            </a:r>
            <a:br>
              <a:rPr lang="en-GB" sz="2400" dirty="0">
                <a:latin typeface="Comic Sans MS" panose="030F0702030302020204" pitchFamily="66" charset="0"/>
              </a:rPr>
            </a:br>
            <a:r>
              <a:rPr lang="en-GB" sz="2400" dirty="0">
                <a:latin typeface="Comic Sans MS" panose="030F0702030302020204" pitchFamily="66" charset="0"/>
              </a:rPr>
              <a:t>9️⃣ Does an </a:t>
            </a:r>
            <a:r>
              <a:rPr lang="en-GB" sz="2400" b="1" dirty="0">
                <a:latin typeface="Comic Sans MS" panose="030F0702030302020204" pitchFamily="66" charset="0"/>
              </a:rPr>
              <a:t>Interpreter</a:t>
            </a:r>
            <a:r>
              <a:rPr lang="en-GB" sz="2400" dirty="0">
                <a:latin typeface="Comic Sans MS" panose="030F0702030302020204" pitchFamily="66" charset="0"/>
              </a:rPr>
              <a:t> save </a:t>
            </a:r>
            <a:r>
              <a:rPr lang="en-GB" sz="2400" b="1" dirty="0">
                <a:latin typeface="Comic Sans MS" panose="030F0702030302020204" pitchFamily="66" charset="0"/>
              </a:rPr>
              <a:t>machine code</a:t>
            </a:r>
            <a:r>
              <a:rPr lang="en-GB" sz="2400" dirty="0">
                <a:latin typeface="Comic Sans MS" panose="030F0702030302020204" pitchFamily="66" charset="0"/>
              </a:rPr>
              <a:t>?</a:t>
            </a:r>
            <a:br>
              <a:rPr lang="en-GB" sz="2400" dirty="0">
                <a:latin typeface="Comic Sans MS" panose="030F0702030302020204" pitchFamily="66" charset="0"/>
              </a:rPr>
            </a:br>
            <a:r>
              <a:rPr lang="en-GB" sz="2400" dirty="0">
                <a:latin typeface="Comic Sans MS" panose="030F0702030302020204" pitchFamily="66" charset="0"/>
              </a:rPr>
              <a:t>🔟 Does a </a:t>
            </a:r>
            <a:r>
              <a:rPr lang="en-GB" sz="2400" b="1" dirty="0">
                <a:latin typeface="Comic Sans MS" panose="030F0702030302020204" pitchFamily="66" charset="0"/>
              </a:rPr>
              <a:t>Compiler</a:t>
            </a:r>
            <a:r>
              <a:rPr lang="en-GB" sz="2400" dirty="0">
                <a:latin typeface="Comic Sans MS" panose="030F0702030302020204" pitchFamily="66" charset="0"/>
              </a:rPr>
              <a:t> produce an </a:t>
            </a:r>
            <a:r>
              <a:rPr lang="en-GB" sz="2400" b="1" dirty="0">
                <a:latin typeface="Comic Sans MS" panose="030F0702030302020204" pitchFamily="66" charset="0"/>
              </a:rPr>
              <a:t>.exe file</a:t>
            </a:r>
            <a:r>
              <a:rPr lang="en-GB" sz="2400" dirty="0">
                <a:latin typeface="Comic Sans MS" panose="030F0702030302020204" pitchFamily="66" charset="0"/>
              </a:rPr>
              <a:t>?</a:t>
            </a:r>
            <a:br>
              <a:rPr lang="en-GB" sz="2400" dirty="0">
                <a:latin typeface="Comic Sans MS" panose="030F0702030302020204" pitchFamily="66" charset="0"/>
              </a:rPr>
            </a:br>
            <a:r>
              <a:rPr lang="en-GB" sz="2400" dirty="0">
                <a:latin typeface="Comic Sans MS" panose="030F0702030302020204" pitchFamily="66" charset="0"/>
              </a:rPr>
              <a:t>1️⃣1️⃣ Does a </a:t>
            </a:r>
            <a:r>
              <a:rPr lang="en-GB" sz="2400" b="1" dirty="0">
                <a:latin typeface="Comic Sans MS" panose="030F0702030302020204" pitchFamily="66" charset="0"/>
              </a:rPr>
              <a:t>Compiler</a:t>
            </a:r>
            <a:r>
              <a:rPr lang="en-GB" sz="2400" dirty="0">
                <a:latin typeface="Comic Sans MS" panose="030F0702030302020204" pitchFamily="66" charset="0"/>
              </a:rPr>
              <a:t> save </a:t>
            </a:r>
            <a:r>
              <a:rPr lang="en-GB" sz="2400" b="1" dirty="0">
                <a:latin typeface="Comic Sans MS" panose="030F0702030302020204" pitchFamily="66" charset="0"/>
              </a:rPr>
              <a:t>machine code</a:t>
            </a:r>
            <a:r>
              <a:rPr lang="en-GB" sz="2400" dirty="0">
                <a:latin typeface="Comic Sans MS" panose="030F0702030302020204" pitchFamily="66" charset="0"/>
              </a:rPr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353814720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3D7AA581-89A1-DA75-DD53-25B5AD311D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>
            <a:extLst>
              <a:ext uri="{FF2B5EF4-FFF2-40B4-BE49-F238E27FC236}">
                <a16:creationId xmlns:a16="http://schemas.microsoft.com/office/drawing/2014/main" id="{5DDFD32E-F7C2-B657-91B9-4B68EDD1D595}"/>
              </a:ext>
            </a:extLst>
          </p:cNvPr>
          <p:cNvSpPr txBox="1"/>
          <p:nvPr/>
        </p:nvSpPr>
        <p:spPr>
          <a:xfrm>
            <a:off x="381000" y="888075"/>
            <a:ext cx="12352767" cy="8527523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r>
              <a:rPr lang="en-GB" sz="4000" b="1" dirty="0">
                <a:latin typeface="Comic Sans MS" panose="030F0702030302020204" pitchFamily="66" charset="0"/>
              </a:rPr>
              <a:t>🧐 Activity Solution</a:t>
            </a:r>
          </a:p>
          <a:p>
            <a:endParaRPr lang="en-GB" sz="2400" dirty="0">
              <a:latin typeface="Comic Sans MS" panose="030F0702030302020204" pitchFamily="66" charset="0"/>
            </a:endParaRPr>
          </a:p>
          <a:p>
            <a:r>
              <a:rPr lang="en-GB" sz="2400" dirty="0">
                <a:latin typeface="Comic Sans MS" panose="030F0702030302020204" pitchFamily="66" charset="0"/>
              </a:rPr>
              <a:t>📋 </a:t>
            </a:r>
            <a:r>
              <a:rPr lang="en-GB" sz="2400" b="1" dirty="0">
                <a:latin typeface="Comic Sans MS" panose="030F0702030302020204" pitchFamily="66" charset="0"/>
              </a:rPr>
              <a:t>Solution:</a:t>
            </a:r>
          </a:p>
          <a:p>
            <a:endParaRPr lang="en-GB" sz="2400" b="1" dirty="0">
              <a:latin typeface="Comic Sans MS" panose="030F0702030302020204" pitchFamily="66" charset="0"/>
            </a:endParaRPr>
          </a:p>
          <a:p>
            <a:r>
              <a:rPr lang="en-GB" sz="2400" dirty="0">
                <a:latin typeface="Comic Sans MS" panose="030F0702030302020204" pitchFamily="66" charset="0"/>
              </a:rPr>
              <a:t>1️⃣ </a:t>
            </a:r>
            <a:r>
              <a:rPr lang="en-GB" sz="2400" b="1" dirty="0">
                <a:latin typeface="Comic Sans MS" panose="030F0702030302020204" pitchFamily="66" charset="0"/>
              </a:rPr>
              <a:t>Compiler:</a:t>
            </a:r>
            <a:endParaRPr lang="en-GB" sz="2400" dirty="0">
              <a:latin typeface="Comic Sans MS" panose="030F0702030302020204" pitchFamily="66" charset="0"/>
            </a:endParaRPr>
          </a:p>
          <a:p>
            <a:r>
              <a:rPr lang="en-GB" sz="2400" dirty="0">
                <a:latin typeface="Comic Sans MS" panose="030F0702030302020204" pitchFamily="66" charset="0"/>
              </a:rPr>
              <a:t>	A program that translates the </a:t>
            </a:r>
            <a:r>
              <a:rPr lang="en-GB" sz="2400" b="1" dirty="0">
                <a:latin typeface="Comic Sans MS" panose="030F0702030302020204" pitchFamily="66" charset="0"/>
              </a:rPr>
              <a:t>entire source code</a:t>
            </a:r>
            <a:r>
              <a:rPr lang="en-GB" sz="2400" dirty="0">
                <a:latin typeface="Comic Sans MS" panose="030F0702030302020204" pitchFamily="66" charset="0"/>
              </a:rPr>
              <a:t> into </a:t>
            </a:r>
            <a:r>
              <a:rPr lang="en-GB" sz="2400" b="1" dirty="0">
                <a:latin typeface="Comic Sans MS" panose="030F0702030302020204" pitchFamily="66" charset="0"/>
              </a:rPr>
              <a:t>object code</a:t>
            </a:r>
            <a:r>
              <a:rPr lang="en-GB" sz="2400" dirty="0">
                <a:latin typeface="Comic Sans MS" panose="030F0702030302020204" pitchFamily="66" charset="0"/>
              </a:rPr>
              <a:t> (machine 	code) before execution.</a:t>
            </a:r>
            <a:br>
              <a:rPr lang="en-GB" sz="2400" dirty="0">
                <a:latin typeface="Comic Sans MS" panose="030F0702030302020204" pitchFamily="66" charset="0"/>
              </a:rPr>
            </a:br>
            <a:r>
              <a:rPr lang="en-GB" sz="2400" dirty="0">
                <a:latin typeface="Comic Sans MS" panose="030F0702030302020204" pitchFamily="66" charset="0"/>
              </a:rPr>
              <a:t>	It checks for </a:t>
            </a:r>
            <a:r>
              <a:rPr lang="en-GB" sz="2400" b="1" dirty="0">
                <a:latin typeface="Comic Sans MS" panose="030F0702030302020204" pitchFamily="66" charset="0"/>
              </a:rPr>
              <a:t>errors</a:t>
            </a:r>
            <a:r>
              <a:rPr lang="en-GB" sz="2400" dirty="0">
                <a:latin typeface="Comic Sans MS" panose="030F0702030302020204" pitchFamily="66" charset="0"/>
              </a:rPr>
              <a:t> during the build stage; if none exist, it produces an </a:t>
            </a:r>
            <a:r>
              <a:rPr lang="en-GB" sz="2400" b="1" dirty="0">
                <a:latin typeface="Comic Sans MS" panose="030F0702030302020204" pitchFamily="66" charset="0"/>
              </a:rPr>
              <a:t>.exe 	file</a:t>
            </a:r>
            <a:r>
              <a:rPr lang="en-GB" sz="2400" dirty="0">
                <a:latin typeface="Comic Sans MS" panose="030F0702030302020204" pitchFamily="66" charset="0"/>
              </a:rPr>
              <a:t> through linking.</a:t>
            </a:r>
          </a:p>
          <a:p>
            <a:r>
              <a:rPr lang="en-GB" sz="2400" dirty="0">
                <a:latin typeface="Comic Sans MS" panose="030F0702030302020204" pitchFamily="66" charset="0"/>
              </a:rPr>
              <a:t>2️⃣ </a:t>
            </a:r>
            <a:r>
              <a:rPr lang="en-GB" sz="2400" b="1" dirty="0">
                <a:latin typeface="Comic Sans MS" panose="030F0702030302020204" pitchFamily="66" charset="0"/>
              </a:rPr>
              <a:t>Interpreter:</a:t>
            </a:r>
            <a:br>
              <a:rPr lang="en-GB" sz="2400" dirty="0">
                <a:latin typeface="Comic Sans MS" panose="030F0702030302020204" pitchFamily="66" charset="0"/>
              </a:rPr>
            </a:br>
            <a:r>
              <a:rPr lang="en-GB" sz="2400" dirty="0">
                <a:latin typeface="Comic Sans MS" panose="030F0702030302020204" pitchFamily="66" charset="0"/>
              </a:rPr>
              <a:t>	A program that </a:t>
            </a:r>
            <a:r>
              <a:rPr lang="en-GB" sz="2400" b="1" dirty="0">
                <a:latin typeface="Comic Sans MS" panose="030F0702030302020204" pitchFamily="66" charset="0"/>
              </a:rPr>
              <a:t>reads and executes source code line-by-line</a:t>
            </a:r>
            <a:r>
              <a:rPr lang="en-GB" sz="2400" dirty="0">
                <a:latin typeface="Comic Sans MS" panose="030F0702030302020204" pitchFamily="66" charset="0"/>
              </a:rPr>
              <a:t>.</a:t>
            </a:r>
            <a:br>
              <a:rPr lang="en-GB" sz="2400" dirty="0">
                <a:latin typeface="Comic Sans MS" panose="030F0702030302020204" pitchFamily="66" charset="0"/>
              </a:rPr>
            </a:br>
            <a:r>
              <a:rPr lang="en-GB" sz="2400" dirty="0">
                <a:latin typeface="Comic Sans MS" panose="030F0702030302020204" pitchFamily="66" charset="0"/>
              </a:rPr>
              <a:t>	If it finds an error, it stops immediately and shows an error message.</a:t>
            </a:r>
            <a:br>
              <a:rPr lang="en-GB" sz="2400" dirty="0">
                <a:latin typeface="Comic Sans MS" panose="030F0702030302020204" pitchFamily="66" charset="0"/>
              </a:rPr>
            </a:br>
            <a:r>
              <a:rPr lang="en-GB" sz="2400" dirty="0">
                <a:latin typeface="Comic Sans MS" panose="030F0702030302020204" pitchFamily="66" charset="0"/>
              </a:rPr>
              <a:t>	It does </a:t>
            </a:r>
            <a:r>
              <a:rPr lang="en-GB" sz="2400" b="1" dirty="0">
                <a:latin typeface="Comic Sans MS" panose="030F0702030302020204" pitchFamily="66" charset="0"/>
              </a:rPr>
              <a:t>not</a:t>
            </a:r>
            <a:r>
              <a:rPr lang="en-GB" sz="2400" dirty="0">
                <a:latin typeface="Comic Sans MS" panose="030F0702030302020204" pitchFamily="66" charset="0"/>
              </a:rPr>
              <a:t> create or save any </a:t>
            </a:r>
            <a:r>
              <a:rPr lang="en-GB" sz="2400" b="1" dirty="0">
                <a:latin typeface="Comic Sans MS" panose="030F0702030302020204" pitchFamily="66" charset="0"/>
              </a:rPr>
              <a:t>.exe file</a:t>
            </a:r>
            <a:r>
              <a:rPr lang="en-GB" sz="2400" dirty="0">
                <a:latin typeface="Comic Sans MS" panose="030F0702030302020204" pitchFamily="66" charset="0"/>
              </a:rPr>
              <a:t>.</a:t>
            </a:r>
          </a:p>
          <a:p>
            <a:r>
              <a:rPr lang="en-GB" sz="2400" dirty="0">
                <a:latin typeface="Comic Sans MS" panose="030F0702030302020204" pitchFamily="66" charset="0"/>
              </a:rPr>
              <a:t>3️⃣ </a:t>
            </a:r>
            <a:r>
              <a:rPr lang="en-GB" sz="2400" b="1" dirty="0">
                <a:latin typeface="Comic Sans MS" panose="030F0702030302020204" pitchFamily="66" charset="0"/>
              </a:rPr>
              <a:t>Assembler:</a:t>
            </a:r>
            <a:br>
              <a:rPr lang="en-GB" sz="2400" dirty="0">
                <a:latin typeface="Comic Sans MS" panose="030F0702030302020204" pitchFamily="66" charset="0"/>
              </a:rPr>
            </a:br>
            <a:r>
              <a:rPr lang="en-GB" sz="2400" dirty="0">
                <a:latin typeface="Comic Sans MS" panose="030F0702030302020204" pitchFamily="66" charset="0"/>
              </a:rPr>
              <a:t>	A translator that converts </a:t>
            </a:r>
            <a:r>
              <a:rPr lang="en-GB" sz="2400" b="1" dirty="0">
                <a:latin typeface="Comic Sans MS" panose="030F0702030302020204" pitchFamily="66" charset="0"/>
              </a:rPr>
              <a:t>assembly language instructions</a:t>
            </a:r>
            <a:r>
              <a:rPr lang="en-GB" sz="2400" dirty="0">
                <a:latin typeface="Comic Sans MS" panose="030F0702030302020204" pitchFamily="66" charset="0"/>
              </a:rPr>
              <a:t> into </a:t>
            </a:r>
            <a:r>
              <a:rPr lang="en-GB" sz="2400" b="1" dirty="0">
                <a:latin typeface="Comic Sans MS" panose="030F0702030302020204" pitchFamily="66" charset="0"/>
              </a:rPr>
              <a:t>machine 	language (binary)</a:t>
            </a:r>
            <a:r>
              <a:rPr lang="en-GB" sz="2400" dirty="0">
                <a:latin typeface="Comic Sans MS" panose="030F0702030302020204" pitchFamily="66" charset="0"/>
              </a:rPr>
              <a:t>.</a:t>
            </a:r>
          </a:p>
          <a:p>
            <a:r>
              <a:rPr lang="en-GB" sz="2400" dirty="0">
                <a:latin typeface="Comic Sans MS" panose="030F0702030302020204" pitchFamily="66" charset="0"/>
              </a:rPr>
              <a:t>4️⃣ </a:t>
            </a:r>
            <a:r>
              <a:rPr lang="en-GB" sz="2400" b="1" dirty="0">
                <a:latin typeface="Comic Sans MS" panose="030F0702030302020204" pitchFamily="66" charset="0"/>
              </a:rPr>
              <a:t>Linker:</a:t>
            </a:r>
            <a:endParaRPr lang="en-GB" sz="2400" dirty="0">
              <a:latin typeface="Comic Sans MS" panose="030F0702030302020204" pitchFamily="66" charset="0"/>
            </a:endParaRPr>
          </a:p>
          <a:p>
            <a:r>
              <a:rPr lang="en-GB" sz="2400" dirty="0">
                <a:latin typeface="Comic Sans MS" panose="030F0702030302020204" pitchFamily="66" charset="0"/>
              </a:rPr>
              <a:t>	A tool that </a:t>
            </a:r>
            <a:r>
              <a:rPr lang="en-GB" sz="2400" b="1" dirty="0">
                <a:latin typeface="Comic Sans MS" panose="030F0702030302020204" pitchFamily="66" charset="0"/>
              </a:rPr>
              <a:t>combines object code</a:t>
            </a:r>
            <a:r>
              <a:rPr lang="en-GB" sz="2400" dirty="0">
                <a:latin typeface="Comic Sans MS" panose="030F0702030302020204" pitchFamily="66" charset="0"/>
              </a:rPr>
              <a:t> and required </a:t>
            </a:r>
            <a:r>
              <a:rPr lang="en-GB" sz="2400" b="1" dirty="0">
                <a:latin typeface="Comic Sans MS" panose="030F0702030302020204" pitchFamily="66" charset="0"/>
              </a:rPr>
              <a:t>libraries</a:t>
            </a:r>
            <a:r>
              <a:rPr lang="en-GB" sz="2400" dirty="0">
                <a:latin typeface="Comic Sans MS" panose="030F0702030302020204" pitchFamily="66" charset="0"/>
              </a:rPr>
              <a:t> to produce 	an </a:t>
            </a:r>
            <a:r>
              <a:rPr lang="en-GB" sz="2400" b="1" dirty="0">
                <a:latin typeface="Comic Sans MS" panose="030F0702030302020204" pitchFamily="66" charset="0"/>
              </a:rPr>
              <a:t>executable (.exe)</a:t>
            </a:r>
            <a:r>
              <a:rPr lang="en-GB" sz="2400" dirty="0">
                <a:latin typeface="Comic Sans MS" panose="030F0702030302020204" pitchFamily="66" charset="0"/>
              </a:rPr>
              <a:t> file.</a:t>
            </a:r>
          </a:p>
          <a:p>
            <a:r>
              <a:rPr lang="en-GB" sz="2400" dirty="0">
                <a:latin typeface="Comic Sans MS" panose="030F0702030302020204" pitchFamily="66" charset="0"/>
              </a:rPr>
              <a:t>5️⃣ </a:t>
            </a:r>
            <a:r>
              <a:rPr lang="en-GB" sz="2400" b="1" dirty="0">
                <a:latin typeface="Comic Sans MS" panose="030F0702030302020204" pitchFamily="66" charset="0"/>
              </a:rPr>
              <a:t>.exe file:</a:t>
            </a:r>
            <a:br>
              <a:rPr lang="en-GB" sz="2400" dirty="0">
                <a:latin typeface="Comic Sans MS" panose="030F0702030302020204" pitchFamily="66" charset="0"/>
              </a:rPr>
            </a:br>
            <a:r>
              <a:rPr lang="en-GB" sz="2400" dirty="0">
                <a:latin typeface="Comic Sans MS" panose="030F0702030302020204" pitchFamily="66" charset="0"/>
              </a:rPr>
              <a:t>	A file containing </a:t>
            </a:r>
            <a:r>
              <a:rPr lang="en-GB" sz="2400" b="1" dirty="0">
                <a:latin typeface="Comic Sans MS" panose="030F0702030302020204" pitchFamily="66" charset="0"/>
              </a:rPr>
              <a:t>machine code</a:t>
            </a:r>
            <a:r>
              <a:rPr lang="en-GB" sz="2400" dirty="0">
                <a:latin typeface="Comic Sans MS" panose="030F0702030302020204" pitchFamily="66" charset="0"/>
              </a:rPr>
              <a:t> instructions ready to be </a:t>
            </a:r>
            <a:r>
              <a:rPr lang="en-GB" sz="2400" b="1" dirty="0">
                <a:latin typeface="Comic Sans MS" panose="030F0702030302020204" pitchFamily="66" charset="0"/>
              </a:rPr>
              <a:t>loaded and 	executed</a:t>
            </a:r>
            <a:r>
              <a:rPr lang="en-GB" sz="2400" dirty="0">
                <a:latin typeface="Comic Sans MS" panose="030F0702030302020204" pitchFamily="66" charset="0"/>
              </a:rPr>
              <a:t> by the CPU</a:t>
            </a:r>
          </a:p>
        </p:txBody>
      </p:sp>
    </p:spTree>
    <p:extLst>
      <p:ext uri="{BB962C8B-B14F-4D97-AF65-F5344CB8AC3E}">
        <p14:creationId xmlns:p14="http://schemas.microsoft.com/office/powerpoint/2010/main" val="43251671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5586B3B1-D370-1E19-B601-77B5846BF0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>
            <a:extLst>
              <a:ext uri="{FF2B5EF4-FFF2-40B4-BE49-F238E27FC236}">
                <a16:creationId xmlns:a16="http://schemas.microsoft.com/office/drawing/2014/main" id="{57F774B2-A4D0-C82A-CF62-3AC7D59F85CC}"/>
              </a:ext>
            </a:extLst>
          </p:cNvPr>
          <p:cNvSpPr txBox="1"/>
          <p:nvPr/>
        </p:nvSpPr>
        <p:spPr>
          <a:xfrm>
            <a:off x="381000" y="888075"/>
            <a:ext cx="12352767" cy="5695979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r>
              <a:rPr lang="en-GB" sz="2400" dirty="0">
                <a:latin typeface="Comic Sans MS" panose="030F0702030302020204" pitchFamily="66" charset="0"/>
              </a:rPr>
              <a:t>6️⃣ </a:t>
            </a:r>
            <a:r>
              <a:rPr lang="en-GB" sz="2400" b="1" dirty="0">
                <a:latin typeface="Comic Sans MS" panose="030F0702030302020204" pitchFamily="66" charset="0"/>
              </a:rPr>
              <a:t>Loader:</a:t>
            </a:r>
            <a:endParaRPr lang="en-GB" sz="2400" dirty="0">
              <a:latin typeface="Comic Sans MS" panose="030F0702030302020204" pitchFamily="66" charset="0"/>
            </a:endParaRPr>
          </a:p>
          <a:p>
            <a:r>
              <a:rPr lang="en-GB" sz="2400" dirty="0">
                <a:latin typeface="Comic Sans MS" panose="030F0702030302020204" pitchFamily="66" charset="0"/>
              </a:rPr>
              <a:t>	A system program that </a:t>
            </a:r>
            <a:r>
              <a:rPr lang="en-GB" sz="2400" b="1" dirty="0">
                <a:latin typeface="Comic Sans MS" panose="030F0702030302020204" pitchFamily="66" charset="0"/>
              </a:rPr>
              <a:t>loads the executable (.exe)</a:t>
            </a:r>
            <a:r>
              <a:rPr lang="en-GB" sz="2400" dirty="0">
                <a:latin typeface="Comic Sans MS" panose="030F0702030302020204" pitchFamily="66" charset="0"/>
              </a:rPr>
              <a:t> into </a:t>
            </a:r>
            <a:r>
              <a:rPr lang="en-GB" sz="2400" b="1" dirty="0">
                <a:latin typeface="Comic Sans MS" panose="030F0702030302020204" pitchFamily="66" charset="0"/>
              </a:rPr>
              <a:t>main memory 	(RAM)</a:t>
            </a:r>
            <a:r>
              <a:rPr lang="en-GB" sz="2400" dirty="0">
                <a:latin typeface="Comic Sans MS" panose="030F0702030302020204" pitchFamily="66" charset="0"/>
              </a:rPr>
              <a:t> so the CPU can run it.</a:t>
            </a:r>
          </a:p>
          <a:p>
            <a:r>
              <a:rPr lang="en-GB" sz="2400" dirty="0">
                <a:latin typeface="Comic Sans MS" panose="030F0702030302020204" pitchFamily="66" charset="0"/>
              </a:rPr>
              <a:t>7️⃣ </a:t>
            </a:r>
            <a:r>
              <a:rPr lang="en-GB" sz="2400" b="1" dirty="0">
                <a:latin typeface="Comic Sans MS" panose="030F0702030302020204" pitchFamily="66" charset="0"/>
              </a:rPr>
              <a:t>Which is faster:</a:t>
            </a:r>
            <a:br>
              <a:rPr lang="en-GB" sz="2400" dirty="0">
                <a:latin typeface="Comic Sans MS" panose="030F0702030302020204" pitchFamily="66" charset="0"/>
              </a:rPr>
            </a:br>
            <a:r>
              <a:rPr lang="en-GB" sz="2400" dirty="0">
                <a:latin typeface="Comic Sans MS" panose="030F0702030302020204" pitchFamily="66" charset="0"/>
              </a:rPr>
              <a:t>	</a:t>
            </a:r>
            <a:r>
              <a:rPr lang="en-GB" sz="2400" b="1" dirty="0">
                <a:latin typeface="Comic Sans MS" panose="030F0702030302020204" pitchFamily="66" charset="0"/>
              </a:rPr>
              <a:t>Compiled languages</a:t>
            </a:r>
            <a:r>
              <a:rPr lang="en-GB" sz="2400" dirty="0">
                <a:latin typeface="Comic Sans MS" panose="030F0702030302020204" pitchFamily="66" charset="0"/>
              </a:rPr>
              <a:t> are </a:t>
            </a:r>
            <a:r>
              <a:rPr lang="en-GB" sz="2400" b="1" dirty="0">
                <a:latin typeface="Comic Sans MS" panose="030F0702030302020204" pitchFamily="66" charset="0"/>
              </a:rPr>
              <a:t>faster</a:t>
            </a:r>
            <a:r>
              <a:rPr lang="en-GB" sz="2400" dirty="0">
                <a:latin typeface="Comic Sans MS" panose="030F0702030302020204" pitchFamily="66" charset="0"/>
              </a:rPr>
              <a:t> because their code is translated to </a:t>
            </a:r>
            <a:r>
              <a:rPr lang="en-GB" sz="2400" b="1" dirty="0">
                <a:latin typeface="Comic Sans MS" panose="030F0702030302020204" pitchFamily="66" charset="0"/>
              </a:rPr>
              <a:t>machine 	code in advance</a:t>
            </a:r>
            <a:r>
              <a:rPr lang="en-GB" sz="2400" dirty="0">
                <a:latin typeface="Comic Sans MS" panose="030F0702030302020204" pitchFamily="66" charset="0"/>
              </a:rPr>
              <a:t>, not during execution.</a:t>
            </a:r>
          </a:p>
          <a:p>
            <a:r>
              <a:rPr lang="en-GB" sz="2400" dirty="0">
                <a:latin typeface="Comic Sans MS" panose="030F0702030302020204" pitchFamily="66" charset="0"/>
              </a:rPr>
              <a:t>8️⃣ </a:t>
            </a:r>
            <a:r>
              <a:rPr lang="en-GB" sz="2400" b="1" dirty="0">
                <a:latin typeface="Comic Sans MS" panose="030F0702030302020204" pitchFamily="66" charset="0"/>
              </a:rPr>
              <a:t>Does Interpreter produce .exe?</a:t>
            </a:r>
            <a:br>
              <a:rPr lang="en-GB" sz="2400" dirty="0">
                <a:latin typeface="Comic Sans MS" panose="030F0702030302020204" pitchFamily="66" charset="0"/>
              </a:rPr>
            </a:br>
            <a:r>
              <a:rPr lang="en-GB" sz="2400" dirty="0">
                <a:latin typeface="Comic Sans MS" panose="030F0702030302020204" pitchFamily="66" charset="0"/>
              </a:rPr>
              <a:t>	❌ No, an interpreter </a:t>
            </a:r>
            <a:r>
              <a:rPr lang="en-GB" sz="2400" b="1" dirty="0">
                <a:latin typeface="Comic Sans MS" panose="030F0702030302020204" pitchFamily="66" charset="0"/>
              </a:rPr>
              <a:t>does not</a:t>
            </a:r>
            <a:r>
              <a:rPr lang="en-GB" sz="2400" dirty="0">
                <a:latin typeface="Comic Sans MS" panose="030F0702030302020204" pitchFamily="66" charset="0"/>
              </a:rPr>
              <a:t> generate or store an .exe file.</a:t>
            </a:r>
          </a:p>
          <a:p>
            <a:r>
              <a:rPr lang="en-GB" sz="2400" dirty="0">
                <a:latin typeface="Comic Sans MS" panose="030F0702030302020204" pitchFamily="66" charset="0"/>
              </a:rPr>
              <a:t>9️⃣ </a:t>
            </a:r>
            <a:r>
              <a:rPr lang="en-GB" sz="2400" b="1" dirty="0">
                <a:latin typeface="Comic Sans MS" panose="030F0702030302020204" pitchFamily="66" charset="0"/>
              </a:rPr>
              <a:t>Does Interpreter save machine code?</a:t>
            </a:r>
            <a:endParaRPr lang="en-GB" sz="2400" dirty="0">
              <a:latin typeface="Comic Sans MS" panose="030F0702030302020204" pitchFamily="66" charset="0"/>
            </a:endParaRPr>
          </a:p>
          <a:p>
            <a:r>
              <a:rPr lang="en-GB" sz="2400" dirty="0">
                <a:latin typeface="Comic Sans MS" panose="030F0702030302020204" pitchFamily="66" charset="0"/>
              </a:rPr>
              <a:t>	❌ No, it </a:t>
            </a:r>
            <a:r>
              <a:rPr lang="en-GB" sz="2400" b="1" dirty="0">
                <a:latin typeface="Comic Sans MS" panose="030F0702030302020204" pitchFamily="66" charset="0"/>
              </a:rPr>
              <a:t>executes directly in memory</a:t>
            </a:r>
            <a:r>
              <a:rPr lang="en-GB" sz="2400" dirty="0">
                <a:latin typeface="Comic Sans MS" panose="030F0702030302020204" pitchFamily="66" charset="0"/>
              </a:rPr>
              <a:t> without saving machine code on disk.</a:t>
            </a:r>
          </a:p>
          <a:p>
            <a:r>
              <a:rPr lang="en-GB" sz="2400" dirty="0">
                <a:latin typeface="Comic Sans MS" panose="030F0702030302020204" pitchFamily="66" charset="0"/>
              </a:rPr>
              <a:t>🔟 </a:t>
            </a:r>
            <a:r>
              <a:rPr lang="en-GB" sz="2400" b="1" dirty="0">
                <a:latin typeface="Comic Sans MS" panose="030F0702030302020204" pitchFamily="66" charset="0"/>
              </a:rPr>
              <a:t>Does Compiler produce .exe?</a:t>
            </a:r>
            <a:br>
              <a:rPr lang="en-GB" sz="2400" dirty="0">
                <a:latin typeface="Comic Sans MS" panose="030F0702030302020204" pitchFamily="66" charset="0"/>
              </a:rPr>
            </a:br>
            <a:r>
              <a:rPr lang="en-GB" sz="2400" dirty="0">
                <a:latin typeface="Comic Sans MS" panose="030F0702030302020204" pitchFamily="66" charset="0"/>
              </a:rPr>
              <a:t>	✅ Yes, after translation and linking, a compiler </a:t>
            </a:r>
            <a:r>
              <a:rPr lang="en-GB" sz="2400" b="1" dirty="0">
                <a:latin typeface="Comic Sans MS" panose="030F0702030302020204" pitchFamily="66" charset="0"/>
              </a:rPr>
              <a:t>produces an .exe file</a:t>
            </a:r>
            <a:r>
              <a:rPr lang="en-GB" sz="2400" dirty="0">
                <a:latin typeface="Comic Sans MS" panose="030F0702030302020204" pitchFamily="66" charset="0"/>
              </a:rPr>
              <a:t> stored 		on disk.</a:t>
            </a:r>
          </a:p>
          <a:p>
            <a:r>
              <a:rPr lang="en-GB" sz="2400" dirty="0">
                <a:latin typeface="Comic Sans MS" panose="030F0702030302020204" pitchFamily="66" charset="0"/>
              </a:rPr>
              <a:t>1️⃣1️⃣ </a:t>
            </a:r>
            <a:r>
              <a:rPr lang="en-GB" sz="2400" b="1" dirty="0">
                <a:latin typeface="Comic Sans MS" panose="030F0702030302020204" pitchFamily="66" charset="0"/>
              </a:rPr>
              <a:t>Does Compiler save machine code?</a:t>
            </a:r>
            <a:br>
              <a:rPr lang="en-GB" sz="2400" dirty="0">
                <a:latin typeface="Comic Sans MS" panose="030F0702030302020204" pitchFamily="66" charset="0"/>
              </a:rPr>
            </a:br>
            <a:r>
              <a:rPr lang="en-GB" sz="2400" dirty="0">
                <a:latin typeface="Comic Sans MS" panose="030F0702030302020204" pitchFamily="66" charset="0"/>
              </a:rPr>
              <a:t>	✅ Yes, it </a:t>
            </a:r>
            <a:r>
              <a:rPr lang="en-GB" sz="2400" b="1" dirty="0">
                <a:latin typeface="Comic Sans MS" panose="030F0702030302020204" pitchFamily="66" charset="0"/>
              </a:rPr>
              <a:t>saves machine code</a:t>
            </a:r>
            <a:r>
              <a:rPr lang="en-GB" sz="2400" dirty="0">
                <a:latin typeface="Comic Sans MS" panose="030F0702030302020204" pitchFamily="66" charset="0"/>
              </a:rPr>
              <a:t> as part of the executable file for later use.</a:t>
            </a:r>
          </a:p>
        </p:txBody>
      </p:sp>
    </p:spTree>
    <p:extLst>
      <p:ext uri="{BB962C8B-B14F-4D97-AF65-F5344CB8AC3E}">
        <p14:creationId xmlns:p14="http://schemas.microsoft.com/office/powerpoint/2010/main" val="405462286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84212E39-4E28-41C3-A740-153DBCD4F5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>
            <a:extLst>
              <a:ext uri="{FF2B5EF4-FFF2-40B4-BE49-F238E27FC236}">
                <a16:creationId xmlns:a16="http://schemas.microsoft.com/office/drawing/2014/main" id="{BA668543-7EAE-9776-A80B-3240223674A9}"/>
              </a:ext>
            </a:extLst>
          </p:cNvPr>
          <p:cNvSpPr txBox="1"/>
          <p:nvPr/>
        </p:nvSpPr>
        <p:spPr>
          <a:xfrm>
            <a:off x="381000" y="888075"/>
            <a:ext cx="12352767" cy="3356877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r>
              <a:rPr lang="en-GB" sz="4000" b="1" dirty="0">
                <a:latin typeface="Comic Sans MS" panose="030F0702030302020204" pitchFamily="66" charset="0"/>
              </a:rPr>
              <a:t>🏁 Conclusion</a:t>
            </a:r>
          </a:p>
          <a:p>
            <a:endParaRPr lang="en-GB" sz="2400" b="1" dirty="0">
              <a:latin typeface="Comic Sans MS" panose="030F0702030302020204" pitchFamily="66" charset="0"/>
            </a:endParaRPr>
          </a:p>
          <a:p>
            <a:r>
              <a:rPr lang="en-SE" sz="2400" dirty="0">
                <a:latin typeface="Comic Sans MS" panose="030F0702030302020204" pitchFamily="66" charset="0"/>
              </a:rPr>
              <a:t>✅ </a:t>
            </a:r>
            <a:r>
              <a:rPr lang="en-GB" sz="2400" b="1" dirty="0">
                <a:latin typeface="Comic Sans MS" panose="030F0702030302020204" pitchFamily="66" charset="0"/>
              </a:rPr>
              <a:t>Compilers</a:t>
            </a:r>
            <a:r>
              <a:rPr lang="en-GB" sz="2400" dirty="0">
                <a:latin typeface="Comic Sans MS" panose="030F0702030302020204" pitchFamily="66" charset="0"/>
              </a:rPr>
              <a:t> translate whole programs, then </a:t>
            </a:r>
            <a:r>
              <a:rPr lang="en-GB" sz="2400" b="1" dirty="0">
                <a:latin typeface="Comic Sans MS" panose="030F0702030302020204" pitchFamily="66" charset="0"/>
              </a:rPr>
              <a:t>linkers</a:t>
            </a:r>
            <a:r>
              <a:rPr lang="en-GB" sz="2400" dirty="0">
                <a:latin typeface="Comic Sans MS" panose="030F0702030302020204" pitchFamily="66" charset="0"/>
              </a:rPr>
              <a:t> build </a:t>
            </a:r>
            <a:r>
              <a:rPr lang="en-GB" sz="2400" b="1" dirty="0">
                <a:latin typeface="Comic Sans MS" panose="030F0702030302020204" pitchFamily="66" charset="0"/>
              </a:rPr>
              <a:t>executables</a:t>
            </a:r>
            <a:r>
              <a:rPr lang="en-GB" sz="2400" dirty="0">
                <a:latin typeface="Comic Sans MS" panose="030F0702030302020204" pitchFamily="66" charset="0"/>
              </a:rPr>
              <a:t> that </a:t>
            </a:r>
            <a:r>
              <a:rPr lang="en-GB" sz="2400" b="1" dirty="0">
                <a:latin typeface="Comic Sans MS" panose="030F0702030302020204" pitchFamily="66" charset="0"/>
              </a:rPr>
              <a:t>load</a:t>
            </a:r>
            <a:r>
              <a:rPr lang="en-GB" sz="2400" dirty="0">
                <a:latin typeface="Comic Sans MS" panose="030F0702030302020204" pitchFamily="66" charset="0"/>
              </a:rPr>
              <a:t> and 	run natively—</a:t>
            </a:r>
            <a:r>
              <a:rPr lang="en-GB" sz="2400" b="1" dirty="0">
                <a:latin typeface="Comic Sans MS" panose="030F0702030302020204" pitchFamily="66" charset="0"/>
              </a:rPr>
              <a:t>fast</a:t>
            </a:r>
            <a:r>
              <a:rPr lang="en-GB" sz="2400" dirty="0">
                <a:latin typeface="Comic Sans MS" panose="030F0702030302020204" pitchFamily="66" charset="0"/>
              </a:rPr>
              <a:t>.</a:t>
            </a:r>
          </a:p>
          <a:p>
            <a:r>
              <a:rPr lang="en-SE" sz="2400" dirty="0">
                <a:latin typeface="Comic Sans MS" panose="030F0702030302020204" pitchFamily="66" charset="0"/>
              </a:rPr>
              <a:t>✅ </a:t>
            </a:r>
            <a:r>
              <a:rPr lang="en-GB" sz="2400" b="1" dirty="0">
                <a:latin typeface="Comic Sans MS" panose="030F0702030302020204" pitchFamily="66" charset="0"/>
              </a:rPr>
              <a:t>Interpreters</a:t>
            </a:r>
            <a:r>
              <a:rPr lang="en-GB" sz="2400" dirty="0">
                <a:latin typeface="Comic Sans MS" panose="030F0702030302020204" pitchFamily="66" charset="0"/>
              </a:rPr>
              <a:t> translate and run </a:t>
            </a:r>
            <a:r>
              <a:rPr lang="en-GB" sz="2400" b="1" dirty="0">
                <a:latin typeface="Comic Sans MS" panose="030F0702030302020204" pitchFamily="66" charset="0"/>
              </a:rPr>
              <a:t>line-by-line</a:t>
            </a:r>
            <a:r>
              <a:rPr lang="en-GB" sz="2400" dirty="0">
                <a:latin typeface="Comic Sans MS" panose="030F0702030302020204" pitchFamily="66" charset="0"/>
              </a:rPr>
              <a:t>—</a:t>
            </a:r>
            <a:r>
              <a:rPr lang="en-GB" sz="2400" b="1" dirty="0">
                <a:latin typeface="Comic Sans MS" panose="030F0702030302020204" pitchFamily="66" charset="0"/>
              </a:rPr>
              <a:t>slower</a:t>
            </a:r>
            <a:r>
              <a:rPr lang="en-GB" sz="2400" dirty="0">
                <a:latin typeface="Comic Sans MS" panose="030F0702030302020204" pitchFamily="66" charset="0"/>
              </a:rPr>
              <a:t>, with </a:t>
            </a:r>
            <a:r>
              <a:rPr lang="en-GB" sz="2400" b="1" dirty="0">
                <a:latin typeface="Comic Sans MS" panose="030F0702030302020204" pitchFamily="66" charset="0"/>
              </a:rPr>
              <a:t>no .exe</a:t>
            </a:r>
            <a:r>
              <a:rPr lang="en-GB" sz="2400" dirty="0">
                <a:latin typeface="Comic Sans MS" panose="030F0702030302020204" pitchFamily="66" charset="0"/>
              </a:rPr>
              <a:t> saved.</a:t>
            </a:r>
          </a:p>
          <a:p>
            <a:r>
              <a:rPr lang="en-SE" sz="2400" dirty="0">
                <a:latin typeface="Comic Sans MS" panose="030F0702030302020204" pitchFamily="66" charset="0"/>
              </a:rPr>
              <a:t>✅ </a:t>
            </a:r>
            <a:r>
              <a:rPr lang="en-GB" sz="2400" b="1" dirty="0">
                <a:latin typeface="Comic Sans MS" panose="030F0702030302020204" pitchFamily="66" charset="0"/>
              </a:rPr>
              <a:t>Assemblers</a:t>
            </a:r>
            <a:r>
              <a:rPr lang="en-GB" sz="2400" dirty="0">
                <a:latin typeface="Comic Sans MS" panose="030F0702030302020204" pitchFamily="66" charset="0"/>
              </a:rPr>
              <a:t> handle </a:t>
            </a:r>
            <a:r>
              <a:rPr lang="en-GB" sz="2400" b="1" dirty="0">
                <a:latin typeface="Comic Sans MS" panose="030F0702030302020204" pitchFamily="66" charset="0"/>
              </a:rPr>
              <a:t>assembly → machine</a:t>
            </a:r>
            <a:r>
              <a:rPr lang="en-GB" sz="2400" dirty="0">
                <a:latin typeface="Comic Sans MS" panose="030F0702030302020204" pitchFamily="66" charset="0"/>
              </a:rPr>
              <a:t>.</a:t>
            </a:r>
            <a:br>
              <a:rPr lang="en-GB" sz="2400" dirty="0">
                <a:latin typeface="Comic Sans MS" panose="030F0702030302020204" pitchFamily="66" charset="0"/>
              </a:rPr>
            </a:br>
            <a:r>
              <a:rPr lang="en-GB" sz="2400" dirty="0">
                <a:latin typeface="Comic Sans MS" panose="030F0702030302020204" pitchFamily="66" charset="0"/>
              </a:rPr>
              <a:t>	Understanding these roles clarifies build vs run steps and helps you choose </a:t>
            </a:r>
            <a:r>
              <a:rPr lang="en-GB" sz="2400">
                <a:latin typeface="Comic Sans MS" panose="030F0702030302020204" pitchFamily="66" charset="0"/>
              </a:rPr>
              <a:t>the 	right </a:t>
            </a:r>
            <a:r>
              <a:rPr lang="en-GB" sz="2400" b="1" dirty="0">
                <a:latin typeface="Comic Sans MS" panose="030F0702030302020204" pitchFamily="66" charset="0"/>
              </a:rPr>
              <a:t>language/toolchain</a:t>
            </a:r>
            <a:r>
              <a:rPr lang="en-GB" sz="2400" dirty="0">
                <a:latin typeface="Comic Sans MS" panose="030F0702030302020204" pitchFamily="66" charset="0"/>
              </a:rPr>
              <a:t> for performance and productivity.</a:t>
            </a:r>
          </a:p>
        </p:txBody>
      </p:sp>
    </p:spTree>
    <p:extLst>
      <p:ext uri="{BB962C8B-B14F-4D97-AF65-F5344CB8AC3E}">
        <p14:creationId xmlns:p14="http://schemas.microsoft.com/office/powerpoint/2010/main" val="106479215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AAE4C6-4671-7ABB-DEC7-C93D3D3BBF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4">
            <a:extLst>
              <a:ext uri="{FF2B5EF4-FFF2-40B4-BE49-F238E27FC236}">
                <a16:creationId xmlns:a16="http://schemas.microsoft.com/office/drawing/2014/main" id="{36B4F463-11B6-D65B-4C5F-167F42EC86FA}"/>
              </a:ext>
            </a:extLst>
          </p:cNvPr>
          <p:cNvSpPr txBox="1">
            <a:spLocks/>
          </p:cNvSpPr>
          <p:nvPr/>
        </p:nvSpPr>
        <p:spPr>
          <a:xfrm>
            <a:off x="0" y="4712874"/>
            <a:ext cx="13411200" cy="632652"/>
          </a:xfrm>
          <a:prstGeom prst="rect">
            <a:avLst/>
          </a:prstGeom>
        </p:spPr>
        <p:txBody>
          <a:bodyPr vert="horz" wrap="square" lIns="0" tIns="16934" rIns="0" bIns="0" rtlCol="0">
            <a:spAutoFit/>
          </a:bodyPr>
          <a:lstStyle>
            <a:defPPr>
              <a:defRPr kern="0"/>
            </a:defPPr>
            <a:lvl1pPr>
              <a:defRPr>
                <a:latin typeface="+mj-lt"/>
                <a:ea typeface="+mj-ea"/>
                <a:cs typeface="+mj-cs"/>
              </a:defRPr>
            </a:lvl1pPr>
          </a:lstStyle>
          <a:p>
            <a:pPr marL="16932" algn="ctr">
              <a:spcBef>
                <a:spcPts val="133"/>
              </a:spcBef>
            </a:pPr>
            <a:r>
              <a:rPr lang="sv-SE" sz="4000" b="1" spc="-17" dirty="0" err="1">
                <a:solidFill>
                  <a:srgbClr val="FF0000"/>
                </a:solidFill>
                <a:latin typeface="Comic Sans MS"/>
              </a:rPr>
              <a:t>Thank</a:t>
            </a:r>
            <a:r>
              <a:rPr lang="sv-SE" sz="4000" b="1" spc="-17" dirty="0">
                <a:solidFill>
                  <a:srgbClr val="FF0000"/>
                </a:solidFill>
                <a:latin typeface="Comic Sans MS"/>
              </a:rPr>
              <a:t> </a:t>
            </a:r>
            <a:r>
              <a:rPr lang="sv-SE" sz="4000" b="1" spc="-17" dirty="0" err="1">
                <a:solidFill>
                  <a:srgbClr val="FF0000"/>
                </a:solidFill>
                <a:latin typeface="Comic Sans MS"/>
              </a:rPr>
              <a:t>you</a:t>
            </a:r>
            <a:r>
              <a:rPr lang="sv-SE" sz="4000" spc="-21" dirty="0">
                <a:solidFill>
                  <a:srgbClr val="FF0000"/>
                </a:solidFill>
              </a:rPr>
              <a:t> </a:t>
            </a:r>
            <a:r>
              <a:rPr lang="sv-SE" sz="4000" spc="-67" dirty="0">
                <a:solidFill>
                  <a:srgbClr val="FF0000"/>
                </a:solidFill>
                <a:latin typeface="Wingdings"/>
                <a:cs typeface="Wingdings"/>
              </a:rPr>
              <a:t></a:t>
            </a:r>
            <a:endParaRPr lang="sv-SE" sz="4000" dirty="0">
              <a:solidFill>
                <a:srgbClr val="FF0000"/>
              </a:solidFill>
              <a:latin typeface="Wingdings"/>
              <a:cs typeface="Wingdings"/>
            </a:endParaRPr>
          </a:p>
        </p:txBody>
      </p:sp>
    </p:spTree>
    <p:extLst>
      <p:ext uri="{BB962C8B-B14F-4D97-AF65-F5344CB8AC3E}">
        <p14:creationId xmlns:p14="http://schemas.microsoft.com/office/powerpoint/2010/main" val="425178967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3858</TotalTime>
  <Words>1262</Words>
  <Application>Microsoft Office PowerPoint</Application>
  <PresentationFormat>Custom</PresentationFormat>
  <Paragraphs>232</Paragraphs>
  <Slides>24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31" baseType="lpstr">
      <vt:lpstr>Arial MT</vt:lpstr>
      <vt:lpstr>Calibri</vt:lpstr>
      <vt:lpstr>Comic Sans MS</vt:lpstr>
      <vt:lpstr>Tahoma</vt:lpstr>
      <vt:lpstr>Times New Roman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Sara Alterkawi</dc:creator>
  <cp:lastModifiedBy>Sara Alterkawi</cp:lastModifiedBy>
  <cp:revision>385</cp:revision>
  <dcterms:created xsi:type="dcterms:W3CDTF">2025-12-09T17:44:59Z</dcterms:created>
  <dcterms:modified xsi:type="dcterms:W3CDTF">2026-01-16T18:01:44Z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2025-12-09T00:00:00Z</vt:filetime>
  </property>
  <property fmtid="{D5CDD505-2E9C-101B-9397-08002B2CF9AE}" pid="3" name="Creator">
    <vt:lpwstr>Microsoft® PowerPoint® 2016</vt:lpwstr>
  </property>
  <property fmtid="{D5CDD505-2E9C-101B-9397-08002B2CF9AE}" pid="4" name="LastSaved">
    <vt:filetime>2025-12-09T00:00:00Z</vt:filetime>
  </property>
  <property fmtid="{D5CDD505-2E9C-101B-9397-08002B2CF9AE}" pid="5" name="Producer">
    <vt:lpwstr>www.ilovepdf.com</vt:lpwstr>
  </property>
</Properties>
</file>