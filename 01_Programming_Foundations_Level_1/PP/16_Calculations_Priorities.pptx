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33" r:id="rId2"/>
    <p:sldId id="634" r:id="rId3"/>
    <p:sldId id="564" r:id="rId4"/>
    <p:sldId id="565" r:id="rId5"/>
    <p:sldId id="566" r:id="rId6"/>
    <p:sldId id="567" r:id="rId7"/>
    <p:sldId id="568" r:id="rId8"/>
    <p:sldId id="569" r:id="rId9"/>
    <p:sldId id="570" r:id="rId10"/>
    <p:sldId id="571" r:id="rId11"/>
    <p:sldId id="572" r:id="rId12"/>
    <p:sldId id="573" r:id="rId13"/>
    <p:sldId id="574" r:id="rId14"/>
    <p:sldId id="531" r:id="rId15"/>
    <p:sldId id="349" r:id="rId16"/>
    <p:sldId id="575" r:id="rId17"/>
    <p:sldId id="438" r:id="rId18"/>
    <p:sldId id="425" r:id="rId1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231887-7BEF-0E2A-4737-8A9E2AA5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A8496B6-BDFF-2C46-784A-E95D84B5D98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9AB369-15B2-4DBA-67B6-1C9DEFB2F36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852EB68-7F9E-3DD0-A982-B2EF10D21E6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6A1BE34-7B3C-13C8-E4AC-1EC4C98598E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14D2732-FCF4-63EC-86B3-4F7C6DD2D90E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Calculation Priorities</a:t>
            </a:r>
          </a:p>
        </p:txBody>
      </p:sp>
    </p:spTree>
    <p:extLst>
      <p:ext uri="{BB962C8B-B14F-4D97-AF65-F5344CB8AC3E}">
        <p14:creationId xmlns:p14="http://schemas.microsoft.com/office/powerpoint/2010/main" val="313222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EFCF7-66F2-6E93-3294-C6889F8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68305C-9D84-82AA-5F56-F7E45D7316D8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Calculation Priorities (Math &amp; Logic) — Do It In the Right Order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 huge part of programming (and math!) is </a:t>
            </a:r>
            <a:r>
              <a:rPr lang="en-GB" sz="2400" b="1" dirty="0">
                <a:latin typeface="Comic Sans MS" panose="030F0702030302020204" pitchFamily="66" charset="0"/>
              </a:rPr>
              <a:t>doing operations in the correct order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This lesson shows how to evaluate expressions correctly using </a:t>
            </a:r>
            <a:r>
              <a:rPr lang="en-GB" sz="2400" b="1" dirty="0">
                <a:latin typeface="Comic Sans MS" panose="030F0702030302020204" pitchFamily="66" charset="0"/>
              </a:rPr>
              <a:t>operation priorities</a:t>
            </a:r>
            <a:r>
              <a:rPr lang="en-GB" sz="2400" dirty="0">
                <a:latin typeface="Comic Sans MS" panose="030F0702030302020204" pitchFamily="66" charset="0"/>
              </a:rPr>
              <a:t> (parentheses, powers, multiply/divide, add/subtract) and </a:t>
            </a:r>
            <a:r>
              <a:rPr lang="en-GB" sz="2400" b="1" dirty="0">
                <a:latin typeface="Comic Sans MS" panose="030F0702030302020204" pitchFamily="66" charset="0"/>
              </a:rPr>
              <a:t>logic priorities</a:t>
            </a:r>
            <a:r>
              <a:rPr lang="en-GB" sz="2400" dirty="0">
                <a:latin typeface="Comic Sans MS" panose="030F0702030302020204" pitchFamily="66" charset="0"/>
              </a:rPr>
              <a:t> (NOT, AND, OR) — with step-by-step examples from the slides.</a:t>
            </a:r>
          </a:p>
        </p:txBody>
      </p:sp>
    </p:spTree>
    <p:extLst>
      <p:ext uri="{BB962C8B-B14F-4D97-AF65-F5344CB8AC3E}">
        <p14:creationId xmlns:p14="http://schemas.microsoft.com/office/powerpoint/2010/main" val="335310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3A5734-93A1-47E0-9B8F-38460520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4C8341-E1BF-C822-E077-C9F603EC731D}"/>
              </a:ext>
            </a:extLst>
          </p:cNvPr>
          <p:cNvSpPr txBox="1"/>
          <p:nvPr/>
        </p:nvSpPr>
        <p:spPr>
          <a:xfrm>
            <a:off x="381000" y="888075"/>
            <a:ext cx="12352767" cy="80684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73%</a:t>
            </a:r>
            <a:r>
              <a:rPr lang="en-GB" sz="4000" b="1" spc="-39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of</a:t>
            </a:r>
            <a:r>
              <a:rPr lang="en-GB" sz="4000" b="1" spc="-26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people</a:t>
            </a:r>
            <a:r>
              <a:rPr lang="en-GB" sz="4000" b="1" spc="-39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fail</a:t>
            </a:r>
            <a:r>
              <a:rPr lang="en-GB" sz="4000" b="1" spc="-52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-58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solve</a:t>
            </a:r>
            <a:r>
              <a:rPr lang="en-GB" sz="4000" b="1" spc="-78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this!</a:t>
            </a:r>
          </a:p>
          <a:p>
            <a:pPr marL="16435" algn="ctr">
              <a:spcBef>
                <a:spcPts val="2168"/>
              </a:spcBef>
            </a:pP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9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x</a:t>
            </a:r>
            <a:r>
              <a:rPr lang="en-GB" sz="4000" b="1" spc="19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+</a:t>
            </a:r>
            <a:r>
              <a:rPr lang="en-GB" sz="4000" b="1" spc="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x</a:t>
            </a:r>
            <a:r>
              <a:rPr lang="en-GB" sz="4000" b="1" spc="26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+</a:t>
            </a:r>
            <a:r>
              <a:rPr lang="en-GB" sz="4000" b="1" spc="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–</a:t>
            </a:r>
            <a:r>
              <a:rPr lang="en-GB" sz="4000" b="1" spc="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  <a:r>
              <a:rPr lang="en-GB" sz="4000" b="1" spc="-32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x</a:t>
            </a:r>
            <a:r>
              <a:rPr lang="en-GB" sz="4000" b="1" spc="26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65" dirty="0">
                <a:solidFill>
                  <a:schemeClr val="accent1"/>
                </a:solidFill>
                <a:latin typeface="Comic Sans MS" panose="030F0702030302020204" pitchFamily="66" charset="0"/>
              </a:rPr>
              <a:t>4</a:t>
            </a:r>
          </a:p>
          <a:p>
            <a:pPr marL="16435" algn="ctr">
              <a:spcBef>
                <a:spcPts val="2168"/>
              </a:spcBef>
            </a:pP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algn="l"/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Stop</a:t>
            </a:r>
            <a:r>
              <a:rPr lang="en-GB" sz="4000" spc="-97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4000" spc="-45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video</a:t>
            </a:r>
            <a:r>
              <a:rPr lang="en-GB" sz="4000" spc="-65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26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now,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try</a:t>
            </a:r>
            <a:r>
              <a:rPr lang="en-GB" sz="4000" spc="-52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4000" spc="-39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solve</a:t>
            </a:r>
            <a:r>
              <a:rPr lang="en-GB" sz="4000" spc="-39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32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it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4000" spc="-91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come</a:t>
            </a:r>
            <a:r>
              <a:rPr lang="en-GB" sz="4000" spc="-52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26" dirty="0">
                <a:solidFill>
                  <a:srgbClr val="000000"/>
                </a:solidFill>
                <a:latin typeface="Comic Sans MS" panose="030F0702030302020204" pitchFamily="66" charset="0"/>
                <a:cs typeface="Comic Sans MS"/>
              </a:rPr>
              <a:t>back </a:t>
            </a:r>
          </a:p>
          <a:p>
            <a:endParaRPr lang="en-GB" sz="4000" b="1" spc="-26" dirty="0">
              <a:solidFill>
                <a:srgbClr val="000000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sv-SE" sz="4000" b="1" spc="-13" dirty="0" err="1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Why</a:t>
            </a:r>
            <a:r>
              <a:rPr lang="sv-SE" sz="40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?!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endParaRPr lang="en-GB" sz="4000" dirty="0">
              <a:latin typeface="Comic Sans MS" panose="030F0702030302020204" pitchFamily="66" charset="0"/>
            </a:endParaRPr>
          </a:p>
          <a:p>
            <a:pPr algn="ctr" defTabSz="1183325">
              <a:lnSpc>
                <a:spcPts val="4089"/>
              </a:lnSpc>
              <a:spcBef>
                <a:spcPts val="116"/>
              </a:spcBef>
            </a:pP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sv-SE" sz="4000" b="1" spc="-12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answer</a:t>
            </a:r>
            <a:r>
              <a:rPr lang="sv-SE" sz="4000" b="1" spc="-97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32" dirty="0">
                <a:latin typeface="Comic Sans MS" panose="030F0702030302020204" pitchFamily="66" charset="0"/>
                <a:cs typeface="Comic Sans MS"/>
              </a:rPr>
              <a:t>is</a:t>
            </a:r>
            <a:endParaRPr lang="sv-SE" sz="4000" dirty="0">
              <a:latin typeface="Comic Sans MS" panose="030F0702030302020204" pitchFamily="66" charset="0"/>
              <a:cs typeface="Comic Sans MS"/>
            </a:endParaRPr>
          </a:p>
          <a:p>
            <a:pPr algn="ctr" defTabSz="1183325">
              <a:lnSpc>
                <a:spcPts val="5099"/>
              </a:lnSpc>
            </a:pPr>
            <a:r>
              <a:rPr lang="sv-SE" sz="4000" b="1" spc="-3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20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— yet the correct answer is </a:t>
            </a:r>
            <a:r>
              <a:rPr lang="en-GB" sz="2400" b="1" dirty="0">
                <a:latin typeface="Comic Sans MS" panose="030F0702030302020204" pitchFamily="66" charset="0"/>
              </a:rPr>
              <a:t>20</a:t>
            </a:r>
            <a:r>
              <a:rPr lang="en-GB" sz="2400" dirty="0">
                <a:latin typeface="Comic Sans MS" panose="030F0702030302020204" pitchFamily="66" charset="0"/>
              </a:rPr>
              <a:t> when you </a:t>
            </a:r>
            <a:r>
              <a:rPr lang="en-GB" sz="2400" u="sng" dirty="0">
                <a:latin typeface="Comic Sans MS" panose="030F0702030302020204" pitchFamily="66" charset="0"/>
              </a:rPr>
              <a:t>respect the rules</a:t>
            </a:r>
            <a:r>
              <a:rPr lang="en-GB" sz="2400" dirty="0">
                <a:latin typeface="Comic Sans MS" panose="030F0702030302020204" pitchFamily="66" charset="0"/>
              </a:rPr>
              <a:t>. (not 36, 52, etc.).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Reason: priority for </a:t>
            </a:r>
            <a:r>
              <a:rPr lang="en-GB" sz="2400" b="1" dirty="0">
                <a:latin typeface="Comic Sans MS" panose="030F0702030302020204" pitchFamily="66" charset="0"/>
              </a:rPr>
              <a:t>× and ÷</a:t>
            </a:r>
            <a:r>
              <a:rPr lang="en-GB" sz="2400" dirty="0">
                <a:latin typeface="Comic Sans MS" panose="030F0702030302020204" pitchFamily="66" charset="0"/>
              </a:rPr>
              <a:t> before </a:t>
            </a:r>
            <a:r>
              <a:rPr lang="en-GB" sz="2400" b="1" dirty="0">
                <a:latin typeface="Comic Sans MS" panose="030F0702030302020204" pitchFamily="66" charset="0"/>
              </a:rPr>
              <a:t>+ and −</a:t>
            </a:r>
            <a:r>
              <a:rPr lang="en-GB" sz="2400" dirty="0">
                <a:latin typeface="Comic Sans MS" panose="030F0702030302020204" pitchFamily="66" charset="0"/>
              </a:rPr>
              <a:t>, and for the </a:t>
            </a:r>
            <a:r>
              <a:rPr lang="en-GB" sz="2400" b="1" dirty="0">
                <a:latin typeface="Comic Sans MS" panose="030F0702030302020204" pitchFamily="66" charset="0"/>
              </a:rPr>
              <a:t>same rank</a:t>
            </a:r>
            <a:r>
              <a:rPr lang="en-GB" sz="2400" dirty="0">
                <a:latin typeface="Comic Sans MS" panose="030F0702030302020204" pitchFamily="66" charset="0"/>
              </a:rPr>
              <a:t>, go </a:t>
            </a:r>
            <a:r>
              <a:rPr lang="en-GB" sz="2400" b="1" dirty="0">
                <a:latin typeface="Comic Sans MS" panose="030F0702030302020204" pitchFamily="66" charset="0"/>
              </a:rPr>
              <a:t>left to right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779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C61C10-0AD2-0AAA-2813-01450837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514E4EF-F80C-7279-E585-F2712BA325C1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Order</a:t>
            </a:r>
            <a:r>
              <a:rPr lang="sv-SE" sz="4000" b="1" spc="13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of</a:t>
            </a:r>
            <a:r>
              <a:rPr lang="sv-SE" sz="4000" b="1" spc="-13" dirty="0">
                <a:latin typeface="Comic Sans MS" panose="030F0702030302020204" pitchFamily="66" charset="0"/>
              </a:rPr>
              <a:t> Operations</a:t>
            </a: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P</a:t>
            </a:r>
            <a:r>
              <a:rPr lang="en-GB" sz="2400" dirty="0">
                <a:latin typeface="Comic Sans MS" panose="030F0702030302020204" pitchFamily="66" charset="0"/>
              </a:rPr>
              <a:t>arentheses/</a:t>
            </a:r>
            <a:r>
              <a:rPr lang="en-GB" sz="2400" b="1" dirty="0">
                <a:latin typeface="Comic Sans MS" panose="030F0702030302020204" pitchFamily="66" charset="0"/>
              </a:rPr>
              <a:t>B</a:t>
            </a:r>
            <a:r>
              <a:rPr lang="en-GB" sz="2400" dirty="0">
                <a:latin typeface="Comic Sans MS" panose="030F0702030302020204" pitchFamily="66" charset="0"/>
              </a:rPr>
              <a:t>rackets first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E</a:t>
            </a:r>
            <a:r>
              <a:rPr lang="en-GB" sz="2400" dirty="0">
                <a:latin typeface="Comic Sans MS" panose="030F0702030302020204" pitchFamily="66" charset="0"/>
              </a:rPr>
              <a:t>xponents/</a:t>
            </a:r>
            <a:r>
              <a:rPr lang="en-GB" sz="2400" b="1" dirty="0">
                <a:latin typeface="Comic Sans MS" panose="030F0702030302020204" pitchFamily="66" charset="0"/>
              </a:rPr>
              <a:t>O</a:t>
            </a:r>
            <a:r>
              <a:rPr lang="en-GB" sz="2400" dirty="0">
                <a:latin typeface="Comic Sans MS" panose="030F0702030302020204" pitchFamily="66" charset="0"/>
              </a:rPr>
              <a:t>rders (e.g., 2²)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M/D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M</a:t>
            </a:r>
            <a:r>
              <a:rPr lang="en-GB" sz="2400" dirty="0">
                <a:latin typeface="Comic Sans MS" panose="030F0702030302020204" pitchFamily="66" charset="0"/>
              </a:rPr>
              <a:t>ultiply &amp; </a:t>
            </a:r>
            <a:r>
              <a:rPr lang="en-GB" sz="2400" b="1" dirty="0">
                <a:latin typeface="Comic Sans MS" panose="030F0702030302020204" pitchFamily="66" charset="0"/>
              </a:rPr>
              <a:t>D</a:t>
            </a:r>
            <a:r>
              <a:rPr lang="en-GB" sz="2400" dirty="0">
                <a:latin typeface="Comic Sans MS" panose="030F0702030302020204" pitchFamily="66" charset="0"/>
              </a:rPr>
              <a:t>ivide (</a:t>
            </a:r>
            <a:r>
              <a:rPr lang="en-GB" sz="2400" dirty="0" err="1">
                <a:latin typeface="Comic Sans MS" panose="030F0702030302020204" pitchFamily="66" charset="0"/>
              </a:rPr>
              <a:t>left→right</a:t>
            </a:r>
            <a:r>
              <a:rPr lang="en-GB" sz="2400" dirty="0">
                <a:latin typeface="Comic Sans MS" panose="030F0702030302020204" pitchFamily="66" charset="0"/>
              </a:rPr>
              <a:t>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A/S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A</a:t>
            </a:r>
            <a:r>
              <a:rPr lang="en-GB" sz="2400" dirty="0">
                <a:latin typeface="Comic Sans MS" panose="030F0702030302020204" pitchFamily="66" charset="0"/>
              </a:rPr>
              <a:t>dd &amp; </a:t>
            </a:r>
            <a:r>
              <a:rPr lang="en-GB" sz="2400" b="1" dirty="0">
                <a:latin typeface="Comic Sans MS" panose="030F0702030302020204" pitchFamily="66" charset="0"/>
              </a:rPr>
              <a:t>S</a:t>
            </a:r>
            <a:r>
              <a:rPr lang="en-GB" sz="2400" dirty="0">
                <a:latin typeface="Comic Sans MS" panose="030F0702030302020204" pitchFamily="66" charset="0"/>
              </a:rPr>
              <a:t>ubtract (</a:t>
            </a:r>
            <a:r>
              <a:rPr lang="en-GB" sz="2400" dirty="0" err="1">
                <a:latin typeface="Comic Sans MS" panose="030F0702030302020204" pitchFamily="66" charset="0"/>
              </a:rPr>
              <a:t>left→right</a:t>
            </a:r>
            <a:r>
              <a:rPr lang="en-GB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Keep in mind </a:t>
            </a:r>
            <a:r>
              <a:rPr lang="en-GB" sz="2400" b="1" dirty="0">
                <a:latin typeface="Comic Sans MS" panose="030F0702030302020204" pitchFamily="66" charset="0"/>
              </a:rPr>
              <a:t>parentheses first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left-to-right</a:t>
            </a:r>
            <a:r>
              <a:rPr lang="en-GB" sz="2400" dirty="0">
                <a:latin typeface="Comic Sans MS" panose="030F0702030302020204" pitchFamily="66" charset="0"/>
              </a:rPr>
              <a:t> for same-priority ops.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6849" y="3062881"/>
            <a:ext cx="7464909" cy="2938020"/>
          </a:xfrm>
          <a:prstGeom prst="rect">
            <a:avLst/>
          </a:prstGeom>
        </p:spPr>
      </p:pic>
      <p:grpSp>
        <p:nvGrpSpPr>
          <p:cNvPr id="4" name="object 3"/>
          <p:cNvGrpSpPr/>
          <p:nvPr/>
        </p:nvGrpSpPr>
        <p:grpSpPr>
          <a:xfrm>
            <a:off x="2532350" y="6058706"/>
            <a:ext cx="7384378" cy="654946"/>
            <a:chOff x="1804416" y="4681727"/>
            <a:chExt cx="5706110" cy="506095"/>
          </a:xfrm>
        </p:grpSpPr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416" y="4681727"/>
              <a:ext cx="5705855" cy="505967"/>
            </a:xfrm>
            <a:prstGeom prst="rect">
              <a:avLst/>
            </a:prstGeom>
          </p:spPr>
        </p:pic>
        <p:sp>
          <p:nvSpPr>
            <p:cNvPr id="6" name="object 5"/>
            <p:cNvSpPr/>
            <p:nvPr/>
          </p:nvSpPr>
          <p:spPr>
            <a:xfrm>
              <a:off x="1866900" y="4751831"/>
              <a:ext cx="5588635" cy="382905"/>
            </a:xfrm>
            <a:custGeom>
              <a:avLst/>
              <a:gdLst/>
              <a:ahLst/>
              <a:cxnLst/>
              <a:rect l="l" t="t" r="r" b="b"/>
              <a:pathLst>
                <a:path w="5588634" h="382904">
                  <a:moveTo>
                    <a:pt x="5396483" y="382523"/>
                  </a:moveTo>
                  <a:lnTo>
                    <a:pt x="5396483" y="286512"/>
                  </a:lnTo>
                  <a:lnTo>
                    <a:pt x="0" y="286512"/>
                  </a:lnTo>
                  <a:lnTo>
                    <a:pt x="0" y="94487"/>
                  </a:lnTo>
                  <a:lnTo>
                    <a:pt x="5396483" y="94487"/>
                  </a:lnTo>
                  <a:lnTo>
                    <a:pt x="5396483" y="0"/>
                  </a:lnTo>
                  <a:lnTo>
                    <a:pt x="5588507" y="190500"/>
                  </a:lnTo>
                  <a:lnTo>
                    <a:pt x="5396483" y="38252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" name="object 6"/>
            <p:cNvSpPr/>
            <p:nvPr/>
          </p:nvSpPr>
          <p:spPr>
            <a:xfrm>
              <a:off x="1866900" y="4751831"/>
              <a:ext cx="5588635" cy="382905"/>
            </a:xfrm>
            <a:custGeom>
              <a:avLst/>
              <a:gdLst/>
              <a:ahLst/>
              <a:cxnLst/>
              <a:rect l="l" t="t" r="r" b="b"/>
              <a:pathLst>
                <a:path w="5588634" h="382904">
                  <a:moveTo>
                    <a:pt x="0" y="94487"/>
                  </a:moveTo>
                  <a:lnTo>
                    <a:pt x="5396483" y="94487"/>
                  </a:lnTo>
                  <a:lnTo>
                    <a:pt x="5396483" y="0"/>
                  </a:lnTo>
                  <a:lnTo>
                    <a:pt x="5588507" y="190500"/>
                  </a:lnTo>
                  <a:lnTo>
                    <a:pt x="5396483" y="382523"/>
                  </a:lnTo>
                  <a:lnTo>
                    <a:pt x="5396483" y="286512"/>
                  </a:lnTo>
                  <a:lnTo>
                    <a:pt x="0" y="286512"/>
                  </a:lnTo>
                  <a:lnTo>
                    <a:pt x="0" y="94487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7"/>
          <p:cNvSpPr txBox="1"/>
          <p:nvPr/>
        </p:nvSpPr>
        <p:spPr>
          <a:xfrm>
            <a:off x="4959574" y="6661613"/>
            <a:ext cx="1814456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dirty="0">
                <a:latin typeface="Calibri"/>
                <a:cs typeface="Calibri"/>
              </a:rPr>
              <a:t>From</a:t>
            </a:r>
            <a:r>
              <a:rPr sz="1876" spc="52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Left</a:t>
            </a:r>
            <a:r>
              <a:rPr sz="1876" spc="39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to</a:t>
            </a:r>
            <a:r>
              <a:rPr sz="1876" spc="32" dirty="0">
                <a:latin typeface="Calibri"/>
                <a:cs typeface="Calibri"/>
              </a:rPr>
              <a:t> </a:t>
            </a:r>
            <a:r>
              <a:rPr sz="1876" spc="-26" dirty="0">
                <a:latin typeface="Calibri"/>
                <a:cs typeface="Calibri"/>
              </a:rPr>
              <a:t>Right</a:t>
            </a:r>
            <a:endParaRPr sz="1876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636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852EA5-1063-281D-5EE5-C3BF736D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8F9B0F-A476-F121-2021-99B26B7666EE}"/>
              </a:ext>
            </a:extLst>
          </p:cNvPr>
          <p:cNvSpPr txBox="1"/>
          <p:nvPr/>
        </p:nvSpPr>
        <p:spPr>
          <a:xfrm>
            <a:off x="381000" y="888075"/>
            <a:ext cx="12352767" cy="1412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1: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  <a:endParaRPr lang="sv-SE" sz="4000" dirty="0">
              <a:latin typeface="Comic Sans MS"/>
              <a:cs typeface="Comic Sans MS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133600" y="2362200"/>
            <a:ext cx="7965582" cy="923621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</a:pPr>
            <a:r>
              <a:rPr dirty="0">
                <a:solidFill>
                  <a:schemeClr val="tx1"/>
                </a:solidFill>
              </a:rPr>
              <a:t>4 x 4</a:t>
            </a:r>
            <a:r>
              <a:rPr spc="39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+ 4 x</a:t>
            </a:r>
            <a:r>
              <a:rPr spc="4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4</a:t>
            </a:r>
            <a:r>
              <a:rPr spc="-6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+</a:t>
            </a:r>
            <a:r>
              <a:rPr spc="6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4</a:t>
            </a:r>
            <a:r>
              <a:rPr spc="39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–</a:t>
            </a:r>
            <a:r>
              <a:rPr spc="-6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4</a:t>
            </a:r>
            <a:r>
              <a:rPr spc="6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x </a:t>
            </a:r>
            <a:r>
              <a:rPr spc="-65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8251179" y="6505746"/>
            <a:ext cx="729727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omic Sans MS"/>
                <a:cs typeface="Comic Sans MS"/>
              </a:rPr>
              <a:t>=20</a:t>
            </a:r>
            <a:endParaRPr sz="2976">
              <a:latin typeface="Comic Sans MS"/>
              <a:cs typeface="Comic Sans MS"/>
            </a:endParaRPr>
          </a:p>
        </p:txBody>
      </p:sp>
      <p:pic>
        <p:nvPicPr>
          <p:cNvPr id="1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12" name="object 6"/>
          <p:cNvSpPr/>
          <p:nvPr/>
        </p:nvSpPr>
        <p:spPr>
          <a:xfrm>
            <a:off x="3695969" y="3989833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4" h="398145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728"/>
                </a:lnTo>
                <a:lnTo>
                  <a:pt x="377680" y="285685"/>
                </a:lnTo>
                <a:lnTo>
                  <a:pt x="354336" y="322763"/>
                </a:lnTo>
                <a:lnTo>
                  <a:pt x="323687" y="353736"/>
                </a:lnTo>
                <a:lnTo>
                  <a:pt x="286907" y="377378"/>
                </a:lnTo>
                <a:lnTo>
                  <a:pt x="245168" y="392463"/>
                </a:lnTo>
                <a:lnTo>
                  <a:pt x="199643" y="397763"/>
                </a:lnTo>
                <a:lnTo>
                  <a:pt x="154035" y="392463"/>
                </a:lnTo>
                <a:lnTo>
                  <a:pt x="112078" y="377378"/>
                </a:lnTo>
                <a:lnTo>
                  <a:pt x="75000" y="353736"/>
                </a:lnTo>
                <a:lnTo>
                  <a:pt x="44027" y="322763"/>
                </a:lnTo>
                <a:lnTo>
                  <a:pt x="20385" y="285685"/>
                </a:lnTo>
                <a:lnTo>
                  <a:pt x="5300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3" name="object 7"/>
          <p:cNvSpPr txBox="1"/>
          <p:nvPr/>
        </p:nvSpPr>
        <p:spPr>
          <a:xfrm>
            <a:off x="3874827" y="4068084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4" name="object 8"/>
          <p:cNvGrpSpPr/>
          <p:nvPr/>
        </p:nvGrpSpPr>
        <p:grpSpPr>
          <a:xfrm>
            <a:off x="3507538" y="3272842"/>
            <a:ext cx="2763595" cy="1278666"/>
            <a:chOff x="2557970" y="2529014"/>
            <a:chExt cx="2135505" cy="988060"/>
          </a:xfrm>
        </p:grpSpPr>
        <p:sp>
          <p:nvSpPr>
            <p:cNvPr id="15" name="object 9"/>
            <p:cNvSpPr/>
            <p:nvPr/>
          </p:nvSpPr>
          <p:spPr>
            <a:xfrm>
              <a:off x="2563367" y="2534411"/>
              <a:ext cx="718185" cy="548640"/>
            </a:xfrm>
            <a:custGeom>
              <a:avLst/>
              <a:gdLst/>
              <a:ahLst/>
              <a:cxnLst/>
              <a:rect l="l" t="t" r="r" b="b"/>
              <a:pathLst>
                <a:path w="718185" h="548639">
                  <a:moveTo>
                    <a:pt x="717804" y="0"/>
                  </a:moveTo>
                  <a:lnTo>
                    <a:pt x="339851" y="548640"/>
                  </a:lnTo>
                </a:path>
                <a:path w="718185" h="548639">
                  <a:moveTo>
                    <a:pt x="0" y="0"/>
                  </a:moveTo>
                  <a:lnTo>
                    <a:pt x="339851" y="54864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6" name="object 10"/>
            <p:cNvSpPr/>
            <p:nvPr/>
          </p:nvSpPr>
          <p:spPr>
            <a:xfrm>
              <a:off x="4290059" y="3113531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7" name="object 11"/>
          <p:cNvSpPr txBox="1"/>
          <p:nvPr/>
        </p:nvSpPr>
        <p:spPr>
          <a:xfrm>
            <a:off x="5925864" y="410749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2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8" name="object 12"/>
          <p:cNvGrpSpPr/>
          <p:nvPr/>
        </p:nvGrpSpPr>
        <p:grpSpPr>
          <a:xfrm>
            <a:off x="5560635" y="3312286"/>
            <a:ext cx="3680684" cy="1239221"/>
            <a:chOff x="4144454" y="2559494"/>
            <a:chExt cx="2844165" cy="957580"/>
          </a:xfrm>
        </p:grpSpPr>
        <p:sp>
          <p:nvSpPr>
            <p:cNvPr id="19" name="object 13"/>
            <p:cNvSpPr/>
            <p:nvPr/>
          </p:nvSpPr>
          <p:spPr>
            <a:xfrm>
              <a:off x="4149851" y="2564892"/>
              <a:ext cx="716280" cy="548640"/>
            </a:xfrm>
            <a:custGeom>
              <a:avLst/>
              <a:gdLst/>
              <a:ahLst/>
              <a:cxnLst/>
              <a:rect l="l" t="t" r="r" b="b"/>
              <a:pathLst>
                <a:path w="716279" h="548639">
                  <a:moveTo>
                    <a:pt x="716280" y="0"/>
                  </a:moveTo>
                  <a:lnTo>
                    <a:pt x="338328" y="548640"/>
                  </a:lnTo>
                </a:path>
                <a:path w="716279" h="548639">
                  <a:moveTo>
                    <a:pt x="0" y="0"/>
                  </a:moveTo>
                  <a:lnTo>
                    <a:pt x="338328" y="54864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0" name="object 14"/>
            <p:cNvSpPr/>
            <p:nvPr/>
          </p:nvSpPr>
          <p:spPr>
            <a:xfrm>
              <a:off x="6585203" y="3113531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300" y="152595"/>
                  </a:lnTo>
                  <a:lnTo>
                    <a:pt x="20385" y="110856"/>
                  </a:lnTo>
                  <a:lnTo>
                    <a:pt x="44027" y="74076"/>
                  </a:lnTo>
                  <a:lnTo>
                    <a:pt x="75000" y="43427"/>
                  </a:lnTo>
                  <a:lnTo>
                    <a:pt x="112078" y="20083"/>
                  </a:lnTo>
                  <a:lnTo>
                    <a:pt x="154035" y="5216"/>
                  </a:lnTo>
                  <a:lnTo>
                    <a:pt x="199643" y="0"/>
                  </a:lnTo>
                  <a:lnTo>
                    <a:pt x="245168" y="5216"/>
                  </a:lnTo>
                  <a:lnTo>
                    <a:pt x="286907" y="20083"/>
                  </a:lnTo>
                  <a:lnTo>
                    <a:pt x="323687" y="43427"/>
                  </a:lnTo>
                  <a:lnTo>
                    <a:pt x="354336" y="74076"/>
                  </a:lnTo>
                  <a:lnTo>
                    <a:pt x="377680" y="110856"/>
                  </a:lnTo>
                  <a:lnTo>
                    <a:pt x="392547" y="152595"/>
                  </a:lnTo>
                  <a:lnTo>
                    <a:pt x="397763" y="198119"/>
                  </a:lnTo>
                  <a:lnTo>
                    <a:pt x="392547" y="243728"/>
                  </a:lnTo>
                  <a:lnTo>
                    <a:pt x="377680" y="285685"/>
                  </a:lnTo>
                  <a:lnTo>
                    <a:pt x="354336" y="322763"/>
                  </a:lnTo>
                  <a:lnTo>
                    <a:pt x="323687" y="353736"/>
                  </a:lnTo>
                  <a:lnTo>
                    <a:pt x="286907" y="377378"/>
                  </a:lnTo>
                  <a:lnTo>
                    <a:pt x="245168" y="392463"/>
                  </a:lnTo>
                  <a:lnTo>
                    <a:pt x="199643" y="397763"/>
                  </a:lnTo>
                  <a:lnTo>
                    <a:pt x="154035" y="392463"/>
                  </a:lnTo>
                  <a:lnTo>
                    <a:pt x="112078" y="377378"/>
                  </a:lnTo>
                  <a:lnTo>
                    <a:pt x="75000" y="353736"/>
                  </a:lnTo>
                  <a:lnTo>
                    <a:pt x="44027" y="322763"/>
                  </a:lnTo>
                  <a:lnTo>
                    <a:pt x="20385" y="285685"/>
                  </a:lnTo>
                  <a:lnTo>
                    <a:pt x="5300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1" name="object 15"/>
          <p:cNvSpPr txBox="1"/>
          <p:nvPr/>
        </p:nvSpPr>
        <p:spPr>
          <a:xfrm>
            <a:off x="8898082" y="410749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22" name="object 16"/>
          <p:cNvGrpSpPr/>
          <p:nvPr/>
        </p:nvGrpSpPr>
        <p:grpSpPr>
          <a:xfrm>
            <a:off x="4128793" y="3231425"/>
            <a:ext cx="5345579" cy="3751356"/>
            <a:chOff x="3038030" y="2497010"/>
            <a:chExt cx="4130675" cy="2898775"/>
          </a:xfrm>
        </p:grpSpPr>
        <p:sp>
          <p:nvSpPr>
            <p:cNvPr id="23" name="object 17"/>
            <p:cNvSpPr/>
            <p:nvPr/>
          </p:nvSpPr>
          <p:spPr>
            <a:xfrm>
              <a:off x="6444996" y="2564892"/>
              <a:ext cx="718185" cy="548640"/>
            </a:xfrm>
            <a:custGeom>
              <a:avLst/>
              <a:gdLst/>
              <a:ahLst/>
              <a:cxnLst/>
              <a:rect l="l" t="t" r="r" b="b"/>
              <a:pathLst>
                <a:path w="718184" h="548639">
                  <a:moveTo>
                    <a:pt x="717803" y="0"/>
                  </a:moveTo>
                  <a:lnTo>
                    <a:pt x="339851" y="548640"/>
                  </a:lnTo>
                </a:path>
                <a:path w="718184" h="548639">
                  <a:moveTo>
                    <a:pt x="0" y="0"/>
                  </a:moveTo>
                  <a:lnTo>
                    <a:pt x="339851" y="54864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4" name="object 18"/>
            <p:cNvSpPr/>
            <p:nvPr/>
          </p:nvSpPr>
          <p:spPr>
            <a:xfrm>
              <a:off x="3523488" y="3991356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5" name="object 19"/>
            <p:cNvSpPr/>
            <p:nvPr/>
          </p:nvSpPr>
          <p:spPr>
            <a:xfrm>
              <a:off x="3722369" y="2534412"/>
              <a:ext cx="0" cy="1457325"/>
            </a:xfrm>
            <a:custGeom>
              <a:avLst/>
              <a:gdLst/>
              <a:ahLst/>
              <a:cxnLst/>
              <a:rect l="l" t="t" r="r" b="b"/>
              <a:pathLst>
                <a:path h="1457325">
                  <a:moveTo>
                    <a:pt x="0" y="0"/>
                  </a:moveTo>
                  <a:lnTo>
                    <a:pt x="0" y="1456944"/>
                  </a:lnTo>
                </a:path>
              </a:pathLst>
            </a:custGeom>
            <a:ln w="10668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6" name="object 20"/>
            <p:cNvSpPr/>
            <p:nvPr/>
          </p:nvSpPr>
          <p:spPr>
            <a:xfrm>
              <a:off x="3043427" y="3421380"/>
              <a:ext cx="1304925" cy="628015"/>
            </a:xfrm>
            <a:custGeom>
              <a:avLst/>
              <a:gdLst/>
              <a:ahLst/>
              <a:cxnLst/>
              <a:rect l="l" t="t" r="r" b="b"/>
              <a:pathLst>
                <a:path w="1304925" h="628014">
                  <a:moveTo>
                    <a:pt x="1304544" y="30479"/>
                  </a:moveTo>
                  <a:lnTo>
                    <a:pt x="818388" y="627887"/>
                  </a:lnTo>
                </a:path>
                <a:path w="1304925" h="628014">
                  <a:moveTo>
                    <a:pt x="0" y="0"/>
                  </a:moveTo>
                  <a:lnTo>
                    <a:pt x="537972" y="627887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7" name="object 21"/>
            <p:cNvSpPr/>
            <p:nvPr/>
          </p:nvSpPr>
          <p:spPr>
            <a:xfrm>
              <a:off x="5056632" y="4515612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8" name="object 22"/>
            <p:cNvSpPr/>
            <p:nvPr/>
          </p:nvSpPr>
          <p:spPr>
            <a:xfrm>
              <a:off x="5255514" y="2502407"/>
              <a:ext cx="0" cy="2013585"/>
            </a:xfrm>
            <a:custGeom>
              <a:avLst/>
              <a:gdLst/>
              <a:ahLst/>
              <a:cxnLst/>
              <a:rect l="l" t="t" r="r" b="b"/>
              <a:pathLst>
                <a:path h="2013585">
                  <a:moveTo>
                    <a:pt x="0" y="0"/>
                  </a:moveTo>
                  <a:lnTo>
                    <a:pt x="0" y="2013204"/>
                  </a:lnTo>
                </a:path>
              </a:pathLst>
            </a:custGeom>
            <a:ln w="10668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9" name="object 23"/>
            <p:cNvSpPr/>
            <p:nvPr/>
          </p:nvSpPr>
          <p:spPr>
            <a:xfrm>
              <a:off x="3921252" y="2534411"/>
              <a:ext cx="1760220" cy="2179320"/>
            </a:xfrm>
            <a:custGeom>
              <a:avLst/>
              <a:gdLst/>
              <a:ahLst/>
              <a:cxnLst/>
              <a:rect l="l" t="t" r="r" b="b"/>
              <a:pathLst>
                <a:path w="1760220" h="2179320">
                  <a:moveTo>
                    <a:pt x="0" y="1655064"/>
                  </a:moveTo>
                  <a:lnTo>
                    <a:pt x="1135380" y="2179320"/>
                  </a:lnTo>
                </a:path>
                <a:path w="1760220" h="2179320">
                  <a:moveTo>
                    <a:pt x="1760219" y="0"/>
                  </a:moveTo>
                  <a:lnTo>
                    <a:pt x="1475232" y="2039112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0" name="object 24"/>
            <p:cNvSpPr/>
            <p:nvPr/>
          </p:nvSpPr>
          <p:spPr>
            <a:xfrm>
              <a:off x="5832348" y="4994148"/>
              <a:ext cx="398145" cy="396240"/>
            </a:xfrm>
            <a:custGeom>
              <a:avLst/>
              <a:gdLst/>
              <a:ahLst/>
              <a:cxnLst/>
              <a:rect l="l" t="t" r="r" b="b"/>
              <a:pathLst>
                <a:path w="398145" h="396239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644"/>
                  </a:lnTo>
                  <a:lnTo>
                    <a:pt x="377378" y="285383"/>
                  </a:lnTo>
                  <a:lnTo>
                    <a:pt x="353736" y="322163"/>
                  </a:lnTo>
                  <a:lnTo>
                    <a:pt x="322763" y="352812"/>
                  </a:lnTo>
                  <a:lnTo>
                    <a:pt x="285685" y="376156"/>
                  </a:lnTo>
                  <a:lnTo>
                    <a:pt x="243728" y="391023"/>
                  </a:lnTo>
                  <a:lnTo>
                    <a:pt x="198119" y="396239"/>
                  </a:lnTo>
                  <a:lnTo>
                    <a:pt x="152595" y="391023"/>
                  </a:lnTo>
                  <a:lnTo>
                    <a:pt x="110856" y="376156"/>
                  </a:lnTo>
                  <a:lnTo>
                    <a:pt x="74076" y="352812"/>
                  </a:lnTo>
                  <a:lnTo>
                    <a:pt x="43427" y="322163"/>
                  </a:lnTo>
                  <a:lnTo>
                    <a:pt x="20083" y="285383"/>
                  </a:lnTo>
                  <a:lnTo>
                    <a:pt x="5216" y="243644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1" name="object 25"/>
          <p:cNvSpPr txBox="1"/>
          <p:nvPr/>
        </p:nvSpPr>
        <p:spPr>
          <a:xfrm>
            <a:off x="7921881" y="6541245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6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32" name="object 26"/>
          <p:cNvGrpSpPr/>
          <p:nvPr/>
        </p:nvGrpSpPr>
        <p:grpSpPr>
          <a:xfrm>
            <a:off x="7170060" y="3133882"/>
            <a:ext cx="1814456" cy="3592755"/>
            <a:chOff x="5388101" y="2421636"/>
            <a:chExt cx="1402080" cy="2776220"/>
          </a:xfrm>
        </p:grpSpPr>
        <p:sp>
          <p:nvSpPr>
            <p:cNvPr id="33" name="object 27"/>
            <p:cNvSpPr/>
            <p:nvPr/>
          </p:nvSpPr>
          <p:spPr>
            <a:xfrm>
              <a:off x="6017513" y="2421636"/>
              <a:ext cx="0" cy="2573020"/>
            </a:xfrm>
            <a:custGeom>
              <a:avLst/>
              <a:gdLst/>
              <a:ahLst/>
              <a:cxnLst/>
              <a:rect l="l" t="t" r="r" b="b"/>
              <a:pathLst>
                <a:path h="2573020">
                  <a:moveTo>
                    <a:pt x="0" y="0"/>
                  </a:moveTo>
                  <a:lnTo>
                    <a:pt x="0" y="2572511"/>
                  </a:lnTo>
                </a:path>
              </a:pathLst>
            </a:custGeom>
            <a:ln w="38100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4" name="object 28"/>
            <p:cNvSpPr/>
            <p:nvPr/>
          </p:nvSpPr>
          <p:spPr>
            <a:xfrm>
              <a:off x="5393435" y="3511296"/>
              <a:ext cx="1391920" cy="1681480"/>
            </a:xfrm>
            <a:custGeom>
              <a:avLst/>
              <a:gdLst/>
              <a:ahLst/>
              <a:cxnLst/>
              <a:rect l="l" t="t" r="r" b="b"/>
              <a:pathLst>
                <a:path w="1391920" h="1681479">
                  <a:moveTo>
                    <a:pt x="438912" y="1680971"/>
                  </a:moveTo>
                  <a:lnTo>
                    <a:pt x="0" y="1330451"/>
                  </a:lnTo>
                </a:path>
                <a:path w="1391920" h="1681479">
                  <a:moveTo>
                    <a:pt x="778764" y="1540764"/>
                  </a:moveTo>
                  <a:lnTo>
                    <a:pt x="1391412" y="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5" name="object 29"/>
          <p:cNvSpPr txBox="1"/>
          <p:nvPr/>
        </p:nvSpPr>
        <p:spPr>
          <a:xfrm>
            <a:off x="4213959" y="4056262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6" name="object 30"/>
          <p:cNvSpPr txBox="1"/>
          <p:nvPr/>
        </p:nvSpPr>
        <p:spPr>
          <a:xfrm>
            <a:off x="6267145" y="4085876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7" name="object 31"/>
          <p:cNvSpPr txBox="1"/>
          <p:nvPr/>
        </p:nvSpPr>
        <p:spPr>
          <a:xfrm>
            <a:off x="9299660" y="4085876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8" name="object 32"/>
          <p:cNvSpPr txBox="1"/>
          <p:nvPr/>
        </p:nvSpPr>
        <p:spPr>
          <a:xfrm>
            <a:off x="4772215" y="5245496"/>
            <a:ext cx="483198" cy="79210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algn="ctr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4</a:t>
            </a:r>
            <a:endParaRPr sz="1876">
              <a:latin typeface="Calibri"/>
              <a:cs typeface="Calibri"/>
            </a:endParaRPr>
          </a:p>
          <a:p>
            <a:pPr algn="ctr" defTabSz="1183325">
              <a:spcBef>
                <a:spcPts val="1540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=32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9" name="object 33"/>
          <p:cNvSpPr txBox="1"/>
          <p:nvPr/>
        </p:nvSpPr>
        <p:spPr>
          <a:xfrm>
            <a:off x="6919976" y="5924000"/>
            <a:ext cx="828339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60750" algn="l"/>
              </a:tabLst>
            </a:pPr>
            <a:r>
              <a:rPr sz="1876" spc="-65" dirty="0">
                <a:latin typeface="Calibri"/>
                <a:cs typeface="Calibri"/>
              </a:rPr>
              <a:t>5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=36</a:t>
            </a:r>
            <a:endParaRPr sz="1876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7718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0864DE-E39C-D50A-6514-F652A41D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DFB0C4A-AFF7-95BF-6F17-76D941E18CF4}"/>
              </a:ext>
            </a:extLst>
          </p:cNvPr>
          <p:cNvSpPr txBox="1"/>
          <p:nvPr/>
        </p:nvSpPr>
        <p:spPr>
          <a:xfrm>
            <a:off x="381000" y="888075"/>
            <a:ext cx="12352767" cy="802482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2: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Inside parentheses + precedence: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18 ÷ (9 − 2 × 3)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Compute inside: 2 × 3 = 6 → (9 − 6) = 3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Then: 18 ÷ 3 = 6 ✅ (answer = 6).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360381" y="2362200"/>
            <a:ext cx="6926619" cy="923621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</a:pPr>
            <a:r>
              <a:rPr dirty="0">
                <a:solidFill>
                  <a:schemeClr val="tx1"/>
                </a:solidFill>
              </a:rPr>
              <a:t>18 ÷ (9 - 2 × 3)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5752299" y="6298698"/>
            <a:ext cx="497989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omic Sans MS"/>
                <a:cs typeface="Comic Sans MS"/>
              </a:rPr>
              <a:t>=6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8" name="object 6"/>
          <p:cNvSpPr/>
          <p:nvPr/>
        </p:nvSpPr>
        <p:spPr>
          <a:xfrm>
            <a:off x="7368272" y="4035194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9643"/>
                </a:moveTo>
                <a:lnTo>
                  <a:pt x="5216" y="154035"/>
                </a:lnTo>
                <a:lnTo>
                  <a:pt x="20083" y="112078"/>
                </a:lnTo>
                <a:lnTo>
                  <a:pt x="43427" y="75000"/>
                </a:lnTo>
                <a:lnTo>
                  <a:pt x="74076" y="44027"/>
                </a:lnTo>
                <a:lnTo>
                  <a:pt x="110856" y="20385"/>
                </a:lnTo>
                <a:lnTo>
                  <a:pt x="152595" y="5300"/>
                </a:lnTo>
                <a:lnTo>
                  <a:pt x="198119" y="0"/>
                </a:lnTo>
                <a:lnTo>
                  <a:pt x="243728" y="5300"/>
                </a:lnTo>
                <a:lnTo>
                  <a:pt x="285685" y="20385"/>
                </a:lnTo>
                <a:lnTo>
                  <a:pt x="322763" y="44027"/>
                </a:lnTo>
                <a:lnTo>
                  <a:pt x="353736" y="75000"/>
                </a:lnTo>
                <a:lnTo>
                  <a:pt x="377378" y="112078"/>
                </a:lnTo>
                <a:lnTo>
                  <a:pt x="392463" y="154035"/>
                </a:lnTo>
                <a:lnTo>
                  <a:pt x="397763" y="199643"/>
                </a:lnTo>
                <a:lnTo>
                  <a:pt x="392463" y="245168"/>
                </a:lnTo>
                <a:lnTo>
                  <a:pt x="377378" y="286907"/>
                </a:lnTo>
                <a:lnTo>
                  <a:pt x="353736" y="323687"/>
                </a:lnTo>
                <a:lnTo>
                  <a:pt x="322763" y="354336"/>
                </a:lnTo>
                <a:lnTo>
                  <a:pt x="285685" y="377680"/>
                </a:lnTo>
                <a:lnTo>
                  <a:pt x="243728" y="392547"/>
                </a:lnTo>
                <a:lnTo>
                  <a:pt x="198119" y="397763"/>
                </a:lnTo>
                <a:lnTo>
                  <a:pt x="152595" y="392547"/>
                </a:lnTo>
                <a:lnTo>
                  <a:pt x="110856" y="377680"/>
                </a:lnTo>
                <a:lnTo>
                  <a:pt x="74076" y="354336"/>
                </a:lnTo>
                <a:lnTo>
                  <a:pt x="43427" y="323687"/>
                </a:lnTo>
                <a:lnTo>
                  <a:pt x="20083" y="286907"/>
                </a:lnTo>
                <a:lnTo>
                  <a:pt x="5216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0" name="object 7"/>
          <p:cNvSpPr txBox="1"/>
          <p:nvPr/>
        </p:nvSpPr>
        <p:spPr>
          <a:xfrm>
            <a:off x="7545104" y="4115371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41" name="object 8"/>
          <p:cNvSpPr/>
          <p:nvPr/>
        </p:nvSpPr>
        <p:spPr>
          <a:xfrm>
            <a:off x="7186825" y="3327161"/>
            <a:ext cx="929416" cy="708361"/>
          </a:xfrm>
          <a:custGeom>
            <a:avLst/>
            <a:gdLst/>
            <a:ahLst/>
            <a:cxnLst/>
            <a:rect l="l" t="t" r="r" b="b"/>
            <a:pathLst>
              <a:path w="718185" h="547369">
                <a:moveTo>
                  <a:pt x="717804" y="0"/>
                </a:moveTo>
                <a:lnTo>
                  <a:pt x="338328" y="547115"/>
                </a:lnTo>
              </a:path>
              <a:path w="718185" h="547369">
                <a:moveTo>
                  <a:pt x="0" y="0"/>
                </a:moveTo>
                <a:lnTo>
                  <a:pt x="338328" y="547115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2" name="object 9"/>
          <p:cNvSpPr txBox="1"/>
          <p:nvPr/>
        </p:nvSpPr>
        <p:spPr>
          <a:xfrm>
            <a:off x="7898221" y="4073934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3" name="object 10"/>
          <p:cNvSpPr/>
          <p:nvPr/>
        </p:nvSpPr>
        <p:spPr>
          <a:xfrm>
            <a:off x="6322987" y="5096255"/>
            <a:ext cx="515246" cy="512781"/>
          </a:xfrm>
          <a:custGeom>
            <a:avLst/>
            <a:gdLst/>
            <a:ahLst/>
            <a:cxnLst/>
            <a:rect l="l" t="t" r="r" b="b"/>
            <a:pathLst>
              <a:path w="398145" h="396239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644"/>
                </a:lnTo>
                <a:lnTo>
                  <a:pt x="377680" y="285383"/>
                </a:lnTo>
                <a:lnTo>
                  <a:pt x="354336" y="322163"/>
                </a:lnTo>
                <a:lnTo>
                  <a:pt x="323687" y="352812"/>
                </a:lnTo>
                <a:lnTo>
                  <a:pt x="286907" y="376156"/>
                </a:lnTo>
                <a:lnTo>
                  <a:pt x="245168" y="391023"/>
                </a:lnTo>
                <a:lnTo>
                  <a:pt x="199643" y="396239"/>
                </a:lnTo>
                <a:lnTo>
                  <a:pt x="154035" y="391023"/>
                </a:lnTo>
                <a:lnTo>
                  <a:pt x="112078" y="376156"/>
                </a:lnTo>
                <a:lnTo>
                  <a:pt x="75000" y="352812"/>
                </a:lnTo>
                <a:lnTo>
                  <a:pt x="44027" y="322163"/>
                </a:lnTo>
                <a:lnTo>
                  <a:pt x="20385" y="285383"/>
                </a:lnTo>
                <a:lnTo>
                  <a:pt x="5300" y="243644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4" name="object 11"/>
          <p:cNvSpPr txBox="1"/>
          <p:nvPr/>
        </p:nvSpPr>
        <p:spPr>
          <a:xfrm>
            <a:off x="6501793" y="5174445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2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45" name="object 12"/>
          <p:cNvSpPr/>
          <p:nvPr/>
        </p:nvSpPr>
        <p:spPr>
          <a:xfrm>
            <a:off x="6088291" y="3279826"/>
            <a:ext cx="1355090" cy="1891702"/>
          </a:xfrm>
          <a:custGeom>
            <a:avLst/>
            <a:gdLst/>
            <a:ahLst/>
            <a:cxnLst/>
            <a:rect l="l" t="t" r="r" b="b"/>
            <a:pathLst>
              <a:path w="1047114" h="1461770">
                <a:moveTo>
                  <a:pt x="0" y="0"/>
                </a:moveTo>
                <a:lnTo>
                  <a:pt x="239267" y="1461516"/>
                </a:lnTo>
              </a:path>
              <a:path w="1047114" h="1461770">
                <a:moveTo>
                  <a:pt x="1046988" y="923544"/>
                </a:moveTo>
                <a:lnTo>
                  <a:pt x="521208" y="1461516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6" name="object 13"/>
          <p:cNvSpPr txBox="1"/>
          <p:nvPr/>
        </p:nvSpPr>
        <p:spPr>
          <a:xfrm>
            <a:off x="6892271" y="5190327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=3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7" name="object 14"/>
          <p:cNvSpPr/>
          <p:nvPr/>
        </p:nvSpPr>
        <p:spPr>
          <a:xfrm>
            <a:off x="5246147" y="6295376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8119"/>
                </a:moveTo>
                <a:lnTo>
                  <a:pt x="5216" y="152595"/>
                </a:lnTo>
                <a:lnTo>
                  <a:pt x="20083" y="110856"/>
                </a:lnTo>
                <a:lnTo>
                  <a:pt x="43427" y="74076"/>
                </a:lnTo>
                <a:lnTo>
                  <a:pt x="74076" y="43427"/>
                </a:lnTo>
                <a:lnTo>
                  <a:pt x="110856" y="20083"/>
                </a:lnTo>
                <a:lnTo>
                  <a:pt x="152595" y="5216"/>
                </a:lnTo>
                <a:lnTo>
                  <a:pt x="198119" y="0"/>
                </a:lnTo>
                <a:lnTo>
                  <a:pt x="243728" y="5216"/>
                </a:lnTo>
                <a:lnTo>
                  <a:pt x="285685" y="20083"/>
                </a:lnTo>
                <a:lnTo>
                  <a:pt x="322763" y="43427"/>
                </a:lnTo>
                <a:lnTo>
                  <a:pt x="353736" y="74076"/>
                </a:lnTo>
                <a:lnTo>
                  <a:pt x="377378" y="110856"/>
                </a:lnTo>
                <a:lnTo>
                  <a:pt x="392463" y="152595"/>
                </a:lnTo>
                <a:lnTo>
                  <a:pt x="397763" y="198119"/>
                </a:lnTo>
                <a:lnTo>
                  <a:pt x="392463" y="243728"/>
                </a:lnTo>
                <a:lnTo>
                  <a:pt x="377378" y="285685"/>
                </a:lnTo>
                <a:lnTo>
                  <a:pt x="353736" y="322763"/>
                </a:lnTo>
                <a:lnTo>
                  <a:pt x="322763" y="353736"/>
                </a:lnTo>
                <a:lnTo>
                  <a:pt x="285685" y="377378"/>
                </a:lnTo>
                <a:lnTo>
                  <a:pt x="243728" y="392463"/>
                </a:lnTo>
                <a:lnTo>
                  <a:pt x="198119" y="397763"/>
                </a:lnTo>
                <a:lnTo>
                  <a:pt x="152595" y="392463"/>
                </a:lnTo>
                <a:lnTo>
                  <a:pt x="110856" y="377378"/>
                </a:lnTo>
                <a:lnTo>
                  <a:pt x="74076" y="353736"/>
                </a:lnTo>
                <a:lnTo>
                  <a:pt x="43427" y="322763"/>
                </a:lnTo>
                <a:lnTo>
                  <a:pt x="20083" y="285685"/>
                </a:lnTo>
                <a:lnTo>
                  <a:pt x="5216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8" name="object 15"/>
          <p:cNvSpPr txBox="1"/>
          <p:nvPr/>
        </p:nvSpPr>
        <p:spPr>
          <a:xfrm>
            <a:off x="5423016" y="637359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49" name="object 16"/>
          <p:cNvGrpSpPr/>
          <p:nvPr/>
        </p:nvGrpSpPr>
        <p:grpSpPr>
          <a:xfrm>
            <a:off x="4759989" y="3210798"/>
            <a:ext cx="1853079" cy="3167081"/>
            <a:chOff x="3525773" y="2481071"/>
            <a:chExt cx="1431925" cy="2447290"/>
          </a:xfrm>
        </p:grpSpPr>
        <p:sp>
          <p:nvSpPr>
            <p:cNvPr id="50" name="object 17"/>
            <p:cNvSpPr/>
            <p:nvPr/>
          </p:nvSpPr>
          <p:spPr>
            <a:xfrm>
              <a:off x="3531107" y="2570988"/>
              <a:ext cx="1260475" cy="2352040"/>
            </a:xfrm>
            <a:custGeom>
              <a:avLst/>
              <a:gdLst/>
              <a:ahLst/>
              <a:cxnLst/>
              <a:rect l="l" t="t" r="r" b="b"/>
              <a:pathLst>
                <a:path w="1260475" h="2352040">
                  <a:moveTo>
                    <a:pt x="0" y="0"/>
                  </a:moveTo>
                  <a:lnTo>
                    <a:pt x="428243" y="2351531"/>
                  </a:lnTo>
                </a:path>
                <a:path w="1260475" h="2352040">
                  <a:moveTo>
                    <a:pt x="710183" y="2351531"/>
                  </a:moveTo>
                  <a:lnTo>
                    <a:pt x="1260348" y="1705355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51" name="object 18"/>
            <p:cNvSpPr/>
            <p:nvPr/>
          </p:nvSpPr>
          <p:spPr>
            <a:xfrm>
              <a:off x="4024884" y="2481071"/>
              <a:ext cx="932815" cy="2383790"/>
            </a:xfrm>
            <a:custGeom>
              <a:avLst/>
              <a:gdLst/>
              <a:ahLst/>
              <a:cxnLst/>
              <a:rect l="l" t="t" r="r" b="b"/>
              <a:pathLst>
                <a:path w="932814" h="2383790">
                  <a:moveTo>
                    <a:pt x="10668" y="53340"/>
                  </a:moveTo>
                  <a:lnTo>
                    <a:pt x="0" y="53340"/>
                  </a:lnTo>
                  <a:lnTo>
                    <a:pt x="0" y="79248"/>
                  </a:lnTo>
                  <a:lnTo>
                    <a:pt x="10668" y="79248"/>
                  </a:lnTo>
                  <a:lnTo>
                    <a:pt x="10668" y="53340"/>
                  </a:lnTo>
                  <a:close/>
                </a:path>
                <a:path w="932814" h="2383790">
                  <a:moveTo>
                    <a:pt x="13716" y="193548"/>
                  </a:moveTo>
                  <a:lnTo>
                    <a:pt x="12192" y="109728"/>
                  </a:lnTo>
                  <a:lnTo>
                    <a:pt x="1524" y="111252"/>
                  </a:lnTo>
                  <a:lnTo>
                    <a:pt x="4572" y="195072"/>
                  </a:lnTo>
                  <a:lnTo>
                    <a:pt x="13716" y="193548"/>
                  </a:lnTo>
                  <a:close/>
                </a:path>
                <a:path w="932814" h="2383790">
                  <a:moveTo>
                    <a:pt x="18288" y="309372"/>
                  </a:moveTo>
                  <a:lnTo>
                    <a:pt x="15240" y="225552"/>
                  </a:lnTo>
                  <a:lnTo>
                    <a:pt x="4572" y="225552"/>
                  </a:lnTo>
                  <a:lnTo>
                    <a:pt x="7620" y="309372"/>
                  </a:lnTo>
                  <a:lnTo>
                    <a:pt x="18288" y="309372"/>
                  </a:lnTo>
                  <a:close/>
                </a:path>
                <a:path w="932814" h="2383790">
                  <a:moveTo>
                    <a:pt x="21336" y="425196"/>
                  </a:moveTo>
                  <a:lnTo>
                    <a:pt x="18288" y="341388"/>
                  </a:lnTo>
                  <a:lnTo>
                    <a:pt x="9144" y="341388"/>
                  </a:lnTo>
                  <a:lnTo>
                    <a:pt x="10668" y="425196"/>
                  </a:lnTo>
                  <a:lnTo>
                    <a:pt x="21336" y="425196"/>
                  </a:lnTo>
                  <a:close/>
                </a:path>
                <a:path w="932814" h="2383790">
                  <a:moveTo>
                    <a:pt x="24384" y="539496"/>
                  </a:moveTo>
                  <a:lnTo>
                    <a:pt x="22860" y="455688"/>
                  </a:lnTo>
                  <a:lnTo>
                    <a:pt x="12192" y="455688"/>
                  </a:lnTo>
                  <a:lnTo>
                    <a:pt x="13716" y="539496"/>
                  </a:lnTo>
                  <a:lnTo>
                    <a:pt x="24384" y="539496"/>
                  </a:lnTo>
                  <a:close/>
                </a:path>
                <a:path w="932814" h="2383790">
                  <a:moveTo>
                    <a:pt x="28956" y="655320"/>
                  </a:moveTo>
                  <a:lnTo>
                    <a:pt x="25908" y="571500"/>
                  </a:lnTo>
                  <a:lnTo>
                    <a:pt x="15240" y="571500"/>
                  </a:lnTo>
                  <a:lnTo>
                    <a:pt x="18288" y="655320"/>
                  </a:lnTo>
                  <a:lnTo>
                    <a:pt x="28956" y="655320"/>
                  </a:lnTo>
                  <a:close/>
                </a:path>
                <a:path w="932814" h="2383790">
                  <a:moveTo>
                    <a:pt x="32004" y="769620"/>
                  </a:moveTo>
                  <a:lnTo>
                    <a:pt x="28956" y="685800"/>
                  </a:lnTo>
                  <a:lnTo>
                    <a:pt x="18288" y="687324"/>
                  </a:lnTo>
                  <a:lnTo>
                    <a:pt x="21336" y="771144"/>
                  </a:lnTo>
                  <a:lnTo>
                    <a:pt x="32004" y="769620"/>
                  </a:lnTo>
                  <a:close/>
                </a:path>
                <a:path w="932814" h="2383790">
                  <a:moveTo>
                    <a:pt x="35052" y="885444"/>
                  </a:moveTo>
                  <a:lnTo>
                    <a:pt x="32004" y="801624"/>
                  </a:lnTo>
                  <a:lnTo>
                    <a:pt x="22860" y="801624"/>
                  </a:lnTo>
                  <a:lnTo>
                    <a:pt x="24384" y="885444"/>
                  </a:lnTo>
                  <a:lnTo>
                    <a:pt x="35052" y="885444"/>
                  </a:lnTo>
                  <a:close/>
                </a:path>
                <a:path w="932814" h="2383790">
                  <a:moveTo>
                    <a:pt x="38100" y="1001280"/>
                  </a:moveTo>
                  <a:lnTo>
                    <a:pt x="36576" y="917448"/>
                  </a:lnTo>
                  <a:lnTo>
                    <a:pt x="25908" y="917448"/>
                  </a:lnTo>
                  <a:lnTo>
                    <a:pt x="28956" y="1001280"/>
                  </a:lnTo>
                  <a:lnTo>
                    <a:pt x="38100" y="1001280"/>
                  </a:lnTo>
                  <a:close/>
                </a:path>
                <a:path w="932814" h="2383790">
                  <a:moveTo>
                    <a:pt x="42672" y="1115580"/>
                  </a:moveTo>
                  <a:lnTo>
                    <a:pt x="39624" y="1031748"/>
                  </a:lnTo>
                  <a:lnTo>
                    <a:pt x="28956" y="1031748"/>
                  </a:lnTo>
                  <a:lnTo>
                    <a:pt x="32004" y="1115580"/>
                  </a:lnTo>
                  <a:lnTo>
                    <a:pt x="42672" y="1115580"/>
                  </a:lnTo>
                  <a:close/>
                </a:path>
                <a:path w="932814" h="2383790">
                  <a:moveTo>
                    <a:pt x="45720" y="1231392"/>
                  </a:moveTo>
                  <a:lnTo>
                    <a:pt x="42672" y="1147584"/>
                  </a:lnTo>
                  <a:lnTo>
                    <a:pt x="32004" y="1147584"/>
                  </a:lnTo>
                  <a:lnTo>
                    <a:pt x="35052" y="1231392"/>
                  </a:lnTo>
                  <a:lnTo>
                    <a:pt x="45720" y="1231392"/>
                  </a:lnTo>
                  <a:close/>
                </a:path>
                <a:path w="932814" h="2383790">
                  <a:moveTo>
                    <a:pt x="48768" y="1345692"/>
                  </a:moveTo>
                  <a:lnTo>
                    <a:pt x="47244" y="1261872"/>
                  </a:lnTo>
                  <a:lnTo>
                    <a:pt x="36576" y="1263396"/>
                  </a:lnTo>
                  <a:lnTo>
                    <a:pt x="38100" y="1345692"/>
                  </a:lnTo>
                  <a:lnTo>
                    <a:pt x="48768" y="1345692"/>
                  </a:lnTo>
                  <a:close/>
                </a:path>
                <a:path w="932814" h="2383790">
                  <a:moveTo>
                    <a:pt x="53340" y="1461516"/>
                  </a:moveTo>
                  <a:lnTo>
                    <a:pt x="50292" y="1377696"/>
                  </a:lnTo>
                  <a:lnTo>
                    <a:pt x="39624" y="1377696"/>
                  </a:lnTo>
                  <a:lnTo>
                    <a:pt x="42672" y="1461516"/>
                  </a:lnTo>
                  <a:lnTo>
                    <a:pt x="53340" y="1461516"/>
                  </a:lnTo>
                  <a:close/>
                </a:path>
                <a:path w="932814" h="2383790">
                  <a:moveTo>
                    <a:pt x="56388" y="1575816"/>
                  </a:moveTo>
                  <a:lnTo>
                    <a:pt x="53340" y="1492008"/>
                  </a:lnTo>
                  <a:lnTo>
                    <a:pt x="42672" y="1493520"/>
                  </a:lnTo>
                  <a:lnTo>
                    <a:pt x="45720" y="1577340"/>
                  </a:lnTo>
                  <a:lnTo>
                    <a:pt x="56388" y="1575816"/>
                  </a:lnTo>
                  <a:close/>
                </a:path>
                <a:path w="932814" h="2383790">
                  <a:moveTo>
                    <a:pt x="59436" y="1691640"/>
                  </a:moveTo>
                  <a:lnTo>
                    <a:pt x="56388" y="1607820"/>
                  </a:lnTo>
                  <a:lnTo>
                    <a:pt x="47244" y="1607820"/>
                  </a:lnTo>
                  <a:lnTo>
                    <a:pt x="48768" y="1691640"/>
                  </a:lnTo>
                  <a:lnTo>
                    <a:pt x="59436" y="1691640"/>
                  </a:lnTo>
                  <a:close/>
                </a:path>
                <a:path w="932814" h="2383790">
                  <a:moveTo>
                    <a:pt x="62484" y="1807464"/>
                  </a:moveTo>
                  <a:lnTo>
                    <a:pt x="60960" y="1723644"/>
                  </a:lnTo>
                  <a:lnTo>
                    <a:pt x="50292" y="1723644"/>
                  </a:lnTo>
                  <a:lnTo>
                    <a:pt x="51816" y="1807464"/>
                  </a:lnTo>
                  <a:lnTo>
                    <a:pt x="62484" y="1807464"/>
                  </a:lnTo>
                  <a:close/>
                </a:path>
                <a:path w="932814" h="2383790">
                  <a:moveTo>
                    <a:pt x="67056" y="1921764"/>
                  </a:moveTo>
                  <a:lnTo>
                    <a:pt x="64008" y="1837956"/>
                  </a:lnTo>
                  <a:lnTo>
                    <a:pt x="53340" y="1837956"/>
                  </a:lnTo>
                  <a:lnTo>
                    <a:pt x="56388" y="1921764"/>
                  </a:lnTo>
                  <a:lnTo>
                    <a:pt x="67056" y="1921764"/>
                  </a:lnTo>
                  <a:close/>
                </a:path>
                <a:path w="932814" h="2383790">
                  <a:moveTo>
                    <a:pt x="70104" y="2037588"/>
                  </a:moveTo>
                  <a:lnTo>
                    <a:pt x="67056" y="1953780"/>
                  </a:lnTo>
                  <a:lnTo>
                    <a:pt x="56388" y="1953780"/>
                  </a:lnTo>
                  <a:lnTo>
                    <a:pt x="59436" y="2037588"/>
                  </a:lnTo>
                  <a:lnTo>
                    <a:pt x="70104" y="2037588"/>
                  </a:lnTo>
                  <a:close/>
                </a:path>
                <a:path w="932814" h="2383790">
                  <a:moveTo>
                    <a:pt x="73152" y="2151900"/>
                  </a:moveTo>
                  <a:lnTo>
                    <a:pt x="71628" y="2068080"/>
                  </a:lnTo>
                  <a:lnTo>
                    <a:pt x="60960" y="2069604"/>
                  </a:lnTo>
                  <a:lnTo>
                    <a:pt x="62484" y="2153424"/>
                  </a:lnTo>
                  <a:lnTo>
                    <a:pt x="73152" y="2151900"/>
                  </a:lnTo>
                  <a:close/>
                </a:path>
                <a:path w="932814" h="2383790">
                  <a:moveTo>
                    <a:pt x="76200" y="2267724"/>
                  </a:moveTo>
                  <a:lnTo>
                    <a:pt x="74676" y="2183904"/>
                  </a:lnTo>
                  <a:lnTo>
                    <a:pt x="64008" y="2183904"/>
                  </a:lnTo>
                  <a:lnTo>
                    <a:pt x="67056" y="2267724"/>
                  </a:lnTo>
                  <a:lnTo>
                    <a:pt x="76200" y="2267724"/>
                  </a:lnTo>
                  <a:close/>
                </a:path>
                <a:path w="932814" h="2383790">
                  <a:moveTo>
                    <a:pt x="80772" y="2383548"/>
                  </a:moveTo>
                  <a:lnTo>
                    <a:pt x="77724" y="2299728"/>
                  </a:lnTo>
                  <a:lnTo>
                    <a:pt x="67056" y="2299728"/>
                  </a:lnTo>
                  <a:lnTo>
                    <a:pt x="70104" y="2383548"/>
                  </a:lnTo>
                  <a:lnTo>
                    <a:pt x="80772" y="2383548"/>
                  </a:lnTo>
                  <a:close/>
                </a:path>
                <a:path w="932814" h="2383790">
                  <a:moveTo>
                    <a:pt x="914400" y="1373136"/>
                  </a:moveTo>
                  <a:lnTo>
                    <a:pt x="903732" y="1373136"/>
                  </a:lnTo>
                  <a:lnTo>
                    <a:pt x="902208" y="1456956"/>
                  </a:lnTo>
                  <a:lnTo>
                    <a:pt x="912876" y="1456956"/>
                  </a:lnTo>
                  <a:lnTo>
                    <a:pt x="914400" y="1373136"/>
                  </a:lnTo>
                  <a:close/>
                </a:path>
                <a:path w="932814" h="2383790">
                  <a:moveTo>
                    <a:pt x="915924" y="1257312"/>
                  </a:moveTo>
                  <a:lnTo>
                    <a:pt x="905256" y="1257312"/>
                  </a:lnTo>
                  <a:lnTo>
                    <a:pt x="903732" y="1341132"/>
                  </a:lnTo>
                  <a:lnTo>
                    <a:pt x="914400" y="1341132"/>
                  </a:lnTo>
                  <a:lnTo>
                    <a:pt x="915924" y="1257312"/>
                  </a:lnTo>
                  <a:close/>
                </a:path>
                <a:path w="932814" h="2383790">
                  <a:moveTo>
                    <a:pt x="917448" y="1141488"/>
                  </a:moveTo>
                  <a:lnTo>
                    <a:pt x="906780" y="1141488"/>
                  </a:lnTo>
                  <a:lnTo>
                    <a:pt x="905256" y="1225308"/>
                  </a:lnTo>
                  <a:lnTo>
                    <a:pt x="915924" y="1225308"/>
                  </a:lnTo>
                  <a:lnTo>
                    <a:pt x="917448" y="1141488"/>
                  </a:lnTo>
                  <a:close/>
                </a:path>
                <a:path w="932814" h="2383790">
                  <a:moveTo>
                    <a:pt x="918972" y="1027188"/>
                  </a:moveTo>
                  <a:lnTo>
                    <a:pt x="908304" y="1027188"/>
                  </a:lnTo>
                  <a:lnTo>
                    <a:pt x="906780" y="1111008"/>
                  </a:lnTo>
                  <a:lnTo>
                    <a:pt x="917448" y="1111008"/>
                  </a:lnTo>
                  <a:lnTo>
                    <a:pt x="918972" y="1027188"/>
                  </a:lnTo>
                  <a:close/>
                </a:path>
                <a:path w="932814" h="2383790">
                  <a:moveTo>
                    <a:pt x="920496" y="911364"/>
                  </a:moveTo>
                  <a:lnTo>
                    <a:pt x="909828" y="911364"/>
                  </a:lnTo>
                  <a:lnTo>
                    <a:pt x="908304" y="995184"/>
                  </a:lnTo>
                  <a:lnTo>
                    <a:pt x="918972" y="995184"/>
                  </a:lnTo>
                  <a:lnTo>
                    <a:pt x="920496" y="911364"/>
                  </a:lnTo>
                  <a:close/>
                </a:path>
                <a:path w="932814" h="2383790">
                  <a:moveTo>
                    <a:pt x="922020" y="797064"/>
                  </a:moveTo>
                  <a:lnTo>
                    <a:pt x="911352" y="795528"/>
                  </a:lnTo>
                  <a:lnTo>
                    <a:pt x="911313" y="797064"/>
                  </a:lnTo>
                  <a:lnTo>
                    <a:pt x="909828" y="879360"/>
                  </a:lnTo>
                  <a:lnTo>
                    <a:pt x="920496" y="880884"/>
                  </a:lnTo>
                  <a:lnTo>
                    <a:pt x="920521" y="879360"/>
                  </a:lnTo>
                  <a:lnTo>
                    <a:pt x="922020" y="797064"/>
                  </a:lnTo>
                  <a:close/>
                </a:path>
                <a:path w="932814" h="2383790">
                  <a:moveTo>
                    <a:pt x="923544" y="681228"/>
                  </a:moveTo>
                  <a:lnTo>
                    <a:pt x="912876" y="681228"/>
                  </a:lnTo>
                  <a:lnTo>
                    <a:pt x="911352" y="765060"/>
                  </a:lnTo>
                  <a:lnTo>
                    <a:pt x="922020" y="765060"/>
                  </a:lnTo>
                  <a:lnTo>
                    <a:pt x="923544" y="681228"/>
                  </a:lnTo>
                  <a:close/>
                </a:path>
                <a:path w="932814" h="2383790">
                  <a:moveTo>
                    <a:pt x="925068" y="565416"/>
                  </a:moveTo>
                  <a:lnTo>
                    <a:pt x="914400" y="565416"/>
                  </a:lnTo>
                  <a:lnTo>
                    <a:pt x="914400" y="649224"/>
                  </a:lnTo>
                  <a:lnTo>
                    <a:pt x="923544" y="649224"/>
                  </a:lnTo>
                  <a:lnTo>
                    <a:pt x="925068" y="565416"/>
                  </a:lnTo>
                  <a:close/>
                </a:path>
                <a:path w="932814" h="2383790">
                  <a:moveTo>
                    <a:pt x="926592" y="451116"/>
                  </a:moveTo>
                  <a:lnTo>
                    <a:pt x="915924" y="451116"/>
                  </a:lnTo>
                  <a:lnTo>
                    <a:pt x="915924" y="534924"/>
                  </a:lnTo>
                  <a:lnTo>
                    <a:pt x="925068" y="534924"/>
                  </a:lnTo>
                  <a:lnTo>
                    <a:pt x="926592" y="451116"/>
                  </a:lnTo>
                  <a:close/>
                </a:path>
                <a:path w="932814" h="2383790">
                  <a:moveTo>
                    <a:pt x="928116" y="335280"/>
                  </a:moveTo>
                  <a:lnTo>
                    <a:pt x="917448" y="335280"/>
                  </a:lnTo>
                  <a:lnTo>
                    <a:pt x="917448" y="419100"/>
                  </a:lnTo>
                  <a:lnTo>
                    <a:pt x="926592" y="419100"/>
                  </a:lnTo>
                  <a:lnTo>
                    <a:pt x="928116" y="335280"/>
                  </a:lnTo>
                  <a:close/>
                </a:path>
                <a:path w="932814" h="2383790">
                  <a:moveTo>
                    <a:pt x="929640" y="219468"/>
                  </a:moveTo>
                  <a:lnTo>
                    <a:pt x="918972" y="219468"/>
                  </a:lnTo>
                  <a:lnTo>
                    <a:pt x="918972" y="303276"/>
                  </a:lnTo>
                  <a:lnTo>
                    <a:pt x="929640" y="303276"/>
                  </a:lnTo>
                  <a:lnTo>
                    <a:pt x="929640" y="219468"/>
                  </a:lnTo>
                  <a:close/>
                </a:path>
                <a:path w="932814" h="2383790">
                  <a:moveTo>
                    <a:pt x="931164" y="105156"/>
                  </a:moveTo>
                  <a:lnTo>
                    <a:pt x="920496" y="105156"/>
                  </a:lnTo>
                  <a:lnTo>
                    <a:pt x="920496" y="188988"/>
                  </a:lnTo>
                  <a:lnTo>
                    <a:pt x="931164" y="188988"/>
                  </a:lnTo>
                  <a:lnTo>
                    <a:pt x="931164" y="105156"/>
                  </a:lnTo>
                  <a:close/>
                </a:path>
                <a:path w="932814" h="2383790">
                  <a:moveTo>
                    <a:pt x="932688" y="0"/>
                  </a:moveTo>
                  <a:lnTo>
                    <a:pt x="922020" y="0"/>
                  </a:lnTo>
                  <a:lnTo>
                    <a:pt x="922020" y="73152"/>
                  </a:lnTo>
                  <a:lnTo>
                    <a:pt x="932688" y="73152"/>
                  </a:lnTo>
                  <a:lnTo>
                    <a:pt x="932688" y="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pic>
        <p:nvPicPr>
          <p:cNvPr id="52" name="object 4">
            <a:extLst>
              <a:ext uri="{FF2B5EF4-FFF2-40B4-BE49-F238E27FC236}">
                <a16:creationId xmlns:a16="http://schemas.microsoft.com/office/drawing/2014/main" id="{3EAF4CB3-CEF3-02CE-5144-E9A69FA162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5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FC4D18-5762-54F8-BE58-4599D7D6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6781ADB-ABE9-9F9B-D82D-3353C64294E5}"/>
              </a:ext>
            </a:extLst>
          </p:cNvPr>
          <p:cNvSpPr txBox="1"/>
          <p:nvPr/>
        </p:nvSpPr>
        <p:spPr>
          <a:xfrm>
            <a:off x="381000" y="888075"/>
            <a:ext cx="12352767" cy="76554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3: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Brackets within brackets: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10 − [72 ÷ (4 + 5)]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(4+5)=9, so 72 ÷ 9 = 8, then 10 − 8 = 2 ✅ (answer = 2).</a:t>
            </a:r>
          </a:p>
        </p:txBody>
      </p:sp>
      <p:pic>
        <p:nvPicPr>
          <p:cNvPr id="52" name="object 4">
            <a:extLst>
              <a:ext uri="{FF2B5EF4-FFF2-40B4-BE49-F238E27FC236}">
                <a16:creationId xmlns:a16="http://schemas.microsoft.com/office/drawing/2014/main" id="{982F2622-9DB0-D9EE-9999-61C1BEC12D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3010723" y="2362200"/>
            <a:ext cx="7200077" cy="923621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</a:pPr>
            <a:r>
              <a:rPr dirty="0">
                <a:solidFill>
                  <a:schemeClr val="tx1"/>
                </a:solidFill>
              </a:rPr>
              <a:t>10 - [72 ÷ (4 + 5)]</a:t>
            </a:r>
          </a:p>
        </p:txBody>
      </p:sp>
      <p:sp>
        <p:nvSpPr>
          <p:cNvPr id="9" name="object 3"/>
          <p:cNvSpPr txBox="1"/>
          <p:nvPr/>
        </p:nvSpPr>
        <p:spPr>
          <a:xfrm>
            <a:off x="5194161" y="6635847"/>
            <a:ext cx="497989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omic Sans MS"/>
                <a:cs typeface="Comic Sans MS"/>
              </a:rPr>
              <a:t>=2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7522105" y="4035194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9643"/>
                </a:moveTo>
                <a:lnTo>
                  <a:pt x="5300" y="154035"/>
                </a:lnTo>
                <a:lnTo>
                  <a:pt x="20385" y="112078"/>
                </a:lnTo>
                <a:lnTo>
                  <a:pt x="44027" y="75000"/>
                </a:lnTo>
                <a:lnTo>
                  <a:pt x="75000" y="44027"/>
                </a:lnTo>
                <a:lnTo>
                  <a:pt x="112078" y="20385"/>
                </a:lnTo>
                <a:lnTo>
                  <a:pt x="154035" y="5300"/>
                </a:lnTo>
                <a:lnTo>
                  <a:pt x="199643" y="0"/>
                </a:lnTo>
                <a:lnTo>
                  <a:pt x="245168" y="5300"/>
                </a:lnTo>
                <a:lnTo>
                  <a:pt x="286907" y="20385"/>
                </a:lnTo>
                <a:lnTo>
                  <a:pt x="323687" y="44027"/>
                </a:lnTo>
                <a:lnTo>
                  <a:pt x="354336" y="75000"/>
                </a:lnTo>
                <a:lnTo>
                  <a:pt x="377680" y="112078"/>
                </a:lnTo>
                <a:lnTo>
                  <a:pt x="392547" y="154035"/>
                </a:lnTo>
                <a:lnTo>
                  <a:pt x="397763" y="199643"/>
                </a:lnTo>
                <a:lnTo>
                  <a:pt x="392547" y="245168"/>
                </a:lnTo>
                <a:lnTo>
                  <a:pt x="377680" y="286907"/>
                </a:lnTo>
                <a:lnTo>
                  <a:pt x="354336" y="323687"/>
                </a:lnTo>
                <a:lnTo>
                  <a:pt x="323687" y="354336"/>
                </a:lnTo>
                <a:lnTo>
                  <a:pt x="286907" y="377680"/>
                </a:lnTo>
                <a:lnTo>
                  <a:pt x="245168" y="392547"/>
                </a:lnTo>
                <a:lnTo>
                  <a:pt x="199643" y="397763"/>
                </a:lnTo>
                <a:lnTo>
                  <a:pt x="154035" y="392547"/>
                </a:lnTo>
                <a:lnTo>
                  <a:pt x="112078" y="377680"/>
                </a:lnTo>
                <a:lnTo>
                  <a:pt x="75000" y="354336"/>
                </a:lnTo>
                <a:lnTo>
                  <a:pt x="44027" y="323687"/>
                </a:lnTo>
                <a:lnTo>
                  <a:pt x="20385" y="286907"/>
                </a:lnTo>
                <a:lnTo>
                  <a:pt x="5300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1" name="object 7"/>
          <p:cNvSpPr txBox="1"/>
          <p:nvPr/>
        </p:nvSpPr>
        <p:spPr>
          <a:xfrm>
            <a:off x="7700967" y="4115371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2" name="object 8"/>
          <p:cNvGrpSpPr/>
          <p:nvPr/>
        </p:nvGrpSpPr>
        <p:grpSpPr>
          <a:xfrm>
            <a:off x="6292334" y="3320175"/>
            <a:ext cx="1984562" cy="2404484"/>
            <a:chOff x="4709858" y="2565590"/>
            <a:chExt cx="1533525" cy="1858010"/>
          </a:xfrm>
        </p:grpSpPr>
        <p:sp>
          <p:nvSpPr>
            <p:cNvPr id="13" name="object 9"/>
            <p:cNvSpPr/>
            <p:nvPr/>
          </p:nvSpPr>
          <p:spPr>
            <a:xfrm>
              <a:off x="5521451" y="2570988"/>
              <a:ext cx="716280" cy="547370"/>
            </a:xfrm>
            <a:custGeom>
              <a:avLst/>
              <a:gdLst/>
              <a:ahLst/>
              <a:cxnLst/>
              <a:rect l="l" t="t" r="r" b="b"/>
              <a:pathLst>
                <a:path w="716279" h="547369">
                  <a:moveTo>
                    <a:pt x="716280" y="0"/>
                  </a:moveTo>
                  <a:lnTo>
                    <a:pt x="338328" y="547115"/>
                  </a:lnTo>
                </a:path>
                <a:path w="716279" h="547369">
                  <a:moveTo>
                    <a:pt x="0" y="0"/>
                  </a:moveTo>
                  <a:lnTo>
                    <a:pt x="338328" y="547115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4" name="object 10"/>
            <p:cNvSpPr/>
            <p:nvPr/>
          </p:nvSpPr>
          <p:spPr>
            <a:xfrm>
              <a:off x="4715256" y="4020312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5" name="object 11"/>
          <p:cNvSpPr txBox="1"/>
          <p:nvPr/>
        </p:nvSpPr>
        <p:spPr>
          <a:xfrm>
            <a:off x="8103239" y="4093757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=9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6476119" y="5282992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2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5867400" y="3269966"/>
            <a:ext cx="1732280" cy="2008393"/>
          </a:xfrm>
          <a:custGeom>
            <a:avLst/>
            <a:gdLst/>
            <a:ahLst/>
            <a:cxnLst/>
            <a:rect l="l" t="t" r="r" b="b"/>
            <a:pathLst>
              <a:path w="1338579" h="1551939">
                <a:moveTo>
                  <a:pt x="1338071" y="931164"/>
                </a:moveTo>
                <a:lnTo>
                  <a:pt x="672083" y="1551432"/>
                </a:lnTo>
              </a:path>
              <a:path w="1338579" h="1551939">
                <a:moveTo>
                  <a:pt x="0" y="0"/>
                </a:moveTo>
                <a:lnTo>
                  <a:pt x="391667" y="1551432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8" name="object 14"/>
          <p:cNvSpPr txBox="1"/>
          <p:nvPr/>
        </p:nvSpPr>
        <p:spPr>
          <a:xfrm>
            <a:off x="6827193" y="5296724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=8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19" name="object 15"/>
          <p:cNvGrpSpPr/>
          <p:nvPr/>
        </p:nvGrpSpPr>
        <p:grpSpPr>
          <a:xfrm>
            <a:off x="4702712" y="3210798"/>
            <a:ext cx="1886772" cy="3916531"/>
            <a:chOff x="3481514" y="2481071"/>
            <a:chExt cx="1457960" cy="3026410"/>
          </a:xfrm>
        </p:grpSpPr>
        <p:sp>
          <p:nvSpPr>
            <p:cNvPr id="20" name="object 16"/>
            <p:cNvSpPr/>
            <p:nvPr/>
          </p:nvSpPr>
          <p:spPr>
            <a:xfrm>
              <a:off x="4922519" y="2668523"/>
              <a:ext cx="0" cy="1351915"/>
            </a:xfrm>
            <a:custGeom>
              <a:avLst/>
              <a:gdLst/>
              <a:ahLst/>
              <a:cxnLst/>
              <a:rect l="l" t="t" r="r" b="b"/>
              <a:pathLst>
                <a:path h="1351914">
                  <a:moveTo>
                    <a:pt x="0" y="0"/>
                  </a:moveTo>
                  <a:lnTo>
                    <a:pt x="0" y="1351788"/>
                  </a:lnTo>
                </a:path>
              </a:pathLst>
            </a:custGeom>
            <a:ln w="27432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1" name="object 17"/>
            <p:cNvSpPr/>
            <p:nvPr/>
          </p:nvSpPr>
          <p:spPr>
            <a:xfrm>
              <a:off x="4927079" y="2481071"/>
              <a:ext cx="12700" cy="157480"/>
            </a:xfrm>
            <a:custGeom>
              <a:avLst/>
              <a:gdLst/>
              <a:ahLst/>
              <a:cxnLst/>
              <a:rect l="l" t="t" r="r" b="b"/>
              <a:pathLst>
                <a:path w="12700" h="157480">
                  <a:moveTo>
                    <a:pt x="9931" y="73660"/>
                  </a:moveTo>
                  <a:lnTo>
                    <a:pt x="5346" y="73660"/>
                  </a:lnTo>
                  <a:lnTo>
                    <a:pt x="5346" y="71120"/>
                  </a:lnTo>
                  <a:lnTo>
                    <a:pt x="0" y="71120"/>
                  </a:lnTo>
                  <a:lnTo>
                    <a:pt x="0" y="73660"/>
                  </a:lnTo>
                  <a:lnTo>
                    <a:pt x="0" y="154940"/>
                  </a:lnTo>
                  <a:lnTo>
                    <a:pt x="4572" y="154940"/>
                  </a:lnTo>
                  <a:lnTo>
                    <a:pt x="4572" y="157480"/>
                  </a:lnTo>
                  <a:lnTo>
                    <a:pt x="9169" y="157480"/>
                  </a:lnTo>
                  <a:lnTo>
                    <a:pt x="9169" y="154940"/>
                  </a:lnTo>
                  <a:lnTo>
                    <a:pt x="9931" y="154940"/>
                  </a:lnTo>
                  <a:lnTo>
                    <a:pt x="9931" y="73660"/>
                  </a:lnTo>
                  <a:close/>
                </a:path>
                <a:path w="12700" h="157480">
                  <a:moveTo>
                    <a:pt x="12192" y="0"/>
                  </a:moveTo>
                  <a:lnTo>
                    <a:pt x="1524" y="0"/>
                  </a:lnTo>
                  <a:lnTo>
                    <a:pt x="1524" y="41148"/>
                  </a:lnTo>
                  <a:lnTo>
                    <a:pt x="10668" y="41148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2" name="object 18"/>
            <p:cNvSpPr/>
            <p:nvPr/>
          </p:nvSpPr>
          <p:spPr>
            <a:xfrm>
              <a:off x="3486911" y="5103875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9643"/>
                  </a:moveTo>
                  <a:lnTo>
                    <a:pt x="5300" y="154035"/>
                  </a:lnTo>
                  <a:lnTo>
                    <a:pt x="20385" y="112078"/>
                  </a:lnTo>
                  <a:lnTo>
                    <a:pt x="44027" y="75000"/>
                  </a:lnTo>
                  <a:lnTo>
                    <a:pt x="75000" y="44027"/>
                  </a:lnTo>
                  <a:lnTo>
                    <a:pt x="112078" y="20385"/>
                  </a:lnTo>
                  <a:lnTo>
                    <a:pt x="154035" y="5300"/>
                  </a:lnTo>
                  <a:lnTo>
                    <a:pt x="199643" y="0"/>
                  </a:lnTo>
                  <a:lnTo>
                    <a:pt x="245168" y="5300"/>
                  </a:lnTo>
                  <a:lnTo>
                    <a:pt x="286907" y="20385"/>
                  </a:lnTo>
                  <a:lnTo>
                    <a:pt x="323687" y="44027"/>
                  </a:lnTo>
                  <a:lnTo>
                    <a:pt x="354336" y="75000"/>
                  </a:lnTo>
                  <a:lnTo>
                    <a:pt x="377680" y="112078"/>
                  </a:lnTo>
                  <a:lnTo>
                    <a:pt x="392547" y="154035"/>
                  </a:lnTo>
                  <a:lnTo>
                    <a:pt x="397763" y="199643"/>
                  </a:lnTo>
                  <a:lnTo>
                    <a:pt x="392547" y="245168"/>
                  </a:lnTo>
                  <a:lnTo>
                    <a:pt x="377680" y="286907"/>
                  </a:lnTo>
                  <a:lnTo>
                    <a:pt x="354336" y="323687"/>
                  </a:lnTo>
                  <a:lnTo>
                    <a:pt x="323687" y="354336"/>
                  </a:lnTo>
                  <a:lnTo>
                    <a:pt x="286907" y="377680"/>
                  </a:lnTo>
                  <a:lnTo>
                    <a:pt x="245168" y="392547"/>
                  </a:lnTo>
                  <a:lnTo>
                    <a:pt x="199643" y="397763"/>
                  </a:lnTo>
                  <a:lnTo>
                    <a:pt x="154035" y="392547"/>
                  </a:lnTo>
                  <a:lnTo>
                    <a:pt x="112078" y="377680"/>
                  </a:lnTo>
                  <a:lnTo>
                    <a:pt x="75000" y="354336"/>
                  </a:lnTo>
                  <a:lnTo>
                    <a:pt x="44027" y="323687"/>
                  </a:lnTo>
                  <a:lnTo>
                    <a:pt x="20385" y="286907"/>
                  </a:lnTo>
                  <a:lnTo>
                    <a:pt x="5300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3" name="object 19"/>
          <p:cNvSpPr txBox="1"/>
          <p:nvPr/>
        </p:nvSpPr>
        <p:spPr>
          <a:xfrm>
            <a:off x="4888524" y="6685257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24" name="object 20"/>
          <p:cNvSpPr/>
          <p:nvPr/>
        </p:nvSpPr>
        <p:spPr>
          <a:xfrm>
            <a:off x="5149507" y="5642566"/>
            <a:ext cx="1225251" cy="1039532"/>
          </a:xfrm>
          <a:custGeom>
            <a:avLst/>
            <a:gdLst/>
            <a:ahLst/>
            <a:cxnLst/>
            <a:rect l="l" t="t" r="r" b="b"/>
            <a:pathLst>
              <a:path w="946785" h="803275">
                <a:moveTo>
                  <a:pt x="946403" y="0"/>
                </a:moveTo>
                <a:lnTo>
                  <a:pt x="0" y="803148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25" name="object 21"/>
          <p:cNvGrpSpPr/>
          <p:nvPr/>
        </p:nvGrpSpPr>
        <p:grpSpPr>
          <a:xfrm>
            <a:off x="4403015" y="3216716"/>
            <a:ext cx="650015" cy="3395532"/>
            <a:chOff x="3249930" y="2485644"/>
            <a:chExt cx="502284" cy="2623820"/>
          </a:xfrm>
        </p:grpSpPr>
        <p:sp>
          <p:nvSpPr>
            <p:cNvPr id="26" name="object 22"/>
            <p:cNvSpPr/>
            <p:nvPr/>
          </p:nvSpPr>
          <p:spPr>
            <a:xfrm>
              <a:off x="3255264" y="2534411"/>
              <a:ext cx="431800" cy="2569845"/>
            </a:xfrm>
            <a:custGeom>
              <a:avLst/>
              <a:gdLst/>
              <a:ahLst/>
              <a:cxnLst/>
              <a:rect l="l" t="t" r="r" b="b"/>
              <a:pathLst>
                <a:path w="431800" h="2569845">
                  <a:moveTo>
                    <a:pt x="0" y="0"/>
                  </a:moveTo>
                  <a:lnTo>
                    <a:pt x="431291" y="2569464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7" name="object 23"/>
            <p:cNvSpPr/>
            <p:nvPr/>
          </p:nvSpPr>
          <p:spPr>
            <a:xfrm>
              <a:off x="3680459" y="2485644"/>
              <a:ext cx="71755" cy="2618740"/>
            </a:xfrm>
            <a:custGeom>
              <a:avLst/>
              <a:gdLst/>
              <a:ahLst/>
              <a:cxnLst/>
              <a:rect l="l" t="t" r="r" b="b"/>
              <a:pathLst>
                <a:path w="71754" h="2618740">
                  <a:moveTo>
                    <a:pt x="10668" y="2618232"/>
                  </a:moveTo>
                  <a:lnTo>
                    <a:pt x="0" y="2618232"/>
                  </a:lnTo>
                  <a:lnTo>
                    <a:pt x="3048" y="2534412"/>
                  </a:lnTo>
                  <a:lnTo>
                    <a:pt x="12192" y="2534412"/>
                  </a:lnTo>
                  <a:lnTo>
                    <a:pt x="10668" y="2618232"/>
                  </a:lnTo>
                  <a:close/>
                </a:path>
                <a:path w="71754" h="2618740">
                  <a:moveTo>
                    <a:pt x="13716" y="2503932"/>
                  </a:moveTo>
                  <a:lnTo>
                    <a:pt x="3048" y="2503932"/>
                  </a:lnTo>
                  <a:lnTo>
                    <a:pt x="4572" y="2420112"/>
                  </a:lnTo>
                  <a:lnTo>
                    <a:pt x="15240" y="2420112"/>
                  </a:lnTo>
                  <a:lnTo>
                    <a:pt x="13716" y="2503932"/>
                  </a:lnTo>
                  <a:close/>
                </a:path>
                <a:path w="71754" h="2618740">
                  <a:moveTo>
                    <a:pt x="16764" y="2388108"/>
                  </a:moveTo>
                  <a:lnTo>
                    <a:pt x="6096" y="2388108"/>
                  </a:lnTo>
                  <a:lnTo>
                    <a:pt x="7620" y="2304288"/>
                  </a:lnTo>
                  <a:lnTo>
                    <a:pt x="18288" y="2304288"/>
                  </a:lnTo>
                  <a:lnTo>
                    <a:pt x="16764" y="2388108"/>
                  </a:lnTo>
                  <a:close/>
                </a:path>
                <a:path w="71754" h="2618740">
                  <a:moveTo>
                    <a:pt x="18288" y="2273808"/>
                  </a:moveTo>
                  <a:lnTo>
                    <a:pt x="9144" y="2272284"/>
                  </a:lnTo>
                  <a:lnTo>
                    <a:pt x="10640" y="2189988"/>
                  </a:lnTo>
                  <a:lnTo>
                    <a:pt x="10668" y="2188464"/>
                  </a:lnTo>
                  <a:lnTo>
                    <a:pt x="21336" y="2189988"/>
                  </a:lnTo>
                  <a:lnTo>
                    <a:pt x="18343" y="2272284"/>
                  </a:lnTo>
                  <a:lnTo>
                    <a:pt x="18288" y="2273808"/>
                  </a:lnTo>
                  <a:close/>
                </a:path>
                <a:path w="71754" h="2618740">
                  <a:moveTo>
                    <a:pt x="21336" y="2157984"/>
                  </a:moveTo>
                  <a:lnTo>
                    <a:pt x="10668" y="2157984"/>
                  </a:lnTo>
                  <a:lnTo>
                    <a:pt x="13716" y="2074164"/>
                  </a:lnTo>
                  <a:lnTo>
                    <a:pt x="22860" y="2074164"/>
                  </a:lnTo>
                  <a:lnTo>
                    <a:pt x="21336" y="2157984"/>
                  </a:lnTo>
                  <a:close/>
                </a:path>
                <a:path w="71754" h="2618740">
                  <a:moveTo>
                    <a:pt x="24384" y="2042160"/>
                  </a:moveTo>
                  <a:lnTo>
                    <a:pt x="13716" y="2042160"/>
                  </a:lnTo>
                  <a:lnTo>
                    <a:pt x="15240" y="1958340"/>
                  </a:lnTo>
                  <a:lnTo>
                    <a:pt x="25908" y="1958340"/>
                  </a:lnTo>
                  <a:lnTo>
                    <a:pt x="24384" y="2042160"/>
                  </a:lnTo>
                  <a:close/>
                </a:path>
                <a:path w="71754" h="2618740">
                  <a:moveTo>
                    <a:pt x="27432" y="1927860"/>
                  </a:moveTo>
                  <a:lnTo>
                    <a:pt x="16764" y="1927860"/>
                  </a:lnTo>
                  <a:lnTo>
                    <a:pt x="18288" y="1844040"/>
                  </a:lnTo>
                  <a:lnTo>
                    <a:pt x="28956" y="1844040"/>
                  </a:lnTo>
                  <a:lnTo>
                    <a:pt x="27432" y="1927860"/>
                  </a:lnTo>
                  <a:close/>
                </a:path>
                <a:path w="71754" h="2618740">
                  <a:moveTo>
                    <a:pt x="28956" y="1812036"/>
                  </a:moveTo>
                  <a:lnTo>
                    <a:pt x="18288" y="1812036"/>
                  </a:lnTo>
                  <a:lnTo>
                    <a:pt x="21336" y="1728216"/>
                  </a:lnTo>
                  <a:lnTo>
                    <a:pt x="32004" y="1728216"/>
                  </a:lnTo>
                  <a:lnTo>
                    <a:pt x="28956" y="1812036"/>
                  </a:lnTo>
                  <a:close/>
                </a:path>
                <a:path w="71754" h="2618740">
                  <a:moveTo>
                    <a:pt x="32004" y="1697736"/>
                  </a:moveTo>
                  <a:lnTo>
                    <a:pt x="21336" y="1696212"/>
                  </a:lnTo>
                  <a:lnTo>
                    <a:pt x="22832" y="1613916"/>
                  </a:lnTo>
                  <a:lnTo>
                    <a:pt x="22860" y="1612392"/>
                  </a:lnTo>
                  <a:lnTo>
                    <a:pt x="33528" y="1613916"/>
                  </a:lnTo>
                  <a:lnTo>
                    <a:pt x="32031" y="1696212"/>
                  </a:lnTo>
                  <a:lnTo>
                    <a:pt x="32004" y="1697736"/>
                  </a:lnTo>
                  <a:close/>
                </a:path>
                <a:path w="71754" h="2618740">
                  <a:moveTo>
                    <a:pt x="35052" y="1581912"/>
                  </a:moveTo>
                  <a:lnTo>
                    <a:pt x="24384" y="1581912"/>
                  </a:lnTo>
                  <a:lnTo>
                    <a:pt x="25908" y="1498092"/>
                  </a:lnTo>
                  <a:lnTo>
                    <a:pt x="36576" y="1498092"/>
                  </a:lnTo>
                  <a:lnTo>
                    <a:pt x="35052" y="1581912"/>
                  </a:lnTo>
                  <a:close/>
                </a:path>
                <a:path w="71754" h="2618740">
                  <a:moveTo>
                    <a:pt x="38100" y="1466088"/>
                  </a:moveTo>
                  <a:lnTo>
                    <a:pt x="27432" y="1466088"/>
                  </a:lnTo>
                  <a:lnTo>
                    <a:pt x="28956" y="1382268"/>
                  </a:lnTo>
                  <a:lnTo>
                    <a:pt x="39624" y="1382268"/>
                  </a:lnTo>
                  <a:lnTo>
                    <a:pt x="38100" y="1466088"/>
                  </a:lnTo>
                  <a:close/>
                </a:path>
                <a:path w="71754" h="2618740">
                  <a:moveTo>
                    <a:pt x="39624" y="1351788"/>
                  </a:moveTo>
                  <a:lnTo>
                    <a:pt x="28956" y="1351788"/>
                  </a:lnTo>
                  <a:lnTo>
                    <a:pt x="32004" y="1267968"/>
                  </a:lnTo>
                  <a:lnTo>
                    <a:pt x="42672" y="1267968"/>
                  </a:lnTo>
                  <a:lnTo>
                    <a:pt x="39624" y="1351788"/>
                  </a:lnTo>
                  <a:close/>
                </a:path>
                <a:path w="71754" h="2618740">
                  <a:moveTo>
                    <a:pt x="42672" y="1235964"/>
                  </a:moveTo>
                  <a:lnTo>
                    <a:pt x="32004" y="1235964"/>
                  </a:lnTo>
                  <a:lnTo>
                    <a:pt x="33528" y="1152144"/>
                  </a:lnTo>
                  <a:lnTo>
                    <a:pt x="44196" y="1152144"/>
                  </a:lnTo>
                  <a:lnTo>
                    <a:pt x="42672" y="1235964"/>
                  </a:lnTo>
                  <a:close/>
                </a:path>
                <a:path w="71754" h="2618740">
                  <a:moveTo>
                    <a:pt x="45720" y="1121664"/>
                  </a:moveTo>
                  <a:lnTo>
                    <a:pt x="35052" y="1120140"/>
                  </a:lnTo>
                  <a:lnTo>
                    <a:pt x="36548" y="1037844"/>
                  </a:lnTo>
                  <a:lnTo>
                    <a:pt x="36576" y="1036320"/>
                  </a:lnTo>
                  <a:lnTo>
                    <a:pt x="47244" y="1037844"/>
                  </a:lnTo>
                  <a:lnTo>
                    <a:pt x="45747" y="1120140"/>
                  </a:lnTo>
                  <a:lnTo>
                    <a:pt x="45720" y="1121664"/>
                  </a:lnTo>
                  <a:close/>
                </a:path>
                <a:path w="71754" h="2618740">
                  <a:moveTo>
                    <a:pt x="47244" y="1005840"/>
                  </a:moveTo>
                  <a:lnTo>
                    <a:pt x="38100" y="1005840"/>
                  </a:lnTo>
                  <a:lnTo>
                    <a:pt x="39624" y="922020"/>
                  </a:lnTo>
                  <a:lnTo>
                    <a:pt x="50292" y="922020"/>
                  </a:lnTo>
                  <a:lnTo>
                    <a:pt x="47244" y="1005840"/>
                  </a:lnTo>
                  <a:close/>
                </a:path>
                <a:path w="71754" h="2618740">
                  <a:moveTo>
                    <a:pt x="50292" y="890016"/>
                  </a:moveTo>
                  <a:lnTo>
                    <a:pt x="39624" y="890016"/>
                  </a:lnTo>
                  <a:lnTo>
                    <a:pt x="42672" y="806196"/>
                  </a:lnTo>
                  <a:lnTo>
                    <a:pt x="51816" y="806196"/>
                  </a:lnTo>
                  <a:lnTo>
                    <a:pt x="50292" y="890016"/>
                  </a:lnTo>
                  <a:close/>
                </a:path>
                <a:path w="71754" h="2618740">
                  <a:moveTo>
                    <a:pt x="53340" y="775716"/>
                  </a:moveTo>
                  <a:lnTo>
                    <a:pt x="42672" y="775716"/>
                  </a:lnTo>
                  <a:lnTo>
                    <a:pt x="44196" y="691896"/>
                  </a:lnTo>
                  <a:lnTo>
                    <a:pt x="54864" y="691896"/>
                  </a:lnTo>
                  <a:lnTo>
                    <a:pt x="53340" y="775716"/>
                  </a:lnTo>
                  <a:close/>
                </a:path>
                <a:path w="71754" h="2618740">
                  <a:moveTo>
                    <a:pt x="56388" y="659892"/>
                  </a:moveTo>
                  <a:lnTo>
                    <a:pt x="45720" y="659892"/>
                  </a:lnTo>
                  <a:lnTo>
                    <a:pt x="47244" y="576072"/>
                  </a:lnTo>
                  <a:lnTo>
                    <a:pt x="57912" y="576072"/>
                  </a:lnTo>
                  <a:lnTo>
                    <a:pt x="56388" y="659892"/>
                  </a:lnTo>
                  <a:close/>
                </a:path>
                <a:path w="71754" h="2618740">
                  <a:moveTo>
                    <a:pt x="57912" y="545592"/>
                  </a:moveTo>
                  <a:lnTo>
                    <a:pt x="48768" y="544068"/>
                  </a:lnTo>
                  <a:lnTo>
                    <a:pt x="50264" y="461772"/>
                  </a:lnTo>
                  <a:lnTo>
                    <a:pt x="50292" y="460248"/>
                  </a:lnTo>
                  <a:lnTo>
                    <a:pt x="60960" y="461772"/>
                  </a:lnTo>
                  <a:lnTo>
                    <a:pt x="57967" y="544068"/>
                  </a:lnTo>
                  <a:lnTo>
                    <a:pt x="57912" y="545592"/>
                  </a:lnTo>
                  <a:close/>
                </a:path>
                <a:path w="71754" h="2618740">
                  <a:moveTo>
                    <a:pt x="60960" y="429768"/>
                  </a:moveTo>
                  <a:lnTo>
                    <a:pt x="50292" y="429768"/>
                  </a:lnTo>
                  <a:lnTo>
                    <a:pt x="53340" y="345948"/>
                  </a:lnTo>
                  <a:lnTo>
                    <a:pt x="62484" y="345948"/>
                  </a:lnTo>
                  <a:lnTo>
                    <a:pt x="60960" y="429768"/>
                  </a:lnTo>
                  <a:close/>
                </a:path>
                <a:path w="71754" h="2618740">
                  <a:moveTo>
                    <a:pt x="64008" y="313944"/>
                  </a:moveTo>
                  <a:lnTo>
                    <a:pt x="53340" y="313944"/>
                  </a:lnTo>
                  <a:lnTo>
                    <a:pt x="54864" y="230124"/>
                  </a:lnTo>
                  <a:lnTo>
                    <a:pt x="65532" y="230124"/>
                  </a:lnTo>
                  <a:lnTo>
                    <a:pt x="64008" y="313944"/>
                  </a:lnTo>
                  <a:close/>
                </a:path>
                <a:path w="71754" h="2618740">
                  <a:moveTo>
                    <a:pt x="67056" y="199644"/>
                  </a:moveTo>
                  <a:lnTo>
                    <a:pt x="56388" y="199644"/>
                  </a:lnTo>
                  <a:lnTo>
                    <a:pt x="57912" y="115824"/>
                  </a:lnTo>
                  <a:lnTo>
                    <a:pt x="68580" y="115824"/>
                  </a:lnTo>
                  <a:lnTo>
                    <a:pt x="67056" y="199644"/>
                  </a:lnTo>
                  <a:close/>
                </a:path>
                <a:path w="71754" h="2618740">
                  <a:moveTo>
                    <a:pt x="68580" y="83820"/>
                  </a:moveTo>
                  <a:lnTo>
                    <a:pt x="57912" y="83820"/>
                  </a:lnTo>
                  <a:lnTo>
                    <a:pt x="60960" y="0"/>
                  </a:lnTo>
                  <a:lnTo>
                    <a:pt x="71628" y="0"/>
                  </a:lnTo>
                  <a:lnTo>
                    <a:pt x="68580" y="8382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412329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4179AC-9207-A8E1-4C0D-4D9FA6DB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01E0F5D-76D4-F36A-36FE-F6047387E421}"/>
              </a:ext>
            </a:extLst>
          </p:cNvPr>
          <p:cNvSpPr txBox="1"/>
          <p:nvPr/>
        </p:nvSpPr>
        <p:spPr>
          <a:xfrm>
            <a:off x="381000" y="888075"/>
            <a:ext cx="12352767" cy="88147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4: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Powers &amp; grouping: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(6 × 2 − 6 − 1) × 2²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Inside: 6×2=12, 12−6=6, 6−1=5 → so (…) = 5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Power: 2² = 4 → 5 × 4 = 20 ✅ (answer = 20).</a:t>
            </a:r>
          </a:p>
        </p:txBody>
      </p:sp>
      <p:pic>
        <p:nvPicPr>
          <p:cNvPr id="52" name="object 4">
            <a:extLst>
              <a:ext uri="{FF2B5EF4-FFF2-40B4-BE49-F238E27FC236}">
                <a16:creationId xmlns:a16="http://schemas.microsoft.com/office/drawing/2014/main" id="{C808797B-A7C8-C80D-A2E9-6EDF37EC9B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3048000" y="2362200"/>
            <a:ext cx="6405560" cy="923621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  <a:tabLst>
                <a:tab pos="777379" algn="l"/>
                <a:tab pos="1242490" algn="l"/>
                <a:tab pos="1819362" algn="l"/>
                <a:tab pos="2190795" algn="l"/>
                <a:tab pos="2655907" algn="l"/>
                <a:tab pos="3027340" algn="l"/>
                <a:tab pos="3756235" algn="l"/>
                <a:tab pos="4220526" algn="l"/>
              </a:tabLst>
            </a:pPr>
            <a:r>
              <a:rPr lang="en-SE" dirty="0">
                <a:solidFill>
                  <a:schemeClr val="tx1"/>
                </a:solidFill>
              </a:rPr>
              <a:t>(</a:t>
            </a:r>
            <a:r>
              <a:rPr dirty="0">
                <a:solidFill>
                  <a:schemeClr val="tx1"/>
                </a:solidFill>
              </a:rPr>
              <a:t>6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×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2</a:t>
            </a:r>
            <a:r>
              <a:rPr lang="sv-SE" dirty="0">
                <a:solidFill>
                  <a:schemeClr val="tx1"/>
                </a:solidFill>
              </a:rPr>
              <a:t> - </a:t>
            </a:r>
            <a:r>
              <a:rPr dirty="0">
                <a:solidFill>
                  <a:schemeClr val="tx1"/>
                </a:solidFill>
              </a:rPr>
              <a:t>6</a:t>
            </a:r>
            <a:r>
              <a:rPr lang="sv-SE" dirty="0">
                <a:solidFill>
                  <a:schemeClr val="tx1"/>
                </a:solidFill>
              </a:rPr>
              <a:t> - </a:t>
            </a:r>
            <a:r>
              <a:rPr dirty="0">
                <a:solidFill>
                  <a:schemeClr val="tx1"/>
                </a:solidFill>
              </a:rPr>
              <a:t>1)×2</a:t>
            </a:r>
            <a:r>
              <a:rPr lang="en-GB" sz="5870" dirty="0">
                <a:solidFill>
                  <a:schemeClr val="tx1"/>
                </a:solidFill>
                <a:latin typeface="Comic Sans MS" panose="030F0702030302020204" pitchFamily="66" charset="0"/>
              </a:rPr>
              <a:t>²</a:t>
            </a:r>
            <a:endParaRPr sz="5870" dirty="0">
              <a:solidFill>
                <a:schemeClr val="tx1"/>
              </a:solidFill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8083534" y="7456417"/>
            <a:ext cx="729727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omic Sans MS"/>
                <a:cs typeface="Comic Sans MS"/>
              </a:rPr>
              <a:t>=20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8" name="object 6"/>
          <p:cNvSpPr/>
          <p:nvPr/>
        </p:nvSpPr>
        <p:spPr>
          <a:xfrm>
            <a:off x="4912839" y="4133806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8119"/>
                </a:moveTo>
                <a:lnTo>
                  <a:pt x="5216" y="152595"/>
                </a:lnTo>
                <a:lnTo>
                  <a:pt x="20083" y="110856"/>
                </a:lnTo>
                <a:lnTo>
                  <a:pt x="43427" y="74076"/>
                </a:lnTo>
                <a:lnTo>
                  <a:pt x="74076" y="43427"/>
                </a:lnTo>
                <a:lnTo>
                  <a:pt x="110856" y="20083"/>
                </a:lnTo>
                <a:lnTo>
                  <a:pt x="152595" y="5216"/>
                </a:lnTo>
                <a:lnTo>
                  <a:pt x="198119" y="0"/>
                </a:lnTo>
                <a:lnTo>
                  <a:pt x="243728" y="5216"/>
                </a:lnTo>
                <a:lnTo>
                  <a:pt x="285685" y="20083"/>
                </a:lnTo>
                <a:lnTo>
                  <a:pt x="322763" y="43427"/>
                </a:lnTo>
                <a:lnTo>
                  <a:pt x="353736" y="74076"/>
                </a:lnTo>
                <a:lnTo>
                  <a:pt x="377378" y="110856"/>
                </a:lnTo>
                <a:lnTo>
                  <a:pt x="392463" y="152595"/>
                </a:lnTo>
                <a:lnTo>
                  <a:pt x="397763" y="198119"/>
                </a:lnTo>
                <a:lnTo>
                  <a:pt x="392463" y="243728"/>
                </a:lnTo>
                <a:lnTo>
                  <a:pt x="377378" y="285685"/>
                </a:lnTo>
                <a:lnTo>
                  <a:pt x="353736" y="322763"/>
                </a:lnTo>
                <a:lnTo>
                  <a:pt x="322763" y="353736"/>
                </a:lnTo>
                <a:lnTo>
                  <a:pt x="285685" y="377378"/>
                </a:lnTo>
                <a:lnTo>
                  <a:pt x="243728" y="392463"/>
                </a:lnTo>
                <a:lnTo>
                  <a:pt x="198119" y="397763"/>
                </a:lnTo>
                <a:lnTo>
                  <a:pt x="152595" y="392463"/>
                </a:lnTo>
                <a:lnTo>
                  <a:pt x="110856" y="377378"/>
                </a:lnTo>
                <a:lnTo>
                  <a:pt x="74076" y="353736"/>
                </a:lnTo>
                <a:lnTo>
                  <a:pt x="43427" y="322763"/>
                </a:lnTo>
                <a:lnTo>
                  <a:pt x="20083" y="285685"/>
                </a:lnTo>
                <a:lnTo>
                  <a:pt x="5216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8" name="object 7"/>
          <p:cNvSpPr txBox="1"/>
          <p:nvPr/>
        </p:nvSpPr>
        <p:spPr>
          <a:xfrm>
            <a:off x="5089734" y="4212096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29" name="object 8"/>
          <p:cNvSpPr/>
          <p:nvPr/>
        </p:nvSpPr>
        <p:spPr>
          <a:xfrm>
            <a:off x="4709697" y="3273910"/>
            <a:ext cx="822586" cy="860388"/>
          </a:xfrm>
          <a:custGeom>
            <a:avLst/>
            <a:gdLst/>
            <a:ahLst/>
            <a:cxnLst/>
            <a:rect l="l" t="t" r="r" b="b"/>
            <a:pathLst>
              <a:path w="635635" h="664844">
                <a:moveTo>
                  <a:pt x="635508" y="13716"/>
                </a:moveTo>
                <a:lnTo>
                  <a:pt x="355091" y="664463"/>
                </a:lnTo>
              </a:path>
              <a:path w="635635" h="664844">
                <a:moveTo>
                  <a:pt x="0" y="0"/>
                </a:moveTo>
                <a:lnTo>
                  <a:pt x="355091" y="664463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0" name="object 9"/>
          <p:cNvSpPr txBox="1"/>
          <p:nvPr/>
        </p:nvSpPr>
        <p:spPr>
          <a:xfrm>
            <a:off x="5436747" y="4170659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=12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31" name="object 10"/>
          <p:cNvGrpSpPr/>
          <p:nvPr/>
        </p:nvGrpSpPr>
        <p:grpSpPr>
          <a:xfrm>
            <a:off x="5343689" y="3198964"/>
            <a:ext cx="1101165" cy="2535966"/>
            <a:chOff x="3976814" y="2471927"/>
            <a:chExt cx="850900" cy="1959610"/>
          </a:xfrm>
        </p:grpSpPr>
        <p:sp>
          <p:nvSpPr>
            <p:cNvPr id="32" name="object 11"/>
            <p:cNvSpPr/>
            <p:nvPr/>
          </p:nvSpPr>
          <p:spPr>
            <a:xfrm>
              <a:off x="4235195" y="4027931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39" h="398145">
                  <a:moveTo>
                    <a:pt x="0" y="199643"/>
                  </a:moveTo>
                  <a:lnTo>
                    <a:pt x="5216" y="154035"/>
                  </a:lnTo>
                  <a:lnTo>
                    <a:pt x="20083" y="112078"/>
                  </a:lnTo>
                  <a:lnTo>
                    <a:pt x="43427" y="75000"/>
                  </a:lnTo>
                  <a:lnTo>
                    <a:pt x="74076" y="44027"/>
                  </a:lnTo>
                  <a:lnTo>
                    <a:pt x="110856" y="20385"/>
                  </a:lnTo>
                  <a:lnTo>
                    <a:pt x="152595" y="5300"/>
                  </a:lnTo>
                  <a:lnTo>
                    <a:pt x="198119" y="0"/>
                  </a:lnTo>
                  <a:lnTo>
                    <a:pt x="243644" y="5300"/>
                  </a:lnTo>
                  <a:lnTo>
                    <a:pt x="285383" y="20385"/>
                  </a:lnTo>
                  <a:lnTo>
                    <a:pt x="322163" y="44027"/>
                  </a:lnTo>
                  <a:lnTo>
                    <a:pt x="352812" y="75000"/>
                  </a:lnTo>
                  <a:lnTo>
                    <a:pt x="376156" y="112078"/>
                  </a:lnTo>
                  <a:lnTo>
                    <a:pt x="391023" y="154035"/>
                  </a:lnTo>
                  <a:lnTo>
                    <a:pt x="396239" y="199643"/>
                  </a:lnTo>
                  <a:lnTo>
                    <a:pt x="391023" y="245168"/>
                  </a:lnTo>
                  <a:lnTo>
                    <a:pt x="376156" y="286907"/>
                  </a:lnTo>
                  <a:lnTo>
                    <a:pt x="352812" y="323687"/>
                  </a:lnTo>
                  <a:lnTo>
                    <a:pt x="322163" y="354336"/>
                  </a:lnTo>
                  <a:lnTo>
                    <a:pt x="285383" y="377680"/>
                  </a:lnTo>
                  <a:lnTo>
                    <a:pt x="243644" y="392547"/>
                  </a:lnTo>
                  <a:lnTo>
                    <a:pt x="198119" y="397763"/>
                  </a:lnTo>
                  <a:lnTo>
                    <a:pt x="152595" y="392547"/>
                  </a:lnTo>
                  <a:lnTo>
                    <a:pt x="110856" y="377680"/>
                  </a:lnTo>
                  <a:lnTo>
                    <a:pt x="74076" y="354336"/>
                  </a:lnTo>
                  <a:lnTo>
                    <a:pt x="43427" y="323687"/>
                  </a:lnTo>
                  <a:lnTo>
                    <a:pt x="20083" y="286907"/>
                  </a:lnTo>
                  <a:lnTo>
                    <a:pt x="5216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3" name="object 12"/>
            <p:cNvSpPr/>
            <p:nvPr/>
          </p:nvSpPr>
          <p:spPr>
            <a:xfrm>
              <a:off x="3982211" y="2548127"/>
              <a:ext cx="840105" cy="1537970"/>
            </a:xfrm>
            <a:custGeom>
              <a:avLst/>
              <a:gdLst/>
              <a:ahLst/>
              <a:cxnLst/>
              <a:rect l="l" t="t" r="r" b="b"/>
              <a:pathLst>
                <a:path w="840104" h="1537970">
                  <a:moveTo>
                    <a:pt x="839724" y="0"/>
                  </a:moveTo>
                  <a:lnTo>
                    <a:pt x="591312" y="1537716"/>
                  </a:lnTo>
                </a:path>
                <a:path w="840104" h="1537970">
                  <a:moveTo>
                    <a:pt x="0" y="984504"/>
                  </a:moveTo>
                  <a:lnTo>
                    <a:pt x="310896" y="1537716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4" name="object 13"/>
            <p:cNvSpPr/>
            <p:nvPr/>
          </p:nvSpPr>
          <p:spPr>
            <a:xfrm>
              <a:off x="4428743" y="2471927"/>
              <a:ext cx="68580" cy="1556385"/>
            </a:xfrm>
            <a:custGeom>
              <a:avLst/>
              <a:gdLst/>
              <a:ahLst/>
              <a:cxnLst/>
              <a:rect l="l" t="t" r="r" b="b"/>
              <a:pathLst>
                <a:path w="68579" h="1556385">
                  <a:moveTo>
                    <a:pt x="9144" y="1556004"/>
                  </a:moveTo>
                  <a:lnTo>
                    <a:pt x="0" y="1556004"/>
                  </a:lnTo>
                  <a:lnTo>
                    <a:pt x="3048" y="1472184"/>
                  </a:lnTo>
                  <a:lnTo>
                    <a:pt x="12192" y="1472184"/>
                  </a:lnTo>
                  <a:lnTo>
                    <a:pt x="9144" y="1556004"/>
                  </a:lnTo>
                  <a:close/>
                </a:path>
                <a:path w="68579" h="1556385">
                  <a:moveTo>
                    <a:pt x="13716" y="1441704"/>
                  </a:moveTo>
                  <a:lnTo>
                    <a:pt x="3048" y="1440180"/>
                  </a:lnTo>
                  <a:lnTo>
                    <a:pt x="6040" y="1357884"/>
                  </a:lnTo>
                  <a:lnTo>
                    <a:pt x="6096" y="1356360"/>
                  </a:lnTo>
                  <a:lnTo>
                    <a:pt x="16764" y="1357884"/>
                  </a:lnTo>
                  <a:lnTo>
                    <a:pt x="13771" y="1440180"/>
                  </a:lnTo>
                  <a:lnTo>
                    <a:pt x="13716" y="1441704"/>
                  </a:lnTo>
                  <a:close/>
                </a:path>
                <a:path w="68579" h="1556385">
                  <a:moveTo>
                    <a:pt x="18288" y="1325880"/>
                  </a:moveTo>
                  <a:lnTo>
                    <a:pt x="7620" y="1325880"/>
                  </a:lnTo>
                  <a:lnTo>
                    <a:pt x="10668" y="1242060"/>
                  </a:lnTo>
                  <a:lnTo>
                    <a:pt x="21336" y="1242060"/>
                  </a:lnTo>
                  <a:lnTo>
                    <a:pt x="18288" y="1325880"/>
                  </a:lnTo>
                  <a:close/>
                </a:path>
                <a:path w="68579" h="1556385">
                  <a:moveTo>
                    <a:pt x="22860" y="1211580"/>
                  </a:moveTo>
                  <a:lnTo>
                    <a:pt x="12192" y="1210056"/>
                  </a:lnTo>
                  <a:lnTo>
                    <a:pt x="15184" y="1127760"/>
                  </a:lnTo>
                  <a:lnTo>
                    <a:pt x="15240" y="1126236"/>
                  </a:lnTo>
                  <a:lnTo>
                    <a:pt x="25908" y="1127760"/>
                  </a:lnTo>
                  <a:lnTo>
                    <a:pt x="22915" y="1210056"/>
                  </a:lnTo>
                  <a:lnTo>
                    <a:pt x="22860" y="1211580"/>
                  </a:lnTo>
                  <a:close/>
                </a:path>
                <a:path w="68579" h="1556385">
                  <a:moveTo>
                    <a:pt x="27432" y="1095756"/>
                  </a:moveTo>
                  <a:lnTo>
                    <a:pt x="16764" y="1095756"/>
                  </a:lnTo>
                  <a:lnTo>
                    <a:pt x="19812" y="1011936"/>
                  </a:lnTo>
                  <a:lnTo>
                    <a:pt x="30480" y="1011936"/>
                  </a:lnTo>
                  <a:lnTo>
                    <a:pt x="27432" y="1095756"/>
                  </a:lnTo>
                  <a:close/>
                </a:path>
                <a:path w="68579" h="1556385">
                  <a:moveTo>
                    <a:pt x="32004" y="979932"/>
                  </a:moveTo>
                  <a:lnTo>
                    <a:pt x="21336" y="979932"/>
                  </a:lnTo>
                  <a:lnTo>
                    <a:pt x="24384" y="896112"/>
                  </a:lnTo>
                  <a:lnTo>
                    <a:pt x="35052" y="896112"/>
                  </a:lnTo>
                  <a:lnTo>
                    <a:pt x="32004" y="979932"/>
                  </a:lnTo>
                  <a:close/>
                </a:path>
                <a:path w="68579" h="1556385">
                  <a:moveTo>
                    <a:pt x="36576" y="865632"/>
                  </a:moveTo>
                  <a:lnTo>
                    <a:pt x="25908" y="865632"/>
                  </a:lnTo>
                  <a:lnTo>
                    <a:pt x="28956" y="781812"/>
                  </a:lnTo>
                  <a:lnTo>
                    <a:pt x="39624" y="781812"/>
                  </a:lnTo>
                  <a:lnTo>
                    <a:pt x="36576" y="865632"/>
                  </a:lnTo>
                  <a:close/>
                </a:path>
                <a:path w="68579" h="1556385">
                  <a:moveTo>
                    <a:pt x="39624" y="749808"/>
                  </a:moveTo>
                  <a:lnTo>
                    <a:pt x="30480" y="749808"/>
                  </a:lnTo>
                  <a:lnTo>
                    <a:pt x="33528" y="665988"/>
                  </a:lnTo>
                  <a:lnTo>
                    <a:pt x="44196" y="665988"/>
                  </a:lnTo>
                  <a:lnTo>
                    <a:pt x="39624" y="749808"/>
                  </a:lnTo>
                  <a:close/>
                </a:path>
                <a:path w="68579" h="1556385">
                  <a:moveTo>
                    <a:pt x="44196" y="635508"/>
                  </a:moveTo>
                  <a:lnTo>
                    <a:pt x="33528" y="633983"/>
                  </a:lnTo>
                  <a:lnTo>
                    <a:pt x="38016" y="551688"/>
                  </a:lnTo>
                  <a:lnTo>
                    <a:pt x="38100" y="550164"/>
                  </a:lnTo>
                  <a:lnTo>
                    <a:pt x="47244" y="551688"/>
                  </a:lnTo>
                  <a:lnTo>
                    <a:pt x="44251" y="633983"/>
                  </a:lnTo>
                  <a:lnTo>
                    <a:pt x="44196" y="635508"/>
                  </a:lnTo>
                  <a:close/>
                </a:path>
                <a:path w="68579" h="1556385">
                  <a:moveTo>
                    <a:pt x="48768" y="519683"/>
                  </a:moveTo>
                  <a:lnTo>
                    <a:pt x="38100" y="519683"/>
                  </a:lnTo>
                  <a:lnTo>
                    <a:pt x="41148" y="435864"/>
                  </a:lnTo>
                  <a:lnTo>
                    <a:pt x="51816" y="435864"/>
                  </a:lnTo>
                  <a:lnTo>
                    <a:pt x="48768" y="519683"/>
                  </a:lnTo>
                  <a:close/>
                </a:path>
                <a:path w="68579" h="1556385">
                  <a:moveTo>
                    <a:pt x="53340" y="405383"/>
                  </a:moveTo>
                  <a:lnTo>
                    <a:pt x="42672" y="403860"/>
                  </a:lnTo>
                  <a:lnTo>
                    <a:pt x="45664" y="321563"/>
                  </a:lnTo>
                  <a:lnTo>
                    <a:pt x="45720" y="320040"/>
                  </a:lnTo>
                  <a:lnTo>
                    <a:pt x="56388" y="321563"/>
                  </a:lnTo>
                  <a:lnTo>
                    <a:pt x="53395" y="403860"/>
                  </a:lnTo>
                  <a:lnTo>
                    <a:pt x="53340" y="405383"/>
                  </a:lnTo>
                  <a:close/>
                </a:path>
                <a:path w="68579" h="1556385">
                  <a:moveTo>
                    <a:pt x="57912" y="289559"/>
                  </a:moveTo>
                  <a:lnTo>
                    <a:pt x="47244" y="289559"/>
                  </a:lnTo>
                  <a:lnTo>
                    <a:pt x="50292" y="205740"/>
                  </a:lnTo>
                  <a:lnTo>
                    <a:pt x="60960" y="205740"/>
                  </a:lnTo>
                  <a:lnTo>
                    <a:pt x="57912" y="289559"/>
                  </a:lnTo>
                  <a:close/>
                </a:path>
                <a:path w="68579" h="1556385">
                  <a:moveTo>
                    <a:pt x="62484" y="173736"/>
                  </a:moveTo>
                  <a:lnTo>
                    <a:pt x="51816" y="173736"/>
                  </a:lnTo>
                  <a:lnTo>
                    <a:pt x="54864" y="89916"/>
                  </a:lnTo>
                  <a:lnTo>
                    <a:pt x="65532" y="89916"/>
                  </a:lnTo>
                  <a:lnTo>
                    <a:pt x="62484" y="173736"/>
                  </a:lnTo>
                  <a:close/>
                </a:path>
                <a:path w="68579" h="1556385">
                  <a:moveTo>
                    <a:pt x="67056" y="59436"/>
                  </a:moveTo>
                  <a:lnTo>
                    <a:pt x="56388" y="59436"/>
                  </a:lnTo>
                  <a:lnTo>
                    <a:pt x="57912" y="0"/>
                  </a:lnTo>
                  <a:lnTo>
                    <a:pt x="68580" y="0"/>
                  </a:lnTo>
                  <a:lnTo>
                    <a:pt x="67056" y="5943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5" name="object 14"/>
          <p:cNvSpPr txBox="1"/>
          <p:nvPr/>
        </p:nvSpPr>
        <p:spPr>
          <a:xfrm>
            <a:off x="5854933" y="5292783"/>
            <a:ext cx="668916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53354" algn="l"/>
              </a:tabLst>
            </a:pPr>
            <a:r>
              <a:rPr sz="1876" spc="-65" dirty="0">
                <a:latin typeface="Calibri"/>
                <a:cs typeface="Calibri"/>
              </a:rPr>
              <a:t>2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6" name="object 15"/>
          <p:cNvSpPr/>
          <p:nvPr/>
        </p:nvSpPr>
        <p:spPr>
          <a:xfrm>
            <a:off x="6571488" y="6297347"/>
            <a:ext cx="515246" cy="512781"/>
          </a:xfrm>
          <a:custGeom>
            <a:avLst/>
            <a:gdLst/>
            <a:ahLst/>
            <a:cxnLst/>
            <a:rect l="l" t="t" r="r" b="b"/>
            <a:pathLst>
              <a:path w="398145" h="396239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644"/>
                </a:lnTo>
                <a:lnTo>
                  <a:pt x="377680" y="285383"/>
                </a:lnTo>
                <a:lnTo>
                  <a:pt x="354336" y="322163"/>
                </a:lnTo>
                <a:lnTo>
                  <a:pt x="323687" y="352812"/>
                </a:lnTo>
                <a:lnTo>
                  <a:pt x="286907" y="376156"/>
                </a:lnTo>
                <a:lnTo>
                  <a:pt x="245168" y="391023"/>
                </a:lnTo>
                <a:lnTo>
                  <a:pt x="199643" y="396239"/>
                </a:lnTo>
                <a:lnTo>
                  <a:pt x="154035" y="391023"/>
                </a:lnTo>
                <a:lnTo>
                  <a:pt x="112078" y="376156"/>
                </a:lnTo>
                <a:lnTo>
                  <a:pt x="75000" y="352812"/>
                </a:lnTo>
                <a:lnTo>
                  <a:pt x="44027" y="322163"/>
                </a:lnTo>
                <a:lnTo>
                  <a:pt x="20385" y="285383"/>
                </a:lnTo>
                <a:lnTo>
                  <a:pt x="5300" y="243644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7" name="object 16"/>
          <p:cNvSpPr txBox="1"/>
          <p:nvPr/>
        </p:nvSpPr>
        <p:spPr>
          <a:xfrm>
            <a:off x="6750290" y="637562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38" name="object 17"/>
          <p:cNvGrpSpPr/>
          <p:nvPr/>
        </p:nvGrpSpPr>
        <p:grpSpPr>
          <a:xfrm>
            <a:off x="6215417" y="3191734"/>
            <a:ext cx="1057610" cy="3187625"/>
            <a:chOff x="4650422" y="2466339"/>
            <a:chExt cx="817244" cy="2463165"/>
          </a:xfrm>
        </p:grpSpPr>
        <p:sp>
          <p:nvSpPr>
            <p:cNvPr id="39" name="object 18"/>
            <p:cNvSpPr/>
            <p:nvPr/>
          </p:nvSpPr>
          <p:spPr>
            <a:xfrm>
              <a:off x="4655819" y="2510027"/>
              <a:ext cx="806450" cy="2414270"/>
            </a:xfrm>
            <a:custGeom>
              <a:avLst/>
              <a:gdLst/>
              <a:ahLst/>
              <a:cxnLst/>
              <a:rect l="l" t="t" r="r" b="b"/>
              <a:pathLst>
                <a:path w="806450" h="2414270">
                  <a:moveTo>
                    <a:pt x="806196" y="0"/>
                  </a:moveTo>
                  <a:lnTo>
                    <a:pt x="609600" y="2414016"/>
                  </a:lnTo>
                </a:path>
                <a:path w="806450" h="2414270">
                  <a:moveTo>
                    <a:pt x="0" y="1865375"/>
                  </a:moveTo>
                  <a:lnTo>
                    <a:pt x="327660" y="2414016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40" name="object 19"/>
            <p:cNvSpPr/>
            <p:nvPr/>
          </p:nvSpPr>
          <p:spPr>
            <a:xfrm>
              <a:off x="5129021" y="2476499"/>
              <a:ext cx="0" cy="2390140"/>
            </a:xfrm>
            <a:custGeom>
              <a:avLst/>
              <a:gdLst/>
              <a:ahLst/>
              <a:cxnLst/>
              <a:rect l="l" t="t" r="r" b="b"/>
              <a:pathLst>
                <a:path h="2390140">
                  <a:moveTo>
                    <a:pt x="0" y="0"/>
                  </a:moveTo>
                  <a:lnTo>
                    <a:pt x="0" y="2389632"/>
                  </a:lnTo>
                </a:path>
              </a:pathLst>
            </a:custGeom>
            <a:ln w="19812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41" name="object 20"/>
          <p:cNvSpPr txBox="1"/>
          <p:nvPr/>
        </p:nvSpPr>
        <p:spPr>
          <a:xfrm>
            <a:off x="7099453" y="6359856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=5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2" name="object 21"/>
          <p:cNvSpPr/>
          <p:nvPr/>
        </p:nvSpPr>
        <p:spPr>
          <a:xfrm>
            <a:off x="7551690" y="7449134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9643"/>
                </a:moveTo>
                <a:lnTo>
                  <a:pt x="5216" y="154035"/>
                </a:lnTo>
                <a:lnTo>
                  <a:pt x="20083" y="112078"/>
                </a:lnTo>
                <a:lnTo>
                  <a:pt x="43427" y="75000"/>
                </a:lnTo>
                <a:lnTo>
                  <a:pt x="74076" y="44027"/>
                </a:lnTo>
                <a:lnTo>
                  <a:pt x="110856" y="20385"/>
                </a:lnTo>
                <a:lnTo>
                  <a:pt x="152595" y="5300"/>
                </a:lnTo>
                <a:lnTo>
                  <a:pt x="198119" y="0"/>
                </a:lnTo>
                <a:lnTo>
                  <a:pt x="243728" y="5300"/>
                </a:lnTo>
                <a:lnTo>
                  <a:pt x="285685" y="20385"/>
                </a:lnTo>
                <a:lnTo>
                  <a:pt x="322763" y="44027"/>
                </a:lnTo>
                <a:lnTo>
                  <a:pt x="353736" y="75000"/>
                </a:lnTo>
                <a:lnTo>
                  <a:pt x="377378" y="112078"/>
                </a:lnTo>
                <a:lnTo>
                  <a:pt x="392463" y="154035"/>
                </a:lnTo>
                <a:lnTo>
                  <a:pt x="397763" y="199643"/>
                </a:lnTo>
                <a:lnTo>
                  <a:pt x="392463" y="245168"/>
                </a:lnTo>
                <a:lnTo>
                  <a:pt x="377378" y="286907"/>
                </a:lnTo>
                <a:lnTo>
                  <a:pt x="353736" y="323687"/>
                </a:lnTo>
                <a:lnTo>
                  <a:pt x="322763" y="354336"/>
                </a:lnTo>
                <a:lnTo>
                  <a:pt x="285685" y="377680"/>
                </a:lnTo>
                <a:lnTo>
                  <a:pt x="243728" y="392547"/>
                </a:lnTo>
                <a:lnTo>
                  <a:pt x="198119" y="397763"/>
                </a:lnTo>
                <a:lnTo>
                  <a:pt x="152595" y="392547"/>
                </a:lnTo>
                <a:lnTo>
                  <a:pt x="110856" y="377680"/>
                </a:lnTo>
                <a:lnTo>
                  <a:pt x="74076" y="354336"/>
                </a:lnTo>
                <a:lnTo>
                  <a:pt x="43427" y="323687"/>
                </a:lnTo>
                <a:lnTo>
                  <a:pt x="20083" y="286907"/>
                </a:lnTo>
                <a:lnTo>
                  <a:pt x="5216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3" name="object 22"/>
          <p:cNvSpPr txBox="1"/>
          <p:nvPr/>
        </p:nvSpPr>
        <p:spPr>
          <a:xfrm>
            <a:off x="7728506" y="7529357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5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44" name="object 23"/>
          <p:cNvGrpSpPr/>
          <p:nvPr/>
        </p:nvGrpSpPr>
        <p:grpSpPr>
          <a:xfrm>
            <a:off x="7049697" y="3198964"/>
            <a:ext cx="2233059" cy="4327577"/>
            <a:chOff x="5265422" y="2471927"/>
            <a:chExt cx="1725547" cy="3344037"/>
          </a:xfrm>
        </p:grpSpPr>
        <p:sp>
          <p:nvSpPr>
            <p:cNvPr id="45" name="object 24"/>
            <p:cNvSpPr/>
            <p:nvPr/>
          </p:nvSpPr>
          <p:spPr>
            <a:xfrm>
              <a:off x="5265422" y="3794759"/>
              <a:ext cx="1527175" cy="2021205"/>
            </a:xfrm>
            <a:custGeom>
              <a:avLst/>
              <a:gdLst/>
              <a:ahLst/>
              <a:cxnLst/>
              <a:rect l="l" t="t" r="r" b="b"/>
              <a:pathLst>
                <a:path w="1527175" h="2021204">
                  <a:moveTo>
                    <a:pt x="1527048" y="0"/>
                  </a:moveTo>
                  <a:lnTo>
                    <a:pt x="755903" y="2020824"/>
                  </a:lnTo>
                </a:path>
                <a:path w="1527175" h="2021204">
                  <a:moveTo>
                    <a:pt x="0" y="1409700"/>
                  </a:moveTo>
                  <a:lnTo>
                    <a:pt x="475487" y="2020824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 dirty="0"/>
            </a:p>
          </p:txBody>
        </p:sp>
        <p:sp>
          <p:nvSpPr>
            <p:cNvPr id="46" name="object 25"/>
            <p:cNvSpPr/>
            <p:nvPr/>
          </p:nvSpPr>
          <p:spPr>
            <a:xfrm>
              <a:off x="5876546" y="2471927"/>
              <a:ext cx="62865" cy="3286125"/>
            </a:xfrm>
            <a:custGeom>
              <a:avLst/>
              <a:gdLst/>
              <a:ahLst/>
              <a:cxnLst/>
              <a:rect l="l" t="t" r="r" b="b"/>
              <a:pathLst>
                <a:path w="62864" h="3286125">
                  <a:moveTo>
                    <a:pt x="10668" y="3285744"/>
                  </a:moveTo>
                  <a:lnTo>
                    <a:pt x="0" y="3284220"/>
                  </a:lnTo>
                  <a:lnTo>
                    <a:pt x="1496" y="3201924"/>
                  </a:lnTo>
                  <a:lnTo>
                    <a:pt x="1524" y="3200400"/>
                  </a:lnTo>
                  <a:lnTo>
                    <a:pt x="12192" y="3201924"/>
                  </a:lnTo>
                  <a:lnTo>
                    <a:pt x="10695" y="3284220"/>
                  </a:lnTo>
                  <a:lnTo>
                    <a:pt x="10668" y="3285744"/>
                  </a:lnTo>
                  <a:close/>
                </a:path>
                <a:path w="62864" h="3286125">
                  <a:moveTo>
                    <a:pt x="12192" y="3169920"/>
                  </a:moveTo>
                  <a:lnTo>
                    <a:pt x="1524" y="3169920"/>
                  </a:lnTo>
                  <a:lnTo>
                    <a:pt x="3048" y="3086100"/>
                  </a:lnTo>
                  <a:lnTo>
                    <a:pt x="13716" y="3086100"/>
                  </a:lnTo>
                  <a:lnTo>
                    <a:pt x="12192" y="3169920"/>
                  </a:lnTo>
                  <a:close/>
                </a:path>
                <a:path w="62864" h="3286125">
                  <a:moveTo>
                    <a:pt x="13716" y="3054096"/>
                  </a:moveTo>
                  <a:lnTo>
                    <a:pt x="3048" y="3054096"/>
                  </a:lnTo>
                  <a:lnTo>
                    <a:pt x="4572" y="2970276"/>
                  </a:lnTo>
                  <a:lnTo>
                    <a:pt x="15240" y="2970276"/>
                  </a:lnTo>
                  <a:lnTo>
                    <a:pt x="13716" y="3054096"/>
                  </a:lnTo>
                  <a:close/>
                </a:path>
                <a:path w="62864" h="3286125">
                  <a:moveTo>
                    <a:pt x="15240" y="2939796"/>
                  </a:moveTo>
                  <a:lnTo>
                    <a:pt x="4572" y="2939796"/>
                  </a:lnTo>
                  <a:lnTo>
                    <a:pt x="6096" y="2855976"/>
                  </a:lnTo>
                  <a:lnTo>
                    <a:pt x="16764" y="2855976"/>
                  </a:lnTo>
                  <a:lnTo>
                    <a:pt x="15240" y="2939796"/>
                  </a:lnTo>
                  <a:close/>
                </a:path>
                <a:path w="62864" h="3286125">
                  <a:moveTo>
                    <a:pt x="18288" y="2823971"/>
                  </a:moveTo>
                  <a:lnTo>
                    <a:pt x="7620" y="2823971"/>
                  </a:lnTo>
                  <a:lnTo>
                    <a:pt x="9144" y="2740152"/>
                  </a:lnTo>
                  <a:lnTo>
                    <a:pt x="18288" y="2740152"/>
                  </a:lnTo>
                  <a:lnTo>
                    <a:pt x="18288" y="2823971"/>
                  </a:lnTo>
                  <a:close/>
                </a:path>
                <a:path w="62864" h="3286125">
                  <a:moveTo>
                    <a:pt x="19812" y="2708148"/>
                  </a:moveTo>
                  <a:lnTo>
                    <a:pt x="9144" y="2708148"/>
                  </a:lnTo>
                  <a:lnTo>
                    <a:pt x="10668" y="2624327"/>
                  </a:lnTo>
                  <a:lnTo>
                    <a:pt x="21336" y="2624327"/>
                  </a:lnTo>
                  <a:lnTo>
                    <a:pt x="19812" y="2708148"/>
                  </a:lnTo>
                  <a:close/>
                </a:path>
                <a:path w="62864" h="3286125">
                  <a:moveTo>
                    <a:pt x="21336" y="2593848"/>
                  </a:moveTo>
                  <a:lnTo>
                    <a:pt x="10668" y="2593848"/>
                  </a:lnTo>
                  <a:lnTo>
                    <a:pt x="12192" y="2510027"/>
                  </a:lnTo>
                  <a:lnTo>
                    <a:pt x="22860" y="2510027"/>
                  </a:lnTo>
                  <a:lnTo>
                    <a:pt x="21336" y="2593848"/>
                  </a:lnTo>
                  <a:close/>
                </a:path>
                <a:path w="62864" h="3286125">
                  <a:moveTo>
                    <a:pt x="22860" y="2478023"/>
                  </a:moveTo>
                  <a:lnTo>
                    <a:pt x="12192" y="2478023"/>
                  </a:lnTo>
                  <a:lnTo>
                    <a:pt x="13716" y="2394204"/>
                  </a:lnTo>
                  <a:lnTo>
                    <a:pt x="24384" y="2394204"/>
                  </a:lnTo>
                  <a:lnTo>
                    <a:pt x="22860" y="2478023"/>
                  </a:lnTo>
                  <a:close/>
                </a:path>
                <a:path w="62864" h="3286125">
                  <a:moveTo>
                    <a:pt x="24384" y="2363723"/>
                  </a:moveTo>
                  <a:lnTo>
                    <a:pt x="13716" y="2362199"/>
                  </a:lnTo>
                  <a:lnTo>
                    <a:pt x="15240" y="2279904"/>
                  </a:lnTo>
                  <a:lnTo>
                    <a:pt x="25908" y="2279904"/>
                  </a:lnTo>
                  <a:lnTo>
                    <a:pt x="24411" y="2362199"/>
                  </a:lnTo>
                  <a:lnTo>
                    <a:pt x="24384" y="2363723"/>
                  </a:lnTo>
                  <a:close/>
                </a:path>
                <a:path w="62864" h="3286125">
                  <a:moveTo>
                    <a:pt x="27432" y="2247899"/>
                  </a:moveTo>
                  <a:lnTo>
                    <a:pt x="16764" y="2247899"/>
                  </a:lnTo>
                  <a:lnTo>
                    <a:pt x="18288" y="2164079"/>
                  </a:lnTo>
                  <a:lnTo>
                    <a:pt x="27432" y="2164079"/>
                  </a:lnTo>
                  <a:lnTo>
                    <a:pt x="27432" y="2247899"/>
                  </a:lnTo>
                  <a:close/>
                </a:path>
                <a:path w="62864" h="3286125">
                  <a:moveTo>
                    <a:pt x="28956" y="2132075"/>
                  </a:moveTo>
                  <a:lnTo>
                    <a:pt x="18288" y="2132075"/>
                  </a:lnTo>
                  <a:lnTo>
                    <a:pt x="19812" y="2048255"/>
                  </a:lnTo>
                  <a:lnTo>
                    <a:pt x="30480" y="2048255"/>
                  </a:lnTo>
                  <a:lnTo>
                    <a:pt x="28956" y="2132075"/>
                  </a:lnTo>
                  <a:close/>
                </a:path>
                <a:path w="62864" h="3286125">
                  <a:moveTo>
                    <a:pt x="30480" y="2017776"/>
                  </a:moveTo>
                  <a:lnTo>
                    <a:pt x="19812" y="2017776"/>
                  </a:lnTo>
                  <a:lnTo>
                    <a:pt x="21336" y="1933955"/>
                  </a:lnTo>
                  <a:lnTo>
                    <a:pt x="32004" y="1933955"/>
                  </a:lnTo>
                  <a:lnTo>
                    <a:pt x="30480" y="2017776"/>
                  </a:lnTo>
                  <a:close/>
                </a:path>
                <a:path w="62864" h="3286125">
                  <a:moveTo>
                    <a:pt x="32004" y="1901951"/>
                  </a:moveTo>
                  <a:lnTo>
                    <a:pt x="21336" y="1901951"/>
                  </a:lnTo>
                  <a:lnTo>
                    <a:pt x="22860" y="1818131"/>
                  </a:lnTo>
                  <a:lnTo>
                    <a:pt x="33528" y="1818131"/>
                  </a:lnTo>
                  <a:lnTo>
                    <a:pt x="32004" y="1901951"/>
                  </a:lnTo>
                  <a:close/>
                </a:path>
                <a:path w="62864" h="3286125">
                  <a:moveTo>
                    <a:pt x="33528" y="1787651"/>
                  </a:moveTo>
                  <a:lnTo>
                    <a:pt x="22860" y="1786127"/>
                  </a:lnTo>
                  <a:lnTo>
                    <a:pt x="24356" y="1703831"/>
                  </a:lnTo>
                  <a:lnTo>
                    <a:pt x="24384" y="1702307"/>
                  </a:lnTo>
                  <a:lnTo>
                    <a:pt x="35052" y="1703831"/>
                  </a:lnTo>
                  <a:lnTo>
                    <a:pt x="33555" y="1786127"/>
                  </a:lnTo>
                  <a:lnTo>
                    <a:pt x="33528" y="1787651"/>
                  </a:lnTo>
                  <a:close/>
                </a:path>
                <a:path w="62864" h="3286125">
                  <a:moveTo>
                    <a:pt x="36576" y="1671827"/>
                  </a:moveTo>
                  <a:lnTo>
                    <a:pt x="25908" y="1671827"/>
                  </a:lnTo>
                  <a:lnTo>
                    <a:pt x="27432" y="1588007"/>
                  </a:lnTo>
                  <a:lnTo>
                    <a:pt x="36576" y="1588007"/>
                  </a:lnTo>
                  <a:lnTo>
                    <a:pt x="36576" y="1671827"/>
                  </a:lnTo>
                  <a:close/>
                </a:path>
                <a:path w="62864" h="3286125">
                  <a:moveTo>
                    <a:pt x="38100" y="1556003"/>
                  </a:moveTo>
                  <a:lnTo>
                    <a:pt x="27432" y="1556003"/>
                  </a:lnTo>
                  <a:lnTo>
                    <a:pt x="28956" y="1472184"/>
                  </a:lnTo>
                  <a:lnTo>
                    <a:pt x="39624" y="1472184"/>
                  </a:lnTo>
                  <a:lnTo>
                    <a:pt x="38100" y="1556003"/>
                  </a:lnTo>
                  <a:close/>
                </a:path>
                <a:path w="62864" h="3286125">
                  <a:moveTo>
                    <a:pt x="39624" y="1441703"/>
                  </a:moveTo>
                  <a:lnTo>
                    <a:pt x="28956" y="1441703"/>
                  </a:lnTo>
                  <a:lnTo>
                    <a:pt x="30480" y="1357884"/>
                  </a:lnTo>
                  <a:lnTo>
                    <a:pt x="41148" y="1357884"/>
                  </a:lnTo>
                  <a:lnTo>
                    <a:pt x="39624" y="1441703"/>
                  </a:lnTo>
                  <a:close/>
                </a:path>
                <a:path w="62864" h="3286125">
                  <a:moveTo>
                    <a:pt x="41148" y="1325880"/>
                  </a:moveTo>
                  <a:lnTo>
                    <a:pt x="30480" y="1325880"/>
                  </a:lnTo>
                  <a:lnTo>
                    <a:pt x="32004" y="1242059"/>
                  </a:lnTo>
                  <a:lnTo>
                    <a:pt x="42672" y="1242059"/>
                  </a:lnTo>
                  <a:lnTo>
                    <a:pt x="41148" y="1325880"/>
                  </a:lnTo>
                  <a:close/>
                </a:path>
                <a:path w="62864" h="3286125">
                  <a:moveTo>
                    <a:pt x="42672" y="1210055"/>
                  </a:moveTo>
                  <a:lnTo>
                    <a:pt x="32004" y="1210055"/>
                  </a:lnTo>
                  <a:lnTo>
                    <a:pt x="33528" y="1126235"/>
                  </a:lnTo>
                  <a:lnTo>
                    <a:pt x="44196" y="1126235"/>
                  </a:lnTo>
                  <a:lnTo>
                    <a:pt x="42672" y="1210055"/>
                  </a:lnTo>
                  <a:close/>
                </a:path>
                <a:path w="62864" h="3286125">
                  <a:moveTo>
                    <a:pt x="45720" y="1095755"/>
                  </a:moveTo>
                  <a:lnTo>
                    <a:pt x="35052" y="1095755"/>
                  </a:lnTo>
                  <a:lnTo>
                    <a:pt x="36576" y="1011935"/>
                  </a:lnTo>
                  <a:lnTo>
                    <a:pt x="45720" y="1011935"/>
                  </a:lnTo>
                  <a:lnTo>
                    <a:pt x="45720" y="1095755"/>
                  </a:lnTo>
                  <a:close/>
                </a:path>
                <a:path w="62864" h="3286125">
                  <a:moveTo>
                    <a:pt x="47244" y="979931"/>
                  </a:moveTo>
                  <a:lnTo>
                    <a:pt x="36576" y="979931"/>
                  </a:lnTo>
                  <a:lnTo>
                    <a:pt x="38100" y="896111"/>
                  </a:lnTo>
                  <a:lnTo>
                    <a:pt x="48768" y="896111"/>
                  </a:lnTo>
                  <a:lnTo>
                    <a:pt x="47244" y="979931"/>
                  </a:lnTo>
                  <a:close/>
                </a:path>
                <a:path w="62864" h="3286125">
                  <a:moveTo>
                    <a:pt x="48768" y="865631"/>
                  </a:moveTo>
                  <a:lnTo>
                    <a:pt x="38100" y="864107"/>
                  </a:lnTo>
                  <a:lnTo>
                    <a:pt x="39624" y="781811"/>
                  </a:lnTo>
                  <a:lnTo>
                    <a:pt x="50292" y="781811"/>
                  </a:lnTo>
                  <a:lnTo>
                    <a:pt x="48795" y="864107"/>
                  </a:lnTo>
                  <a:lnTo>
                    <a:pt x="48768" y="865631"/>
                  </a:lnTo>
                  <a:close/>
                </a:path>
                <a:path w="62864" h="3286125">
                  <a:moveTo>
                    <a:pt x="50292" y="749808"/>
                  </a:moveTo>
                  <a:lnTo>
                    <a:pt x="39624" y="749808"/>
                  </a:lnTo>
                  <a:lnTo>
                    <a:pt x="41148" y="665987"/>
                  </a:lnTo>
                  <a:lnTo>
                    <a:pt x="51816" y="665987"/>
                  </a:lnTo>
                  <a:lnTo>
                    <a:pt x="50292" y="749808"/>
                  </a:lnTo>
                  <a:close/>
                </a:path>
                <a:path w="62864" h="3286125">
                  <a:moveTo>
                    <a:pt x="51816" y="633983"/>
                  </a:moveTo>
                  <a:lnTo>
                    <a:pt x="42672" y="633983"/>
                  </a:lnTo>
                  <a:lnTo>
                    <a:pt x="42672" y="550163"/>
                  </a:lnTo>
                  <a:lnTo>
                    <a:pt x="53340" y="550163"/>
                  </a:lnTo>
                  <a:lnTo>
                    <a:pt x="51816" y="633983"/>
                  </a:lnTo>
                  <a:close/>
                </a:path>
                <a:path w="62864" h="3286125">
                  <a:moveTo>
                    <a:pt x="54864" y="519683"/>
                  </a:moveTo>
                  <a:lnTo>
                    <a:pt x="44196" y="519683"/>
                  </a:lnTo>
                  <a:lnTo>
                    <a:pt x="45720" y="435863"/>
                  </a:lnTo>
                  <a:lnTo>
                    <a:pt x="54864" y="435863"/>
                  </a:lnTo>
                  <a:lnTo>
                    <a:pt x="54864" y="519683"/>
                  </a:lnTo>
                  <a:close/>
                </a:path>
                <a:path w="62864" h="3286125">
                  <a:moveTo>
                    <a:pt x="56388" y="403859"/>
                  </a:moveTo>
                  <a:lnTo>
                    <a:pt x="45720" y="403859"/>
                  </a:lnTo>
                  <a:lnTo>
                    <a:pt x="47244" y="320040"/>
                  </a:lnTo>
                  <a:lnTo>
                    <a:pt x="57912" y="320040"/>
                  </a:lnTo>
                  <a:lnTo>
                    <a:pt x="56388" y="403859"/>
                  </a:lnTo>
                  <a:close/>
                </a:path>
                <a:path w="62864" h="3286125">
                  <a:moveTo>
                    <a:pt x="57912" y="289559"/>
                  </a:moveTo>
                  <a:lnTo>
                    <a:pt x="47244" y="288035"/>
                  </a:lnTo>
                  <a:lnTo>
                    <a:pt x="48740" y="205740"/>
                  </a:lnTo>
                  <a:lnTo>
                    <a:pt x="48768" y="204216"/>
                  </a:lnTo>
                  <a:lnTo>
                    <a:pt x="59436" y="205740"/>
                  </a:lnTo>
                  <a:lnTo>
                    <a:pt x="57939" y="288035"/>
                  </a:lnTo>
                  <a:lnTo>
                    <a:pt x="57912" y="289559"/>
                  </a:lnTo>
                  <a:close/>
                </a:path>
                <a:path w="62864" h="3286125">
                  <a:moveTo>
                    <a:pt x="59436" y="173735"/>
                  </a:moveTo>
                  <a:lnTo>
                    <a:pt x="48768" y="173735"/>
                  </a:lnTo>
                  <a:lnTo>
                    <a:pt x="50292" y="89916"/>
                  </a:lnTo>
                  <a:lnTo>
                    <a:pt x="60960" y="89916"/>
                  </a:lnTo>
                  <a:lnTo>
                    <a:pt x="59436" y="173735"/>
                  </a:lnTo>
                  <a:close/>
                </a:path>
                <a:path w="62864" h="3286125">
                  <a:moveTo>
                    <a:pt x="60960" y="57911"/>
                  </a:moveTo>
                  <a:lnTo>
                    <a:pt x="51816" y="57911"/>
                  </a:lnTo>
                  <a:lnTo>
                    <a:pt x="51816" y="0"/>
                  </a:lnTo>
                  <a:lnTo>
                    <a:pt x="62484" y="0"/>
                  </a:lnTo>
                  <a:lnTo>
                    <a:pt x="60960" y="57911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47" name="object 26"/>
            <p:cNvSpPr/>
            <p:nvPr/>
          </p:nvSpPr>
          <p:spPr>
            <a:xfrm>
              <a:off x="6592824" y="3396997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9643"/>
                  </a:moveTo>
                  <a:lnTo>
                    <a:pt x="5300" y="154035"/>
                  </a:lnTo>
                  <a:lnTo>
                    <a:pt x="20385" y="112078"/>
                  </a:lnTo>
                  <a:lnTo>
                    <a:pt x="44027" y="75000"/>
                  </a:lnTo>
                  <a:lnTo>
                    <a:pt x="75000" y="44027"/>
                  </a:lnTo>
                  <a:lnTo>
                    <a:pt x="112078" y="20385"/>
                  </a:lnTo>
                  <a:lnTo>
                    <a:pt x="154035" y="5300"/>
                  </a:lnTo>
                  <a:lnTo>
                    <a:pt x="199643" y="0"/>
                  </a:lnTo>
                  <a:lnTo>
                    <a:pt x="245168" y="5300"/>
                  </a:lnTo>
                  <a:lnTo>
                    <a:pt x="286907" y="20385"/>
                  </a:lnTo>
                  <a:lnTo>
                    <a:pt x="323687" y="44027"/>
                  </a:lnTo>
                  <a:lnTo>
                    <a:pt x="354336" y="75000"/>
                  </a:lnTo>
                  <a:lnTo>
                    <a:pt x="377680" y="112078"/>
                  </a:lnTo>
                  <a:lnTo>
                    <a:pt x="392547" y="154035"/>
                  </a:lnTo>
                  <a:lnTo>
                    <a:pt x="397763" y="199643"/>
                  </a:lnTo>
                  <a:lnTo>
                    <a:pt x="392547" y="245168"/>
                  </a:lnTo>
                  <a:lnTo>
                    <a:pt x="377680" y="286907"/>
                  </a:lnTo>
                  <a:lnTo>
                    <a:pt x="354336" y="323687"/>
                  </a:lnTo>
                  <a:lnTo>
                    <a:pt x="323687" y="354336"/>
                  </a:lnTo>
                  <a:lnTo>
                    <a:pt x="286907" y="377680"/>
                  </a:lnTo>
                  <a:lnTo>
                    <a:pt x="245168" y="392547"/>
                  </a:lnTo>
                  <a:lnTo>
                    <a:pt x="199643" y="397763"/>
                  </a:lnTo>
                  <a:lnTo>
                    <a:pt x="154035" y="392547"/>
                  </a:lnTo>
                  <a:lnTo>
                    <a:pt x="112078" y="377680"/>
                  </a:lnTo>
                  <a:lnTo>
                    <a:pt x="75000" y="354336"/>
                  </a:lnTo>
                  <a:lnTo>
                    <a:pt x="44027" y="323687"/>
                  </a:lnTo>
                  <a:lnTo>
                    <a:pt x="20385" y="286907"/>
                  </a:lnTo>
                  <a:lnTo>
                    <a:pt x="5300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48" name="object 27"/>
            <p:cNvSpPr/>
            <p:nvPr/>
          </p:nvSpPr>
          <p:spPr>
            <a:xfrm>
              <a:off x="6329171" y="2534411"/>
              <a:ext cx="463550" cy="862965"/>
            </a:xfrm>
            <a:custGeom>
              <a:avLst/>
              <a:gdLst/>
              <a:ahLst/>
              <a:cxnLst/>
              <a:rect l="l" t="t" r="r" b="b"/>
              <a:pathLst>
                <a:path w="463550" h="862964">
                  <a:moveTo>
                    <a:pt x="0" y="0"/>
                  </a:moveTo>
                  <a:lnTo>
                    <a:pt x="463296" y="862584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49" name="object 28"/>
          <p:cNvSpPr txBox="1"/>
          <p:nvPr/>
        </p:nvSpPr>
        <p:spPr>
          <a:xfrm>
            <a:off x="8907934" y="4476356"/>
            <a:ext cx="694391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78828" algn="l"/>
              </a:tabLst>
            </a:pPr>
            <a:r>
              <a:rPr sz="1876" spc="-65" dirty="0">
                <a:latin typeface="Calibri"/>
                <a:cs typeface="Calibri"/>
              </a:rPr>
              <a:t>4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=4</a:t>
            </a:r>
            <a:endParaRPr sz="1876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9789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73425B-0463-933C-EF17-2E608E35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9165BB-ECD2-5C5A-729F-9A7C2FBB682B}"/>
              </a:ext>
            </a:extLst>
          </p:cNvPr>
          <p:cNvSpPr txBox="1"/>
          <p:nvPr/>
        </p:nvSpPr>
        <p:spPr>
          <a:xfrm>
            <a:off x="381000" y="888075"/>
            <a:ext cx="12352767" cy="884042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5: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r>
              <a:rPr lang="sv-SE" sz="2400" b="1" dirty="0" err="1">
                <a:latin typeface="Comic Sans MS" panose="030F0702030302020204" pitchFamily="66" charset="0"/>
              </a:rPr>
              <a:t>Nested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parentheses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4 × ( 2 + ( 7 × ( 5 − 3 ) ) )</a:t>
            </a:r>
          </a:p>
          <a:p>
            <a:r>
              <a:rPr lang="sv-SE" sz="2400" dirty="0" err="1">
                <a:latin typeface="Comic Sans MS" panose="030F0702030302020204" pitchFamily="66" charset="0"/>
              </a:rPr>
              <a:t>Innermost</a:t>
            </a:r>
            <a:r>
              <a:rPr lang="sv-SE" sz="2400" dirty="0">
                <a:latin typeface="Comic Sans MS" panose="030F0702030302020204" pitchFamily="66" charset="0"/>
              </a:rPr>
              <a:t>: 5−3=2 → 7×2=14 → 2+14=16 → 4×16=64 </a:t>
            </a:r>
            <a:r>
              <a:rPr lang="en-SE" sz="2400" dirty="0">
                <a:latin typeface="Comic Sans MS" panose="030F0702030302020204" pitchFamily="66" charset="0"/>
              </a:rPr>
              <a:t>✅ (</a:t>
            </a:r>
            <a:r>
              <a:rPr lang="sv-SE" sz="2400" dirty="0" err="1">
                <a:latin typeface="Comic Sans MS" panose="030F0702030302020204" pitchFamily="66" charset="0"/>
              </a:rPr>
              <a:t>answer</a:t>
            </a:r>
            <a:r>
              <a:rPr lang="sv-SE" sz="2400" dirty="0">
                <a:latin typeface="Comic Sans MS" panose="030F0702030302020204" pitchFamily="66" charset="0"/>
              </a:rPr>
              <a:t> = 64).</a:t>
            </a:r>
          </a:p>
        </p:txBody>
      </p:sp>
      <p:pic>
        <p:nvPicPr>
          <p:cNvPr id="52" name="object 4">
            <a:extLst>
              <a:ext uri="{FF2B5EF4-FFF2-40B4-BE49-F238E27FC236}">
                <a16:creationId xmlns:a16="http://schemas.microsoft.com/office/drawing/2014/main" id="{75D75C99-5B18-5987-C2C0-1854D95BA0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1295400" y="2438400"/>
            <a:ext cx="8077200" cy="923621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  <a:tabLst>
                <a:tab pos="777379" algn="l"/>
                <a:tab pos="1242490" algn="l"/>
                <a:tab pos="1819362" algn="l"/>
                <a:tab pos="2190795" algn="l"/>
                <a:tab pos="2655907" algn="l"/>
                <a:tab pos="3027340" algn="l"/>
                <a:tab pos="3756235" algn="l"/>
                <a:tab pos="4220526" algn="l"/>
              </a:tabLst>
            </a:pPr>
            <a:r>
              <a:rPr dirty="0">
                <a:solidFill>
                  <a:schemeClr val="tx1"/>
                </a:solidFill>
              </a:rPr>
              <a:t>4 x ( 2 + ( 7 x (5 </a:t>
            </a:r>
            <a:r>
              <a:rPr lang="sv-SE" dirty="0">
                <a:solidFill>
                  <a:schemeClr val="tx1"/>
                </a:solidFill>
              </a:rPr>
              <a:t>-</a:t>
            </a:r>
            <a:r>
              <a:rPr dirty="0">
                <a:solidFill>
                  <a:schemeClr val="tx1"/>
                </a:solidFill>
              </a:rPr>
              <a:t> 3)))</a:t>
            </a:r>
          </a:p>
        </p:txBody>
      </p:sp>
      <p:sp>
        <p:nvSpPr>
          <p:cNvPr id="9" name="object 3"/>
          <p:cNvSpPr txBox="1"/>
          <p:nvPr/>
        </p:nvSpPr>
        <p:spPr>
          <a:xfrm>
            <a:off x="3190410" y="7677218"/>
            <a:ext cx="729727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omic Sans MS"/>
                <a:cs typeface="Comic Sans MS"/>
              </a:rPr>
              <a:t>=64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6908740" y="4165361"/>
            <a:ext cx="515246" cy="512781"/>
          </a:xfrm>
          <a:custGeom>
            <a:avLst/>
            <a:gdLst/>
            <a:ahLst/>
            <a:cxnLst/>
            <a:rect l="l" t="t" r="r" b="b"/>
            <a:pathLst>
              <a:path w="398145" h="396239">
                <a:moveTo>
                  <a:pt x="0" y="198119"/>
                </a:moveTo>
                <a:lnTo>
                  <a:pt x="5216" y="152595"/>
                </a:lnTo>
                <a:lnTo>
                  <a:pt x="20083" y="110856"/>
                </a:lnTo>
                <a:lnTo>
                  <a:pt x="43427" y="74076"/>
                </a:lnTo>
                <a:lnTo>
                  <a:pt x="74076" y="43427"/>
                </a:lnTo>
                <a:lnTo>
                  <a:pt x="110856" y="20083"/>
                </a:lnTo>
                <a:lnTo>
                  <a:pt x="152595" y="5216"/>
                </a:lnTo>
                <a:lnTo>
                  <a:pt x="198119" y="0"/>
                </a:lnTo>
                <a:lnTo>
                  <a:pt x="243728" y="5216"/>
                </a:lnTo>
                <a:lnTo>
                  <a:pt x="285685" y="20083"/>
                </a:lnTo>
                <a:lnTo>
                  <a:pt x="322763" y="43427"/>
                </a:lnTo>
                <a:lnTo>
                  <a:pt x="353736" y="74076"/>
                </a:lnTo>
                <a:lnTo>
                  <a:pt x="377378" y="110856"/>
                </a:lnTo>
                <a:lnTo>
                  <a:pt x="392463" y="152595"/>
                </a:lnTo>
                <a:lnTo>
                  <a:pt x="397763" y="198119"/>
                </a:lnTo>
                <a:lnTo>
                  <a:pt x="392463" y="243644"/>
                </a:lnTo>
                <a:lnTo>
                  <a:pt x="377378" y="285383"/>
                </a:lnTo>
                <a:lnTo>
                  <a:pt x="353736" y="322163"/>
                </a:lnTo>
                <a:lnTo>
                  <a:pt x="322763" y="352812"/>
                </a:lnTo>
                <a:lnTo>
                  <a:pt x="285685" y="376156"/>
                </a:lnTo>
                <a:lnTo>
                  <a:pt x="243728" y="391023"/>
                </a:lnTo>
                <a:lnTo>
                  <a:pt x="198119" y="396239"/>
                </a:lnTo>
                <a:lnTo>
                  <a:pt x="152595" y="391023"/>
                </a:lnTo>
                <a:lnTo>
                  <a:pt x="110856" y="376156"/>
                </a:lnTo>
                <a:lnTo>
                  <a:pt x="74076" y="352812"/>
                </a:lnTo>
                <a:lnTo>
                  <a:pt x="43427" y="322163"/>
                </a:lnTo>
                <a:lnTo>
                  <a:pt x="20083" y="285383"/>
                </a:lnTo>
                <a:lnTo>
                  <a:pt x="5216" y="243644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1" name="object 7"/>
          <p:cNvSpPr txBox="1"/>
          <p:nvPr/>
        </p:nvSpPr>
        <p:spPr>
          <a:xfrm>
            <a:off x="7085602" y="4243621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2" name="object 8"/>
          <p:cNvGrpSpPr/>
          <p:nvPr/>
        </p:nvGrpSpPr>
        <p:grpSpPr>
          <a:xfrm>
            <a:off x="5534995" y="3282703"/>
            <a:ext cx="2097144" cy="2515422"/>
            <a:chOff x="4124642" y="2536634"/>
            <a:chExt cx="1620520" cy="1943735"/>
          </a:xfrm>
        </p:grpSpPr>
        <p:sp>
          <p:nvSpPr>
            <p:cNvPr id="13" name="object 9"/>
            <p:cNvSpPr/>
            <p:nvPr/>
          </p:nvSpPr>
          <p:spPr>
            <a:xfrm>
              <a:off x="5071871" y="2542032"/>
              <a:ext cx="668020" cy="676910"/>
            </a:xfrm>
            <a:custGeom>
              <a:avLst/>
              <a:gdLst/>
              <a:ahLst/>
              <a:cxnLst/>
              <a:rect l="l" t="t" r="r" b="b"/>
              <a:pathLst>
                <a:path w="668020" h="676910">
                  <a:moveTo>
                    <a:pt x="667512" y="7619"/>
                  </a:moveTo>
                  <a:lnTo>
                    <a:pt x="312420" y="676656"/>
                  </a:lnTo>
                </a:path>
                <a:path w="668020" h="676910">
                  <a:moveTo>
                    <a:pt x="0" y="0"/>
                  </a:moveTo>
                  <a:lnTo>
                    <a:pt x="312420" y="676656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4" name="object 10"/>
            <p:cNvSpPr/>
            <p:nvPr/>
          </p:nvSpPr>
          <p:spPr>
            <a:xfrm>
              <a:off x="4130039" y="4076699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5" name="object 11"/>
          <p:cNvSpPr txBox="1"/>
          <p:nvPr/>
        </p:nvSpPr>
        <p:spPr>
          <a:xfrm>
            <a:off x="7436676" y="4227858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=2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5718802" y="5353922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2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5263895" y="3356745"/>
            <a:ext cx="1719954" cy="1994423"/>
          </a:xfrm>
          <a:custGeom>
            <a:avLst/>
            <a:gdLst/>
            <a:ahLst/>
            <a:cxnLst/>
            <a:rect l="l" t="t" r="r" b="b"/>
            <a:pathLst>
              <a:path w="1329054" h="1541145">
                <a:moveTo>
                  <a:pt x="1328927" y="963167"/>
                </a:moveTo>
                <a:lnTo>
                  <a:pt x="554735" y="1540763"/>
                </a:lnTo>
              </a:path>
              <a:path w="1329054" h="1541145">
                <a:moveTo>
                  <a:pt x="0" y="0"/>
                </a:moveTo>
                <a:lnTo>
                  <a:pt x="413003" y="1482851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8" name="object 14"/>
          <p:cNvSpPr txBox="1"/>
          <p:nvPr/>
        </p:nvSpPr>
        <p:spPr>
          <a:xfrm>
            <a:off x="6064023" y="5393448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=14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19" name="object 15"/>
          <p:cNvGrpSpPr/>
          <p:nvPr/>
        </p:nvGrpSpPr>
        <p:grpSpPr>
          <a:xfrm>
            <a:off x="3990736" y="3279827"/>
            <a:ext cx="1851436" cy="3776009"/>
            <a:chOff x="2931350" y="2534411"/>
            <a:chExt cx="1430655" cy="2917825"/>
          </a:xfrm>
        </p:grpSpPr>
        <p:sp>
          <p:nvSpPr>
            <p:cNvPr id="20" name="object 16"/>
            <p:cNvSpPr/>
            <p:nvPr/>
          </p:nvSpPr>
          <p:spPr>
            <a:xfrm>
              <a:off x="3130296" y="2534411"/>
              <a:ext cx="1231900" cy="2515235"/>
            </a:xfrm>
            <a:custGeom>
              <a:avLst/>
              <a:gdLst/>
              <a:ahLst/>
              <a:cxnLst/>
              <a:rect l="l" t="t" r="r" b="b"/>
              <a:pathLst>
                <a:path w="1231900" h="2515235">
                  <a:moveTo>
                    <a:pt x="13716" y="2430792"/>
                  </a:moveTo>
                  <a:lnTo>
                    <a:pt x="3048" y="2430792"/>
                  </a:lnTo>
                  <a:lnTo>
                    <a:pt x="0" y="2514612"/>
                  </a:lnTo>
                  <a:lnTo>
                    <a:pt x="10668" y="2514612"/>
                  </a:lnTo>
                  <a:lnTo>
                    <a:pt x="13716" y="2430792"/>
                  </a:lnTo>
                  <a:close/>
                </a:path>
                <a:path w="1231900" h="2515235">
                  <a:moveTo>
                    <a:pt x="18288" y="2316492"/>
                  </a:moveTo>
                  <a:lnTo>
                    <a:pt x="9144" y="2314968"/>
                  </a:lnTo>
                  <a:lnTo>
                    <a:pt x="9055" y="2316492"/>
                  </a:lnTo>
                  <a:lnTo>
                    <a:pt x="4572" y="2398788"/>
                  </a:lnTo>
                  <a:lnTo>
                    <a:pt x="15240" y="2400312"/>
                  </a:lnTo>
                  <a:lnTo>
                    <a:pt x="15290" y="2398788"/>
                  </a:lnTo>
                  <a:lnTo>
                    <a:pt x="18288" y="2316492"/>
                  </a:lnTo>
                  <a:close/>
                </a:path>
                <a:path w="1231900" h="2515235">
                  <a:moveTo>
                    <a:pt x="24384" y="2200668"/>
                  </a:moveTo>
                  <a:lnTo>
                    <a:pt x="13716" y="2200668"/>
                  </a:lnTo>
                  <a:lnTo>
                    <a:pt x="10668" y="2284488"/>
                  </a:lnTo>
                  <a:lnTo>
                    <a:pt x="19812" y="2284488"/>
                  </a:lnTo>
                  <a:lnTo>
                    <a:pt x="24384" y="2200668"/>
                  </a:lnTo>
                  <a:close/>
                </a:path>
                <a:path w="1231900" h="2515235">
                  <a:moveTo>
                    <a:pt x="28956" y="2086368"/>
                  </a:moveTo>
                  <a:lnTo>
                    <a:pt x="18288" y="2084844"/>
                  </a:lnTo>
                  <a:lnTo>
                    <a:pt x="18224" y="2086368"/>
                  </a:lnTo>
                  <a:lnTo>
                    <a:pt x="15240" y="2168664"/>
                  </a:lnTo>
                  <a:lnTo>
                    <a:pt x="25908" y="2170188"/>
                  </a:lnTo>
                  <a:lnTo>
                    <a:pt x="25958" y="2168664"/>
                  </a:lnTo>
                  <a:lnTo>
                    <a:pt x="28956" y="2086368"/>
                  </a:lnTo>
                  <a:close/>
                </a:path>
                <a:path w="1231900" h="2515235">
                  <a:moveTo>
                    <a:pt x="35052" y="1970544"/>
                  </a:moveTo>
                  <a:lnTo>
                    <a:pt x="24384" y="1970544"/>
                  </a:lnTo>
                  <a:lnTo>
                    <a:pt x="19812" y="2054364"/>
                  </a:lnTo>
                  <a:lnTo>
                    <a:pt x="30480" y="2054364"/>
                  </a:lnTo>
                  <a:lnTo>
                    <a:pt x="35052" y="1970544"/>
                  </a:lnTo>
                  <a:close/>
                </a:path>
                <a:path w="1231900" h="2515235">
                  <a:moveTo>
                    <a:pt x="39624" y="1856244"/>
                  </a:moveTo>
                  <a:lnTo>
                    <a:pt x="28956" y="1854720"/>
                  </a:lnTo>
                  <a:lnTo>
                    <a:pt x="28892" y="1856244"/>
                  </a:lnTo>
                  <a:lnTo>
                    <a:pt x="25908" y="1938540"/>
                  </a:lnTo>
                  <a:lnTo>
                    <a:pt x="36576" y="1938540"/>
                  </a:lnTo>
                  <a:lnTo>
                    <a:pt x="39624" y="1856244"/>
                  </a:lnTo>
                  <a:close/>
                </a:path>
                <a:path w="1231900" h="2515235">
                  <a:moveTo>
                    <a:pt x="45720" y="1740420"/>
                  </a:moveTo>
                  <a:lnTo>
                    <a:pt x="35052" y="1740420"/>
                  </a:lnTo>
                  <a:lnTo>
                    <a:pt x="30480" y="1824240"/>
                  </a:lnTo>
                  <a:lnTo>
                    <a:pt x="41148" y="1824240"/>
                  </a:lnTo>
                  <a:lnTo>
                    <a:pt x="45720" y="1740420"/>
                  </a:lnTo>
                  <a:close/>
                </a:path>
                <a:path w="1231900" h="2515235">
                  <a:moveTo>
                    <a:pt x="50292" y="1624596"/>
                  </a:moveTo>
                  <a:lnTo>
                    <a:pt x="39624" y="1624596"/>
                  </a:lnTo>
                  <a:lnTo>
                    <a:pt x="36576" y="1708416"/>
                  </a:lnTo>
                  <a:lnTo>
                    <a:pt x="45720" y="1708416"/>
                  </a:lnTo>
                  <a:lnTo>
                    <a:pt x="50292" y="1624596"/>
                  </a:lnTo>
                  <a:close/>
                </a:path>
                <a:path w="1231900" h="2515235">
                  <a:moveTo>
                    <a:pt x="54864" y="1510296"/>
                  </a:moveTo>
                  <a:lnTo>
                    <a:pt x="45720" y="1510296"/>
                  </a:lnTo>
                  <a:lnTo>
                    <a:pt x="41148" y="1594116"/>
                  </a:lnTo>
                  <a:lnTo>
                    <a:pt x="51816" y="1594116"/>
                  </a:lnTo>
                  <a:lnTo>
                    <a:pt x="54864" y="1510296"/>
                  </a:lnTo>
                  <a:close/>
                </a:path>
                <a:path w="1231900" h="2515235">
                  <a:moveTo>
                    <a:pt x="60960" y="1394472"/>
                  </a:moveTo>
                  <a:lnTo>
                    <a:pt x="50292" y="1394472"/>
                  </a:lnTo>
                  <a:lnTo>
                    <a:pt x="45720" y="1478292"/>
                  </a:lnTo>
                  <a:lnTo>
                    <a:pt x="56388" y="1478292"/>
                  </a:lnTo>
                  <a:lnTo>
                    <a:pt x="60960" y="1394472"/>
                  </a:lnTo>
                  <a:close/>
                </a:path>
                <a:path w="1231900" h="2515235">
                  <a:moveTo>
                    <a:pt x="65532" y="1280172"/>
                  </a:moveTo>
                  <a:lnTo>
                    <a:pt x="54864" y="1278648"/>
                  </a:lnTo>
                  <a:lnTo>
                    <a:pt x="54800" y="1280172"/>
                  </a:lnTo>
                  <a:lnTo>
                    <a:pt x="51816" y="1362468"/>
                  </a:lnTo>
                  <a:lnTo>
                    <a:pt x="62484" y="1363992"/>
                  </a:lnTo>
                  <a:lnTo>
                    <a:pt x="62534" y="1362468"/>
                  </a:lnTo>
                  <a:lnTo>
                    <a:pt x="65532" y="1280172"/>
                  </a:lnTo>
                  <a:close/>
                </a:path>
                <a:path w="1231900" h="2515235">
                  <a:moveTo>
                    <a:pt x="71628" y="1164348"/>
                  </a:moveTo>
                  <a:lnTo>
                    <a:pt x="60960" y="1164348"/>
                  </a:lnTo>
                  <a:lnTo>
                    <a:pt x="56388" y="1248168"/>
                  </a:lnTo>
                  <a:lnTo>
                    <a:pt x="67056" y="1248168"/>
                  </a:lnTo>
                  <a:lnTo>
                    <a:pt x="71628" y="1164348"/>
                  </a:lnTo>
                  <a:close/>
                </a:path>
                <a:path w="1231900" h="2515235">
                  <a:moveTo>
                    <a:pt x="76200" y="1050048"/>
                  </a:moveTo>
                  <a:lnTo>
                    <a:pt x="65532" y="1048524"/>
                  </a:lnTo>
                  <a:lnTo>
                    <a:pt x="65468" y="1050048"/>
                  </a:lnTo>
                  <a:lnTo>
                    <a:pt x="62484" y="1132344"/>
                  </a:lnTo>
                  <a:lnTo>
                    <a:pt x="73152" y="1133868"/>
                  </a:lnTo>
                  <a:lnTo>
                    <a:pt x="73202" y="1132344"/>
                  </a:lnTo>
                  <a:lnTo>
                    <a:pt x="76200" y="1050048"/>
                  </a:lnTo>
                  <a:close/>
                </a:path>
                <a:path w="1231900" h="2515235">
                  <a:moveTo>
                    <a:pt x="80772" y="934224"/>
                  </a:moveTo>
                  <a:lnTo>
                    <a:pt x="71628" y="934224"/>
                  </a:lnTo>
                  <a:lnTo>
                    <a:pt x="67056" y="1018044"/>
                  </a:lnTo>
                  <a:lnTo>
                    <a:pt x="77724" y="1018044"/>
                  </a:lnTo>
                  <a:lnTo>
                    <a:pt x="80772" y="934224"/>
                  </a:lnTo>
                  <a:close/>
                </a:path>
                <a:path w="1231900" h="2515235">
                  <a:moveTo>
                    <a:pt x="86868" y="819924"/>
                  </a:moveTo>
                  <a:lnTo>
                    <a:pt x="76200" y="818400"/>
                  </a:lnTo>
                  <a:lnTo>
                    <a:pt x="76136" y="819924"/>
                  </a:lnTo>
                  <a:lnTo>
                    <a:pt x="73152" y="902220"/>
                  </a:lnTo>
                  <a:lnTo>
                    <a:pt x="82296" y="903744"/>
                  </a:lnTo>
                  <a:lnTo>
                    <a:pt x="82372" y="902220"/>
                  </a:lnTo>
                  <a:lnTo>
                    <a:pt x="86868" y="819924"/>
                  </a:lnTo>
                  <a:close/>
                </a:path>
                <a:path w="1231900" h="2515235">
                  <a:moveTo>
                    <a:pt x="91440" y="704100"/>
                  </a:moveTo>
                  <a:lnTo>
                    <a:pt x="80772" y="704100"/>
                  </a:lnTo>
                  <a:lnTo>
                    <a:pt x="77724" y="787920"/>
                  </a:lnTo>
                  <a:lnTo>
                    <a:pt x="88392" y="787920"/>
                  </a:lnTo>
                  <a:lnTo>
                    <a:pt x="91440" y="704100"/>
                  </a:lnTo>
                  <a:close/>
                </a:path>
                <a:path w="1231900" h="2515235">
                  <a:moveTo>
                    <a:pt x="97536" y="589800"/>
                  </a:moveTo>
                  <a:lnTo>
                    <a:pt x="86868" y="588276"/>
                  </a:lnTo>
                  <a:lnTo>
                    <a:pt x="86779" y="589800"/>
                  </a:lnTo>
                  <a:lnTo>
                    <a:pt x="82296" y="672096"/>
                  </a:lnTo>
                  <a:lnTo>
                    <a:pt x="92964" y="672096"/>
                  </a:lnTo>
                  <a:lnTo>
                    <a:pt x="97536" y="589800"/>
                  </a:lnTo>
                  <a:close/>
                </a:path>
                <a:path w="1231900" h="2515235">
                  <a:moveTo>
                    <a:pt x="102108" y="473976"/>
                  </a:moveTo>
                  <a:lnTo>
                    <a:pt x="91440" y="473976"/>
                  </a:lnTo>
                  <a:lnTo>
                    <a:pt x="88392" y="557796"/>
                  </a:lnTo>
                  <a:lnTo>
                    <a:pt x="99060" y="557796"/>
                  </a:lnTo>
                  <a:lnTo>
                    <a:pt x="102108" y="473976"/>
                  </a:lnTo>
                  <a:close/>
                </a:path>
                <a:path w="1231900" h="2515235">
                  <a:moveTo>
                    <a:pt x="108204" y="358152"/>
                  </a:moveTo>
                  <a:lnTo>
                    <a:pt x="97536" y="358152"/>
                  </a:lnTo>
                  <a:lnTo>
                    <a:pt x="92964" y="441972"/>
                  </a:lnTo>
                  <a:lnTo>
                    <a:pt x="103632" y="441972"/>
                  </a:lnTo>
                  <a:lnTo>
                    <a:pt x="108204" y="358152"/>
                  </a:lnTo>
                  <a:close/>
                </a:path>
                <a:path w="1231900" h="2515235">
                  <a:moveTo>
                    <a:pt x="112776" y="243852"/>
                  </a:moveTo>
                  <a:lnTo>
                    <a:pt x="102108" y="243852"/>
                  </a:lnTo>
                  <a:lnTo>
                    <a:pt x="99060" y="327672"/>
                  </a:lnTo>
                  <a:lnTo>
                    <a:pt x="109728" y="327672"/>
                  </a:lnTo>
                  <a:lnTo>
                    <a:pt x="112776" y="243852"/>
                  </a:lnTo>
                  <a:close/>
                </a:path>
                <a:path w="1231900" h="2515235">
                  <a:moveTo>
                    <a:pt x="117348" y="128028"/>
                  </a:moveTo>
                  <a:lnTo>
                    <a:pt x="108204" y="128028"/>
                  </a:lnTo>
                  <a:lnTo>
                    <a:pt x="103632" y="211848"/>
                  </a:lnTo>
                  <a:lnTo>
                    <a:pt x="114300" y="211848"/>
                  </a:lnTo>
                  <a:lnTo>
                    <a:pt x="117348" y="128028"/>
                  </a:lnTo>
                  <a:close/>
                </a:path>
                <a:path w="1231900" h="2515235">
                  <a:moveTo>
                    <a:pt x="123444" y="15252"/>
                  </a:moveTo>
                  <a:lnTo>
                    <a:pt x="112776" y="13728"/>
                  </a:lnTo>
                  <a:lnTo>
                    <a:pt x="112687" y="15252"/>
                  </a:lnTo>
                  <a:lnTo>
                    <a:pt x="108204" y="96024"/>
                  </a:lnTo>
                  <a:lnTo>
                    <a:pt x="118872" y="97548"/>
                  </a:lnTo>
                  <a:lnTo>
                    <a:pt x="118948" y="96024"/>
                  </a:lnTo>
                  <a:lnTo>
                    <a:pt x="123444" y="15252"/>
                  </a:lnTo>
                  <a:close/>
                </a:path>
                <a:path w="1231900" h="2515235">
                  <a:moveTo>
                    <a:pt x="1205484" y="1458468"/>
                  </a:moveTo>
                  <a:lnTo>
                    <a:pt x="1194816" y="1458468"/>
                  </a:lnTo>
                  <a:lnTo>
                    <a:pt x="1193292" y="1542288"/>
                  </a:lnTo>
                  <a:lnTo>
                    <a:pt x="1203960" y="1542288"/>
                  </a:lnTo>
                  <a:lnTo>
                    <a:pt x="1205484" y="1458468"/>
                  </a:lnTo>
                  <a:close/>
                </a:path>
                <a:path w="1231900" h="2515235">
                  <a:moveTo>
                    <a:pt x="1207008" y="1342656"/>
                  </a:moveTo>
                  <a:lnTo>
                    <a:pt x="1196340" y="1342656"/>
                  </a:lnTo>
                  <a:lnTo>
                    <a:pt x="1194816" y="1426464"/>
                  </a:lnTo>
                  <a:lnTo>
                    <a:pt x="1205484" y="1426464"/>
                  </a:lnTo>
                  <a:lnTo>
                    <a:pt x="1207008" y="1342656"/>
                  </a:lnTo>
                  <a:close/>
                </a:path>
                <a:path w="1231900" h="2515235">
                  <a:moveTo>
                    <a:pt x="1208532" y="1228356"/>
                  </a:moveTo>
                  <a:lnTo>
                    <a:pt x="1199388" y="1226832"/>
                  </a:lnTo>
                  <a:lnTo>
                    <a:pt x="1199349" y="1228356"/>
                  </a:lnTo>
                  <a:lnTo>
                    <a:pt x="1197864" y="1310640"/>
                  </a:lnTo>
                  <a:lnTo>
                    <a:pt x="1208532" y="1312164"/>
                  </a:lnTo>
                  <a:lnTo>
                    <a:pt x="1208532" y="1228356"/>
                  </a:lnTo>
                  <a:close/>
                </a:path>
                <a:path w="1231900" h="2515235">
                  <a:moveTo>
                    <a:pt x="1211580" y="1112520"/>
                  </a:moveTo>
                  <a:lnTo>
                    <a:pt x="1200912" y="1112520"/>
                  </a:lnTo>
                  <a:lnTo>
                    <a:pt x="1199388" y="1196340"/>
                  </a:lnTo>
                  <a:lnTo>
                    <a:pt x="1210056" y="1196340"/>
                  </a:lnTo>
                  <a:lnTo>
                    <a:pt x="1211580" y="1112520"/>
                  </a:lnTo>
                  <a:close/>
                </a:path>
                <a:path w="1231900" h="2515235">
                  <a:moveTo>
                    <a:pt x="1213104" y="996696"/>
                  </a:moveTo>
                  <a:lnTo>
                    <a:pt x="1202436" y="996696"/>
                  </a:lnTo>
                  <a:lnTo>
                    <a:pt x="1200912" y="1080516"/>
                  </a:lnTo>
                  <a:lnTo>
                    <a:pt x="1211580" y="1080516"/>
                  </a:lnTo>
                  <a:lnTo>
                    <a:pt x="1213104" y="996696"/>
                  </a:lnTo>
                  <a:close/>
                </a:path>
                <a:path w="1231900" h="2515235">
                  <a:moveTo>
                    <a:pt x="1216152" y="882396"/>
                  </a:moveTo>
                  <a:lnTo>
                    <a:pt x="1205484" y="882396"/>
                  </a:lnTo>
                  <a:lnTo>
                    <a:pt x="1203960" y="966216"/>
                  </a:lnTo>
                  <a:lnTo>
                    <a:pt x="1214628" y="966216"/>
                  </a:lnTo>
                  <a:lnTo>
                    <a:pt x="1216152" y="882396"/>
                  </a:lnTo>
                  <a:close/>
                </a:path>
                <a:path w="1231900" h="2515235">
                  <a:moveTo>
                    <a:pt x="1217676" y="766572"/>
                  </a:moveTo>
                  <a:lnTo>
                    <a:pt x="1207008" y="766572"/>
                  </a:lnTo>
                  <a:lnTo>
                    <a:pt x="1205484" y="850392"/>
                  </a:lnTo>
                  <a:lnTo>
                    <a:pt x="1216152" y="850392"/>
                  </a:lnTo>
                  <a:lnTo>
                    <a:pt x="1217676" y="766572"/>
                  </a:lnTo>
                  <a:close/>
                </a:path>
                <a:path w="1231900" h="2515235">
                  <a:moveTo>
                    <a:pt x="1219200" y="652272"/>
                  </a:moveTo>
                  <a:lnTo>
                    <a:pt x="1208532" y="650748"/>
                  </a:lnTo>
                  <a:lnTo>
                    <a:pt x="1208493" y="652272"/>
                  </a:lnTo>
                  <a:lnTo>
                    <a:pt x="1207008" y="734568"/>
                  </a:lnTo>
                  <a:lnTo>
                    <a:pt x="1217676" y="736092"/>
                  </a:lnTo>
                  <a:lnTo>
                    <a:pt x="1217701" y="734568"/>
                  </a:lnTo>
                  <a:lnTo>
                    <a:pt x="1219200" y="652272"/>
                  </a:lnTo>
                  <a:close/>
                </a:path>
                <a:path w="1231900" h="2515235">
                  <a:moveTo>
                    <a:pt x="1222248" y="536448"/>
                  </a:moveTo>
                  <a:lnTo>
                    <a:pt x="1211580" y="536448"/>
                  </a:lnTo>
                  <a:lnTo>
                    <a:pt x="1210056" y="620268"/>
                  </a:lnTo>
                  <a:lnTo>
                    <a:pt x="1220724" y="620268"/>
                  </a:lnTo>
                  <a:lnTo>
                    <a:pt x="1222248" y="536448"/>
                  </a:lnTo>
                  <a:close/>
                </a:path>
                <a:path w="1231900" h="2515235">
                  <a:moveTo>
                    <a:pt x="1223772" y="420624"/>
                  </a:moveTo>
                  <a:lnTo>
                    <a:pt x="1213104" y="420624"/>
                  </a:lnTo>
                  <a:lnTo>
                    <a:pt x="1211580" y="504444"/>
                  </a:lnTo>
                  <a:lnTo>
                    <a:pt x="1222248" y="504444"/>
                  </a:lnTo>
                  <a:lnTo>
                    <a:pt x="1223772" y="420624"/>
                  </a:lnTo>
                  <a:close/>
                </a:path>
                <a:path w="1231900" h="2515235">
                  <a:moveTo>
                    <a:pt x="1225296" y="306336"/>
                  </a:moveTo>
                  <a:lnTo>
                    <a:pt x="1214628" y="306336"/>
                  </a:lnTo>
                  <a:lnTo>
                    <a:pt x="1213104" y="390144"/>
                  </a:lnTo>
                  <a:lnTo>
                    <a:pt x="1223772" y="390144"/>
                  </a:lnTo>
                  <a:lnTo>
                    <a:pt x="1225296" y="306336"/>
                  </a:lnTo>
                  <a:close/>
                </a:path>
                <a:path w="1231900" h="2515235">
                  <a:moveTo>
                    <a:pt x="1228344" y="190500"/>
                  </a:moveTo>
                  <a:lnTo>
                    <a:pt x="1217676" y="190500"/>
                  </a:lnTo>
                  <a:lnTo>
                    <a:pt x="1216152" y="274332"/>
                  </a:lnTo>
                  <a:lnTo>
                    <a:pt x="1226820" y="274332"/>
                  </a:lnTo>
                  <a:lnTo>
                    <a:pt x="1228344" y="190500"/>
                  </a:lnTo>
                  <a:close/>
                </a:path>
                <a:path w="1231900" h="2515235">
                  <a:moveTo>
                    <a:pt x="1229868" y="74676"/>
                  </a:moveTo>
                  <a:lnTo>
                    <a:pt x="1219200" y="74676"/>
                  </a:lnTo>
                  <a:lnTo>
                    <a:pt x="1217676" y="158496"/>
                  </a:lnTo>
                  <a:lnTo>
                    <a:pt x="1228344" y="158496"/>
                  </a:lnTo>
                  <a:lnTo>
                    <a:pt x="1229868" y="74676"/>
                  </a:lnTo>
                  <a:close/>
                </a:path>
                <a:path w="1231900" h="2515235">
                  <a:moveTo>
                    <a:pt x="1231392" y="0"/>
                  </a:moveTo>
                  <a:lnTo>
                    <a:pt x="1220724" y="0"/>
                  </a:lnTo>
                  <a:lnTo>
                    <a:pt x="1219200" y="44196"/>
                  </a:lnTo>
                  <a:lnTo>
                    <a:pt x="1229868" y="44196"/>
                  </a:lnTo>
                  <a:lnTo>
                    <a:pt x="1231392" y="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1" name="object 17"/>
            <p:cNvSpPr/>
            <p:nvPr/>
          </p:nvSpPr>
          <p:spPr>
            <a:xfrm>
              <a:off x="2936748" y="5049011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2" name="object 18"/>
          <p:cNvSpPr txBox="1"/>
          <p:nvPr/>
        </p:nvSpPr>
        <p:spPr>
          <a:xfrm>
            <a:off x="4174554" y="6614206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23" name="object 19"/>
          <p:cNvSpPr txBox="1"/>
          <p:nvPr/>
        </p:nvSpPr>
        <p:spPr>
          <a:xfrm>
            <a:off x="4565033" y="6795713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=16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24" name="object 20"/>
          <p:cNvGrpSpPr/>
          <p:nvPr/>
        </p:nvGrpSpPr>
        <p:grpSpPr>
          <a:xfrm>
            <a:off x="2639754" y="3210798"/>
            <a:ext cx="2984649" cy="4937984"/>
            <a:chOff x="1887410" y="2481071"/>
            <a:chExt cx="2306320" cy="3815715"/>
          </a:xfrm>
        </p:grpSpPr>
        <p:sp>
          <p:nvSpPr>
            <p:cNvPr id="25" name="object 21"/>
            <p:cNvSpPr/>
            <p:nvPr/>
          </p:nvSpPr>
          <p:spPr>
            <a:xfrm>
              <a:off x="2831592" y="2506980"/>
              <a:ext cx="1356360" cy="2600325"/>
            </a:xfrm>
            <a:custGeom>
              <a:avLst/>
              <a:gdLst/>
              <a:ahLst/>
              <a:cxnLst/>
              <a:rect l="l" t="t" r="r" b="b"/>
              <a:pathLst>
                <a:path w="1356360" h="2600325">
                  <a:moveTo>
                    <a:pt x="1356359" y="1908047"/>
                  </a:moveTo>
                  <a:lnTo>
                    <a:pt x="443483" y="2599943"/>
                  </a:lnTo>
                </a:path>
                <a:path w="1356360" h="2600325">
                  <a:moveTo>
                    <a:pt x="0" y="0"/>
                  </a:moveTo>
                  <a:lnTo>
                    <a:pt x="303275" y="2542032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6" name="object 22"/>
            <p:cNvSpPr/>
            <p:nvPr/>
          </p:nvSpPr>
          <p:spPr>
            <a:xfrm>
              <a:off x="2084832" y="2481071"/>
              <a:ext cx="74930" cy="3412490"/>
            </a:xfrm>
            <a:custGeom>
              <a:avLst/>
              <a:gdLst/>
              <a:ahLst/>
              <a:cxnLst/>
              <a:rect l="l" t="t" r="r" b="b"/>
              <a:pathLst>
                <a:path w="74930" h="3412490">
                  <a:moveTo>
                    <a:pt x="10668" y="3412236"/>
                  </a:moveTo>
                  <a:lnTo>
                    <a:pt x="0" y="3412236"/>
                  </a:lnTo>
                  <a:lnTo>
                    <a:pt x="1524" y="3328416"/>
                  </a:lnTo>
                  <a:lnTo>
                    <a:pt x="12192" y="3328416"/>
                  </a:lnTo>
                  <a:lnTo>
                    <a:pt x="10668" y="3412236"/>
                  </a:lnTo>
                  <a:close/>
                </a:path>
                <a:path w="74930" h="3412490">
                  <a:moveTo>
                    <a:pt x="13716" y="3297936"/>
                  </a:moveTo>
                  <a:lnTo>
                    <a:pt x="3048" y="3296412"/>
                  </a:lnTo>
                  <a:lnTo>
                    <a:pt x="4572" y="3214116"/>
                  </a:lnTo>
                  <a:lnTo>
                    <a:pt x="15240" y="3214116"/>
                  </a:lnTo>
                  <a:lnTo>
                    <a:pt x="13743" y="3296412"/>
                  </a:lnTo>
                  <a:lnTo>
                    <a:pt x="13716" y="3297936"/>
                  </a:lnTo>
                  <a:close/>
                </a:path>
                <a:path w="74930" h="3412490">
                  <a:moveTo>
                    <a:pt x="15240" y="3182111"/>
                  </a:moveTo>
                  <a:lnTo>
                    <a:pt x="4572" y="3182111"/>
                  </a:lnTo>
                  <a:lnTo>
                    <a:pt x="6096" y="3098292"/>
                  </a:lnTo>
                  <a:lnTo>
                    <a:pt x="16764" y="3098292"/>
                  </a:lnTo>
                  <a:lnTo>
                    <a:pt x="15240" y="3182111"/>
                  </a:lnTo>
                  <a:close/>
                </a:path>
                <a:path w="74930" h="3412490">
                  <a:moveTo>
                    <a:pt x="18288" y="3066287"/>
                  </a:moveTo>
                  <a:lnTo>
                    <a:pt x="7620" y="3066287"/>
                  </a:lnTo>
                  <a:lnTo>
                    <a:pt x="9144" y="2982468"/>
                  </a:lnTo>
                  <a:lnTo>
                    <a:pt x="19812" y="2982468"/>
                  </a:lnTo>
                  <a:lnTo>
                    <a:pt x="18288" y="3066287"/>
                  </a:lnTo>
                  <a:close/>
                </a:path>
                <a:path w="74930" h="3412490">
                  <a:moveTo>
                    <a:pt x="19812" y="2951987"/>
                  </a:moveTo>
                  <a:lnTo>
                    <a:pt x="9144" y="2951987"/>
                  </a:lnTo>
                  <a:lnTo>
                    <a:pt x="10668" y="2868167"/>
                  </a:lnTo>
                  <a:lnTo>
                    <a:pt x="21336" y="2868167"/>
                  </a:lnTo>
                  <a:lnTo>
                    <a:pt x="19812" y="2951987"/>
                  </a:lnTo>
                  <a:close/>
                </a:path>
                <a:path w="74930" h="3412490">
                  <a:moveTo>
                    <a:pt x="21336" y="2836163"/>
                  </a:moveTo>
                  <a:lnTo>
                    <a:pt x="10668" y="2836163"/>
                  </a:lnTo>
                  <a:lnTo>
                    <a:pt x="13716" y="2752343"/>
                  </a:lnTo>
                  <a:lnTo>
                    <a:pt x="22860" y="2752343"/>
                  </a:lnTo>
                  <a:lnTo>
                    <a:pt x="21336" y="2836163"/>
                  </a:lnTo>
                  <a:close/>
                </a:path>
                <a:path w="74930" h="3412490">
                  <a:moveTo>
                    <a:pt x="24384" y="2721863"/>
                  </a:moveTo>
                  <a:lnTo>
                    <a:pt x="13716" y="2720339"/>
                  </a:lnTo>
                  <a:lnTo>
                    <a:pt x="15212" y="2638043"/>
                  </a:lnTo>
                  <a:lnTo>
                    <a:pt x="15240" y="2636519"/>
                  </a:lnTo>
                  <a:lnTo>
                    <a:pt x="25908" y="2638043"/>
                  </a:lnTo>
                  <a:lnTo>
                    <a:pt x="24411" y="2720339"/>
                  </a:lnTo>
                  <a:lnTo>
                    <a:pt x="24384" y="2721863"/>
                  </a:lnTo>
                  <a:close/>
                </a:path>
                <a:path w="74930" h="3412490">
                  <a:moveTo>
                    <a:pt x="25908" y="2606039"/>
                  </a:moveTo>
                  <a:lnTo>
                    <a:pt x="15240" y="2606039"/>
                  </a:lnTo>
                  <a:lnTo>
                    <a:pt x="16764" y="2522219"/>
                  </a:lnTo>
                  <a:lnTo>
                    <a:pt x="27432" y="2522219"/>
                  </a:lnTo>
                  <a:lnTo>
                    <a:pt x="25908" y="2606039"/>
                  </a:lnTo>
                  <a:close/>
                </a:path>
                <a:path w="74930" h="3412490">
                  <a:moveTo>
                    <a:pt x="28956" y="2490215"/>
                  </a:moveTo>
                  <a:lnTo>
                    <a:pt x="18288" y="2490215"/>
                  </a:lnTo>
                  <a:lnTo>
                    <a:pt x="19812" y="2406395"/>
                  </a:lnTo>
                  <a:lnTo>
                    <a:pt x="30480" y="2406395"/>
                  </a:lnTo>
                  <a:lnTo>
                    <a:pt x="28956" y="2490215"/>
                  </a:lnTo>
                  <a:close/>
                </a:path>
                <a:path w="74930" h="3412490">
                  <a:moveTo>
                    <a:pt x="30480" y="2375915"/>
                  </a:moveTo>
                  <a:lnTo>
                    <a:pt x="19812" y="2375915"/>
                  </a:lnTo>
                  <a:lnTo>
                    <a:pt x="21336" y="2292095"/>
                  </a:lnTo>
                  <a:lnTo>
                    <a:pt x="32004" y="2292095"/>
                  </a:lnTo>
                  <a:lnTo>
                    <a:pt x="30480" y="2375915"/>
                  </a:lnTo>
                  <a:close/>
                </a:path>
                <a:path w="74930" h="3412490">
                  <a:moveTo>
                    <a:pt x="32004" y="2260091"/>
                  </a:moveTo>
                  <a:lnTo>
                    <a:pt x="22860" y="2260091"/>
                  </a:lnTo>
                  <a:lnTo>
                    <a:pt x="24384" y="2176272"/>
                  </a:lnTo>
                  <a:lnTo>
                    <a:pt x="33528" y="2176272"/>
                  </a:lnTo>
                  <a:lnTo>
                    <a:pt x="32004" y="2260091"/>
                  </a:lnTo>
                  <a:close/>
                </a:path>
                <a:path w="74930" h="3412490">
                  <a:moveTo>
                    <a:pt x="35052" y="2145791"/>
                  </a:moveTo>
                  <a:lnTo>
                    <a:pt x="24384" y="2144268"/>
                  </a:lnTo>
                  <a:lnTo>
                    <a:pt x="25880" y="2061972"/>
                  </a:lnTo>
                  <a:lnTo>
                    <a:pt x="25908" y="2060447"/>
                  </a:lnTo>
                  <a:lnTo>
                    <a:pt x="36576" y="2061972"/>
                  </a:lnTo>
                  <a:lnTo>
                    <a:pt x="35079" y="2144268"/>
                  </a:lnTo>
                  <a:lnTo>
                    <a:pt x="35052" y="2145791"/>
                  </a:lnTo>
                  <a:close/>
                </a:path>
                <a:path w="74930" h="3412490">
                  <a:moveTo>
                    <a:pt x="36576" y="2029968"/>
                  </a:moveTo>
                  <a:lnTo>
                    <a:pt x="25908" y="2029968"/>
                  </a:lnTo>
                  <a:lnTo>
                    <a:pt x="27432" y="1946147"/>
                  </a:lnTo>
                  <a:lnTo>
                    <a:pt x="38100" y="1946147"/>
                  </a:lnTo>
                  <a:lnTo>
                    <a:pt x="36576" y="2029968"/>
                  </a:lnTo>
                  <a:close/>
                </a:path>
                <a:path w="74930" h="3412490">
                  <a:moveTo>
                    <a:pt x="39624" y="1914143"/>
                  </a:moveTo>
                  <a:lnTo>
                    <a:pt x="28956" y="1914143"/>
                  </a:lnTo>
                  <a:lnTo>
                    <a:pt x="30480" y="1830323"/>
                  </a:lnTo>
                  <a:lnTo>
                    <a:pt x="41148" y="1830323"/>
                  </a:lnTo>
                  <a:lnTo>
                    <a:pt x="39624" y="1914143"/>
                  </a:lnTo>
                  <a:close/>
                </a:path>
                <a:path w="74930" h="3412490">
                  <a:moveTo>
                    <a:pt x="41148" y="1799843"/>
                  </a:moveTo>
                  <a:lnTo>
                    <a:pt x="30480" y="1799843"/>
                  </a:lnTo>
                  <a:lnTo>
                    <a:pt x="32004" y="1716023"/>
                  </a:lnTo>
                  <a:lnTo>
                    <a:pt x="42672" y="1716023"/>
                  </a:lnTo>
                  <a:lnTo>
                    <a:pt x="41148" y="1799843"/>
                  </a:lnTo>
                  <a:close/>
                </a:path>
                <a:path w="74930" h="3412490">
                  <a:moveTo>
                    <a:pt x="42672" y="1684019"/>
                  </a:moveTo>
                  <a:lnTo>
                    <a:pt x="33528" y="1684019"/>
                  </a:lnTo>
                  <a:lnTo>
                    <a:pt x="35052" y="1600199"/>
                  </a:lnTo>
                  <a:lnTo>
                    <a:pt x="44196" y="1600199"/>
                  </a:lnTo>
                  <a:lnTo>
                    <a:pt x="42672" y="1684019"/>
                  </a:lnTo>
                  <a:close/>
                </a:path>
                <a:path w="74930" h="3412490">
                  <a:moveTo>
                    <a:pt x="45720" y="1568195"/>
                  </a:moveTo>
                  <a:lnTo>
                    <a:pt x="35052" y="1568195"/>
                  </a:lnTo>
                  <a:lnTo>
                    <a:pt x="36576" y="1484376"/>
                  </a:lnTo>
                  <a:lnTo>
                    <a:pt x="47244" y="1484376"/>
                  </a:lnTo>
                  <a:lnTo>
                    <a:pt x="45720" y="1568195"/>
                  </a:lnTo>
                  <a:close/>
                </a:path>
                <a:path w="74930" h="3412490">
                  <a:moveTo>
                    <a:pt x="47244" y="1453895"/>
                  </a:moveTo>
                  <a:lnTo>
                    <a:pt x="36576" y="1453895"/>
                  </a:lnTo>
                  <a:lnTo>
                    <a:pt x="38100" y="1370076"/>
                  </a:lnTo>
                  <a:lnTo>
                    <a:pt x="48768" y="1370076"/>
                  </a:lnTo>
                  <a:lnTo>
                    <a:pt x="47244" y="1453895"/>
                  </a:lnTo>
                  <a:close/>
                </a:path>
                <a:path w="74930" h="3412490">
                  <a:moveTo>
                    <a:pt x="50292" y="1338071"/>
                  </a:moveTo>
                  <a:lnTo>
                    <a:pt x="39624" y="1338071"/>
                  </a:lnTo>
                  <a:lnTo>
                    <a:pt x="41148" y="1254251"/>
                  </a:lnTo>
                  <a:lnTo>
                    <a:pt x="51816" y="1254251"/>
                  </a:lnTo>
                  <a:lnTo>
                    <a:pt x="50292" y="1338071"/>
                  </a:lnTo>
                  <a:close/>
                </a:path>
                <a:path w="74930" h="3412490">
                  <a:moveTo>
                    <a:pt x="51816" y="1223771"/>
                  </a:moveTo>
                  <a:lnTo>
                    <a:pt x="41148" y="1222247"/>
                  </a:lnTo>
                  <a:lnTo>
                    <a:pt x="42644" y="1139951"/>
                  </a:lnTo>
                  <a:lnTo>
                    <a:pt x="42672" y="1138427"/>
                  </a:lnTo>
                  <a:lnTo>
                    <a:pt x="53340" y="1139951"/>
                  </a:lnTo>
                  <a:lnTo>
                    <a:pt x="51843" y="1222247"/>
                  </a:lnTo>
                  <a:lnTo>
                    <a:pt x="51816" y="1223771"/>
                  </a:lnTo>
                  <a:close/>
                </a:path>
                <a:path w="74930" h="3412490">
                  <a:moveTo>
                    <a:pt x="53340" y="1107947"/>
                  </a:moveTo>
                  <a:lnTo>
                    <a:pt x="44196" y="1107947"/>
                  </a:lnTo>
                  <a:lnTo>
                    <a:pt x="45720" y="1024127"/>
                  </a:lnTo>
                  <a:lnTo>
                    <a:pt x="54864" y="1024127"/>
                  </a:lnTo>
                  <a:lnTo>
                    <a:pt x="53340" y="1107947"/>
                  </a:lnTo>
                  <a:close/>
                </a:path>
                <a:path w="74930" h="3412490">
                  <a:moveTo>
                    <a:pt x="56388" y="992123"/>
                  </a:moveTo>
                  <a:lnTo>
                    <a:pt x="45720" y="992123"/>
                  </a:lnTo>
                  <a:lnTo>
                    <a:pt x="47244" y="908303"/>
                  </a:lnTo>
                  <a:lnTo>
                    <a:pt x="57912" y="908303"/>
                  </a:lnTo>
                  <a:lnTo>
                    <a:pt x="56388" y="992123"/>
                  </a:lnTo>
                  <a:close/>
                </a:path>
                <a:path w="74930" h="3412490">
                  <a:moveTo>
                    <a:pt x="57912" y="877824"/>
                  </a:moveTo>
                  <a:lnTo>
                    <a:pt x="47244" y="877824"/>
                  </a:lnTo>
                  <a:lnTo>
                    <a:pt x="48768" y="794003"/>
                  </a:lnTo>
                  <a:lnTo>
                    <a:pt x="59436" y="794003"/>
                  </a:lnTo>
                  <a:lnTo>
                    <a:pt x="57912" y="877824"/>
                  </a:lnTo>
                  <a:close/>
                </a:path>
                <a:path w="74930" h="3412490">
                  <a:moveTo>
                    <a:pt x="60960" y="762000"/>
                  </a:moveTo>
                  <a:lnTo>
                    <a:pt x="50292" y="762000"/>
                  </a:lnTo>
                  <a:lnTo>
                    <a:pt x="51816" y="678179"/>
                  </a:lnTo>
                  <a:lnTo>
                    <a:pt x="62484" y="678179"/>
                  </a:lnTo>
                  <a:lnTo>
                    <a:pt x="60960" y="762000"/>
                  </a:lnTo>
                  <a:close/>
                </a:path>
                <a:path w="74930" h="3412490">
                  <a:moveTo>
                    <a:pt x="62484" y="647700"/>
                  </a:moveTo>
                  <a:lnTo>
                    <a:pt x="51816" y="646175"/>
                  </a:lnTo>
                  <a:lnTo>
                    <a:pt x="53312" y="563879"/>
                  </a:lnTo>
                  <a:lnTo>
                    <a:pt x="53340" y="562355"/>
                  </a:lnTo>
                  <a:lnTo>
                    <a:pt x="64008" y="563879"/>
                  </a:lnTo>
                  <a:lnTo>
                    <a:pt x="62511" y="646175"/>
                  </a:lnTo>
                  <a:lnTo>
                    <a:pt x="62484" y="647700"/>
                  </a:lnTo>
                  <a:close/>
                </a:path>
                <a:path w="74930" h="3412490">
                  <a:moveTo>
                    <a:pt x="64008" y="531875"/>
                  </a:moveTo>
                  <a:lnTo>
                    <a:pt x="54864" y="531875"/>
                  </a:lnTo>
                  <a:lnTo>
                    <a:pt x="56388" y="448055"/>
                  </a:lnTo>
                  <a:lnTo>
                    <a:pt x="65532" y="448055"/>
                  </a:lnTo>
                  <a:lnTo>
                    <a:pt x="64008" y="531875"/>
                  </a:lnTo>
                  <a:close/>
                </a:path>
                <a:path w="74930" h="3412490">
                  <a:moveTo>
                    <a:pt x="67056" y="416051"/>
                  </a:moveTo>
                  <a:lnTo>
                    <a:pt x="56388" y="416051"/>
                  </a:lnTo>
                  <a:lnTo>
                    <a:pt x="57912" y="332232"/>
                  </a:lnTo>
                  <a:lnTo>
                    <a:pt x="68580" y="332232"/>
                  </a:lnTo>
                  <a:lnTo>
                    <a:pt x="67056" y="416051"/>
                  </a:lnTo>
                  <a:close/>
                </a:path>
                <a:path w="74930" h="3412490">
                  <a:moveTo>
                    <a:pt x="68580" y="301751"/>
                  </a:moveTo>
                  <a:lnTo>
                    <a:pt x="57912" y="301751"/>
                  </a:lnTo>
                  <a:lnTo>
                    <a:pt x="59436" y="217932"/>
                  </a:lnTo>
                  <a:lnTo>
                    <a:pt x="70104" y="217932"/>
                  </a:lnTo>
                  <a:lnTo>
                    <a:pt x="68580" y="301751"/>
                  </a:lnTo>
                  <a:close/>
                </a:path>
                <a:path w="74930" h="3412490">
                  <a:moveTo>
                    <a:pt x="71628" y="185927"/>
                  </a:moveTo>
                  <a:lnTo>
                    <a:pt x="60960" y="185927"/>
                  </a:lnTo>
                  <a:lnTo>
                    <a:pt x="62484" y="102108"/>
                  </a:lnTo>
                  <a:lnTo>
                    <a:pt x="73152" y="102108"/>
                  </a:lnTo>
                  <a:lnTo>
                    <a:pt x="71628" y="185927"/>
                  </a:lnTo>
                  <a:close/>
                </a:path>
                <a:path w="74930" h="3412490">
                  <a:moveTo>
                    <a:pt x="73152" y="70103"/>
                  </a:moveTo>
                  <a:lnTo>
                    <a:pt x="62484" y="70103"/>
                  </a:lnTo>
                  <a:lnTo>
                    <a:pt x="63974" y="1524"/>
                  </a:lnTo>
                  <a:lnTo>
                    <a:pt x="64008" y="0"/>
                  </a:lnTo>
                  <a:lnTo>
                    <a:pt x="74676" y="1524"/>
                  </a:lnTo>
                  <a:lnTo>
                    <a:pt x="73152" y="7010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7" name="object 23"/>
            <p:cNvSpPr/>
            <p:nvPr/>
          </p:nvSpPr>
          <p:spPr>
            <a:xfrm>
              <a:off x="1892808" y="5893308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39" h="398145">
                  <a:moveTo>
                    <a:pt x="0" y="199643"/>
                  </a:moveTo>
                  <a:lnTo>
                    <a:pt x="5216" y="154035"/>
                  </a:lnTo>
                  <a:lnTo>
                    <a:pt x="20083" y="112078"/>
                  </a:lnTo>
                  <a:lnTo>
                    <a:pt x="43427" y="75000"/>
                  </a:lnTo>
                  <a:lnTo>
                    <a:pt x="74076" y="44027"/>
                  </a:lnTo>
                  <a:lnTo>
                    <a:pt x="110856" y="20385"/>
                  </a:lnTo>
                  <a:lnTo>
                    <a:pt x="152595" y="5300"/>
                  </a:lnTo>
                  <a:lnTo>
                    <a:pt x="198119" y="0"/>
                  </a:lnTo>
                  <a:lnTo>
                    <a:pt x="243644" y="5300"/>
                  </a:lnTo>
                  <a:lnTo>
                    <a:pt x="285383" y="20385"/>
                  </a:lnTo>
                  <a:lnTo>
                    <a:pt x="322163" y="44027"/>
                  </a:lnTo>
                  <a:lnTo>
                    <a:pt x="352812" y="75000"/>
                  </a:lnTo>
                  <a:lnTo>
                    <a:pt x="376156" y="112078"/>
                  </a:lnTo>
                  <a:lnTo>
                    <a:pt x="391023" y="154035"/>
                  </a:lnTo>
                  <a:lnTo>
                    <a:pt x="396239" y="199643"/>
                  </a:lnTo>
                  <a:lnTo>
                    <a:pt x="391023" y="245168"/>
                  </a:lnTo>
                  <a:lnTo>
                    <a:pt x="376156" y="286907"/>
                  </a:lnTo>
                  <a:lnTo>
                    <a:pt x="352812" y="323687"/>
                  </a:lnTo>
                  <a:lnTo>
                    <a:pt x="322163" y="354336"/>
                  </a:lnTo>
                  <a:lnTo>
                    <a:pt x="285383" y="377680"/>
                  </a:lnTo>
                  <a:lnTo>
                    <a:pt x="243644" y="392547"/>
                  </a:lnTo>
                  <a:lnTo>
                    <a:pt x="198119" y="397763"/>
                  </a:lnTo>
                  <a:lnTo>
                    <a:pt x="152595" y="392547"/>
                  </a:lnTo>
                  <a:lnTo>
                    <a:pt x="110856" y="377680"/>
                  </a:lnTo>
                  <a:lnTo>
                    <a:pt x="74076" y="354336"/>
                  </a:lnTo>
                  <a:lnTo>
                    <a:pt x="43427" y="323687"/>
                  </a:lnTo>
                  <a:lnTo>
                    <a:pt x="20083" y="286907"/>
                  </a:lnTo>
                  <a:lnTo>
                    <a:pt x="5216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50" name="object 24"/>
          <p:cNvSpPr txBox="1"/>
          <p:nvPr/>
        </p:nvSpPr>
        <p:spPr>
          <a:xfrm>
            <a:off x="2823635" y="7706835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4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51" name="object 25"/>
          <p:cNvSpPr/>
          <p:nvPr/>
        </p:nvSpPr>
        <p:spPr>
          <a:xfrm>
            <a:off x="2546154" y="3244327"/>
            <a:ext cx="1526839" cy="4457252"/>
          </a:xfrm>
          <a:custGeom>
            <a:avLst/>
            <a:gdLst/>
            <a:ahLst/>
            <a:cxnLst/>
            <a:rect l="l" t="t" r="r" b="b"/>
            <a:pathLst>
              <a:path w="1179830" h="3444240">
                <a:moveTo>
                  <a:pt x="1179575" y="2881883"/>
                </a:moveTo>
                <a:lnTo>
                  <a:pt x="416052" y="3444239"/>
                </a:lnTo>
              </a:path>
              <a:path w="1179830" h="3444240">
                <a:moveTo>
                  <a:pt x="0" y="0"/>
                </a:moveTo>
                <a:lnTo>
                  <a:pt x="275844" y="3386327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</p:spTree>
    <p:extLst>
      <p:ext uri="{BB962C8B-B14F-4D97-AF65-F5344CB8AC3E}">
        <p14:creationId xmlns:p14="http://schemas.microsoft.com/office/powerpoint/2010/main" val="43103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CDF04C-4F78-80A3-7600-2A264A3A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650CC3-C99C-D1D5-C338-8102CCF65B57}"/>
              </a:ext>
            </a:extLst>
          </p:cNvPr>
          <p:cNvSpPr txBox="1"/>
          <p:nvPr/>
        </p:nvSpPr>
        <p:spPr>
          <a:xfrm>
            <a:off x="381000" y="888075"/>
            <a:ext cx="12352767" cy="18077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Example</a:t>
            </a:r>
            <a:r>
              <a:rPr lang="sv-SE" sz="4000" b="1" dirty="0">
                <a:solidFill>
                  <a:srgbClr val="333333"/>
                </a:solidFill>
                <a:latin typeface="Comic Sans MS"/>
                <a:cs typeface="Comic Sans MS"/>
              </a:rPr>
              <a:t> 6:</a:t>
            </a: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</p:txBody>
      </p:sp>
      <p:pic>
        <p:nvPicPr>
          <p:cNvPr id="52" name="object 4">
            <a:extLst>
              <a:ext uri="{FF2B5EF4-FFF2-40B4-BE49-F238E27FC236}">
                <a16:creationId xmlns:a16="http://schemas.microsoft.com/office/drawing/2014/main" id="{E7609D75-F6FF-8E8F-8ACE-C5845F570B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6" name="object 5"/>
          <p:cNvSpPr txBox="1"/>
          <p:nvPr/>
        </p:nvSpPr>
        <p:spPr>
          <a:xfrm>
            <a:off x="6413029" y="7738367"/>
            <a:ext cx="41663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32" dirty="0">
                <a:solidFill>
                  <a:srgbClr val="70AC46"/>
                </a:solidFill>
                <a:latin typeface="Calibri"/>
                <a:cs typeface="Calibri"/>
              </a:rPr>
              <a:t>=1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8" name="object 6"/>
          <p:cNvSpPr/>
          <p:nvPr/>
        </p:nvSpPr>
        <p:spPr>
          <a:xfrm>
            <a:off x="5224451" y="4025332"/>
            <a:ext cx="512781" cy="515246"/>
          </a:xfrm>
          <a:custGeom>
            <a:avLst/>
            <a:gdLst/>
            <a:ahLst/>
            <a:cxnLst/>
            <a:rect l="l" t="t" r="r" b="b"/>
            <a:pathLst>
              <a:path w="396239" h="398145">
                <a:moveTo>
                  <a:pt x="0" y="198119"/>
                </a:moveTo>
                <a:lnTo>
                  <a:pt x="5216" y="152595"/>
                </a:lnTo>
                <a:lnTo>
                  <a:pt x="20083" y="110856"/>
                </a:lnTo>
                <a:lnTo>
                  <a:pt x="43427" y="74076"/>
                </a:lnTo>
                <a:lnTo>
                  <a:pt x="74076" y="43427"/>
                </a:lnTo>
                <a:lnTo>
                  <a:pt x="110856" y="20083"/>
                </a:lnTo>
                <a:lnTo>
                  <a:pt x="152595" y="5216"/>
                </a:lnTo>
                <a:lnTo>
                  <a:pt x="198119" y="0"/>
                </a:lnTo>
                <a:lnTo>
                  <a:pt x="243644" y="5216"/>
                </a:lnTo>
                <a:lnTo>
                  <a:pt x="285383" y="20083"/>
                </a:lnTo>
                <a:lnTo>
                  <a:pt x="322163" y="43427"/>
                </a:lnTo>
                <a:lnTo>
                  <a:pt x="352812" y="74076"/>
                </a:lnTo>
                <a:lnTo>
                  <a:pt x="376156" y="110856"/>
                </a:lnTo>
                <a:lnTo>
                  <a:pt x="391023" y="152595"/>
                </a:lnTo>
                <a:lnTo>
                  <a:pt x="396239" y="198119"/>
                </a:lnTo>
                <a:lnTo>
                  <a:pt x="391023" y="243728"/>
                </a:lnTo>
                <a:lnTo>
                  <a:pt x="376156" y="285685"/>
                </a:lnTo>
                <a:lnTo>
                  <a:pt x="352812" y="322763"/>
                </a:lnTo>
                <a:lnTo>
                  <a:pt x="322163" y="353736"/>
                </a:lnTo>
                <a:lnTo>
                  <a:pt x="285383" y="377378"/>
                </a:lnTo>
                <a:lnTo>
                  <a:pt x="243644" y="392463"/>
                </a:lnTo>
                <a:lnTo>
                  <a:pt x="198119" y="397763"/>
                </a:lnTo>
                <a:lnTo>
                  <a:pt x="152595" y="392463"/>
                </a:lnTo>
                <a:lnTo>
                  <a:pt x="110856" y="377378"/>
                </a:lnTo>
                <a:lnTo>
                  <a:pt x="74076" y="353736"/>
                </a:lnTo>
                <a:lnTo>
                  <a:pt x="43427" y="322763"/>
                </a:lnTo>
                <a:lnTo>
                  <a:pt x="20083" y="285685"/>
                </a:lnTo>
                <a:lnTo>
                  <a:pt x="5216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8" name="object 7"/>
          <p:cNvSpPr txBox="1"/>
          <p:nvPr/>
        </p:nvSpPr>
        <p:spPr>
          <a:xfrm>
            <a:off x="5401283" y="410355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1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29" name="object 8"/>
          <p:cNvGrpSpPr/>
          <p:nvPr/>
        </p:nvGrpSpPr>
        <p:grpSpPr>
          <a:xfrm>
            <a:off x="4702712" y="3221564"/>
            <a:ext cx="785607" cy="2363395"/>
            <a:chOff x="3481514" y="2489390"/>
            <a:chExt cx="607060" cy="1826260"/>
          </a:xfrm>
        </p:grpSpPr>
        <p:sp>
          <p:nvSpPr>
            <p:cNvPr id="30" name="object 9"/>
            <p:cNvSpPr/>
            <p:nvPr/>
          </p:nvSpPr>
          <p:spPr>
            <a:xfrm>
              <a:off x="4082795" y="2494788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5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1" name="object 10"/>
            <p:cNvSpPr/>
            <p:nvPr/>
          </p:nvSpPr>
          <p:spPr>
            <a:xfrm>
              <a:off x="3685793" y="2506979"/>
              <a:ext cx="0" cy="1405255"/>
            </a:xfrm>
            <a:custGeom>
              <a:avLst/>
              <a:gdLst/>
              <a:ahLst/>
              <a:cxnLst/>
              <a:rect l="l" t="t" r="r" b="b"/>
              <a:pathLst>
                <a:path h="1405254">
                  <a:moveTo>
                    <a:pt x="0" y="0"/>
                  </a:moveTo>
                  <a:lnTo>
                    <a:pt x="0" y="1405128"/>
                  </a:lnTo>
                </a:path>
              </a:pathLst>
            </a:custGeom>
            <a:ln w="10668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2" name="object 11"/>
            <p:cNvSpPr/>
            <p:nvPr/>
          </p:nvSpPr>
          <p:spPr>
            <a:xfrm>
              <a:off x="3486911" y="3912108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9643"/>
                  </a:moveTo>
                  <a:lnTo>
                    <a:pt x="5216" y="154035"/>
                  </a:lnTo>
                  <a:lnTo>
                    <a:pt x="20083" y="112078"/>
                  </a:lnTo>
                  <a:lnTo>
                    <a:pt x="43427" y="75000"/>
                  </a:lnTo>
                  <a:lnTo>
                    <a:pt x="74076" y="44027"/>
                  </a:lnTo>
                  <a:lnTo>
                    <a:pt x="110856" y="20385"/>
                  </a:lnTo>
                  <a:lnTo>
                    <a:pt x="152595" y="5300"/>
                  </a:lnTo>
                  <a:lnTo>
                    <a:pt x="198119" y="0"/>
                  </a:lnTo>
                  <a:lnTo>
                    <a:pt x="243728" y="5300"/>
                  </a:lnTo>
                  <a:lnTo>
                    <a:pt x="285685" y="20385"/>
                  </a:lnTo>
                  <a:lnTo>
                    <a:pt x="322763" y="44027"/>
                  </a:lnTo>
                  <a:lnTo>
                    <a:pt x="353736" y="75000"/>
                  </a:lnTo>
                  <a:lnTo>
                    <a:pt x="377378" y="112078"/>
                  </a:lnTo>
                  <a:lnTo>
                    <a:pt x="392463" y="154035"/>
                  </a:lnTo>
                  <a:lnTo>
                    <a:pt x="397763" y="199643"/>
                  </a:lnTo>
                  <a:lnTo>
                    <a:pt x="392463" y="245168"/>
                  </a:lnTo>
                  <a:lnTo>
                    <a:pt x="377378" y="286907"/>
                  </a:lnTo>
                  <a:lnTo>
                    <a:pt x="353736" y="323687"/>
                  </a:lnTo>
                  <a:lnTo>
                    <a:pt x="322763" y="354336"/>
                  </a:lnTo>
                  <a:lnTo>
                    <a:pt x="285685" y="377680"/>
                  </a:lnTo>
                  <a:lnTo>
                    <a:pt x="243728" y="392547"/>
                  </a:lnTo>
                  <a:lnTo>
                    <a:pt x="198119" y="397763"/>
                  </a:lnTo>
                  <a:lnTo>
                    <a:pt x="152595" y="392547"/>
                  </a:lnTo>
                  <a:lnTo>
                    <a:pt x="110856" y="377680"/>
                  </a:lnTo>
                  <a:lnTo>
                    <a:pt x="74076" y="354336"/>
                  </a:lnTo>
                  <a:lnTo>
                    <a:pt x="43427" y="323687"/>
                  </a:lnTo>
                  <a:lnTo>
                    <a:pt x="20083" y="286907"/>
                  </a:lnTo>
                  <a:lnTo>
                    <a:pt x="5216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3" name="object 12"/>
          <p:cNvSpPr txBox="1"/>
          <p:nvPr/>
        </p:nvSpPr>
        <p:spPr>
          <a:xfrm>
            <a:off x="5752356" y="4087786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=9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34" name="object 13"/>
          <p:cNvSpPr txBox="1"/>
          <p:nvPr/>
        </p:nvSpPr>
        <p:spPr>
          <a:xfrm>
            <a:off x="4886493" y="514292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2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35" name="object 14"/>
          <p:cNvGrpSpPr/>
          <p:nvPr/>
        </p:nvGrpSpPr>
        <p:grpSpPr>
          <a:xfrm>
            <a:off x="2480003" y="3099121"/>
            <a:ext cx="2826871" cy="3089835"/>
            <a:chOff x="1763966" y="2394775"/>
            <a:chExt cx="2184400" cy="2387600"/>
          </a:xfrm>
        </p:grpSpPr>
        <p:sp>
          <p:nvSpPr>
            <p:cNvPr id="36" name="object 15"/>
            <p:cNvSpPr/>
            <p:nvPr/>
          </p:nvSpPr>
          <p:spPr>
            <a:xfrm>
              <a:off x="3685032" y="3448811"/>
              <a:ext cx="257810" cy="463550"/>
            </a:xfrm>
            <a:custGeom>
              <a:avLst/>
              <a:gdLst/>
              <a:ahLst/>
              <a:cxnLst/>
              <a:rect l="l" t="t" r="r" b="b"/>
              <a:pathLst>
                <a:path w="257810" h="463550">
                  <a:moveTo>
                    <a:pt x="257556" y="0"/>
                  </a:moveTo>
                  <a:lnTo>
                    <a:pt x="0" y="463296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7" name="object 16"/>
            <p:cNvSpPr/>
            <p:nvPr/>
          </p:nvSpPr>
          <p:spPr>
            <a:xfrm>
              <a:off x="2929128" y="4467351"/>
              <a:ext cx="13970" cy="314960"/>
            </a:xfrm>
            <a:custGeom>
              <a:avLst/>
              <a:gdLst/>
              <a:ahLst/>
              <a:cxnLst/>
              <a:rect l="l" t="t" r="r" b="b"/>
              <a:pathLst>
                <a:path w="13969" h="314960">
                  <a:moveTo>
                    <a:pt x="12192" y="231140"/>
                  </a:moveTo>
                  <a:lnTo>
                    <a:pt x="1524" y="231140"/>
                  </a:lnTo>
                  <a:lnTo>
                    <a:pt x="0" y="314960"/>
                  </a:lnTo>
                  <a:lnTo>
                    <a:pt x="10668" y="314960"/>
                  </a:lnTo>
                  <a:lnTo>
                    <a:pt x="12192" y="231140"/>
                  </a:lnTo>
                  <a:close/>
                </a:path>
                <a:path w="13969" h="314960">
                  <a:moveTo>
                    <a:pt x="13716" y="115316"/>
                  </a:moveTo>
                  <a:lnTo>
                    <a:pt x="3048" y="115316"/>
                  </a:lnTo>
                  <a:lnTo>
                    <a:pt x="1524" y="199136"/>
                  </a:lnTo>
                  <a:lnTo>
                    <a:pt x="12192" y="199136"/>
                  </a:lnTo>
                  <a:lnTo>
                    <a:pt x="13716" y="115316"/>
                  </a:lnTo>
                  <a:close/>
                </a:path>
                <a:path w="13969" h="314960">
                  <a:moveTo>
                    <a:pt x="13716" y="1270"/>
                  </a:moveTo>
                  <a:lnTo>
                    <a:pt x="11430" y="1270"/>
                  </a:lnTo>
                  <a:lnTo>
                    <a:pt x="11430" y="0"/>
                  </a:lnTo>
                  <a:lnTo>
                    <a:pt x="4546" y="0"/>
                  </a:lnTo>
                  <a:lnTo>
                    <a:pt x="4546" y="1270"/>
                  </a:lnTo>
                  <a:lnTo>
                    <a:pt x="3784" y="1270"/>
                  </a:lnTo>
                  <a:lnTo>
                    <a:pt x="3784" y="83820"/>
                  </a:lnTo>
                  <a:lnTo>
                    <a:pt x="11049" y="83820"/>
                  </a:lnTo>
                  <a:lnTo>
                    <a:pt x="11049" y="85090"/>
                  </a:lnTo>
                  <a:lnTo>
                    <a:pt x="13716" y="85090"/>
                  </a:lnTo>
                  <a:lnTo>
                    <a:pt x="13716" y="83820"/>
                  </a:lnTo>
                  <a:lnTo>
                    <a:pt x="13716" y="127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8" name="object 17"/>
            <p:cNvSpPr/>
            <p:nvPr/>
          </p:nvSpPr>
          <p:spPr>
            <a:xfrm>
              <a:off x="2949702" y="2410967"/>
              <a:ext cx="0" cy="2025650"/>
            </a:xfrm>
            <a:custGeom>
              <a:avLst/>
              <a:gdLst/>
              <a:ahLst/>
              <a:cxnLst/>
              <a:rect l="l" t="t" r="r" b="b"/>
              <a:pathLst>
                <a:path h="2025650">
                  <a:moveTo>
                    <a:pt x="0" y="0"/>
                  </a:moveTo>
                  <a:lnTo>
                    <a:pt x="0" y="2025396"/>
                  </a:lnTo>
                </a:path>
              </a:pathLst>
            </a:custGeom>
            <a:ln w="32004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9" name="object 18"/>
            <p:cNvSpPr/>
            <p:nvPr/>
          </p:nvSpPr>
          <p:spPr>
            <a:xfrm>
              <a:off x="3346703" y="2476499"/>
              <a:ext cx="338455" cy="1435735"/>
            </a:xfrm>
            <a:custGeom>
              <a:avLst/>
              <a:gdLst/>
              <a:ahLst/>
              <a:cxnLst/>
              <a:rect l="l" t="t" r="r" b="b"/>
              <a:pathLst>
                <a:path w="338454" h="1435735">
                  <a:moveTo>
                    <a:pt x="0" y="0"/>
                  </a:moveTo>
                  <a:lnTo>
                    <a:pt x="338328" y="1435608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40" name="object 19"/>
            <p:cNvSpPr/>
            <p:nvPr/>
          </p:nvSpPr>
          <p:spPr>
            <a:xfrm>
              <a:off x="1882139" y="3171444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4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41" name="object 20"/>
            <p:cNvSpPr/>
            <p:nvPr/>
          </p:nvSpPr>
          <p:spPr>
            <a:xfrm>
              <a:off x="1769363" y="2494788"/>
              <a:ext cx="666115" cy="676910"/>
            </a:xfrm>
            <a:custGeom>
              <a:avLst/>
              <a:gdLst/>
              <a:ahLst/>
              <a:cxnLst/>
              <a:rect l="l" t="t" r="r" b="b"/>
              <a:pathLst>
                <a:path w="666114" h="676910">
                  <a:moveTo>
                    <a:pt x="665987" y="7619"/>
                  </a:moveTo>
                  <a:lnTo>
                    <a:pt x="310895" y="676655"/>
                  </a:lnTo>
                </a:path>
                <a:path w="666114" h="676910">
                  <a:moveTo>
                    <a:pt x="0" y="0"/>
                  </a:moveTo>
                  <a:lnTo>
                    <a:pt x="310895" y="676655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42" name="object 21"/>
          <p:cNvSpPr txBox="1"/>
          <p:nvPr/>
        </p:nvSpPr>
        <p:spPr>
          <a:xfrm>
            <a:off x="5279004" y="5182444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3" name="object 22"/>
          <p:cNvSpPr txBox="1"/>
          <p:nvPr/>
        </p:nvSpPr>
        <p:spPr>
          <a:xfrm>
            <a:off x="2809783" y="4182481"/>
            <a:ext cx="81847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50889" algn="l"/>
              </a:tabLst>
            </a:pPr>
            <a:r>
              <a:rPr sz="1876" spc="-65" dirty="0">
                <a:latin typeface="Calibri"/>
                <a:cs typeface="Calibri"/>
              </a:rPr>
              <a:t>3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=21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4" name="object 23"/>
          <p:cNvSpPr/>
          <p:nvPr/>
        </p:nvSpPr>
        <p:spPr>
          <a:xfrm>
            <a:off x="3737387" y="6188874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4" h="398145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728"/>
                </a:lnTo>
                <a:lnTo>
                  <a:pt x="377680" y="285685"/>
                </a:lnTo>
                <a:lnTo>
                  <a:pt x="354336" y="322763"/>
                </a:lnTo>
                <a:lnTo>
                  <a:pt x="323687" y="353736"/>
                </a:lnTo>
                <a:lnTo>
                  <a:pt x="286907" y="377378"/>
                </a:lnTo>
                <a:lnTo>
                  <a:pt x="245168" y="392463"/>
                </a:lnTo>
                <a:lnTo>
                  <a:pt x="199643" y="397763"/>
                </a:lnTo>
                <a:lnTo>
                  <a:pt x="154035" y="392463"/>
                </a:lnTo>
                <a:lnTo>
                  <a:pt x="112078" y="377378"/>
                </a:lnTo>
                <a:lnTo>
                  <a:pt x="75000" y="353736"/>
                </a:lnTo>
                <a:lnTo>
                  <a:pt x="44027" y="322763"/>
                </a:lnTo>
                <a:lnTo>
                  <a:pt x="20385" y="285685"/>
                </a:lnTo>
                <a:lnTo>
                  <a:pt x="5300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5" name="object 24"/>
          <p:cNvSpPr txBox="1"/>
          <p:nvPr/>
        </p:nvSpPr>
        <p:spPr>
          <a:xfrm>
            <a:off x="3916263" y="6267074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4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46" name="object 25"/>
          <p:cNvSpPr/>
          <p:nvPr/>
        </p:nvSpPr>
        <p:spPr>
          <a:xfrm>
            <a:off x="3072742" y="4542058"/>
            <a:ext cx="1712558" cy="1722419"/>
          </a:xfrm>
          <a:custGeom>
            <a:avLst/>
            <a:gdLst/>
            <a:ahLst/>
            <a:cxnLst/>
            <a:rect l="l" t="t" r="r" b="b"/>
            <a:pathLst>
              <a:path w="1323339" h="1330960">
                <a:moveTo>
                  <a:pt x="1322832" y="742187"/>
                </a:moveTo>
                <a:lnTo>
                  <a:pt x="853440" y="1330451"/>
                </a:lnTo>
              </a:path>
              <a:path w="1323339" h="1330960">
                <a:moveTo>
                  <a:pt x="0" y="0"/>
                </a:moveTo>
                <a:lnTo>
                  <a:pt x="573024" y="1330451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7" name="object 26"/>
          <p:cNvSpPr txBox="1"/>
          <p:nvPr/>
        </p:nvSpPr>
        <p:spPr>
          <a:xfrm>
            <a:off x="4267217" y="6282954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=20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48" name="object 27"/>
          <p:cNvSpPr/>
          <p:nvPr/>
        </p:nvSpPr>
        <p:spPr>
          <a:xfrm>
            <a:off x="7342633" y="4064778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9643"/>
                </a:moveTo>
                <a:lnTo>
                  <a:pt x="5300" y="154035"/>
                </a:lnTo>
                <a:lnTo>
                  <a:pt x="20385" y="112078"/>
                </a:lnTo>
                <a:lnTo>
                  <a:pt x="44027" y="75000"/>
                </a:lnTo>
                <a:lnTo>
                  <a:pt x="75000" y="44027"/>
                </a:lnTo>
                <a:lnTo>
                  <a:pt x="112078" y="20385"/>
                </a:lnTo>
                <a:lnTo>
                  <a:pt x="154035" y="5300"/>
                </a:lnTo>
                <a:lnTo>
                  <a:pt x="199643" y="0"/>
                </a:lnTo>
                <a:lnTo>
                  <a:pt x="245168" y="5300"/>
                </a:lnTo>
                <a:lnTo>
                  <a:pt x="286907" y="20385"/>
                </a:lnTo>
                <a:lnTo>
                  <a:pt x="323687" y="44027"/>
                </a:lnTo>
                <a:lnTo>
                  <a:pt x="354336" y="75000"/>
                </a:lnTo>
                <a:lnTo>
                  <a:pt x="377680" y="112078"/>
                </a:lnTo>
                <a:lnTo>
                  <a:pt x="392547" y="154035"/>
                </a:lnTo>
                <a:lnTo>
                  <a:pt x="397763" y="199643"/>
                </a:lnTo>
                <a:lnTo>
                  <a:pt x="392547" y="245168"/>
                </a:lnTo>
                <a:lnTo>
                  <a:pt x="377680" y="286907"/>
                </a:lnTo>
                <a:lnTo>
                  <a:pt x="354336" y="323687"/>
                </a:lnTo>
                <a:lnTo>
                  <a:pt x="323687" y="354336"/>
                </a:lnTo>
                <a:lnTo>
                  <a:pt x="286907" y="377680"/>
                </a:lnTo>
                <a:lnTo>
                  <a:pt x="245168" y="392547"/>
                </a:lnTo>
                <a:lnTo>
                  <a:pt x="199643" y="397763"/>
                </a:lnTo>
                <a:lnTo>
                  <a:pt x="154035" y="392547"/>
                </a:lnTo>
                <a:lnTo>
                  <a:pt x="112078" y="377680"/>
                </a:lnTo>
                <a:lnTo>
                  <a:pt x="75000" y="354336"/>
                </a:lnTo>
                <a:lnTo>
                  <a:pt x="44027" y="323687"/>
                </a:lnTo>
                <a:lnTo>
                  <a:pt x="20385" y="286907"/>
                </a:lnTo>
                <a:lnTo>
                  <a:pt x="5300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9" name="object 28"/>
          <p:cNvSpPr txBox="1"/>
          <p:nvPr/>
        </p:nvSpPr>
        <p:spPr>
          <a:xfrm>
            <a:off x="7521459" y="4144986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5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53" name="object 29"/>
          <p:cNvSpPr/>
          <p:nvPr/>
        </p:nvSpPr>
        <p:spPr>
          <a:xfrm>
            <a:off x="7196687" y="3191077"/>
            <a:ext cx="862031" cy="874358"/>
          </a:xfrm>
          <a:custGeom>
            <a:avLst/>
            <a:gdLst/>
            <a:ahLst/>
            <a:cxnLst/>
            <a:rect l="l" t="t" r="r" b="b"/>
            <a:pathLst>
              <a:path w="666114" h="675639">
                <a:moveTo>
                  <a:pt x="665987" y="6095"/>
                </a:moveTo>
                <a:lnTo>
                  <a:pt x="312419" y="675132"/>
                </a:lnTo>
              </a:path>
              <a:path w="666114" h="675639">
                <a:moveTo>
                  <a:pt x="0" y="0"/>
                </a:moveTo>
                <a:lnTo>
                  <a:pt x="312419" y="675132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54" name="object 30"/>
          <p:cNvSpPr txBox="1"/>
          <p:nvPr/>
        </p:nvSpPr>
        <p:spPr>
          <a:xfrm>
            <a:off x="7898221" y="4103549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=4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55" name="object 31"/>
          <p:cNvGrpSpPr/>
          <p:nvPr/>
        </p:nvGrpSpPr>
        <p:grpSpPr>
          <a:xfrm>
            <a:off x="8266542" y="2998701"/>
            <a:ext cx="529216" cy="2586094"/>
            <a:chOff x="6235382" y="2317178"/>
            <a:chExt cx="408940" cy="1998345"/>
          </a:xfrm>
        </p:grpSpPr>
        <p:sp>
          <p:nvSpPr>
            <p:cNvPr id="56" name="object 32"/>
            <p:cNvSpPr/>
            <p:nvPr/>
          </p:nvSpPr>
          <p:spPr>
            <a:xfrm>
              <a:off x="6447282" y="2330196"/>
              <a:ext cx="0" cy="1582420"/>
            </a:xfrm>
            <a:custGeom>
              <a:avLst/>
              <a:gdLst/>
              <a:ahLst/>
              <a:cxnLst/>
              <a:rect l="l" t="t" r="r" b="b"/>
              <a:pathLst>
                <a:path h="1582420">
                  <a:moveTo>
                    <a:pt x="0" y="0"/>
                  </a:moveTo>
                  <a:lnTo>
                    <a:pt x="0" y="1581912"/>
                  </a:lnTo>
                </a:path>
              </a:pathLst>
            </a:custGeom>
            <a:ln w="25908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57" name="object 33"/>
            <p:cNvSpPr/>
            <p:nvPr/>
          </p:nvSpPr>
          <p:spPr>
            <a:xfrm>
              <a:off x="6240780" y="3912108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9643"/>
                  </a:moveTo>
                  <a:lnTo>
                    <a:pt x="5216" y="154035"/>
                  </a:lnTo>
                  <a:lnTo>
                    <a:pt x="20083" y="112078"/>
                  </a:lnTo>
                  <a:lnTo>
                    <a:pt x="43427" y="75000"/>
                  </a:lnTo>
                  <a:lnTo>
                    <a:pt x="74076" y="44027"/>
                  </a:lnTo>
                  <a:lnTo>
                    <a:pt x="110856" y="20385"/>
                  </a:lnTo>
                  <a:lnTo>
                    <a:pt x="152595" y="5300"/>
                  </a:lnTo>
                  <a:lnTo>
                    <a:pt x="198119" y="0"/>
                  </a:lnTo>
                  <a:lnTo>
                    <a:pt x="243728" y="5300"/>
                  </a:lnTo>
                  <a:lnTo>
                    <a:pt x="285685" y="20385"/>
                  </a:lnTo>
                  <a:lnTo>
                    <a:pt x="322763" y="44027"/>
                  </a:lnTo>
                  <a:lnTo>
                    <a:pt x="353736" y="75000"/>
                  </a:lnTo>
                  <a:lnTo>
                    <a:pt x="377378" y="112078"/>
                  </a:lnTo>
                  <a:lnTo>
                    <a:pt x="392463" y="154035"/>
                  </a:lnTo>
                  <a:lnTo>
                    <a:pt x="397763" y="199643"/>
                  </a:lnTo>
                  <a:lnTo>
                    <a:pt x="392463" y="245168"/>
                  </a:lnTo>
                  <a:lnTo>
                    <a:pt x="377378" y="286907"/>
                  </a:lnTo>
                  <a:lnTo>
                    <a:pt x="353736" y="323687"/>
                  </a:lnTo>
                  <a:lnTo>
                    <a:pt x="322763" y="354336"/>
                  </a:lnTo>
                  <a:lnTo>
                    <a:pt x="285685" y="377680"/>
                  </a:lnTo>
                  <a:lnTo>
                    <a:pt x="243728" y="392547"/>
                  </a:lnTo>
                  <a:lnTo>
                    <a:pt x="198119" y="397763"/>
                  </a:lnTo>
                  <a:lnTo>
                    <a:pt x="152595" y="392547"/>
                  </a:lnTo>
                  <a:lnTo>
                    <a:pt x="110856" y="377680"/>
                  </a:lnTo>
                  <a:lnTo>
                    <a:pt x="74076" y="354336"/>
                  </a:lnTo>
                  <a:lnTo>
                    <a:pt x="43427" y="323687"/>
                  </a:lnTo>
                  <a:lnTo>
                    <a:pt x="20083" y="286907"/>
                  </a:lnTo>
                  <a:lnTo>
                    <a:pt x="5216" y="245168"/>
                  </a:lnTo>
                  <a:lnTo>
                    <a:pt x="0" y="199643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58" name="object 34"/>
          <p:cNvSpPr txBox="1"/>
          <p:nvPr/>
        </p:nvSpPr>
        <p:spPr>
          <a:xfrm>
            <a:off x="8450357" y="514292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6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59" name="object 35"/>
          <p:cNvSpPr/>
          <p:nvPr/>
        </p:nvSpPr>
        <p:spPr>
          <a:xfrm>
            <a:off x="7782440" y="4504584"/>
            <a:ext cx="566196" cy="633579"/>
          </a:xfrm>
          <a:custGeom>
            <a:avLst/>
            <a:gdLst/>
            <a:ahLst/>
            <a:cxnLst/>
            <a:rect l="l" t="t" r="r" b="b"/>
            <a:pathLst>
              <a:path w="437514" h="489585">
                <a:moveTo>
                  <a:pt x="0" y="0"/>
                </a:moveTo>
                <a:lnTo>
                  <a:pt x="437388" y="489203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0" name="object 36"/>
          <p:cNvSpPr txBox="1"/>
          <p:nvPr/>
        </p:nvSpPr>
        <p:spPr>
          <a:xfrm>
            <a:off x="8584472" y="4787904"/>
            <a:ext cx="48319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=16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61" name="object 37"/>
          <p:cNvSpPr/>
          <p:nvPr/>
        </p:nvSpPr>
        <p:spPr>
          <a:xfrm>
            <a:off x="9863148" y="4068721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728"/>
                </a:lnTo>
                <a:lnTo>
                  <a:pt x="377680" y="285685"/>
                </a:lnTo>
                <a:lnTo>
                  <a:pt x="354336" y="322763"/>
                </a:lnTo>
                <a:lnTo>
                  <a:pt x="323687" y="353736"/>
                </a:lnTo>
                <a:lnTo>
                  <a:pt x="286907" y="377378"/>
                </a:lnTo>
                <a:lnTo>
                  <a:pt x="245168" y="392463"/>
                </a:lnTo>
                <a:lnTo>
                  <a:pt x="199643" y="397763"/>
                </a:lnTo>
                <a:lnTo>
                  <a:pt x="154035" y="392463"/>
                </a:lnTo>
                <a:lnTo>
                  <a:pt x="112078" y="377378"/>
                </a:lnTo>
                <a:lnTo>
                  <a:pt x="75000" y="353736"/>
                </a:lnTo>
                <a:lnTo>
                  <a:pt x="44027" y="322763"/>
                </a:lnTo>
                <a:lnTo>
                  <a:pt x="20385" y="285685"/>
                </a:lnTo>
                <a:lnTo>
                  <a:pt x="5300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2" name="object 38"/>
          <p:cNvSpPr txBox="1"/>
          <p:nvPr/>
        </p:nvSpPr>
        <p:spPr>
          <a:xfrm>
            <a:off x="10042057" y="4147016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7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63" name="object 39"/>
          <p:cNvSpPr/>
          <p:nvPr/>
        </p:nvSpPr>
        <p:spPr>
          <a:xfrm>
            <a:off x="9717202" y="3193049"/>
            <a:ext cx="864496" cy="876001"/>
          </a:xfrm>
          <a:custGeom>
            <a:avLst/>
            <a:gdLst/>
            <a:ahLst/>
            <a:cxnLst/>
            <a:rect l="l" t="t" r="r" b="b"/>
            <a:pathLst>
              <a:path w="668020" h="676910">
                <a:moveTo>
                  <a:pt x="667512" y="7619"/>
                </a:moveTo>
                <a:lnTo>
                  <a:pt x="312419" y="676655"/>
                </a:lnTo>
              </a:path>
              <a:path w="668020" h="676910">
                <a:moveTo>
                  <a:pt x="0" y="0"/>
                </a:moveTo>
                <a:lnTo>
                  <a:pt x="312419" y="676655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4" name="object 40"/>
          <p:cNvSpPr txBox="1"/>
          <p:nvPr/>
        </p:nvSpPr>
        <p:spPr>
          <a:xfrm>
            <a:off x="10418655" y="4107489"/>
            <a:ext cx="33199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=4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65" name="object 41"/>
          <p:cNvGrpSpPr/>
          <p:nvPr/>
        </p:nvGrpSpPr>
        <p:grpSpPr>
          <a:xfrm>
            <a:off x="8522932" y="4576489"/>
            <a:ext cx="1605728" cy="2708536"/>
            <a:chOff x="6433502" y="3536378"/>
            <a:chExt cx="1240790" cy="2092960"/>
          </a:xfrm>
        </p:grpSpPr>
        <p:sp>
          <p:nvSpPr>
            <p:cNvPr id="66" name="object 42"/>
            <p:cNvSpPr/>
            <p:nvPr/>
          </p:nvSpPr>
          <p:spPr>
            <a:xfrm>
              <a:off x="6646164" y="5227319"/>
              <a:ext cx="398145" cy="396240"/>
            </a:xfrm>
            <a:custGeom>
              <a:avLst/>
              <a:gdLst/>
              <a:ahLst/>
              <a:cxnLst/>
              <a:rect l="l" t="t" r="r" b="b"/>
              <a:pathLst>
                <a:path w="398145" h="396239">
                  <a:moveTo>
                    <a:pt x="0" y="198119"/>
                  </a:moveTo>
                  <a:lnTo>
                    <a:pt x="5300" y="152595"/>
                  </a:lnTo>
                  <a:lnTo>
                    <a:pt x="20385" y="110856"/>
                  </a:lnTo>
                  <a:lnTo>
                    <a:pt x="44027" y="74076"/>
                  </a:lnTo>
                  <a:lnTo>
                    <a:pt x="75000" y="43427"/>
                  </a:lnTo>
                  <a:lnTo>
                    <a:pt x="112078" y="20083"/>
                  </a:lnTo>
                  <a:lnTo>
                    <a:pt x="154035" y="5216"/>
                  </a:lnTo>
                  <a:lnTo>
                    <a:pt x="199643" y="0"/>
                  </a:lnTo>
                  <a:lnTo>
                    <a:pt x="245168" y="5216"/>
                  </a:lnTo>
                  <a:lnTo>
                    <a:pt x="286907" y="20083"/>
                  </a:lnTo>
                  <a:lnTo>
                    <a:pt x="323687" y="43427"/>
                  </a:lnTo>
                  <a:lnTo>
                    <a:pt x="354336" y="74076"/>
                  </a:lnTo>
                  <a:lnTo>
                    <a:pt x="377680" y="110856"/>
                  </a:lnTo>
                  <a:lnTo>
                    <a:pt x="392547" y="152595"/>
                  </a:lnTo>
                  <a:lnTo>
                    <a:pt x="397763" y="198119"/>
                  </a:lnTo>
                  <a:lnTo>
                    <a:pt x="392547" y="243644"/>
                  </a:lnTo>
                  <a:lnTo>
                    <a:pt x="377680" y="285383"/>
                  </a:lnTo>
                  <a:lnTo>
                    <a:pt x="354336" y="322163"/>
                  </a:lnTo>
                  <a:lnTo>
                    <a:pt x="323687" y="352812"/>
                  </a:lnTo>
                  <a:lnTo>
                    <a:pt x="286907" y="376156"/>
                  </a:lnTo>
                  <a:lnTo>
                    <a:pt x="245168" y="391023"/>
                  </a:lnTo>
                  <a:lnTo>
                    <a:pt x="199643" y="396239"/>
                  </a:lnTo>
                  <a:lnTo>
                    <a:pt x="154035" y="391023"/>
                  </a:lnTo>
                  <a:lnTo>
                    <a:pt x="112078" y="376156"/>
                  </a:lnTo>
                  <a:lnTo>
                    <a:pt x="75000" y="352812"/>
                  </a:lnTo>
                  <a:lnTo>
                    <a:pt x="44027" y="322163"/>
                  </a:lnTo>
                  <a:lnTo>
                    <a:pt x="20385" y="285383"/>
                  </a:lnTo>
                  <a:lnTo>
                    <a:pt x="5300" y="243644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7" name="object 43"/>
            <p:cNvSpPr/>
            <p:nvPr/>
          </p:nvSpPr>
          <p:spPr>
            <a:xfrm>
              <a:off x="6438900" y="3541775"/>
              <a:ext cx="1229995" cy="1685925"/>
            </a:xfrm>
            <a:custGeom>
              <a:avLst/>
              <a:gdLst/>
              <a:ahLst/>
              <a:cxnLst/>
              <a:rect l="l" t="t" r="r" b="b"/>
              <a:pathLst>
                <a:path w="1229995" h="1685925">
                  <a:moveTo>
                    <a:pt x="1229867" y="0"/>
                  </a:moveTo>
                  <a:lnTo>
                    <a:pt x="406907" y="1685543"/>
                  </a:lnTo>
                </a:path>
                <a:path w="1229995" h="1685925">
                  <a:moveTo>
                    <a:pt x="0" y="768096"/>
                  </a:moveTo>
                  <a:lnTo>
                    <a:pt x="406907" y="1685543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68" name="object 44"/>
          <p:cNvSpPr txBox="1"/>
          <p:nvPr/>
        </p:nvSpPr>
        <p:spPr>
          <a:xfrm>
            <a:off x="8976969" y="6843001"/>
            <a:ext cx="834091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67324" algn="l"/>
              </a:tabLst>
            </a:pPr>
            <a:r>
              <a:rPr sz="1876" spc="-65" dirty="0">
                <a:latin typeface="Calibri"/>
                <a:cs typeface="Calibri"/>
              </a:rPr>
              <a:t>8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=20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69" name="object 45"/>
          <p:cNvGrpSpPr/>
          <p:nvPr/>
        </p:nvGrpSpPr>
        <p:grpSpPr>
          <a:xfrm>
            <a:off x="5966916" y="3224603"/>
            <a:ext cx="3135032" cy="4746513"/>
            <a:chOff x="4458398" y="2491739"/>
            <a:chExt cx="2422525" cy="3667760"/>
          </a:xfrm>
        </p:grpSpPr>
        <p:sp>
          <p:nvSpPr>
            <p:cNvPr id="70" name="object 46"/>
            <p:cNvSpPr/>
            <p:nvPr/>
          </p:nvSpPr>
          <p:spPr>
            <a:xfrm>
              <a:off x="6839712" y="2491739"/>
              <a:ext cx="41275" cy="2735580"/>
            </a:xfrm>
            <a:custGeom>
              <a:avLst/>
              <a:gdLst/>
              <a:ahLst/>
              <a:cxnLst/>
              <a:rect l="l" t="t" r="r" b="b"/>
              <a:pathLst>
                <a:path w="41275" h="2735579">
                  <a:moveTo>
                    <a:pt x="10668" y="2735580"/>
                  </a:moveTo>
                  <a:lnTo>
                    <a:pt x="0" y="2734056"/>
                  </a:lnTo>
                  <a:lnTo>
                    <a:pt x="1496" y="2651760"/>
                  </a:lnTo>
                  <a:lnTo>
                    <a:pt x="1524" y="2650236"/>
                  </a:lnTo>
                  <a:lnTo>
                    <a:pt x="12192" y="2651760"/>
                  </a:lnTo>
                  <a:lnTo>
                    <a:pt x="10695" y="2734056"/>
                  </a:lnTo>
                  <a:lnTo>
                    <a:pt x="10668" y="2735580"/>
                  </a:lnTo>
                  <a:close/>
                </a:path>
                <a:path w="41275" h="2735579">
                  <a:moveTo>
                    <a:pt x="12192" y="2619756"/>
                  </a:moveTo>
                  <a:lnTo>
                    <a:pt x="1524" y="2619756"/>
                  </a:lnTo>
                  <a:lnTo>
                    <a:pt x="3048" y="2535936"/>
                  </a:lnTo>
                  <a:lnTo>
                    <a:pt x="13716" y="2535936"/>
                  </a:lnTo>
                  <a:lnTo>
                    <a:pt x="12192" y="2619756"/>
                  </a:lnTo>
                  <a:close/>
                </a:path>
                <a:path w="41275" h="2735579">
                  <a:moveTo>
                    <a:pt x="13716" y="2503932"/>
                  </a:moveTo>
                  <a:lnTo>
                    <a:pt x="3048" y="2503932"/>
                  </a:lnTo>
                  <a:lnTo>
                    <a:pt x="4572" y="2420112"/>
                  </a:lnTo>
                  <a:lnTo>
                    <a:pt x="13716" y="2420112"/>
                  </a:lnTo>
                  <a:lnTo>
                    <a:pt x="13716" y="2503932"/>
                  </a:lnTo>
                  <a:close/>
                </a:path>
                <a:path w="41275" h="2735579">
                  <a:moveTo>
                    <a:pt x="15240" y="2389632"/>
                  </a:moveTo>
                  <a:lnTo>
                    <a:pt x="4572" y="2389632"/>
                  </a:lnTo>
                  <a:lnTo>
                    <a:pt x="4572" y="2305812"/>
                  </a:lnTo>
                  <a:lnTo>
                    <a:pt x="15240" y="2305812"/>
                  </a:lnTo>
                  <a:lnTo>
                    <a:pt x="15240" y="2389632"/>
                  </a:lnTo>
                  <a:close/>
                </a:path>
                <a:path w="41275" h="2735579">
                  <a:moveTo>
                    <a:pt x="16764" y="2273808"/>
                  </a:moveTo>
                  <a:lnTo>
                    <a:pt x="6096" y="2273808"/>
                  </a:lnTo>
                  <a:lnTo>
                    <a:pt x="6096" y="2189988"/>
                  </a:lnTo>
                  <a:lnTo>
                    <a:pt x="16764" y="2189988"/>
                  </a:lnTo>
                  <a:lnTo>
                    <a:pt x="16764" y="2273808"/>
                  </a:lnTo>
                  <a:close/>
                </a:path>
                <a:path w="41275" h="2735579">
                  <a:moveTo>
                    <a:pt x="16764" y="2157984"/>
                  </a:moveTo>
                  <a:lnTo>
                    <a:pt x="6096" y="2157984"/>
                  </a:lnTo>
                  <a:lnTo>
                    <a:pt x="7620" y="2074164"/>
                  </a:lnTo>
                  <a:lnTo>
                    <a:pt x="18288" y="2074164"/>
                  </a:lnTo>
                  <a:lnTo>
                    <a:pt x="16764" y="2157984"/>
                  </a:lnTo>
                  <a:close/>
                </a:path>
                <a:path w="41275" h="2735579">
                  <a:moveTo>
                    <a:pt x="18288" y="2043684"/>
                  </a:moveTo>
                  <a:lnTo>
                    <a:pt x="7620" y="2043684"/>
                  </a:lnTo>
                  <a:lnTo>
                    <a:pt x="9144" y="1959864"/>
                  </a:lnTo>
                  <a:lnTo>
                    <a:pt x="19812" y="1959864"/>
                  </a:lnTo>
                  <a:lnTo>
                    <a:pt x="18288" y="2043684"/>
                  </a:lnTo>
                  <a:close/>
                </a:path>
                <a:path w="41275" h="2735579">
                  <a:moveTo>
                    <a:pt x="19812" y="1927860"/>
                  </a:moveTo>
                  <a:lnTo>
                    <a:pt x="9144" y="1927860"/>
                  </a:lnTo>
                  <a:lnTo>
                    <a:pt x="10668" y="1844040"/>
                  </a:lnTo>
                  <a:lnTo>
                    <a:pt x="21336" y="1844040"/>
                  </a:lnTo>
                  <a:lnTo>
                    <a:pt x="19812" y="1927860"/>
                  </a:lnTo>
                  <a:close/>
                </a:path>
                <a:path w="41275" h="2735579">
                  <a:moveTo>
                    <a:pt x="21336" y="1813560"/>
                  </a:moveTo>
                  <a:lnTo>
                    <a:pt x="10668" y="1813560"/>
                  </a:lnTo>
                  <a:lnTo>
                    <a:pt x="12192" y="1729740"/>
                  </a:lnTo>
                  <a:lnTo>
                    <a:pt x="21336" y="1729740"/>
                  </a:lnTo>
                  <a:lnTo>
                    <a:pt x="21336" y="1813560"/>
                  </a:lnTo>
                  <a:close/>
                </a:path>
                <a:path w="41275" h="2735579">
                  <a:moveTo>
                    <a:pt x="22860" y="1697736"/>
                  </a:moveTo>
                  <a:lnTo>
                    <a:pt x="12192" y="1697736"/>
                  </a:lnTo>
                  <a:lnTo>
                    <a:pt x="12192" y="1613916"/>
                  </a:lnTo>
                  <a:lnTo>
                    <a:pt x="22860" y="1613916"/>
                  </a:lnTo>
                  <a:lnTo>
                    <a:pt x="22860" y="1697736"/>
                  </a:lnTo>
                  <a:close/>
                </a:path>
                <a:path w="41275" h="2735579">
                  <a:moveTo>
                    <a:pt x="24384" y="1581912"/>
                  </a:moveTo>
                  <a:lnTo>
                    <a:pt x="13716" y="1581912"/>
                  </a:lnTo>
                  <a:lnTo>
                    <a:pt x="13716" y="1498092"/>
                  </a:lnTo>
                  <a:lnTo>
                    <a:pt x="24384" y="1498092"/>
                  </a:lnTo>
                  <a:lnTo>
                    <a:pt x="24384" y="1581912"/>
                  </a:lnTo>
                  <a:close/>
                </a:path>
                <a:path w="41275" h="2735579">
                  <a:moveTo>
                    <a:pt x="24384" y="1467612"/>
                  </a:moveTo>
                  <a:lnTo>
                    <a:pt x="13716" y="1467612"/>
                  </a:lnTo>
                  <a:lnTo>
                    <a:pt x="15240" y="1383792"/>
                  </a:lnTo>
                  <a:lnTo>
                    <a:pt x="25908" y="1383792"/>
                  </a:lnTo>
                  <a:lnTo>
                    <a:pt x="24384" y="1467612"/>
                  </a:lnTo>
                  <a:close/>
                </a:path>
                <a:path w="41275" h="2735579">
                  <a:moveTo>
                    <a:pt x="25908" y="1351788"/>
                  </a:moveTo>
                  <a:lnTo>
                    <a:pt x="15240" y="1351788"/>
                  </a:lnTo>
                  <a:lnTo>
                    <a:pt x="16764" y="1267968"/>
                  </a:lnTo>
                  <a:lnTo>
                    <a:pt x="27432" y="1267968"/>
                  </a:lnTo>
                  <a:lnTo>
                    <a:pt x="25908" y="1351788"/>
                  </a:lnTo>
                  <a:close/>
                </a:path>
                <a:path w="41275" h="2735579">
                  <a:moveTo>
                    <a:pt x="27432" y="1235964"/>
                  </a:moveTo>
                  <a:lnTo>
                    <a:pt x="16764" y="1235964"/>
                  </a:lnTo>
                  <a:lnTo>
                    <a:pt x="18260" y="1153668"/>
                  </a:lnTo>
                  <a:lnTo>
                    <a:pt x="18288" y="1152144"/>
                  </a:lnTo>
                  <a:lnTo>
                    <a:pt x="28956" y="1153668"/>
                  </a:lnTo>
                  <a:lnTo>
                    <a:pt x="27432" y="1235964"/>
                  </a:lnTo>
                  <a:close/>
                </a:path>
                <a:path w="41275" h="2735579">
                  <a:moveTo>
                    <a:pt x="28956" y="1121664"/>
                  </a:moveTo>
                  <a:lnTo>
                    <a:pt x="18288" y="1121664"/>
                  </a:lnTo>
                  <a:lnTo>
                    <a:pt x="19812" y="1037844"/>
                  </a:lnTo>
                  <a:lnTo>
                    <a:pt x="28956" y="1037844"/>
                  </a:lnTo>
                  <a:lnTo>
                    <a:pt x="28956" y="1121664"/>
                  </a:lnTo>
                  <a:close/>
                </a:path>
                <a:path w="41275" h="2735579">
                  <a:moveTo>
                    <a:pt x="30480" y="1005840"/>
                  </a:moveTo>
                  <a:lnTo>
                    <a:pt x="19812" y="1005840"/>
                  </a:lnTo>
                  <a:lnTo>
                    <a:pt x="19812" y="922020"/>
                  </a:lnTo>
                  <a:lnTo>
                    <a:pt x="30480" y="922020"/>
                  </a:lnTo>
                  <a:lnTo>
                    <a:pt x="30480" y="1005840"/>
                  </a:lnTo>
                  <a:close/>
                </a:path>
                <a:path w="41275" h="2735579">
                  <a:moveTo>
                    <a:pt x="32004" y="891540"/>
                  </a:moveTo>
                  <a:lnTo>
                    <a:pt x="21336" y="891540"/>
                  </a:lnTo>
                  <a:lnTo>
                    <a:pt x="21336" y="807720"/>
                  </a:lnTo>
                  <a:lnTo>
                    <a:pt x="32004" y="807720"/>
                  </a:lnTo>
                  <a:lnTo>
                    <a:pt x="32004" y="891540"/>
                  </a:lnTo>
                  <a:close/>
                </a:path>
                <a:path w="41275" h="2735579">
                  <a:moveTo>
                    <a:pt x="32004" y="775716"/>
                  </a:moveTo>
                  <a:lnTo>
                    <a:pt x="21336" y="775716"/>
                  </a:lnTo>
                  <a:lnTo>
                    <a:pt x="22860" y="691896"/>
                  </a:lnTo>
                  <a:lnTo>
                    <a:pt x="33528" y="691896"/>
                  </a:lnTo>
                  <a:lnTo>
                    <a:pt x="32004" y="775716"/>
                  </a:lnTo>
                  <a:close/>
                </a:path>
                <a:path w="41275" h="2735579">
                  <a:moveTo>
                    <a:pt x="33528" y="659892"/>
                  </a:moveTo>
                  <a:lnTo>
                    <a:pt x="22860" y="659892"/>
                  </a:lnTo>
                  <a:lnTo>
                    <a:pt x="24384" y="576072"/>
                  </a:lnTo>
                  <a:lnTo>
                    <a:pt x="35052" y="576072"/>
                  </a:lnTo>
                  <a:lnTo>
                    <a:pt x="33528" y="659892"/>
                  </a:lnTo>
                  <a:close/>
                </a:path>
                <a:path w="41275" h="2735579">
                  <a:moveTo>
                    <a:pt x="35052" y="545592"/>
                  </a:moveTo>
                  <a:lnTo>
                    <a:pt x="24384" y="545592"/>
                  </a:lnTo>
                  <a:lnTo>
                    <a:pt x="25908" y="461772"/>
                  </a:lnTo>
                  <a:lnTo>
                    <a:pt x="36576" y="461772"/>
                  </a:lnTo>
                  <a:lnTo>
                    <a:pt x="35052" y="545592"/>
                  </a:lnTo>
                  <a:close/>
                </a:path>
                <a:path w="41275" h="2735579">
                  <a:moveTo>
                    <a:pt x="36576" y="429768"/>
                  </a:moveTo>
                  <a:lnTo>
                    <a:pt x="25908" y="429768"/>
                  </a:lnTo>
                  <a:lnTo>
                    <a:pt x="27432" y="345948"/>
                  </a:lnTo>
                  <a:lnTo>
                    <a:pt x="36576" y="345948"/>
                  </a:lnTo>
                  <a:lnTo>
                    <a:pt x="36576" y="429768"/>
                  </a:lnTo>
                  <a:close/>
                </a:path>
                <a:path w="41275" h="2735579">
                  <a:moveTo>
                    <a:pt x="38100" y="315468"/>
                  </a:moveTo>
                  <a:lnTo>
                    <a:pt x="27432" y="313944"/>
                  </a:lnTo>
                  <a:lnTo>
                    <a:pt x="27432" y="230124"/>
                  </a:lnTo>
                  <a:lnTo>
                    <a:pt x="38100" y="231648"/>
                  </a:lnTo>
                  <a:lnTo>
                    <a:pt x="38100" y="315468"/>
                  </a:lnTo>
                  <a:close/>
                </a:path>
                <a:path w="41275" h="2735579">
                  <a:moveTo>
                    <a:pt x="39624" y="199644"/>
                  </a:moveTo>
                  <a:lnTo>
                    <a:pt x="28956" y="199644"/>
                  </a:lnTo>
                  <a:lnTo>
                    <a:pt x="28956" y="115824"/>
                  </a:lnTo>
                  <a:lnTo>
                    <a:pt x="39624" y="115824"/>
                  </a:lnTo>
                  <a:lnTo>
                    <a:pt x="39624" y="199644"/>
                  </a:lnTo>
                  <a:close/>
                </a:path>
                <a:path w="41275" h="2735579">
                  <a:moveTo>
                    <a:pt x="39624" y="83820"/>
                  </a:moveTo>
                  <a:lnTo>
                    <a:pt x="28956" y="83820"/>
                  </a:lnTo>
                  <a:lnTo>
                    <a:pt x="30480" y="0"/>
                  </a:lnTo>
                  <a:lnTo>
                    <a:pt x="41148" y="0"/>
                  </a:lnTo>
                  <a:lnTo>
                    <a:pt x="39624" y="8382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1" name="object 47"/>
            <p:cNvSpPr/>
            <p:nvPr/>
          </p:nvSpPr>
          <p:spPr>
            <a:xfrm>
              <a:off x="4463796" y="5756147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72" name="object 48"/>
          <p:cNvSpPr txBox="1"/>
          <p:nvPr/>
        </p:nvSpPr>
        <p:spPr>
          <a:xfrm>
            <a:off x="6150718" y="7527342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9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73" name="object 49"/>
          <p:cNvGrpSpPr/>
          <p:nvPr/>
        </p:nvGrpSpPr>
        <p:grpSpPr>
          <a:xfrm>
            <a:off x="4170292" y="3266022"/>
            <a:ext cx="4634753" cy="4446569"/>
            <a:chOff x="3070098" y="2523744"/>
            <a:chExt cx="3581400" cy="3435985"/>
          </a:xfrm>
        </p:grpSpPr>
        <p:sp>
          <p:nvSpPr>
            <p:cNvPr id="74" name="object 50"/>
            <p:cNvSpPr/>
            <p:nvPr/>
          </p:nvSpPr>
          <p:spPr>
            <a:xfrm>
              <a:off x="3075432" y="5120639"/>
              <a:ext cx="3571240" cy="833755"/>
            </a:xfrm>
            <a:custGeom>
              <a:avLst/>
              <a:gdLst/>
              <a:ahLst/>
              <a:cxnLst/>
              <a:rect l="l" t="t" r="r" b="b"/>
              <a:pathLst>
                <a:path w="3571240" h="833754">
                  <a:moveTo>
                    <a:pt x="3570732" y="304800"/>
                  </a:moveTo>
                  <a:lnTo>
                    <a:pt x="1786127" y="833628"/>
                  </a:lnTo>
                </a:path>
                <a:path w="3571240" h="833754">
                  <a:moveTo>
                    <a:pt x="0" y="0"/>
                  </a:moveTo>
                  <a:lnTo>
                    <a:pt x="1388364" y="833628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5" name="object 51"/>
            <p:cNvSpPr/>
            <p:nvPr/>
          </p:nvSpPr>
          <p:spPr>
            <a:xfrm>
              <a:off x="4657343" y="2523744"/>
              <a:ext cx="45720" cy="3232785"/>
            </a:xfrm>
            <a:custGeom>
              <a:avLst/>
              <a:gdLst/>
              <a:ahLst/>
              <a:cxnLst/>
              <a:rect l="l" t="t" r="r" b="b"/>
              <a:pathLst>
                <a:path w="45720" h="3232785">
                  <a:moveTo>
                    <a:pt x="10668" y="3232403"/>
                  </a:moveTo>
                  <a:lnTo>
                    <a:pt x="0" y="3232403"/>
                  </a:lnTo>
                  <a:lnTo>
                    <a:pt x="1524" y="3148583"/>
                  </a:lnTo>
                  <a:lnTo>
                    <a:pt x="10668" y="3148583"/>
                  </a:lnTo>
                  <a:lnTo>
                    <a:pt x="10668" y="3232403"/>
                  </a:lnTo>
                  <a:close/>
                </a:path>
                <a:path w="45720" h="3232785">
                  <a:moveTo>
                    <a:pt x="12192" y="3116579"/>
                  </a:moveTo>
                  <a:lnTo>
                    <a:pt x="1524" y="3116579"/>
                  </a:lnTo>
                  <a:lnTo>
                    <a:pt x="1524" y="3032759"/>
                  </a:lnTo>
                  <a:lnTo>
                    <a:pt x="12192" y="3032759"/>
                  </a:lnTo>
                  <a:lnTo>
                    <a:pt x="12192" y="3116579"/>
                  </a:lnTo>
                  <a:close/>
                </a:path>
                <a:path w="45720" h="3232785">
                  <a:moveTo>
                    <a:pt x="13716" y="3002279"/>
                  </a:moveTo>
                  <a:lnTo>
                    <a:pt x="3048" y="3002279"/>
                  </a:lnTo>
                  <a:lnTo>
                    <a:pt x="3048" y="2918459"/>
                  </a:lnTo>
                  <a:lnTo>
                    <a:pt x="13716" y="2918459"/>
                  </a:lnTo>
                  <a:lnTo>
                    <a:pt x="13716" y="3002279"/>
                  </a:lnTo>
                  <a:close/>
                </a:path>
                <a:path w="45720" h="3232785">
                  <a:moveTo>
                    <a:pt x="13716" y="2886455"/>
                  </a:moveTo>
                  <a:lnTo>
                    <a:pt x="3048" y="2886455"/>
                  </a:lnTo>
                  <a:lnTo>
                    <a:pt x="4572" y="2802635"/>
                  </a:lnTo>
                  <a:lnTo>
                    <a:pt x="15240" y="2802635"/>
                  </a:lnTo>
                  <a:lnTo>
                    <a:pt x="13716" y="2886455"/>
                  </a:lnTo>
                  <a:close/>
                </a:path>
                <a:path w="45720" h="3232785">
                  <a:moveTo>
                    <a:pt x="15240" y="2770631"/>
                  </a:moveTo>
                  <a:lnTo>
                    <a:pt x="4572" y="2770631"/>
                  </a:lnTo>
                  <a:lnTo>
                    <a:pt x="6096" y="2686811"/>
                  </a:lnTo>
                  <a:lnTo>
                    <a:pt x="16764" y="2686811"/>
                  </a:lnTo>
                  <a:lnTo>
                    <a:pt x="15240" y="2770631"/>
                  </a:lnTo>
                  <a:close/>
                </a:path>
                <a:path w="45720" h="3232785">
                  <a:moveTo>
                    <a:pt x="16764" y="2656331"/>
                  </a:moveTo>
                  <a:lnTo>
                    <a:pt x="6096" y="2656331"/>
                  </a:lnTo>
                  <a:lnTo>
                    <a:pt x="7620" y="2572511"/>
                  </a:lnTo>
                  <a:lnTo>
                    <a:pt x="18288" y="2572511"/>
                  </a:lnTo>
                  <a:lnTo>
                    <a:pt x="16764" y="2656331"/>
                  </a:lnTo>
                  <a:close/>
                </a:path>
                <a:path w="45720" h="3232785">
                  <a:moveTo>
                    <a:pt x="18288" y="2540507"/>
                  </a:moveTo>
                  <a:lnTo>
                    <a:pt x="7620" y="2540507"/>
                  </a:lnTo>
                  <a:lnTo>
                    <a:pt x="9144" y="2456687"/>
                  </a:lnTo>
                  <a:lnTo>
                    <a:pt x="18288" y="2456687"/>
                  </a:lnTo>
                  <a:lnTo>
                    <a:pt x="18288" y="2540507"/>
                  </a:lnTo>
                  <a:close/>
                </a:path>
                <a:path w="45720" h="3232785">
                  <a:moveTo>
                    <a:pt x="19812" y="2426207"/>
                  </a:moveTo>
                  <a:lnTo>
                    <a:pt x="9144" y="2424683"/>
                  </a:lnTo>
                  <a:lnTo>
                    <a:pt x="9144" y="2340863"/>
                  </a:lnTo>
                  <a:lnTo>
                    <a:pt x="19812" y="2342387"/>
                  </a:lnTo>
                  <a:lnTo>
                    <a:pt x="19812" y="2426207"/>
                  </a:lnTo>
                  <a:close/>
                </a:path>
                <a:path w="45720" h="3232785">
                  <a:moveTo>
                    <a:pt x="19812" y="2310383"/>
                  </a:moveTo>
                  <a:lnTo>
                    <a:pt x="10668" y="2310383"/>
                  </a:lnTo>
                  <a:lnTo>
                    <a:pt x="10668" y="2226563"/>
                  </a:lnTo>
                  <a:lnTo>
                    <a:pt x="21336" y="2226563"/>
                  </a:lnTo>
                  <a:lnTo>
                    <a:pt x="19812" y="2310383"/>
                  </a:lnTo>
                  <a:close/>
                </a:path>
                <a:path w="45720" h="3232785">
                  <a:moveTo>
                    <a:pt x="21336" y="2194559"/>
                  </a:moveTo>
                  <a:lnTo>
                    <a:pt x="10668" y="2194559"/>
                  </a:lnTo>
                  <a:lnTo>
                    <a:pt x="12192" y="2110739"/>
                  </a:lnTo>
                  <a:lnTo>
                    <a:pt x="22860" y="2110739"/>
                  </a:lnTo>
                  <a:lnTo>
                    <a:pt x="21336" y="2194559"/>
                  </a:lnTo>
                  <a:close/>
                </a:path>
                <a:path w="45720" h="3232785">
                  <a:moveTo>
                    <a:pt x="22860" y="2080259"/>
                  </a:moveTo>
                  <a:lnTo>
                    <a:pt x="12192" y="2080259"/>
                  </a:lnTo>
                  <a:lnTo>
                    <a:pt x="13716" y="1996439"/>
                  </a:lnTo>
                  <a:lnTo>
                    <a:pt x="24384" y="1996439"/>
                  </a:lnTo>
                  <a:lnTo>
                    <a:pt x="22860" y="2080259"/>
                  </a:lnTo>
                  <a:close/>
                </a:path>
                <a:path w="45720" h="3232785">
                  <a:moveTo>
                    <a:pt x="24384" y="1964435"/>
                  </a:moveTo>
                  <a:lnTo>
                    <a:pt x="13716" y="1964435"/>
                  </a:lnTo>
                  <a:lnTo>
                    <a:pt x="15240" y="1880615"/>
                  </a:lnTo>
                  <a:lnTo>
                    <a:pt x="24384" y="1880615"/>
                  </a:lnTo>
                  <a:lnTo>
                    <a:pt x="24384" y="1964435"/>
                  </a:lnTo>
                  <a:close/>
                </a:path>
                <a:path w="45720" h="3232785">
                  <a:moveTo>
                    <a:pt x="25908" y="1848611"/>
                  </a:moveTo>
                  <a:lnTo>
                    <a:pt x="15240" y="1848611"/>
                  </a:lnTo>
                  <a:lnTo>
                    <a:pt x="15240" y="1764791"/>
                  </a:lnTo>
                  <a:lnTo>
                    <a:pt x="25908" y="1764791"/>
                  </a:lnTo>
                  <a:lnTo>
                    <a:pt x="25908" y="1848611"/>
                  </a:lnTo>
                  <a:close/>
                </a:path>
                <a:path w="45720" h="3232785">
                  <a:moveTo>
                    <a:pt x="27432" y="1734311"/>
                  </a:moveTo>
                  <a:lnTo>
                    <a:pt x="16764" y="1734311"/>
                  </a:lnTo>
                  <a:lnTo>
                    <a:pt x="16764" y="1650491"/>
                  </a:lnTo>
                  <a:lnTo>
                    <a:pt x="27432" y="1650491"/>
                  </a:lnTo>
                  <a:lnTo>
                    <a:pt x="27432" y="1734311"/>
                  </a:lnTo>
                  <a:close/>
                </a:path>
                <a:path w="45720" h="3232785">
                  <a:moveTo>
                    <a:pt x="27432" y="1618487"/>
                  </a:moveTo>
                  <a:lnTo>
                    <a:pt x="16764" y="1618487"/>
                  </a:lnTo>
                  <a:lnTo>
                    <a:pt x="18288" y="1534667"/>
                  </a:lnTo>
                  <a:lnTo>
                    <a:pt x="28956" y="1534667"/>
                  </a:lnTo>
                  <a:lnTo>
                    <a:pt x="27432" y="1618487"/>
                  </a:lnTo>
                  <a:close/>
                </a:path>
                <a:path w="45720" h="3232785">
                  <a:moveTo>
                    <a:pt x="28956" y="1504187"/>
                  </a:moveTo>
                  <a:lnTo>
                    <a:pt x="18288" y="1502663"/>
                  </a:lnTo>
                  <a:lnTo>
                    <a:pt x="19784" y="1420367"/>
                  </a:lnTo>
                  <a:lnTo>
                    <a:pt x="19812" y="1418843"/>
                  </a:lnTo>
                  <a:lnTo>
                    <a:pt x="30480" y="1420367"/>
                  </a:lnTo>
                  <a:lnTo>
                    <a:pt x="28983" y="1502663"/>
                  </a:lnTo>
                  <a:lnTo>
                    <a:pt x="28956" y="1504187"/>
                  </a:lnTo>
                  <a:close/>
                </a:path>
                <a:path w="45720" h="3232785">
                  <a:moveTo>
                    <a:pt x="30480" y="1388363"/>
                  </a:moveTo>
                  <a:lnTo>
                    <a:pt x="19812" y="1388363"/>
                  </a:lnTo>
                  <a:lnTo>
                    <a:pt x="21336" y="1304543"/>
                  </a:lnTo>
                  <a:lnTo>
                    <a:pt x="32004" y="1304543"/>
                  </a:lnTo>
                  <a:lnTo>
                    <a:pt x="30480" y="1388363"/>
                  </a:lnTo>
                  <a:close/>
                </a:path>
                <a:path w="45720" h="3232785">
                  <a:moveTo>
                    <a:pt x="32004" y="1272539"/>
                  </a:moveTo>
                  <a:lnTo>
                    <a:pt x="21336" y="1272539"/>
                  </a:lnTo>
                  <a:lnTo>
                    <a:pt x="22860" y="1188719"/>
                  </a:lnTo>
                  <a:lnTo>
                    <a:pt x="32004" y="1188719"/>
                  </a:lnTo>
                  <a:lnTo>
                    <a:pt x="32004" y="1272539"/>
                  </a:lnTo>
                  <a:close/>
                </a:path>
                <a:path w="45720" h="3232785">
                  <a:moveTo>
                    <a:pt x="33528" y="1158239"/>
                  </a:moveTo>
                  <a:lnTo>
                    <a:pt x="22860" y="1158239"/>
                  </a:lnTo>
                  <a:lnTo>
                    <a:pt x="22860" y="1074419"/>
                  </a:lnTo>
                  <a:lnTo>
                    <a:pt x="33528" y="1074419"/>
                  </a:lnTo>
                  <a:lnTo>
                    <a:pt x="33528" y="1158239"/>
                  </a:lnTo>
                  <a:close/>
                </a:path>
                <a:path w="45720" h="3232785">
                  <a:moveTo>
                    <a:pt x="33528" y="1042415"/>
                  </a:moveTo>
                  <a:lnTo>
                    <a:pt x="24384" y="1042415"/>
                  </a:lnTo>
                  <a:lnTo>
                    <a:pt x="24384" y="958595"/>
                  </a:lnTo>
                  <a:lnTo>
                    <a:pt x="35052" y="958595"/>
                  </a:lnTo>
                  <a:lnTo>
                    <a:pt x="33528" y="1042415"/>
                  </a:lnTo>
                  <a:close/>
                </a:path>
                <a:path w="45720" h="3232785">
                  <a:moveTo>
                    <a:pt x="35052" y="926591"/>
                  </a:moveTo>
                  <a:lnTo>
                    <a:pt x="24384" y="926591"/>
                  </a:lnTo>
                  <a:lnTo>
                    <a:pt x="25908" y="842771"/>
                  </a:lnTo>
                  <a:lnTo>
                    <a:pt x="36576" y="842771"/>
                  </a:lnTo>
                  <a:lnTo>
                    <a:pt x="35052" y="926591"/>
                  </a:lnTo>
                  <a:close/>
                </a:path>
                <a:path w="45720" h="3232785">
                  <a:moveTo>
                    <a:pt x="36576" y="812291"/>
                  </a:moveTo>
                  <a:lnTo>
                    <a:pt x="25908" y="812291"/>
                  </a:lnTo>
                  <a:lnTo>
                    <a:pt x="27432" y="728471"/>
                  </a:lnTo>
                  <a:lnTo>
                    <a:pt x="38100" y="728471"/>
                  </a:lnTo>
                  <a:lnTo>
                    <a:pt x="36576" y="812291"/>
                  </a:lnTo>
                  <a:close/>
                </a:path>
                <a:path w="45720" h="3232785">
                  <a:moveTo>
                    <a:pt x="38100" y="696467"/>
                  </a:moveTo>
                  <a:lnTo>
                    <a:pt x="27432" y="696467"/>
                  </a:lnTo>
                  <a:lnTo>
                    <a:pt x="28956" y="612647"/>
                  </a:lnTo>
                  <a:lnTo>
                    <a:pt x="38100" y="612647"/>
                  </a:lnTo>
                  <a:lnTo>
                    <a:pt x="38100" y="696467"/>
                  </a:lnTo>
                  <a:close/>
                </a:path>
                <a:path w="45720" h="3232785">
                  <a:moveTo>
                    <a:pt x="39624" y="582167"/>
                  </a:moveTo>
                  <a:lnTo>
                    <a:pt x="28956" y="582167"/>
                  </a:lnTo>
                  <a:lnTo>
                    <a:pt x="28956" y="498347"/>
                  </a:lnTo>
                  <a:lnTo>
                    <a:pt x="39624" y="498347"/>
                  </a:lnTo>
                  <a:lnTo>
                    <a:pt x="39624" y="582167"/>
                  </a:lnTo>
                  <a:close/>
                </a:path>
                <a:path w="45720" h="3232785">
                  <a:moveTo>
                    <a:pt x="41148" y="466343"/>
                  </a:moveTo>
                  <a:lnTo>
                    <a:pt x="30480" y="466343"/>
                  </a:lnTo>
                  <a:lnTo>
                    <a:pt x="30480" y="382523"/>
                  </a:lnTo>
                  <a:lnTo>
                    <a:pt x="41148" y="382523"/>
                  </a:lnTo>
                  <a:lnTo>
                    <a:pt x="41148" y="466343"/>
                  </a:lnTo>
                  <a:close/>
                </a:path>
                <a:path w="45720" h="3232785">
                  <a:moveTo>
                    <a:pt x="41148" y="350519"/>
                  </a:moveTo>
                  <a:lnTo>
                    <a:pt x="30480" y="350519"/>
                  </a:lnTo>
                  <a:lnTo>
                    <a:pt x="32004" y="266700"/>
                  </a:lnTo>
                  <a:lnTo>
                    <a:pt x="42672" y="266700"/>
                  </a:lnTo>
                  <a:lnTo>
                    <a:pt x="41148" y="350519"/>
                  </a:lnTo>
                  <a:close/>
                </a:path>
                <a:path w="45720" h="3232785">
                  <a:moveTo>
                    <a:pt x="42672" y="236219"/>
                  </a:moveTo>
                  <a:lnTo>
                    <a:pt x="32004" y="236219"/>
                  </a:lnTo>
                  <a:lnTo>
                    <a:pt x="33528" y="152400"/>
                  </a:lnTo>
                  <a:lnTo>
                    <a:pt x="44196" y="152400"/>
                  </a:lnTo>
                  <a:lnTo>
                    <a:pt x="42672" y="236219"/>
                  </a:lnTo>
                  <a:close/>
                </a:path>
                <a:path w="45720" h="3232785">
                  <a:moveTo>
                    <a:pt x="44196" y="120395"/>
                  </a:moveTo>
                  <a:lnTo>
                    <a:pt x="33528" y="120395"/>
                  </a:lnTo>
                  <a:lnTo>
                    <a:pt x="35052" y="36575"/>
                  </a:lnTo>
                  <a:lnTo>
                    <a:pt x="45720" y="36575"/>
                  </a:lnTo>
                  <a:lnTo>
                    <a:pt x="44196" y="120395"/>
                  </a:lnTo>
                  <a:close/>
                </a:path>
                <a:path w="45720" h="3232785">
                  <a:moveTo>
                    <a:pt x="45720" y="4571"/>
                  </a:moveTo>
                  <a:lnTo>
                    <a:pt x="35052" y="4571"/>
                  </a:lnTo>
                  <a:lnTo>
                    <a:pt x="35052" y="0"/>
                  </a:lnTo>
                  <a:lnTo>
                    <a:pt x="45720" y="0"/>
                  </a:lnTo>
                  <a:lnTo>
                    <a:pt x="45720" y="4571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76" name="object 2">
            <a:extLst>
              <a:ext uri="{FF2B5EF4-FFF2-40B4-BE49-F238E27FC236}">
                <a16:creationId xmlns:a16="http://schemas.microsoft.com/office/drawing/2014/main" id="{2D501FBC-525B-E026-3B35-123251778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769" y="2209800"/>
            <a:ext cx="12469431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64739" algn="l">
              <a:lnSpc>
                <a:spcPct val="100000"/>
              </a:lnSpc>
              <a:spcBef>
                <a:spcPts val="162"/>
              </a:spcBef>
              <a:tabLst>
                <a:tab pos="777379" algn="l"/>
                <a:tab pos="1242490" algn="l"/>
                <a:tab pos="1819362" algn="l"/>
                <a:tab pos="2190795" algn="l"/>
                <a:tab pos="2655907" algn="l"/>
                <a:tab pos="3027340" algn="l"/>
                <a:tab pos="3756235" algn="l"/>
                <a:tab pos="4220526" algn="l"/>
              </a:tabLst>
            </a:pPr>
            <a:r>
              <a:rPr sz="5000" dirty="0">
                <a:solidFill>
                  <a:schemeClr val="tx1"/>
                </a:solidFill>
                <a:latin typeface="+mj-lt"/>
              </a:rPr>
              <a:t>(1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+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20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−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9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÷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3</a:t>
            </a:r>
            <a:r>
              <a:rPr lang="en-GB" sz="5000" dirty="0">
                <a:solidFill>
                  <a:schemeClr val="tx1"/>
                </a:solidFill>
                <a:latin typeface="+mj-lt"/>
              </a:rPr>
              <a:t>²</a:t>
            </a:r>
            <a:r>
              <a:rPr sz="5000" dirty="0">
                <a:solidFill>
                  <a:schemeClr val="tx1"/>
                </a:solidFill>
                <a:latin typeface="+mj-lt"/>
              </a:rPr>
              <a:t>) ÷ (( 3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+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1)</a:t>
            </a:r>
            <a:r>
              <a:rPr lang="en-GB" sz="5000" dirty="0">
                <a:solidFill>
                  <a:schemeClr val="tx1"/>
                </a:solidFill>
                <a:latin typeface="+mj-lt"/>
              </a:rPr>
              <a:t>² </a:t>
            </a:r>
            <a:r>
              <a:rPr sz="5000" dirty="0">
                <a:solidFill>
                  <a:schemeClr val="tx1"/>
                </a:solidFill>
                <a:latin typeface="+mj-lt"/>
              </a:rPr>
              <a:t>+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8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÷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195213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C9635F-CD74-C7D7-C340-D57500C6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B171B00-4974-393F-8DA0-DFFF408474F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B58F2A9-6610-FF69-A86D-8F7D22BC4C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755538-5367-8316-831E-2540F0E1973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53CA649-E9E0-1693-A995-6BC1D405617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340F94D-D733-5267-9C7A-85FCD4F9499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Logic Priorities</a:t>
            </a:r>
          </a:p>
        </p:txBody>
      </p:sp>
    </p:spTree>
    <p:extLst>
      <p:ext uri="{BB962C8B-B14F-4D97-AF65-F5344CB8AC3E}">
        <p14:creationId xmlns:p14="http://schemas.microsoft.com/office/powerpoint/2010/main" val="135568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D83176-B547-DB3B-C98A-255FC746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9924541-BDEA-C0B1-A7D5-D774C48C3E26}"/>
              </a:ext>
            </a:extLst>
          </p:cNvPr>
          <p:cNvSpPr txBox="1"/>
          <p:nvPr/>
        </p:nvSpPr>
        <p:spPr>
          <a:xfrm>
            <a:off x="381000" y="888075"/>
            <a:ext cx="12352767" cy="84454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endParaRPr lang="sv-SE" sz="4000" b="1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r>
              <a:rPr lang="sv-SE" sz="4000" b="1" dirty="0" err="1">
                <a:solidFill>
                  <a:srgbClr val="333333"/>
                </a:solidFill>
                <a:latin typeface="Comic Sans MS"/>
                <a:cs typeface="Comic Sans MS"/>
              </a:rPr>
              <a:t>Solve</a:t>
            </a:r>
            <a:r>
              <a:rPr lang="sv-SE" sz="4000" b="1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26" dirty="0" err="1">
                <a:solidFill>
                  <a:srgbClr val="333333"/>
                </a:solidFill>
                <a:latin typeface="Comic Sans MS"/>
                <a:cs typeface="Comic Sans MS"/>
              </a:rPr>
              <a:t>this</a:t>
            </a:r>
            <a:r>
              <a:rPr lang="sv-SE" sz="4000" b="1" spc="-26" dirty="0">
                <a:solidFill>
                  <a:srgbClr val="333333"/>
                </a:solidFill>
                <a:latin typeface="Comic Sans MS"/>
                <a:cs typeface="Comic Sans MS"/>
              </a:rPr>
              <a:t>:</a:t>
            </a: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pPr marL="16435" defTabSz="1183325">
              <a:spcBef>
                <a:spcPts val="168"/>
              </a:spcBef>
            </a:pPr>
            <a:endParaRPr lang="sv-SE" sz="2400" b="1" spc="-26" dirty="0">
              <a:solidFill>
                <a:srgbClr val="333333"/>
              </a:solidFill>
              <a:latin typeface="Comic Sans MS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True AND ((9 &gt; 2) OR (4 + 2 = 5))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(9&gt;2) is </a:t>
            </a:r>
            <a:r>
              <a:rPr lang="en-GB" sz="2400" b="1" dirty="0">
                <a:latin typeface="Comic Sans MS" panose="030F0702030302020204" pitchFamily="66" charset="0"/>
              </a:rPr>
              <a:t>True</a:t>
            </a:r>
            <a:r>
              <a:rPr lang="en-GB" sz="2400" dirty="0">
                <a:latin typeface="Comic Sans MS" panose="030F0702030302020204" pitchFamily="66" charset="0"/>
              </a:rPr>
              <a:t>; (4+2=5) is </a:t>
            </a:r>
            <a:r>
              <a:rPr lang="en-GB" sz="2400" b="1" dirty="0">
                <a:latin typeface="Comic Sans MS" panose="030F0702030302020204" pitchFamily="66" charset="0"/>
              </a:rPr>
              <a:t>False</a:t>
            </a:r>
            <a:r>
              <a:rPr lang="en-GB" sz="2400" dirty="0">
                <a:latin typeface="Comic Sans MS" panose="030F0702030302020204" pitchFamily="66" charset="0"/>
              </a:rPr>
              <a:t> → (True OR False) = </a:t>
            </a:r>
            <a:r>
              <a:rPr lang="en-GB" sz="2400" b="1" dirty="0">
                <a:latin typeface="Comic Sans MS" panose="030F0702030302020204" pitchFamily="66" charset="0"/>
              </a:rPr>
              <a:t>True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True AND True = </a:t>
            </a:r>
            <a:r>
              <a:rPr lang="en-GB" sz="2400" b="1" dirty="0">
                <a:latin typeface="Comic Sans MS" panose="030F0702030302020204" pitchFamily="66" charset="0"/>
              </a:rPr>
              <a:t>True</a:t>
            </a:r>
            <a:r>
              <a:rPr lang="en-GB" sz="2400" dirty="0">
                <a:latin typeface="Comic Sans MS" panose="030F0702030302020204" pitchFamily="66" charset="0"/>
              </a:rPr>
              <a:t> ✅ (result = True).</a:t>
            </a:r>
          </a:p>
        </p:txBody>
      </p:sp>
      <p:pic>
        <p:nvPicPr>
          <p:cNvPr id="52" name="object 4">
            <a:extLst>
              <a:ext uri="{FF2B5EF4-FFF2-40B4-BE49-F238E27FC236}">
                <a16:creationId xmlns:a16="http://schemas.microsoft.com/office/drawing/2014/main" id="{4552EA57-3232-E52D-AE8C-1CE2152B95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3573" y="762000"/>
            <a:ext cx="2997840" cy="1750165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28600" y="2410214"/>
            <a:ext cx="9803990" cy="790186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64739" algn="l">
              <a:spcBef>
                <a:spcPts val="162"/>
              </a:spcBef>
              <a:tabLst>
                <a:tab pos="777379" algn="l"/>
                <a:tab pos="1242490" algn="l"/>
                <a:tab pos="1819362" algn="l"/>
                <a:tab pos="2190795" algn="l"/>
                <a:tab pos="2655907" algn="l"/>
                <a:tab pos="3027340" algn="l"/>
                <a:tab pos="3756235" algn="l"/>
                <a:tab pos="4220526" algn="l"/>
              </a:tabLst>
            </a:pPr>
            <a:r>
              <a:rPr sz="5000" dirty="0">
                <a:solidFill>
                  <a:schemeClr val="tx1"/>
                </a:solidFill>
                <a:latin typeface="+mj-lt"/>
              </a:rPr>
              <a:t>True AND ((9 &gt; 2) OR (4</a:t>
            </a:r>
            <a:r>
              <a:rPr lang="sv-SE" sz="5000" dirty="0">
                <a:solidFill>
                  <a:schemeClr val="tx1"/>
                </a:solidFill>
                <a:latin typeface="+mj-lt"/>
              </a:rPr>
              <a:t> </a:t>
            </a:r>
            <a:r>
              <a:rPr sz="5000" dirty="0">
                <a:solidFill>
                  <a:schemeClr val="tx1"/>
                </a:solidFill>
                <a:latin typeface="+mj-lt"/>
              </a:rPr>
              <a:t>+2 = 5))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3320512" y="7298538"/>
            <a:ext cx="1124996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b="1" spc="-13" dirty="0">
                <a:solidFill>
                  <a:srgbClr val="70AC46"/>
                </a:solidFill>
                <a:latin typeface="Comic Sans MS"/>
                <a:cs typeface="Comic Sans MS"/>
              </a:rPr>
              <a:t>=True</a:t>
            </a:r>
            <a:endParaRPr sz="2976">
              <a:latin typeface="Comic Sans MS"/>
              <a:cs typeface="Comic Sans MS"/>
            </a:endParaRPr>
          </a:p>
        </p:txBody>
      </p:sp>
      <p:grpSp>
        <p:nvGrpSpPr>
          <p:cNvPr id="9" name="object 6"/>
          <p:cNvGrpSpPr/>
          <p:nvPr/>
        </p:nvGrpSpPr>
        <p:grpSpPr>
          <a:xfrm>
            <a:off x="7199563" y="3180121"/>
            <a:ext cx="580165" cy="1446306"/>
            <a:chOff x="5410898" y="2126678"/>
            <a:chExt cx="448309" cy="1117600"/>
          </a:xfrm>
        </p:grpSpPr>
        <p:sp>
          <p:nvSpPr>
            <p:cNvPr id="10" name="object 7"/>
            <p:cNvSpPr/>
            <p:nvPr/>
          </p:nvSpPr>
          <p:spPr>
            <a:xfrm>
              <a:off x="5455920" y="2840736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4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1" name="object 8"/>
            <p:cNvSpPr/>
            <p:nvPr/>
          </p:nvSpPr>
          <p:spPr>
            <a:xfrm>
              <a:off x="5416296" y="2132076"/>
              <a:ext cx="381000" cy="708660"/>
            </a:xfrm>
            <a:custGeom>
              <a:avLst/>
              <a:gdLst/>
              <a:ahLst/>
              <a:cxnLst/>
              <a:rect l="l" t="t" r="r" b="b"/>
              <a:pathLst>
                <a:path w="381000" h="708660">
                  <a:moveTo>
                    <a:pt x="381000" y="27432"/>
                  </a:moveTo>
                  <a:lnTo>
                    <a:pt x="237743" y="708659"/>
                  </a:lnTo>
                </a:path>
                <a:path w="381000" h="708660">
                  <a:moveTo>
                    <a:pt x="0" y="0"/>
                  </a:moveTo>
                  <a:lnTo>
                    <a:pt x="237743" y="708659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2" name="object 9"/>
          <p:cNvSpPr txBox="1"/>
          <p:nvPr/>
        </p:nvSpPr>
        <p:spPr>
          <a:xfrm>
            <a:off x="7436676" y="4182455"/>
            <a:ext cx="66480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349245" algn="l"/>
              </a:tabLst>
            </a:pPr>
            <a:r>
              <a:rPr sz="1876" spc="-65" dirty="0">
                <a:latin typeface="Calibri"/>
                <a:cs typeface="Calibri"/>
              </a:rPr>
              <a:t>2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32" dirty="0">
                <a:solidFill>
                  <a:srgbClr val="FF0000"/>
                </a:solidFill>
                <a:latin typeface="Comic Sans MS"/>
                <a:cs typeface="Comic Sans MS"/>
              </a:rPr>
              <a:t>=6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13" name="object 10"/>
          <p:cNvSpPr/>
          <p:nvPr/>
        </p:nvSpPr>
        <p:spPr>
          <a:xfrm>
            <a:off x="7973748" y="5037065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5" h="398145">
                <a:moveTo>
                  <a:pt x="0" y="198119"/>
                </a:moveTo>
                <a:lnTo>
                  <a:pt x="5300" y="152595"/>
                </a:lnTo>
                <a:lnTo>
                  <a:pt x="20385" y="110856"/>
                </a:lnTo>
                <a:lnTo>
                  <a:pt x="44027" y="74076"/>
                </a:lnTo>
                <a:lnTo>
                  <a:pt x="75000" y="43427"/>
                </a:lnTo>
                <a:lnTo>
                  <a:pt x="112078" y="20083"/>
                </a:lnTo>
                <a:lnTo>
                  <a:pt x="154035" y="5216"/>
                </a:lnTo>
                <a:lnTo>
                  <a:pt x="199643" y="0"/>
                </a:lnTo>
                <a:lnTo>
                  <a:pt x="245168" y="5216"/>
                </a:lnTo>
                <a:lnTo>
                  <a:pt x="286907" y="20083"/>
                </a:lnTo>
                <a:lnTo>
                  <a:pt x="323687" y="43427"/>
                </a:lnTo>
                <a:lnTo>
                  <a:pt x="354336" y="74076"/>
                </a:lnTo>
                <a:lnTo>
                  <a:pt x="377680" y="110856"/>
                </a:lnTo>
                <a:lnTo>
                  <a:pt x="392547" y="152595"/>
                </a:lnTo>
                <a:lnTo>
                  <a:pt x="397763" y="198119"/>
                </a:lnTo>
                <a:lnTo>
                  <a:pt x="392547" y="243728"/>
                </a:lnTo>
                <a:lnTo>
                  <a:pt x="377680" y="285685"/>
                </a:lnTo>
                <a:lnTo>
                  <a:pt x="354336" y="322763"/>
                </a:lnTo>
                <a:lnTo>
                  <a:pt x="323687" y="353736"/>
                </a:lnTo>
                <a:lnTo>
                  <a:pt x="286907" y="377378"/>
                </a:lnTo>
                <a:lnTo>
                  <a:pt x="245168" y="392463"/>
                </a:lnTo>
                <a:lnTo>
                  <a:pt x="199643" y="397763"/>
                </a:lnTo>
                <a:lnTo>
                  <a:pt x="154035" y="392463"/>
                </a:lnTo>
                <a:lnTo>
                  <a:pt x="112078" y="377378"/>
                </a:lnTo>
                <a:lnTo>
                  <a:pt x="75000" y="353736"/>
                </a:lnTo>
                <a:lnTo>
                  <a:pt x="44027" y="322763"/>
                </a:lnTo>
                <a:lnTo>
                  <a:pt x="20385" y="285685"/>
                </a:lnTo>
                <a:lnTo>
                  <a:pt x="5300" y="243728"/>
                </a:lnTo>
                <a:lnTo>
                  <a:pt x="0" y="198119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1"/>
          <p:cNvSpPr txBox="1"/>
          <p:nvPr/>
        </p:nvSpPr>
        <p:spPr>
          <a:xfrm>
            <a:off x="8152572" y="5115310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3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15" name="object 12"/>
          <p:cNvSpPr txBox="1"/>
          <p:nvPr/>
        </p:nvSpPr>
        <p:spPr>
          <a:xfrm>
            <a:off x="8509616" y="5131071"/>
            <a:ext cx="788894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spc="-13" dirty="0">
                <a:solidFill>
                  <a:srgbClr val="FF0000"/>
                </a:solidFill>
                <a:latin typeface="Comic Sans MS"/>
                <a:cs typeface="Comic Sans MS"/>
              </a:rPr>
              <a:t>=False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16" name="object 13"/>
          <p:cNvSpPr/>
          <p:nvPr/>
        </p:nvSpPr>
        <p:spPr>
          <a:xfrm>
            <a:off x="6023207" y="6320989"/>
            <a:ext cx="512781" cy="515246"/>
          </a:xfrm>
          <a:custGeom>
            <a:avLst/>
            <a:gdLst/>
            <a:ahLst/>
            <a:cxnLst/>
            <a:rect l="l" t="t" r="r" b="b"/>
            <a:pathLst>
              <a:path w="396239" h="398145">
                <a:moveTo>
                  <a:pt x="0" y="199643"/>
                </a:moveTo>
                <a:lnTo>
                  <a:pt x="5216" y="154035"/>
                </a:lnTo>
                <a:lnTo>
                  <a:pt x="20083" y="112078"/>
                </a:lnTo>
                <a:lnTo>
                  <a:pt x="43427" y="75000"/>
                </a:lnTo>
                <a:lnTo>
                  <a:pt x="74076" y="44027"/>
                </a:lnTo>
                <a:lnTo>
                  <a:pt x="110856" y="20385"/>
                </a:lnTo>
                <a:lnTo>
                  <a:pt x="152595" y="5300"/>
                </a:lnTo>
                <a:lnTo>
                  <a:pt x="198119" y="0"/>
                </a:lnTo>
                <a:lnTo>
                  <a:pt x="243644" y="5300"/>
                </a:lnTo>
                <a:lnTo>
                  <a:pt x="285383" y="20385"/>
                </a:lnTo>
                <a:lnTo>
                  <a:pt x="322163" y="44027"/>
                </a:lnTo>
                <a:lnTo>
                  <a:pt x="352812" y="75000"/>
                </a:lnTo>
                <a:lnTo>
                  <a:pt x="376156" y="112078"/>
                </a:lnTo>
                <a:lnTo>
                  <a:pt x="391023" y="154035"/>
                </a:lnTo>
                <a:lnTo>
                  <a:pt x="396239" y="199643"/>
                </a:lnTo>
                <a:lnTo>
                  <a:pt x="391023" y="245168"/>
                </a:lnTo>
                <a:lnTo>
                  <a:pt x="376156" y="286907"/>
                </a:lnTo>
                <a:lnTo>
                  <a:pt x="352812" y="323687"/>
                </a:lnTo>
                <a:lnTo>
                  <a:pt x="322163" y="354336"/>
                </a:lnTo>
                <a:lnTo>
                  <a:pt x="285383" y="377680"/>
                </a:lnTo>
                <a:lnTo>
                  <a:pt x="243644" y="392547"/>
                </a:lnTo>
                <a:lnTo>
                  <a:pt x="198119" y="397763"/>
                </a:lnTo>
                <a:lnTo>
                  <a:pt x="152595" y="392547"/>
                </a:lnTo>
                <a:lnTo>
                  <a:pt x="110856" y="377680"/>
                </a:lnTo>
                <a:lnTo>
                  <a:pt x="74076" y="354336"/>
                </a:lnTo>
                <a:lnTo>
                  <a:pt x="43427" y="323687"/>
                </a:lnTo>
                <a:lnTo>
                  <a:pt x="20083" y="286907"/>
                </a:lnTo>
                <a:lnTo>
                  <a:pt x="5216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7" name="object 14"/>
          <p:cNvSpPr txBox="1"/>
          <p:nvPr/>
        </p:nvSpPr>
        <p:spPr>
          <a:xfrm>
            <a:off x="6200037" y="6401149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4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8" name="object 15"/>
          <p:cNvGrpSpPr/>
          <p:nvPr/>
        </p:nvGrpSpPr>
        <p:grpSpPr>
          <a:xfrm>
            <a:off x="4355599" y="3146594"/>
            <a:ext cx="4434242" cy="3258297"/>
            <a:chOff x="3213290" y="2100770"/>
            <a:chExt cx="3426460" cy="2517775"/>
          </a:xfrm>
        </p:grpSpPr>
        <p:sp>
          <p:nvSpPr>
            <p:cNvPr id="19" name="object 16"/>
            <p:cNvSpPr/>
            <p:nvPr/>
          </p:nvSpPr>
          <p:spPr>
            <a:xfrm>
              <a:off x="3564635" y="3319272"/>
              <a:ext cx="995680" cy="1294130"/>
            </a:xfrm>
            <a:custGeom>
              <a:avLst/>
              <a:gdLst/>
              <a:ahLst/>
              <a:cxnLst/>
              <a:rect l="l" t="t" r="r" b="b"/>
              <a:pathLst>
                <a:path w="995679" h="1294129">
                  <a:moveTo>
                    <a:pt x="0" y="0"/>
                  </a:moveTo>
                  <a:lnTo>
                    <a:pt x="995172" y="1293875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0" name="object 17"/>
            <p:cNvSpPr/>
            <p:nvPr/>
          </p:nvSpPr>
          <p:spPr>
            <a:xfrm>
              <a:off x="6202680" y="2106168"/>
              <a:ext cx="30480" cy="1455420"/>
            </a:xfrm>
            <a:custGeom>
              <a:avLst/>
              <a:gdLst/>
              <a:ahLst/>
              <a:cxnLst/>
              <a:rect l="l" t="t" r="r" b="b"/>
              <a:pathLst>
                <a:path w="30479" h="1455420">
                  <a:moveTo>
                    <a:pt x="10668" y="1455420"/>
                  </a:moveTo>
                  <a:lnTo>
                    <a:pt x="0" y="1455420"/>
                  </a:lnTo>
                  <a:lnTo>
                    <a:pt x="1524" y="1371600"/>
                  </a:lnTo>
                  <a:lnTo>
                    <a:pt x="12192" y="1371600"/>
                  </a:lnTo>
                  <a:lnTo>
                    <a:pt x="10668" y="1455420"/>
                  </a:lnTo>
                  <a:close/>
                </a:path>
                <a:path w="30479" h="1455420">
                  <a:moveTo>
                    <a:pt x="12192" y="1339596"/>
                  </a:moveTo>
                  <a:lnTo>
                    <a:pt x="1524" y="1339596"/>
                  </a:lnTo>
                  <a:lnTo>
                    <a:pt x="3048" y="1255776"/>
                  </a:lnTo>
                  <a:lnTo>
                    <a:pt x="13716" y="1255776"/>
                  </a:lnTo>
                  <a:lnTo>
                    <a:pt x="12192" y="1339596"/>
                  </a:lnTo>
                  <a:close/>
                </a:path>
                <a:path w="30479" h="1455420">
                  <a:moveTo>
                    <a:pt x="13716" y="1225296"/>
                  </a:moveTo>
                  <a:lnTo>
                    <a:pt x="3048" y="1223772"/>
                  </a:lnTo>
                  <a:lnTo>
                    <a:pt x="4544" y="1141476"/>
                  </a:lnTo>
                  <a:lnTo>
                    <a:pt x="4572" y="1139952"/>
                  </a:lnTo>
                  <a:lnTo>
                    <a:pt x="15240" y="1141476"/>
                  </a:lnTo>
                  <a:lnTo>
                    <a:pt x="13743" y="1223772"/>
                  </a:lnTo>
                  <a:lnTo>
                    <a:pt x="13716" y="1225296"/>
                  </a:lnTo>
                  <a:close/>
                </a:path>
                <a:path w="30479" h="1455420">
                  <a:moveTo>
                    <a:pt x="15240" y="1109472"/>
                  </a:moveTo>
                  <a:lnTo>
                    <a:pt x="4572" y="1109472"/>
                  </a:lnTo>
                  <a:lnTo>
                    <a:pt x="6096" y="1025652"/>
                  </a:lnTo>
                  <a:lnTo>
                    <a:pt x="16764" y="1025652"/>
                  </a:lnTo>
                  <a:lnTo>
                    <a:pt x="15240" y="1109472"/>
                  </a:lnTo>
                  <a:close/>
                </a:path>
                <a:path w="30479" h="1455420">
                  <a:moveTo>
                    <a:pt x="16764" y="993648"/>
                  </a:moveTo>
                  <a:lnTo>
                    <a:pt x="7620" y="993648"/>
                  </a:lnTo>
                  <a:lnTo>
                    <a:pt x="7620" y="909828"/>
                  </a:lnTo>
                  <a:lnTo>
                    <a:pt x="18288" y="909828"/>
                  </a:lnTo>
                  <a:lnTo>
                    <a:pt x="16764" y="993648"/>
                  </a:lnTo>
                  <a:close/>
                </a:path>
                <a:path w="30479" h="1455420">
                  <a:moveTo>
                    <a:pt x="18288" y="879348"/>
                  </a:moveTo>
                  <a:lnTo>
                    <a:pt x="9144" y="879348"/>
                  </a:lnTo>
                  <a:lnTo>
                    <a:pt x="9144" y="795528"/>
                  </a:lnTo>
                  <a:lnTo>
                    <a:pt x="19812" y="795528"/>
                  </a:lnTo>
                  <a:lnTo>
                    <a:pt x="18288" y="879348"/>
                  </a:lnTo>
                  <a:close/>
                </a:path>
                <a:path w="30479" h="1455420">
                  <a:moveTo>
                    <a:pt x="19812" y="763524"/>
                  </a:moveTo>
                  <a:lnTo>
                    <a:pt x="10668" y="763524"/>
                  </a:lnTo>
                  <a:lnTo>
                    <a:pt x="10668" y="679704"/>
                  </a:lnTo>
                  <a:lnTo>
                    <a:pt x="21336" y="679704"/>
                  </a:lnTo>
                  <a:lnTo>
                    <a:pt x="19812" y="763524"/>
                  </a:lnTo>
                  <a:close/>
                </a:path>
                <a:path w="30479" h="1455420">
                  <a:moveTo>
                    <a:pt x="22860" y="647700"/>
                  </a:moveTo>
                  <a:lnTo>
                    <a:pt x="12192" y="647700"/>
                  </a:lnTo>
                  <a:lnTo>
                    <a:pt x="12192" y="563880"/>
                  </a:lnTo>
                  <a:lnTo>
                    <a:pt x="22860" y="563880"/>
                  </a:lnTo>
                  <a:lnTo>
                    <a:pt x="22860" y="647700"/>
                  </a:lnTo>
                  <a:close/>
                </a:path>
                <a:path w="30479" h="1455420">
                  <a:moveTo>
                    <a:pt x="24384" y="533400"/>
                  </a:moveTo>
                  <a:lnTo>
                    <a:pt x="13716" y="533400"/>
                  </a:lnTo>
                  <a:lnTo>
                    <a:pt x="13716" y="449580"/>
                  </a:lnTo>
                  <a:lnTo>
                    <a:pt x="24384" y="449580"/>
                  </a:lnTo>
                  <a:lnTo>
                    <a:pt x="24384" y="533400"/>
                  </a:lnTo>
                  <a:close/>
                </a:path>
                <a:path w="30479" h="1455420">
                  <a:moveTo>
                    <a:pt x="25908" y="417576"/>
                  </a:moveTo>
                  <a:lnTo>
                    <a:pt x="15240" y="417576"/>
                  </a:lnTo>
                  <a:lnTo>
                    <a:pt x="16764" y="333756"/>
                  </a:lnTo>
                  <a:lnTo>
                    <a:pt x="25908" y="333756"/>
                  </a:lnTo>
                  <a:lnTo>
                    <a:pt x="25908" y="417576"/>
                  </a:lnTo>
                  <a:close/>
                </a:path>
                <a:path w="30479" h="1455420">
                  <a:moveTo>
                    <a:pt x="27432" y="303276"/>
                  </a:moveTo>
                  <a:lnTo>
                    <a:pt x="16764" y="303276"/>
                  </a:lnTo>
                  <a:lnTo>
                    <a:pt x="18288" y="219456"/>
                  </a:lnTo>
                  <a:lnTo>
                    <a:pt x="27432" y="219456"/>
                  </a:lnTo>
                  <a:lnTo>
                    <a:pt x="27432" y="303276"/>
                  </a:lnTo>
                  <a:close/>
                </a:path>
                <a:path w="30479" h="1455420">
                  <a:moveTo>
                    <a:pt x="28956" y="187452"/>
                  </a:moveTo>
                  <a:lnTo>
                    <a:pt x="18288" y="187452"/>
                  </a:lnTo>
                  <a:lnTo>
                    <a:pt x="19812" y="103632"/>
                  </a:lnTo>
                  <a:lnTo>
                    <a:pt x="28956" y="103632"/>
                  </a:lnTo>
                  <a:lnTo>
                    <a:pt x="28956" y="187452"/>
                  </a:lnTo>
                  <a:close/>
                </a:path>
                <a:path w="30479" h="1455420">
                  <a:moveTo>
                    <a:pt x="30480" y="71628"/>
                  </a:moveTo>
                  <a:lnTo>
                    <a:pt x="19812" y="71628"/>
                  </a:lnTo>
                  <a:lnTo>
                    <a:pt x="21336" y="0"/>
                  </a:lnTo>
                  <a:lnTo>
                    <a:pt x="30480" y="0"/>
                  </a:lnTo>
                  <a:lnTo>
                    <a:pt x="30480" y="7162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1" name="object 18"/>
            <p:cNvSpPr/>
            <p:nvPr/>
          </p:nvSpPr>
          <p:spPr>
            <a:xfrm>
              <a:off x="4693919" y="2211323"/>
              <a:ext cx="0" cy="2342515"/>
            </a:xfrm>
            <a:custGeom>
              <a:avLst/>
              <a:gdLst/>
              <a:ahLst/>
              <a:cxnLst/>
              <a:rect l="l" t="t" r="r" b="b"/>
              <a:pathLst>
                <a:path h="2342515">
                  <a:moveTo>
                    <a:pt x="0" y="0"/>
                  </a:moveTo>
                  <a:lnTo>
                    <a:pt x="0" y="2342388"/>
                  </a:lnTo>
                </a:path>
              </a:pathLst>
            </a:custGeom>
            <a:ln w="24384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2" name="object 19"/>
            <p:cNvSpPr/>
            <p:nvPr/>
          </p:nvSpPr>
          <p:spPr>
            <a:xfrm>
              <a:off x="5654039" y="2130551"/>
              <a:ext cx="980440" cy="1489075"/>
            </a:xfrm>
            <a:custGeom>
              <a:avLst/>
              <a:gdLst/>
              <a:ahLst/>
              <a:cxnLst/>
              <a:rect l="l" t="t" r="r" b="b"/>
              <a:pathLst>
                <a:path w="980440" h="1489075">
                  <a:moveTo>
                    <a:pt x="979932" y="0"/>
                  </a:moveTo>
                  <a:lnTo>
                    <a:pt x="694944" y="1488948"/>
                  </a:lnTo>
                </a:path>
                <a:path w="980440" h="1489075">
                  <a:moveTo>
                    <a:pt x="0" y="1107948"/>
                  </a:moveTo>
                  <a:lnTo>
                    <a:pt x="414528" y="1488948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3" name="object 20"/>
            <p:cNvSpPr/>
            <p:nvPr/>
          </p:nvSpPr>
          <p:spPr>
            <a:xfrm>
              <a:off x="3366516" y="2921507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5">
                  <a:moveTo>
                    <a:pt x="0" y="198119"/>
                  </a:moveTo>
                  <a:lnTo>
                    <a:pt x="5216" y="152595"/>
                  </a:lnTo>
                  <a:lnTo>
                    <a:pt x="20083" y="110856"/>
                  </a:lnTo>
                  <a:lnTo>
                    <a:pt x="43427" y="74076"/>
                  </a:lnTo>
                  <a:lnTo>
                    <a:pt x="74076" y="43427"/>
                  </a:lnTo>
                  <a:lnTo>
                    <a:pt x="110856" y="20083"/>
                  </a:lnTo>
                  <a:lnTo>
                    <a:pt x="152595" y="5216"/>
                  </a:lnTo>
                  <a:lnTo>
                    <a:pt x="198119" y="0"/>
                  </a:lnTo>
                  <a:lnTo>
                    <a:pt x="243728" y="5216"/>
                  </a:lnTo>
                  <a:lnTo>
                    <a:pt x="285685" y="20083"/>
                  </a:lnTo>
                  <a:lnTo>
                    <a:pt x="322763" y="43427"/>
                  </a:lnTo>
                  <a:lnTo>
                    <a:pt x="353736" y="74076"/>
                  </a:lnTo>
                  <a:lnTo>
                    <a:pt x="377378" y="110856"/>
                  </a:lnTo>
                  <a:lnTo>
                    <a:pt x="392463" y="152595"/>
                  </a:lnTo>
                  <a:lnTo>
                    <a:pt x="397763" y="198119"/>
                  </a:lnTo>
                  <a:lnTo>
                    <a:pt x="392463" y="243728"/>
                  </a:lnTo>
                  <a:lnTo>
                    <a:pt x="377378" y="285685"/>
                  </a:lnTo>
                  <a:lnTo>
                    <a:pt x="353736" y="322763"/>
                  </a:lnTo>
                  <a:lnTo>
                    <a:pt x="322763" y="353736"/>
                  </a:lnTo>
                  <a:lnTo>
                    <a:pt x="285685" y="377378"/>
                  </a:lnTo>
                  <a:lnTo>
                    <a:pt x="243728" y="392463"/>
                  </a:lnTo>
                  <a:lnTo>
                    <a:pt x="198119" y="397763"/>
                  </a:lnTo>
                  <a:lnTo>
                    <a:pt x="152595" y="392463"/>
                  </a:lnTo>
                  <a:lnTo>
                    <a:pt x="110856" y="377378"/>
                  </a:lnTo>
                  <a:lnTo>
                    <a:pt x="74076" y="353736"/>
                  </a:lnTo>
                  <a:lnTo>
                    <a:pt x="43427" y="322763"/>
                  </a:lnTo>
                  <a:lnTo>
                    <a:pt x="20083" y="285685"/>
                  </a:lnTo>
                  <a:lnTo>
                    <a:pt x="5216" y="243728"/>
                  </a:lnTo>
                  <a:lnTo>
                    <a:pt x="0" y="198119"/>
                  </a:lnTo>
                </a:path>
              </a:pathLst>
            </a:custGeom>
            <a:ln w="10668">
              <a:solidFill>
                <a:srgbClr val="01AEE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4" name="object 21"/>
            <p:cNvSpPr/>
            <p:nvPr/>
          </p:nvSpPr>
          <p:spPr>
            <a:xfrm>
              <a:off x="3218688" y="2106167"/>
              <a:ext cx="661670" cy="815340"/>
            </a:xfrm>
            <a:custGeom>
              <a:avLst/>
              <a:gdLst/>
              <a:ahLst/>
              <a:cxnLst/>
              <a:rect l="l" t="t" r="r" b="b"/>
              <a:pathLst>
                <a:path w="661670" h="815339">
                  <a:moveTo>
                    <a:pt x="661415" y="92964"/>
                  </a:moveTo>
                  <a:lnTo>
                    <a:pt x="345947" y="815340"/>
                  </a:lnTo>
                </a:path>
                <a:path w="661670" h="815339">
                  <a:moveTo>
                    <a:pt x="0" y="0"/>
                  </a:moveTo>
                  <a:lnTo>
                    <a:pt x="345947" y="81534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5" name="object 22"/>
          <p:cNvSpPr txBox="1"/>
          <p:nvPr/>
        </p:nvSpPr>
        <p:spPr>
          <a:xfrm>
            <a:off x="4730780" y="4288973"/>
            <a:ext cx="1119242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  <a:tabLst>
                <a:tab pos="400194" algn="l"/>
              </a:tabLst>
            </a:pPr>
            <a:r>
              <a:rPr sz="1876" spc="-65" dirty="0">
                <a:latin typeface="Calibri"/>
                <a:cs typeface="Calibri"/>
              </a:rPr>
              <a:t>1</a:t>
            </a:r>
            <a:r>
              <a:rPr sz="1876" dirty="0">
                <a:latin typeface="Calibri"/>
                <a:cs typeface="Calibri"/>
              </a:rPr>
              <a:t>	</a:t>
            </a:r>
            <a:r>
              <a:rPr sz="1876" b="1" spc="-13" dirty="0">
                <a:solidFill>
                  <a:srgbClr val="FF0000"/>
                </a:solidFill>
                <a:latin typeface="Comic Sans MS"/>
                <a:cs typeface="Comic Sans MS"/>
              </a:rPr>
              <a:t>=True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26" name="object 23"/>
          <p:cNvSpPr/>
          <p:nvPr/>
        </p:nvSpPr>
        <p:spPr>
          <a:xfrm>
            <a:off x="6535987" y="5474899"/>
            <a:ext cx="1515334" cy="1104452"/>
          </a:xfrm>
          <a:custGeom>
            <a:avLst/>
            <a:gdLst/>
            <a:ahLst/>
            <a:cxnLst/>
            <a:rect l="l" t="t" r="r" b="b"/>
            <a:pathLst>
              <a:path w="1170939" h="853439">
                <a:moveTo>
                  <a:pt x="0" y="853440"/>
                </a:moveTo>
                <a:lnTo>
                  <a:pt x="1170432" y="0"/>
                </a:lnTo>
              </a:path>
            </a:pathLst>
          </a:custGeom>
          <a:ln w="10668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7" name="object 24"/>
          <p:cNvSpPr txBox="1"/>
          <p:nvPr/>
        </p:nvSpPr>
        <p:spPr>
          <a:xfrm>
            <a:off x="6551109" y="6503722"/>
            <a:ext cx="83737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b="1" dirty="0">
                <a:solidFill>
                  <a:srgbClr val="FF0000"/>
                </a:solidFill>
                <a:latin typeface="Comic Sans MS"/>
                <a:cs typeface="Comic Sans MS"/>
              </a:rPr>
              <a:t>=</a:t>
            </a:r>
            <a:r>
              <a:rPr sz="1876" b="1" spc="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76" b="1" spc="-26" dirty="0">
                <a:solidFill>
                  <a:srgbClr val="FF0000"/>
                </a:solidFill>
                <a:latin typeface="Comic Sans MS"/>
                <a:cs typeface="Comic Sans MS"/>
              </a:rPr>
              <a:t>True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50" name="object 25"/>
          <p:cNvSpPr/>
          <p:nvPr/>
        </p:nvSpPr>
        <p:spPr>
          <a:xfrm>
            <a:off x="2767047" y="7267663"/>
            <a:ext cx="515246" cy="515246"/>
          </a:xfrm>
          <a:custGeom>
            <a:avLst/>
            <a:gdLst/>
            <a:ahLst/>
            <a:cxnLst/>
            <a:rect l="l" t="t" r="r" b="b"/>
            <a:pathLst>
              <a:path w="398144" h="398145">
                <a:moveTo>
                  <a:pt x="0" y="199643"/>
                </a:moveTo>
                <a:lnTo>
                  <a:pt x="5216" y="154035"/>
                </a:lnTo>
                <a:lnTo>
                  <a:pt x="20083" y="112078"/>
                </a:lnTo>
                <a:lnTo>
                  <a:pt x="43427" y="75000"/>
                </a:lnTo>
                <a:lnTo>
                  <a:pt x="74076" y="44027"/>
                </a:lnTo>
                <a:lnTo>
                  <a:pt x="110856" y="20385"/>
                </a:lnTo>
                <a:lnTo>
                  <a:pt x="152595" y="5300"/>
                </a:lnTo>
                <a:lnTo>
                  <a:pt x="198119" y="0"/>
                </a:lnTo>
                <a:lnTo>
                  <a:pt x="244208" y="5300"/>
                </a:lnTo>
                <a:lnTo>
                  <a:pt x="286352" y="20385"/>
                </a:lnTo>
                <a:lnTo>
                  <a:pt x="323403" y="44027"/>
                </a:lnTo>
                <a:lnTo>
                  <a:pt x="354216" y="75000"/>
                </a:lnTo>
                <a:lnTo>
                  <a:pt x="377645" y="112078"/>
                </a:lnTo>
                <a:lnTo>
                  <a:pt x="392543" y="154035"/>
                </a:lnTo>
                <a:lnTo>
                  <a:pt x="397763" y="199643"/>
                </a:lnTo>
                <a:lnTo>
                  <a:pt x="392543" y="245168"/>
                </a:lnTo>
                <a:lnTo>
                  <a:pt x="377645" y="286907"/>
                </a:lnTo>
                <a:lnTo>
                  <a:pt x="354216" y="323687"/>
                </a:lnTo>
                <a:lnTo>
                  <a:pt x="323403" y="354336"/>
                </a:lnTo>
                <a:lnTo>
                  <a:pt x="286352" y="377680"/>
                </a:lnTo>
                <a:lnTo>
                  <a:pt x="244208" y="392547"/>
                </a:lnTo>
                <a:lnTo>
                  <a:pt x="198119" y="397763"/>
                </a:lnTo>
                <a:lnTo>
                  <a:pt x="152595" y="392547"/>
                </a:lnTo>
                <a:lnTo>
                  <a:pt x="110856" y="377680"/>
                </a:lnTo>
                <a:lnTo>
                  <a:pt x="74076" y="354336"/>
                </a:lnTo>
                <a:lnTo>
                  <a:pt x="43427" y="323687"/>
                </a:lnTo>
                <a:lnTo>
                  <a:pt x="20083" y="286907"/>
                </a:lnTo>
                <a:lnTo>
                  <a:pt x="5216" y="245168"/>
                </a:lnTo>
                <a:lnTo>
                  <a:pt x="0" y="199643"/>
                </a:lnTo>
              </a:path>
            </a:pathLst>
          </a:custGeom>
          <a:ln w="10668">
            <a:solidFill>
              <a:srgbClr val="01AEEF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51" name="object 26"/>
          <p:cNvSpPr txBox="1"/>
          <p:nvPr/>
        </p:nvSpPr>
        <p:spPr>
          <a:xfrm>
            <a:off x="2945915" y="7347854"/>
            <a:ext cx="156957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65" dirty="0">
                <a:latin typeface="Calibri"/>
                <a:cs typeface="Calibri"/>
              </a:rPr>
              <a:t>5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76" name="object 27"/>
          <p:cNvGrpSpPr/>
          <p:nvPr/>
        </p:nvGrpSpPr>
        <p:grpSpPr>
          <a:xfrm>
            <a:off x="1791775" y="3215704"/>
            <a:ext cx="4238661" cy="4135942"/>
            <a:chOff x="1232153" y="2154173"/>
            <a:chExt cx="3275329" cy="3195955"/>
          </a:xfrm>
        </p:grpSpPr>
        <p:sp>
          <p:nvSpPr>
            <p:cNvPr id="77" name="object 28"/>
            <p:cNvSpPr/>
            <p:nvPr/>
          </p:nvSpPr>
          <p:spPr>
            <a:xfrm>
              <a:off x="2184653" y="2205228"/>
              <a:ext cx="0" cy="3080385"/>
            </a:xfrm>
            <a:custGeom>
              <a:avLst/>
              <a:gdLst/>
              <a:ahLst/>
              <a:cxnLst/>
              <a:rect l="l" t="t" r="r" b="b"/>
              <a:pathLst>
                <a:path h="3080385">
                  <a:moveTo>
                    <a:pt x="0" y="0"/>
                  </a:moveTo>
                  <a:lnTo>
                    <a:pt x="0" y="3080003"/>
                  </a:lnTo>
                </a:path>
              </a:pathLst>
            </a:custGeom>
            <a:ln w="10668">
              <a:solidFill>
                <a:srgbClr val="4472C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8" name="object 29"/>
            <p:cNvSpPr/>
            <p:nvPr/>
          </p:nvSpPr>
          <p:spPr>
            <a:xfrm>
              <a:off x="1237487" y="2159507"/>
              <a:ext cx="3264535" cy="3185160"/>
            </a:xfrm>
            <a:custGeom>
              <a:avLst/>
              <a:gdLst/>
              <a:ahLst/>
              <a:cxnLst/>
              <a:rect l="l" t="t" r="r" b="b"/>
              <a:pathLst>
                <a:path w="3264535" h="3185160">
                  <a:moveTo>
                    <a:pt x="0" y="0"/>
                  </a:moveTo>
                  <a:lnTo>
                    <a:pt x="806196" y="3185159"/>
                  </a:lnTo>
                </a:path>
                <a:path w="3264535" h="3185160">
                  <a:moveTo>
                    <a:pt x="3264408" y="2593848"/>
                  </a:moveTo>
                  <a:lnTo>
                    <a:pt x="1088136" y="3185159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3929605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Parentheses</a:t>
            </a:r>
            <a:r>
              <a:rPr lang="sv-SE" sz="2400" dirty="0">
                <a:latin typeface="Comic Sans MS" panose="030F0702030302020204" pitchFamily="66" charset="0"/>
              </a:rPr>
              <a:t> → 2️⃣ Powers → 3️⃣ </a:t>
            </a:r>
            <a:r>
              <a:rPr lang="sv-SE" sz="2400" dirty="0" err="1">
                <a:latin typeface="Comic Sans MS" panose="030F0702030302020204" pitchFamily="66" charset="0"/>
              </a:rPr>
              <a:t>Multiply</a:t>
            </a:r>
            <a:r>
              <a:rPr lang="sv-SE" sz="2400" dirty="0">
                <a:latin typeface="Comic Sans MS" panose="030F0702030302020204" pitchFamily="66" charset="0"/>
              </a:rPr>
              <a:t>/</a:t>
            </a:r>
            <a:r>
              <a:rPr lang="sv-SE" sz="2400" dirty="0" err="1">
                <a:latin typeface="Comic Sans MS" panose="030F0702030302020204" pitchFamily="66" charset="0"/>
              </a:rPr>
              <a:t>Divide</a:t>
            </a:r>
            <a:r>
              <a:rPr lang="sv-SE" sz="2400" dirty="0">
                <a:latin typeface="Comic Sans MS" panose="030F0702030302020204" pitchFamily="66" charset="0"/>
              </a:rPr>
              <a:t> (</a:t>
            </a:r>
            <a:r>
              <a:rPr lang="sv-SE" sz="2400" dirty="0" err="1">
                <a:latin typeface="Comic Sans MS" panose="030F0702030302020204" pitchFamily="66" charset="0"/>
              </a:rPr>
              <a:t>left</a:t>
            </a:r>
            <a:r>
              <a:rPr lang="sv-SE" sz="2400" dirty="0">
                <a:latin typeface="Comic Sans MS" panose="030F0702030302020204" pitchFamily="66" charset="0"/>
              </a:rPr>
              <a:t> to right) → 4️⃣ 	</a:t>
            </a:r>
            <a:r>
              <a:rPr lang="sv-SE" sz="2400" dirty="0" err="1">
                <a:latin typeface="Comic Sans MS" panose="030F0702030302020204" pitchFamily="66" charset="0"/>
              </a:rPr>
              <a:t>Add</a:t>
            </a:r>
            <a:r>
              <a:rPr lang="sv-SE" sz="2400" dirty="0">
                <a:latin typeface="Comic Sans MS" panose="030F0702030302020204" pitchFamily="66" charset="0"/>
              </a:rPr>
              <a:t>/</a:t>
            </a:r>
            <a:r>
              <a:rPr lang="sv-SE" sz="2400" dirty="0" err="1">
                <a:latin typeface="Comic Sans MS" panose="030F0702030302020204" pitchFamily="66" charset="0"/>
              </a:rPr>
              <a:t>Subtract</a:t>
            </a:r>
            <a:r>
              <a:rPr lang="sv-SE" sz="2400" dirty="0">
                <a:latin typeface="Comic Sans MS" panose="030F0702030302020204" pitchFamily="66" charset="0"/>
              </a:rPr>
              <a:t> (</a:t>
            </a:r>
            <a:r>
              <a:rPr lang="sv-SE" sz="2400" dirty="0" err="1">
                <a:latin typeface="Comic Sans MS" panose="030F0702030302020204" pitchFamily="66" charset="0"/>
              </a:rPr>
              <a:t>left</a:t>
            </a:r>
            <a:r>
              <a:rPr lang="sv-SE" sz="2400" dirty="0">
                <a:latin typeface="Comic Sans MS" panose="030F0702030302020204" pitchFamily="66" charset="0"/>
              </a:rPr>
              <a:t> to right)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💡 </a:t>
            </a:r>
            <a:r>
              <a:rPr lang="sv-SE" sz="2400" b="1" dirty="0">
                <a:latin typeface="Comic Sans MS" panose="030F0702030302020204" pitchFamily="66" charset="0"/>
              </a:rPr>
              <a:t>Hint: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👉 </a:t>
            </a:r>
            <a:r>
              <a:rPr lang="sv-SE" sz="2400" dirty="0">
                <a:latin typeface="Comic Sans MS" panose="030F0702030302020204" pitchFamily="66" charset="0"/>
              </a:rPr>
              <a:t>Always start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what’s</a:t>
            </a:r>
            <a:r>
              <a:rPr lang="sv-SE" sz="2400" dirty="0">
                <a:latin typeface="Comic Sans MS" panose="030F0702030302020204" pitchFamily="66" charset="0"/>
              </a:rPr>
              <a:t> inside </a:t>
            </a:r>
            <a:r>
              <a:rPr lang="sv-SE" sz="2400" dirty="0" err="1">
                <a:latin typeface="Comic Sans MS" panose="030F0702030302020204" pitchFamily="66" charset="0"/>
              </a:rPr>
              <a:t>parentheses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first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👉 </a:t>
            </a:r>
            <a:r>
              <a:rPr lang="sv-SE" sz="2400" dirty="0" err="1">
                <a:latin typeface="Comic Sans MS" panose="030F0702030302020204" pitchFamily="66" charset="0"/>
              </a:rPr>
              <a:t>Simplify</a:t>
            </a:r>
            <a:r>
              <a:rPr lang="sv-SE" sz="2400" dirty="0">
                <a:latin typeface="Comic Sans MS" panose="030F0702030302020204" pitchFamily="66" charset="0"/>
              </a:rPr>
              <a:t> exponents </a:t>
            </a:r>
            <a:r>
              <a:rPr lang="sv-SE" sz="2400" dirty="0" err="1">
                <a:latin typeface="Comic Sans MS" panose="030F0702030302020204" pitchFamily="66" charset="0"/>
              </a:rPr>
              <a:t>before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multiplication</a:t>
            </a:r>
            <a:r>
              <a:rPr lang="sv-SE" sz="2400" dirty="0">
                <a:latin typeface="Comic Sans MS" panose="030F0702030302020204" pitchFamily="66" charset="0"/>
              </a:rPr>
              <a:t>/division.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👉 </a:t>
            </a:r>
            <a:r>
              <a:rPr lang="sv-SE" sz="2400" dirty="0" err="1">
                <a:latin typeface="Comic Sans MS" panose="030F0702030302020204" pitchFamily="66" charset="0"/>
              </a:rPr>
              <a:t>Finally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perform</a:t>
            </a:r>
            <a:r>
              <a:rPr lang="sv-SE" sz="2400" dirty="0">
                <a:latin typeface="Comic Sans MS" panose="030F0702030302020204" pitchFamily="66" charset="0"/>
              </a:rPr>
              <a:t> addition and </a:t>
            </a:r>
            <a:r>
              <a:rPr lang="sv-SE" sz="2400" dirty="0" err="1">
                <a:latin typeface="Comic Sans MS" panose="030F0702030302020204" pitchFamily="66" charset="0"/>
              </a:rPr>
              <a:t>subtraction</a:t>
            </a:r>
            <a:r>
              <a:rPr lang="sv-SE" sz="2400" dirty="0">
                <a:latin typeface="Comic Sans MS" panose="030F0702030302020204" pitchFamily="66" charset="0"/>
              </a:rPr>
              <a:t> in order from </a:t>
            </a:r>
            <a:r>
              <a:rPr lang="sv-SE" sz="2400" dirty="0" err="1">
                <a:latin typeface="Comic Sans MS" panose="030F0702030302020204" pitchFamily="66" charset="0"/>
              </a:rPr>
              <a:t>left</a:t>
            </a:r>
            <a:r>
              <a:rPr lang="sv-SE" sz="2400" dirty="0">
                <a:latin typeface="Comic Sans MS" panose="030F0702030302020204" pitchFamily="66" charset="0"/>
              </a:rPr>
              <a:t> to right.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Set A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1️⃣ 6 ÷ 3 + 4 × 2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2️⃣ 6 × 4 − 12 ÷ 3 − 8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3️⃣ 4 × 4 − 3 × 3 − 16 ÷ 4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4️⃣ 20 − (3 × 23 − 5)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5️⃣ (5 + 2)² − 9 × 3 + 2³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6️⃣ (7 − √9) × (42 − 3 + 1)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Set B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1️⃣ 5 × (2² + 3) + (2³)²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2️⃣ 6 × 2 + 5 × 1 + 4 ÷ 2 − 1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3️⃣ 1 + (2 × (4 − 3 + 1) + 7) − 2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4️⃣ 10 + 6 × (3 − 2) × 8 ÷ 24 − 1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5️⃣ (20 − 18)³ ÷ 8 × 3 − 1</a:t>
            </a:r>
            <a:br>
              <a:rPr lang="sv-SE" sz="2400" b="1" dirty="0">
                <a:latin typeface="Comic Sans MS" panose="030F0702030302020204" pitchFamily="66" charset="0"/>
              </a:rPr>
            </a:br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6️⃣ (2 + 1 − 3 + 1 + 4)² − 2 × 4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🔹 </a:t>
            </a:r>
            <a:r>
              <a:rPr lang="sv-SE" sz="2400" b="1" dirty="0">
                <a:latin typeface="Comic Sans MS" panose="030F0702030302020204" pitchFamily="66" charset="0"/>
              </a:rPr>
              <a:t>Set A :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1️⃣ </a:t>
            </a:r>
            <a:r>
              <a:rPr lang="sv-SE" sz="2400" b="1" dirty="0">
                <a:latin typeface="Comic Sans MS" panose="030F0702030302020204" pitchFamily="66" charset="0"/>
              </a:rPr>
              <a:t>6 ÷ 3 + 4 × 2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6 ÷ 3 = 2 → 4 × 2 = 8 → 2 + 8 = </a:t>
            </a:r>
            <a:r>
              <a:rPr lang="sv-SE" sz="2400" b="1" dirty="0">
                <a:latin typeface="Comic Sans MS" panose="030F0702030302020204" pitchFamily="66" charset="0"/>
              </a:rPr>
              <a:t>10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2️⃣ </a:t>
            </a:r>
            <a:r>
              <a:rPr lang="sv-SE" sz="2400" b="1" dirty="0">
                <a:latin typeface="Comic Sans MS" panose="030F0702030302020204" pitchFamily="66" charset="0"/>
              </a:rPr>
              <a:t>6 × 4 − 12 ÷ 3 − 8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6 × 4 = 24 → 12 ÷ 3 = 4 → 24 − 4 − 8 = </a:t>
            </a:r>
            <a:r>
              <a:rPr lang="sv-SE" sz="2400" b="1" dirty="0">
                <a:latin typeface="Comic Sans MS" panose="030F0702030302020204" pitchFamily="66" charset="0"/>
              </a:rPr>
              <a:t>12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3️⃣ </a:t>
            </a:r>
            <a:r>
              <a:rPr lang="sv-SE" sz="2400" b="1" dirty="0">
                <a:latin typeface="Comic Sans MS" panose="030F0702030302020204" pitchFamily="66" charset="0"/>
              </a:rPr>
              <a:t>4 × 4 − 3 × 3 − 16 ÷ 4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4 × 4 = 16 → 3 × 3 = 9 → 16 − 9 = 7 → 16 ÷ 4 = 4 → 7 − 4 = </a:t>
            </a:r>
            <a:r>
              <a:rPr lang="sv-SE" sz="2400" b="1" dirty="0">
                <a:latin typeface="Comic Sans MS" panose="030F0702030302020204" pitchFamily="66" charset="0"/>
              </a:rPr>
              <a:t>3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4️⃣ </a:t>
            </a:r>
            <a:r>
              <a:rPr lang="sv-SE" sz="2400" b="1" dirty="0">
                <a:latin typeface="Comic Sans MS" panose="030F0702030302020204" pitchFamily="66" charset="0"/>
              </a:rPr>
              <a:t>20 − (3 × 23 − 5)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3 × 23 = 69 → (69 − 5) = 64 → 20 − 64 = </a:t>
            </a:r>
            <a:r>
              <a:rPr lang="sv-SE" sz="2400" b="1" dirty="0">
                <a:latin typeface="Comic Sans MS" panose="030F0702030302020204" pitchFamily="66" charset="0"/>
              </a:rPr>
              <a:t>−44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5️⃣ </a:t>
            </a:r>
            <a:r>
              <a:rPr lang="en-SE" sz="2400" b="1" dirty="0">
                <a:latin typeface="Comic Sans MS" panose="030F0702030302020204" pitchFamily="66" charset="0"/>
              </a:rPr>
              <a:t>(5 + 2)² − 9 × 3 + 2³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(5 + 2)² = 7² = 49 → 9 × 3 = 27 → 2³ = 8 → 49 − 27 + 8 = </a:t>
            </a:r>
            <a:r>
              <a:rPr lang="en-SE" sz="2400" b="1" dirty="0">
                <a:latin typeface="Comic Sans MS" panose="030F0702030302020204" pitchFamily="66" charset="0"/>
              </a:rPr>
              <a:t>30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6️⃣ </a:t>
            </a:r>
            <a:r>
              <a:rPr lang="en-SE" sz="2400" b="1" dirty="0">
                <a:latin typeface="Comic Sans MS" panose="030F0702030302020204" pitchFamily="66" charset="0"/>
              </a:rPr>
              <a:t>(7 − √9) × (42 − 3 + 1)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√9 = 3 → (7 − 3) = 4 → (42 − 3 + 1) = 40 → 4 × 40 = </a:t>
            </a:r>
            <a:r>
              <a:rPr lang="en-SE" sz="2400" b="1" dirty="0">
                <a:latin typeface="Comic Sans MS" panose="030F0702030302020204" pitchFamily="66" charset="0"/>
              </a:rPr>
              <a:t>160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5B2F7B-702F-BF3F-592A-DAEBF716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D15FF67-DA1F-E8E9-0175-6FA57FAE4AE9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2400" b="1" dirty="0">
                <a:latin typeface="Comic Sans MS" panose="030F0702030302020204" pitchFamily="66" charset="0"/>
              </a:rPr>
              <a:t>🔹 </a:t>
            </a:r>
            <a:r>
              <a:rPr lang="sv-SE" sz="2400" b="1" dirty="0">
                <a:latin typeface="Comic Sans MS" panose="030F0702030302020204" pitchFamily="66" charset="0"/>
              </a:rPr>
              <a:t>Set B :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1️⃣ </a:t>
            </a:r>
            <a:r>
              <a:rPr lang="sv-SE" sz="2400" b="1" dirty="0">
                <a:latin typeface="Comic Sans MS" panose="030F0702030302020204" pitchFamily="66" charset="0"/>
              </a:rPr>
              <a:t>5 × (2² + 3) + (2³)²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2² = 4 → (4 + 3) = 7 → 5 × 7 = 35 → 2³ = 8 → 8² = 64 → 35 + 64 = </a:t>
            </a:r>
            <a:r>
              <a:rPr lang="sv-SE" sz="2400" b="1" dirty="0">
                <a:latin typeface="Comic Sans MS" panose="030F0702030302020204" pitchFamily="66" charset="0"/>
              </a:rPr>
              <a:t>99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2️⃣ </a:t>
            </a:r>
            <a:r>
              <a:rPr lang="sv-SE" sz="2400" b="1" dirty="0">
                <a:latin typeface="Comic Sans MS" panose="030F0702030302020204" pitchFamily="66" charset="0"/>
              </a:rPr>
              <a:t>6 × 2 + 5 × 1 + 4 ÷ 2 − 1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6 × 2 = 12 → 5 × 1 = 5 → 4 ÷ 2 = 2 → 12 + 5 + 2 − 1 = </a:t>
            </a:r>
            <a:r>
              <a:rPr lang="sv-SE" sz="2400" b="1" dirty="0">
                <a:latin typeface="Comic Sans MS" panose="030F0702030302020204" pitchFamily="66" charset="0"/>
              </a:rPr>
              <a:t>18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3️⃣ </a:t>
            </a:r>
            <a:r>
              <a:rPr lang="sv-SE" sz="2400" b="1" dirty="0">
                <a:latin typeface="Comic Sans MS" panose="030F0702030302020204" pitchFamily="66" charset="0"/>
              </a:rPr>
              <a:t>1 + (2 × (4 − 3 + 1) + 7) − 2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(4 − 3 + 1) = 2 → 2 × 2 = 4 → 4 + 7 = 11 → 1 + 11 − 2 = </a:t>
            </a:r>
            <a:r>
              <a:rPr lang="sv-SE" sz="2400" b="1" dirty="0">
                <a:latin typeface="Comic Sans MS" panose="030F0702030302020204" pitchFamily="66" charset="0"/>
              </a:rPr>
              <a:t>10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4️⃣ </a:t>
            </a:r>
            <a:r>
              <a:rPr lang="sv-SE" sz="2400" b="1" dirty="0">
                <a:latin typeface="Comic Sans MS" panose="030F0702030302020204" pitchFamily="66" charset="0"/>
              </a:rPr>
              <a:t>10 + 6 × (3 − 2) × 8 ÷ 24 − 1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(3 − 2) = 1 → 6 × 1 × 8 ÷ 24 = 48 ÷ 24 = 2 → 10 + 2 − 1 = </a:t>
            </a:r>
            <a:r>
              <a:rPr lang="sv-SE" sz="2400" b="1" dirty="0">
                <a:latin typeface="Comic Sans MS" panose="030F0702030302020204" pitchFamily="66" charset="0"/>
              </a:rPr>
              <a:t>11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5️⃣ </a:t>
            </a:r>
            <a:r>
              <a:rPr lang="sv-SE" sz="2400" b="1" dirty="0">
                <a:latin typeface="Comic Sans MS" panose="030F0702030302020204" pitchFamily="66" charset="0"/>
              </a:rPr>
              <a:t>(20 − 18)³ ÷ 8 × 3 − 1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(20 − 18) = 2 → 2³ = 8 → 8 ÷ 8 = 1 → 1 × 3 = 3 → 3 − 1 = </a:t>
            </a:r>
            <a:r>
              <a:rPr lang="sv-SE" sz="2400" b="1" dirty="0">
                <a:latin typeface="Comic Sans MS" panose="030F0702030302020204" pitchFamily="66" charset="0"/>
              </a:rPr>
              <a:t>2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6️⃣ </a:t>
            </a:r>
            <a:r>
              <a:rPr lang="sv-SE" sz="2400" b="1" dirty="0">
                <a:latin typeface="Comic Sans MS" panose="030F0702030302020204" pitchFamily="66" charset="0"/>
              </a:rPr>
              <a:t>(2 + 1 − 3 + 1 + 4)² − 2 × 4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(2 + 1 − 3 + 1 + 4) = 5 → 5² = 25 → 2 × 4 = 8 → 25 − 8 = </a:t>
            </a:r>
            <a:r>
              <a:rPr lang="sv-SE" sz="2400" b="1" dirty="0">
                <a:latin typeface="Comic Sans MS" panose="030F0702030302020204" pitchFamily="66" charset="0"/>
              </a:rPr>
              <a:t>17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95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Math priorities</a:t>
            </a:r>
            <a:r>
              <a:rPr lang="en-GB" sz="2400" dirty="0">
                <a:latin typeface="Comic Sans MS" panose="030F0702030302020204" pitchFamily="66" charset="0"/>
              </a:rPr>
              <a:t>: () → powers → ×/÷ → +/− with </a:t>
            </a:r>
            <a:r>
              <a:rPr lang="en-GB" sz="2400" b="1" dirty="0" err="1">
                <a:latin typeface="Comic Sans MS" panose="030F0702030302020204" pitchFamily="66" charset="0"/>
              </a:rPr>
              <a:t>left→right</a:t>
            </a:r>
            <a:r>
              <a:rPr lang="en-GB" sz="2400" dirty="0">
                <a:latin typeface="Comic Sans MS" panose="030F0702030302020204" pitchFamily="66" charset="0"/>
              </a:rPr>
              <a:t> for ties.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Logic priorities</a:t>
            </a:r>
            <a:r>
              <a:rPr lang="en-GB" sz="2400" dirty="0">
                <a:latin typeface="Comic Sans MS" panose="030F0702030302020204" pitchFamily="66" charset="0"/>
              </a:rPr>
              <a:t>: Parentheses → NOT → AND → OR.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Respecting priorities eliminates “trick” errors and aligns your math with 	how </a:t>
            </a:r>
            <a:r>
              <a:rPr lang="en-GB" sz="2400" b="1" dirty="0">
                <a:latin typeface="Comic Sans MS" panose="030F0702030302020204" pitchFamily="66" charset="0"/>
              </a:rPr>
              <a:t>compilers/interpreters</a:t>
            </a:r>
            <a:r>
              <a:rPr lang="en-GB" sz="2400" dirty="0">
                <a:latin typeface="Comic Sans MS" panose="030F0702030302020204" pitchFamily="66" charset="0"/>
              </a:rPr>
              <a:t> evaluate expressions.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</TotalTime>
  <Words>1521</Words>
  <Application>Microsoft Office PowerPoint</Application>
  <PresentationFormat>Custom</PresentationFormat>
  <Paragraphs>257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 x 4 + 4 x 4 + 4 – 4 x 4</vt:lpstr>
      <vt:lpstr>18 ÷ (9 - 2 × 3)</vt:lpstr>
      <vt:lpstr>10 - [72 ÷ (4 + 5)]</vt:lpstr>
      <vt:lpstr>(6 × 2 - 6 - 1)×2²</vt:lpstr>
      <vt:lpstr>4 x ( 2 + ( 7 x (5 - 3)))</vt:lpstr>
      <vt:lpstr>(1 + 20 − 9 ÷ 3²) ÷ (( 3 + 1)² + 8 ÷ 2 )</vt:lpstr>
      <vt:lpstr>PowerPoint Presentation</vt:lpstr>
      <vt:lpstr>True AND ((9 &gt; 2) OR (4 +2 = 5))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414</cp:revision>
  <dcterms:created xsi:type="dcterms:W3CDTF">2025-12-09T17:44:59Z</dcterms:created>
  <dcterms:modified xsi:type="dcterms:W3CDTF">2026-01-16T18:13:19Z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