
<file path=[Content_Types].xml><?xml version="1.0" encoding="utf-8"?>
<Types xmlns="http://schemas.openxmlformats.org/package/2006/content-types">
  <Default Extension="jpg" ContentType="image/jpeg"/>
  <Default Extension="bin" ContentType="application/vnd.openxmlformats-officedocument.oleObject"/>
  <Default Extension="jpeg" ContentType="image/jpeg"/>
  <Default Extension="rels" ContentType="application/vnd.openxmlformats-package.relationships+xml"/>
  <Default Extension="xml" ContentType="application/xml"/>
  <Default Extension="png" ContentType="image/png"/>
  <Default Extension="wmf" ContentType="image/x-wmf"/>
  <Override PartName="/ppt/presentation.xml" ContentType="application/vnd.openxmlformats-officedocument.presentationml.presentation.main+xml"/>
  <Override PartName="/ppt/slideLayouts/slideLayout5.xml" ContentType="application/vnd.openxmlformats-officedocument.presentationml.slideLayout+xml"/>
  <Override PartName="/ppt/tableStyles.xml" ContentType="application/vnd.openxmlformats-officedocument.presentationml.tableStyles+xml"/>
  <Override PartName="/ppt/presProps.xml" ContentType="application/vnd.openxmlformats-officedocument.presentationml.presProps+xml"/>
  <Override PartName="/docProps/app.xml" ContentType="application/vnd.openxmlformats-officedocument.extended-properties+xml"/>
  <Override PartName="/ppt/viewProps.xml" ContentType="application/vnd.openxmlformats-officedocument.presentationml.viewProps+xml"/>
  <Override PartName="/docProps/custom.xml" ContentType="application/vnd.openxmlformats-officedocument.custom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theme/theme2.xml" ContentType="application/vnd.openxmlformats-officedocument.them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slides/slide1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2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3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sldMasterIdLst>
    <p:sldMasterId id="2147483648" r:id="rId1"/>
  </p:sldMasterIdLst>
  <p:notesMasterIdLst>
    <p:notesMasterId r:id="rId6"/>
  </p:notesMasterIdLst>
  <p:sldIdLst>
    <p:sldId id="256" r:id="rId4"/>
    <p:sldId id="257" r:id="rId5"/>
  </p:sldIdLst>
  <p:sldSz cx="13411200" cy="10058400"/>
  <p:notesSz cx="7772400" cy="10058400"/>
  <p:defaultTextStyle>
    <a:defPPr>
      <a:defRPr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</p:showPr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>
      <p:cViewPr varScale="1">
        <p:scale>
          <a:sx n="41" d="100"/>
          <a:sy n="41" d="100"/>
        </p:scale>
        <p:origin x="54" y="684"/>
      </p:cViewPr>
      <p:guideLst>
        <p:guide pos="2880" orient="horz"/>
        <p:guide pos="3727"/>
      </p:guideLst>
    </p:cSldViewPr>
  </p:slideViewPr>
  <p:gridSpacing cx="76200" cy="76200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theme" Target="theme/theme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 /><Relationship Id="rId8" Type="http://schemas.openxmlformats.org/officeDocument/2006/relationships/tableStyles" Target="tableStyles.xml" /><Relationship Id="rId9" Type="http://schemas.openxmlformats.org/officeDocument/2006/relationships/viewProps" Target="viewProps.xml" /></Relationships>
</file>

<file path=ppt/notesMasters/_rels/notes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23684186" name="Header Placeholder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1193429443" name="Date Placeholder 2"/>
          <p:cNvSpPr>
            <a:spLocks noGrp="1"/>
          </p:cNvSpPr>
          <p:nvPr>
            <p:ph type="dt" idx="2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1782221557" name="Date Placeholder 2"/>
          <p:cNvSpPr>
            <a:spLocks noGrp="1"/>
          </p:cNvSpPr>
          <p:nvPr>
            <p:ph type="dt" idx="3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1710760629" name="Notes Placeholder 4"/>
          <p:cNvSpPr>
            <a:spLocks noGrp="1"/>
          </p:cNvSpPr>
          <p:nvPr>
            <p:ph type="body" sz="quarter" idx="1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>
              <a:defRPr/>
            </a:pPr>
            <a:endParaRPr/>
          </a:p>
        </p:txBody>
      </p:sp>
      <p:sp>
        <p:nvSpPr>
          <p:cNvPr id="1235702709" name="Footer Placeholder 5"/>
          <p:cNvSpPr>
            <a:spLocks noGrp="1"/>
          </p:cNvSpPr>
          <p:nvPr>
            <p:ph type="ftr" sz="quarter" idx="4"/>
          </p:nvPr>
        </p:nvSpPr>
        <p:spPr bwMode="auto"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749204236" name="Slide Number Placeholder 6"/>
          <p:cNvSpPr>
            <a:spLocks noGrp="1"/>
          </p:cNvSpPr>
          <p:nvPr>
            <p:ph type="sldNum" sz="quarter" idx="10"/>
          </p:nvPr>
        </p:nvSpPr>
        <p:spPr bwMode="auto"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>
      <a:defRPr sz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>
      <a:defRPr sz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>
      <a:defRPr sz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>
      <a:defRPr sz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>
      <a:defRPr sz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>
      <a:defRPr sz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>
      <a:defRPr sz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>
      <a:defRPr sz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>
      <a:defRPr sz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 ?>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121980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54218927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6715240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AB30386-858D-E7F8-9EC1-96526C894032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7433874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38149969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4749280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59DFAF6-37CE-40E2-747A-C584C149C0F7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Title Sli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21654064" name="Holder 2"/>
          <p:cNvSpPr>
            <a:spLocks noGrp="1"/>
          </p:cNvSpPr>
          <p:nvPr>
            <p:ph type="ctrTitle"/>
          </p:nvPr>
        </p:nvSpPr>
        <p:spPr bwMode="auto">
          <a:xfrm>
            <a:off x="1005840" y="3118104"/>
            <a:ext cx="11399520" cy="90287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585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427602613" name="Holder 3"/>
          <p:cNvSpPr>
            <a:spLocks noGrp="1"/>
          </p:cNvSpPr>
          <p:nvPr>
            <p:ph type="subTitle" idx="4"/>
          </p:nvPr>
        </p:nvSpPr>
        <p:spPr bwMode="auto">
          <a:xfrm>
            <a:off x="2011680" y="5632706"/>
            <a:ext cx="9387840" cy="47795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1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751175276" name="Holder 4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875243940" name="Holder 5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1/13/2026</a:t>
            </a:fld>
            <a:endParaRPr lang="en-US"/>
          </a:p>
        </p:txBody>
      </p:sp>
      <p:sp>
        <p:nvSpPr>
          <p:cNvPr id="970288634" name="Holder 6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0" type="obj" userDrawn="1">
  <p:cSld name="Title and Content">
    <p:bg>
      <p:bgPr shadeToTitle="0">
        <a:solidFill>
          <a:schemeClr val="bg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94405001" name="bg object 16"/>
          <p:cNvSpPr/>
          <p:nvPr/>
        </p:nvSpPr>
        <p:spPr bwMode="auto">
          <a:xfrm>
            <a:off x="331334" y="2514600"/>
            <a:ext cx="12753788" cy="4142104"/>
          </a:xfrm>
          <a:custGeom>
            <a:avLst/>
            <a:gdLst/>
            <a:ahLst/>
            <a:cxnLst/>
            <a:rect l="l" t="t" r="r" b="b"/>
            <a:pathLst>
              <a:path w="7391400" h="4142104" fill="norm" stroke="1" extrusionOk="0">
                <a:moveTo>
                  <a:pt x="0" y="4141597"/>
                </a:moveTo>
                <a:lnTo>
                  <a:pt x="7391146" y="4141597"/>
                </a:lnTo>
                <a:lnTo>
                  <a:pt x="7391146" y="0"/>
                </a:lnTo>
                <a:lnTo>
                  <a:pt x="0" y="0"/>
                </a:lnTo>
                <a:lnTo>
                  <a:pt x="0" y="4141597"/>
                </a:lnTo>
                <a:close/>
              </a:path>
            </a:pathLst>
          </a:custGeom>
          <a:ln w="1219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>
              <a:defRPr/>
            </a:pPr>
            <a:endParaRPr/>
          </a:p>
        </p:txBody>
      </p:sp>
      <p:sp>
        <p:nvSpPr>
          <p:cNvPr id="2129670910" name="Holder 2"/>
          <p:cNvSpPr>
            <a:spLocks noGrp="1"/>
          </p:cNvSpPr>
          <p:nvPr>
            <p:ph type="title"/>
          </p:nvPr>
        </p:nvSpPr>
        <p:spPr bwMode="auto">
          <a:xfrm>
            <a:off x="4117587" y="3823463"/>
            <a:ext cx="7712317" cy="902876"/>
          </a:xfrm>
        </p:spPr>
        <p:txBody>
          <a:bodyPr lIns="0" tIns="0" rIns="0" bIns="0"/>
          <a:lstStyle>
            <a:lvl1pPr>
              <a:defRPr sz="585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8136694" name="Holder 3"/>
          <p:cNvSpPr>
            <a:spLocks noGrp="1"/>
          </p:cNvSpPr>
          <p:nvPr>
            <p:ph type="body" idx="1"/>
          </p:nvPr>
        </p:nvSpPr>
        <p:spPr bwMode="auto">
          <a:xfrm>
            <a:off x="617089" y="3228215"/>
            <a:ext cx="7643506" cy="477951"/>
          </a:xfrm>
        </p:spPr>
        <p:txBody>
          <a:bodyPr lIns="0" tIns="0" rIns="0" bIns="0"/>
          <a:lstStyle>
            <a:lvl1pPr>
              <a:defRPr sz="31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308179837" name="Holder 4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763126385" name="Holder 5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1/13/2026</a:t>
            </a:fld>
            <a:endParaRPr lang="en-US"/>
          </a:p>
        </p:txBody>
      </p:sp>
      <p:sp>
        <p:nvSpPr>
          <p:cNvPr id="1876827914" name="Holder 6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Two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79849231" name="Holder 2"/>
          <p:cNvSpPr>
            <a:spLocks noGrp="1"/>
          </p:cNvSpPr>
          <p:nvPr>
            <p:ph type="title"/>
          </p:nvPr>
        </p:nvSpPr>
        <p:spPr bwMode="auto">
          <a:xfrm>
            <a:off x="4117587" y="3823463"/>
            <a:ext cx="7712317" cy="902876"/>
          </a:xfrm>
        </p:spPr>
        <p:txBody>
          <a:bodyPr lIns="0" tIns="0" rIns="0" bIns="0"/>
          <a:lstStyle>
            <a:lvl1pPr>
              <a:defRPr sz="585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532150061" name="Holder 3"/>
          <p:cNvSpPr>
            <a:spLocks noGrp="1"/>
          </p:cNvSpPr>
          <p:nvPr>
            <p:ph sz="half" idx="2"/>
          </p:nvPr>
        </p:nvSpPr>
        <p:spPr bwMode="auto">
          <a:xfrm>
            <a:off x="670560" y="2313434"/>
            <a:ext cx="5833872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pPr>
              <a:defRPr/>
            </a:pPr>
            <a:endParaRPr/>
          </a:p>
        </p:txBody>
      </p:sp>
      <p:sp>
        <p:nvSpPr>
          <p:cNvPr id="1172987171" name="Holder 4"/>
          <p:cNvSpPr>
            <a:spLocks noGrp="1"/>
          </p:cNvSpPr>
          <p:nvPr>
            <p:ph sz="half" idx="3"/>
          </p:nvPr>
        </p:nvSpPr>
        <p:spPr bwMode="auto">
          <a:xfrm>
            <a:off x="6906768" y="2313434"/>
            <a:ext cx="5833872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pPr>
              <a:defRPr/>
            </a:pPr>
            <a:endParaRPr/>
          </a:p>
        </p:txBody>
      </p:sp>
      <p:sp>
        <p:nvSpPr>
          <p:cNvPr id="198786253" name="Holder 5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263631343" name="Holder 6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1/13/2026</a:t>
            </a:fld>
            <a:endParaRPr lang="en-US"/>
          </a:p>
        </p:txBody>
      </p:sp>
      <p:sp>
        <p:nvSpPr>
          <p:cNvPr id="813949715" name="Holder 7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0" type="obj" userDrawn="1">
  <p:cSld name="Title Only">
    <p:bg>
      <p:bgPr shadeToTitle="0">
        <a:solidFill>
          <a:schemeClr val="bg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953720922" name="bg object 16"/>
          <p:cNvPicPr/>
          <p:nvPr/>
        </p:nvPicPr>
        <p:blipFill rotWithShape="1">
          <a:blip r:embed="rId2"/>
          <a:stretch/>
        </p:blipFill>
        <p:spPr bwMode="auto">
          <a:xfrm>
            <a:off x="3" y="2209800"/>
            <a:ext cx="13411198" cy="5081016"/>
          </a:xfrm>
          <a:prstGeom prst="rect">
            <a:avLst/>
          </a:prstGeom>
        </p:spPr>
      </p:pic>
      <p:sp>
        <p:nvSpPr>
          <p:cNvPr id="248670166" name="bg object 17"/>
          <p:cNvSpPr/>
          <p:nvPr/>
        </p:nvSpPr>
        <p:spPr bwMode="auto">
          <a:xfrm>
            <a:off x="105186" y="3901439"/>
            <a:ext cx="13306014" cy="789940"/>
          </a:xfrm>
          <a:custGeom>
            <a:avLst/>
            <a:gdLst/>
            <a:ahLst/>
            <a:cxnLst/>
            <a:rect l="l" t="t" r="r" b="b"/>
            <a:pathLst>
              <a:path w="7711440" h="789939" fill="norm" stroke="1" extrusionOk="0">
                <a:moveTo>
                  <a:pt x="0" y="789431"/>
                </a:moveTo>
                <a:lnTo>
                  <a:pt x="7711440" y="789431"/>
                </a:lnTo>
                <a:lnTo>
                  <a:pt x="7711440" y="0"/>
                </a:lnTo>
                <a:lnTo>
                  <a:pt x="0" y="0"/>
                </a:lnTo>
                <a:lnTo>
                  <a:pt x="0" y="789431"/>
                </a:lnTo>
                <a:close/>
              </a:path>
            </a:pathLst>
          </a:custGeom>
          <a:ln w="1219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>
              <a:defRPr/>
            </a:pPr>
            <a:endParaRPr/>
          </a:p>
        </p:txBody>
      </p:sp>
      <p:sp>
        <p:nvSpPr>
          <p:cNvPr id="1159657355" name="Holder 2"/>
          <p:cNvSpPr>
            <a:spLocks noGrp="1"/>
          </p:cNvSpPr>
          <p:nvPr>
            <p:ph type="title"/>
          </p:nvPr>
        </p:nvSpPr>
        <p:spPr bwMode="auto">
          <a:xfrm>
            <a:off x="4117587" y="3823463"/>
            <a:ext cx="7712317" cy="902876"/>
          </a:xfrm>
        </p:spPr>
        <p:txBody>
          <a:bodyPr lIns="0" tIns="0" rIns="0" bIns="0"/>
          <a:lstStyle>
            <a:lvl1pPr>
              <a:defRPr sz="585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900496938" name="Holder 3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912032045" name="Holder 4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1/13/2026</a:t>
            </a:fld>
            <a:endParaRPr lang="en-US"/>
          </a:p>
        </p:txBody>
      </p:sp>
      <p:sp>
        <p:nvSpPr>
          <p:cNvPr id="107754218" name="Holder 5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Blank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44640186" name="Holder 2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647171184" name="Holder 3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1/13/2026</a:t>
            </a:fld>
            <a:endParaRPr lang="en-US"/>
          </a:p>
        </p:txBody>
      </p:sp>
      <p:sp>
        <p:nvSpPr>
          <p:cNvPr id="1182972838" name="Holder 4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Pr shadeToTitle="0">
        <a:solidFill>
          <a:schemeClr val="bg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03333331" name="Holder 2"/>
          <p:cNvSpPr>
            <a:spLocks noGrp="1"/>
          </p:cNvSpPr>
          <p:nvPr>
            <p:ph type="title"/>
          </p:nvPr>
        </p:nvSpPr>
        <p:spPr bwMode="auto">
          <a:xfrm>
            <a:off x="4117587" y="3823463"/>
            <a:ext cx="7712317" cy="5232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40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980514458" name="Holder 3"/>
          <p:cNvSpPr>
            <a:spLocks noGrp="1"/>
          </p:cNvSpPr>
          <p:nvPr>
            <p:ph type="body" idx="1"/>
          </p:nvPr>
        </p:nvSpPr>
        <p:spPr bwMode="auto">
          <a:xfrm>
            <a:off x="617089" y="3228213"/>
            <a:ext cx="7643506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245341435" name="Holder 4"/>
          <p:cNvSpPr>
            <a:spLocks noGrp="1"/>
          </p:cNvSpPr>
          <p:nvPr>
            <p:ph type="ftr" sz="quarter" idx="5"/>
          </p:nvPr>
        </p:nvSpPr>
        <p:spPr bwMode="auto">
          <a:xfrm>
            <a:off x="4559808" y="9354314"/>
            <a:ext cx="4291584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714045264" name="Holder 5"/>
          <p:cNvSpPr>
            <a:spLocks noGrp="1"/>
          </p:cNvSpPr>
          <p:nvPr>
            <p:ph type="dt" sz="half" idx="6"/>
          </p:nvPr>
        </p:nvSpPr>
        <p:spPr bwMode="auto">
          <a:xfrm>
            <a:off x="670560" y="9354314"/>
            <a:ext cx="3084576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1/13/2026</a:t>
            </a:fld>
            <a:endParaRPr lang="en-US"/>
          </a:p>
        </p:txBody>
      </p:sp>
      <p:sp>
        <p:nvSpPr>
          <p:cNvPr id="865382948" name="Holder 6"/>
          <p:cNvSpPr>
            <a:spLocks noGrp="1"/>
          </p:cNvSpPr>
          <p:nvPr>
            <p:ph type="sldNum" sz="quarter" idx="7"/>
          </p:nvPr>
        </p:nvSpPr>
        <p:spPr bwMode="auto">
          <a:xfrm>
            <a:off x="9656064" y="9354314"/>
            <a:ext cx="3084576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788842">
        <a:defRPr>
          <a:latin typeface="+mn-lt"/>
          <a:ea typeface="+mn-ea"/>
          <a:cs typeface="+mn-cs"/>
        </a:defRPr>
      </a:lvl2pPr>
      <a:lvl3pPr marL="1577682">
        <a:defRPr>
          <a:latin typeface="+mn-lt"/>
          <a:ea typeface="+mn-ea"/>
          <a:cs typeface="+mn-cs"/>
        </a:defRPr>
      </a:lvl3pPr>
      <a:lvl4pPr marL="2366523">
        <a:defRPr>
          <a:latin typeface="+mn-lt"/>
          <a:ea typeface="+mn-ea"/>
          <a:cs typeface="+mn-cs"/>
        </a:defRPr>
      </a:lvl4pPr>
      <a:lvl5pPr marL="3155365">
        <a:defRPr>
          <a:latin typeface="+mn-lt"/>
          <a:ea typeface="+mn-ea"/>
          <a:cs typeface="+mn-cs"/>
        </a:defRPr>
      </a:lvl5pPr>
      <a:lvl6pPr marL="3944206">
        <a:defRPr>
          <a:latin typeface="+mn-lt"/>
          <a:ea typeface="+mn-ea"/>
          <a:cs typeface="+mn-cs"/>
        </a:defRPr>
      </a:lvl6pPr>
      <a:lvl7pPr marL="4733048">
        <a:defRPr>
          <a:latin typeface="+mn-lt"/>
          <a:ea typeface="+mn-ea"/>
          <a:cs typeface="+mn-cs"/>
        </a:defRPr>
      </a:lvl7pPr>
      <a:lvl8pPr marL="5521888">
        <a:defRPr>
          <a:latin typeface="+mn-lt"/>
          <a:ea typeface="+mn-ea"/>
          <a:cs typeface="+mn-cs"/>
        </a:defRPr>
      </a:lvl8pPr>
      <a:lvl9pPr marL="631073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788842">
        <a:defRPr>
          <a:latin typeface="+mn-lt"/>
          <a:ea typeface="+mn-ea"/>
          <a:cs typeface="+mn-cs"/>
        </a:defRPr>
      </a:lvl2pPr>
      <a:lvl3pPr marL="1577682">
        <a:defRPr>
          <a:latin typeface="+mn-lt"/>
          <a:ea typeface="+mn-ea"/>
          <a:cs typeface="+mn-cs"/>
        </a:defRPr>
      </a:lvl3pPr>
      <a:lvl4pPr marL="2366523">
        <a:defRPr>
          <a:latin typeface="+mn-lt"/>
          <a:ea typeface="+mn-ea"/>
          <a:cs typeface="+mn-cs"/>
        </a:defRPr>
      </a:lvl4pPr>
      <a:lvl5pPr marL="3155365">
        <a:defRPr>
          <a:latin typeface="+mn-lt"/>
          <a:ea typeface="+mn-ea"/>
          <a:cs typeface="+mn-cs"/>
        </a:defRPr>
      </a:lvl5pPr>
      <a:lvl6pPr marL="3944206">
        <a:defRPr>
          <a:latin typeface="+mn-lt"/>
          <a:ea typeface="+mn-ea"/>
          <a:cs typeface="+mn-cs"/>
        </a:defRPr>
      </a:lvl6pPr>
      <a:lvl7pPr marL="4733048">
        <a:defRPr>
          <a:latin typeface="+mn-lt"/>
          <a:ea typeface="+mn-ea"/>
          <a:cs typeface="+mn-cs"/>
        </a:defRPr>
      </a:lvl7pPr>
      <a:lvl8pPr marL="5521888">
        <a:defRPr>
          <a:latin typeface="+mn-lt"/>
          <a:ea typeface="+mn-ea"/>
          <a:cs typeface="+mn-cs"/>
        </a:defRPr>
      </a:lvl8pPr>
      <a:lvl9pPr marL="631073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jpg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78384765" name="object 46"/>
          <p:cNvSpPr txBox="1">
            <a:spLocks noGrp="1"/>
          </p:cNvSpPr>
          <p:nvPr>
            <p:ph type="sldNum" sz="quarter" idx="7"/>
          </p:nvPr>
        </p:nvSpPr>
        <p:spPr bwMode="auto">
          <a:xfrm>
            <a:off x="22501110" y="12821186"/>
            <a:ext cx="518023" cy="29495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5742">
              <a:lnSpc>
                <a:spcPts val="2260"/>
              </a:lnSpc>
              <a:defRPr/>
            </a:pPr>
            <a:fld id="{81D60167-4931-47E6-BA6A-407CBD079E47}" type="slidenum">
              <a:rPr spc="-86"/>
              <a:t>1</a:t>
            </a:fld>
            <a:endParaRPr spc="-86"/>
          </a:p>
        </p:txBody>
      </p:sp>
      <p:pic>
        <p:nvPicPr>
          <p:cNvPr id="415058737" name="object 25"/>
          <p:cNvPicPr/>
          <p:nvPr/>
        </p:nvPicPr>
        <p:blipFill rotWithShape="1">
          <a:blip r:embed="rId3"/>
          <a:srcRect l="0" t="17" r="0" b="16"/>
          <a:stretch/>
        </p:blipFill>
        <p:spPr bwMode="auto">
          <a:xfrm>
            <a:off x="1" y="457200"/>
            <a:ext cx="13411199" cy="9021482"/>
          </a:xfrm>
          <a:prstGeom prst="rect">
            <a:avLst/>
          </a:prstGeom>
        </p:spPr>
      </p:pic>
      <p:sp>
        <p:nvSpPr>
          <p:cNvPr id="154900134" name="object 30"/>
          <p:cNvSpPr txBox="1"/>
          <p:nvPr/>
        </p:nvSpPr>
        <p:spPr bwMode="auto">
          <a:xfrm>
            <a:off x="0" y="1143000"/>
            <a:ext cx="12749877" cy="2829030"/>
          </a:xfrm>
          <a:prstGeom prst="rect">
            <a:avLst/>
          </a:prstGeom>
          <a:ln w="12953"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 marL="2786346" algn="ctr">
              <a:spcBef>
                <a:spcPts val="673"/>
              </a:spcBef>
              <a:defRPr/>
            </a:pPr>
            <a:r>
              <a:rPr lang="sv-SE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Algorithms</a:t>
            </a:r>
            <a:r>
              <a:rPr lang="ar-SY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 </a:t>
            </a:r>
            <a:r>
              <a:rPr lang="sv-SE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&amp;</a:t>
            </a:r>
            <a:r>
              <a:rPr lang="ar-SY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 </a:t>
            </a:r>
            <a:r>
              <a:rPr lang="sv-SE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Problem</a:t>
            </a:r>
            <a:r>
              <a:rPr lang="ar-SY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 </a:t>
            </a:r>
            <a:r>
              <a:rPr lang="sv-SE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Solving</a:t>
            </a:r>
            <a:endParaRPr/>
          </a:p>
          <a:p>
            <a:pPr marL="2786346" algn="ctr">
              <a:spcBef>
                <a:spcPts val="673"/>
              </a:spcBef>
              <a:defRPr/>
            </a:pPr>
            <a:r>
              <a:rPr lang="en-GB" sz="6000" b="1">
                <a:solidFill>
                  <a:schemeClr val="bg1"/>
                </a:solidFill>
                <a:latin typeface="Comic Sans MS"/>
                <a:cs typeface="Comic Sans MS"/>
              </a:rPr>
              <a:t>Level 1</a:t>
            </a:r>
            <a:endParaRPr lang="ar-SY" sz="6000" b="1">
              <a:solidFill>
                <a:schemeClr val="bg1"/>
              </a:solidFill>
              <a:latin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47787617" name="object 4"/>
          <p:cNvSpPr txBox="1"/>
          <p:nvPr/>
        </p:nvSpPr>
        <p:spPr bwMode="auto">
          <a:xfrm>
            <a:off x="0" y="4712874"/>
            <a:ext cx="13411200" cy="632652"/>
          </a:xfrm>
          <a:prstGeom prst="rect">
            <a:avLst/>
          </a:prstGeom>
        </p:spPr>
        <p:txBody>
          <a:bodyPr vert="horz" wrap="square" lIns="0" tIns="16934" rIns="0" bIns="0" rtlCol="0">
            <a:spAutoFit/>
          </a:bodyPr>
          <a:lstStyle>
            <a:defPPr>
              <a:defRPr/>
            </a:defPPr>
            <a:lvl1pPr>
              <a:defRPr>
                <a:latin typeface="+mj-lt"/>
                <a:ea typeface="+mj-ea"/>
                <a:cs typeface="+mj-cs"/>
              </a:defRPr>
            </a:lvl1pPr>
          </a:lstStyle>
          <a:p>
            <a:pPr marL="16932" algn="ctr">
              <a:spcBef>
                <a:spcPts val="133"/>
              </a:spcBef>
              <a:defRPr/>
            </a:pPr>
            <a:r>
              <a:rPr lang="sv-SE" sz="4000" b="1" spc="-17">
                <a:solidFill>
                  <a:srgbClr val="FF0000"/>
                </a:solidFill>
                <a:latin typeface="Comic Sans MS"/>
              </a:rPr>
              <a:t>Thank</a:t>
            </a:r>
            <a:r>
              <a:rPr lang="sv-SE" sz="4000" b="1" spc="-17">
                <a:solidFill>
                  <a:srgbClr val="FF0000"/>
                </a:solidFill>
                <a:latin typeface="Comic Sans MS"/>
              </a:rPr>
              <a:t> </a:t>
            </a:r>
            <a:r>
              <a:rPr lang="sv-SE" sz="4000" b="1" spc="-17">
                <a:solidFill>
                  <a:srgbClr val="FF0000"/>
                </a:solidFill>
                <a:latin typeface="Comic Sans MS"/>
              </a:rPr>
              <a:t>you</a:t>
            </a:r>
            <a:r>
              <a:rPr lang="sv-SE" sz="4000" spc="-21">
                <a:solidFill>
                  <a:srgbClr val="FF0000"/>
                </a:solidFill>
              </a:rPr>
              <a:t> </a:t>
            </a:r>
            <a:r>
              <a:rPr lang="sv-SE" sz="4000" spc="-67">
                <a:solidFill>
                  <a:srgbClr val="FF0000"/>
                </a:solidFill>
                <a:latin typeface="Wingdings"/>
                <a:cs typeface="Wingdings"/>
              </a:rPr>
              <a:t></a:t>
            </a:r>
            <a:endParaRPr lang="sv-SE" sz="4000">
              <a:solidFill>
                <a:srgbClr val="FF0000"/>
              </a:solidFill>
              <a:latin typeface="Wingdings"/>
              <a:cs typeface="Wingding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theme/_rels/theme1.xml.rels><?xml version="1.0" encoding="UTF-8" standalone="yes"?><Relationships xmlns="http://schemas.openxmlformats.org/package/2006/relationships"></Relationships>
</file>

<file path=ppt/theme/_rels/theme2.xml.rels><?xml version="1.0" encoding="UTF-8" standalone="yes"?><Relationships xmlns="http://schemas.openxmlformats.org/package/2006/relationships"></Relationships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Arial"/>
        <a:cs typeface="Arial"/>
      </a:majorFont>
      <a:minorFont>
        <a:latin typeface="Calibri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/>
</a:theme>
</file>

<file path=ppt/theme/theme2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">
      <a:majorFont>
        <a:latin typeface="Calibri"/>
        <a:ea typeface="Arial"/>
        <a:cs typeface="Arial"/>
      </a:majorFont>
      <a:minorFont>
        <a:latin typeface="Calibri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0</Words>
  <Application>ONLYOFFICE/9.4.0.129</Application>
  <PresentationFormat>On-screen Show (4:3)</PresentationFormat>
  <Paragraphs>0</Paragraphs>
  <Slides>2</Slides>
  <Notes>2</Notes>
  <HiddenSlides>0</HiddenSlides>
  <MMClips>2</MMClips>
  <ScaleCrop>0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3" baseType="lpstr">
      <vt:lpstr>Theme 1</vt:lpstr>
      <vt:lpstr>Slide 1</vt:lpstr>
      <vt:lpstr>Slide 2</vt:lpstr>
    </vt:vector>
  </TitlesOfParts>
  <LinksUpToDate>0</LinksUpToDate>
  <SharedDoc>0</SharedDoc>
  <HyperlinksChanged>0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/>
  <cp:revision>234</cp:revision>
  <dcterms:created xsi:type="dcterms:W3CDTF">2025-12-09T17:44:59Z</dcterms:created>
  <dcterms:modified xsi:type="dcterms:W3CDTF">2026-08-30T17:04:08Z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2025-12-09T00:00:00Z</vt:filetime>
  </property>
  <property fmtid="{D5CDD505-2E9C-101B-9397-08002B2CF9AE}" pid="3" name="Creator">
    <vt:lpwstr>Microsoft® PowerPoint® 2016</vt:lpwstr>
  </property>
  <property fmtid="{D5CDD505-2E9C-101B-9397-08002B2CF9AE}" pid="4" name="LastSaved">
    <vt:filetime>2025-12-09T00:00:00Z</vt:filetime>
  </property>
  <property fmtid="{D5CDD505-2E9C-101B-9397-08002B2CF9AE}" pid="5" name="Producer">
    <vt:lpwstr>www.ilovepdf.com</vt:lpwstr>
  </property>
</Properties>
</file>