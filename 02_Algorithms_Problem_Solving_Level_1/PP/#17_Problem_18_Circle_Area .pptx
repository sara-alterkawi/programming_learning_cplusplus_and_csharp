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0"/>
  </p:notesMasterIdLst>
  <p:sldIdLst>
    <p:sldId id="256" r:id="rId4"/>
    <p:sldId id="257" r:id="rId5"/>
    <p:sldId id="258" r:id="rId6"/>
    <p:sldId id="259" r:id="rId7"/>
    <p:sldId id="260" r:id="rId8"/>
    <p:sldId id="261" r:id="rId9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684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 /><Relationship Id="rId12" Type="http://schemas.openxmlformats.org/officeDocument/2006/relationships/tableStyles" Target="tableStyles.xml" /><Relationship Id="rId13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9902374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930599567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4569360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062611935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29822261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77463699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769188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851870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979526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631955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241321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18497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A97A4E3-EAF1-3441-705F-5974AA95E73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351496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4961473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37577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0CE29D4-4EB8-BAA3-CCC7-719DB0B6AAF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030731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7899143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970479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B7E5FB3-4F4D-8700-BB52-630ECF6D241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691261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314261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74477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4CD067A-A30E-2B62-06F5-1FA802A0FF8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478852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8112541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69218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0629100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64192524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82748963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60085954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540776163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6852922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666394635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69095593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36072288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114836046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765412060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8604662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03739527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807153431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543627377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18188753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34199964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38680810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516588218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619852305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30261937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7142156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1165702502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8063603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36599795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1977200865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8630663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25649509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96987990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135681291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774479286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4654327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744793061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85397225" name="object 30"/>
          <p:cNvSpPr txBox="1"/>
          <p:nvPr/>
        </p:nvSpPr>
        <p:spPr bwMode="auto">
          <a:xfrm>
            <a:off x="0" y="1143000"/>
            <a:ext cx="12749877" cy="2829030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lang="ar-SY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&amp;</a:t>
            </a:r>
            <a:r>
              <a:rPr lang="ar-SY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lang="ar-SY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1</a:t>
            </a:r>
            <a:endParaRPr lang="ar-SY" sz="6000" b="1">
              <a:solidFill>
                <a:schemeClr val="bg1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87732880" name="object 2"/>
          <p:cNvGrpSpPr/>
          <p:nvPr/>
        </p:nvGrpSpPr>
        <p:grpSpPr bwMode="auto">
          <a:xfrm>
            <a:off x="-10956" y="645358"/>
            <a:ext cx="13422156" cy="8767682"/>
            <a:chOff x="0" y="2209799"/>
            <a:chExt cx="7778750" cy="5081270"/>
          </a:xfrm>
        </p:grpSpPr>
        <p:pic>
          <p:nvPicPr>
            <p:cNvPr id="412962695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799"/>
              <a:ext cx="7772398" cy="5081015"/>
            </a:xfrm>
            <a:prstGeom prst="rect">
              <a:avLst/>
            </a:prstGeom>
          </p:spPr>
        </p:pic>
        <p:sp>
          <p:nvSpPr>
            <p:cNvPr id="1602812577" name="object 4"/>
            <p:cNvSpPr/>
            <p:nvPr/>
          </p:nvSpPr>
          <p:spPr bwMode="auto">
            <a:xfrm>
              <a:off x="60959" y="3901438"/>
              <a:ext cx="7711439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sz="1800" b="0" i="0" u="none" strike="noStrike" cap="none" spc="0">
                <a:ln>
                  <a:noFill/>
                </a:ln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625726975" name="object 8"/>
          <p:cNvSpPr txBox="1"/>
          <p:nvPr/>
        </p:nvSpPr>
        <p:spPr bwMode="auto">
          <a:xfrm>
            <a:off x="13091697" y="12746337"/>
            <a:ext cx="182979" cy="352971"/>
          </a:xfrm>
          <a:prstGeom prst="rect">
            <a:avLst/>
          </a:prstGeom>
        </p:spPr>
        <p:txBody>
          <a:bodyPr vert="horz" wrap="square" lIns="0" tIns="20817" rIns="0" bIns="0" rtlCol="0">
            <a:spAutoFit/>
          </a:bodyPr>
          <a:lstStyle/>
          <a:p>
            <a:pPr marL="21913" marR="0" lvl="0" indent="0" defTabSz="914400">
              <a:lnSpc>
                <a:spcPct val="100000"/>
              </a:lnSpc>
              <a:spcBef>
                <a:spcPts val="162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sz="2150" b="0" i="0" u="none" strike="noStrike" cap="none" spc="-85">
                <a:ln>
                  <a:noFill/>
                </a:ln>
                <a:solidFill>
                  <a:sysClr val="windowText" lastClr="000000"/>
                </a:solidFill>
                <a:latin typeface="Calibri"/>
                <a:cs typeface="Calibri"/>
              </a:rPr>
              <a:t>2</a:t>
            </a:r>
            <a:endParaRPr sz="2150" b="0" i="0" u="none" strike="noStrike" cap="none" spc="0">
              <a:ln>
                <a:noFill/>
              </a:ln>
              <a:solidFill>
                <a:sysClr val="windowText" lastClr="000000"/>
              </a:solidFill>
              <a:latin typeface="Calibri"/>
              <a:cs typeface="Calibri"/>
            </a:endParaRPr>
          </a:p>
        </p:txBody>
      </p:sp>
      <p:sp>
        <p:nvSpPr>
          <p:cNvPr id="180549992" name="object 30"/>
          <p:cNvSpPr txBox="1"/>
          <p:nvPr/>
        </p:nvSpPr>
        <p:spPr bwMode="auto">
          <a:xfrm>
            <a:off x="106431" y="3084217"/>
            <a:ext cx="13304768" cy="172867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089759" algn="ctr">
              <a:spcBef>
                <a:spcPts val="504"/>
              </a:spcBef>
              <a:defRPr/>
            </a:pPr>
            <a:r>
              <a:rPr lang="en-GB" sz="4000" spc="-12">
                <a:solidFill>
                  <a:srgbClr val="FFFFFF"/>
                </a:solidFill>
                <a:latin typeface="Comic Sans MS"/>
                <a:cs typeface="Comic Sans MS"/>
              </a:rPr>
              <a:t>Algorithms &amp; Problem-Solving</a:t>
            </a:r>
            <a:endParaRPr/>
          </a:p>
          <a:p>
            <a:pPr marL="2089759" algn="ctr">
              <a:spcBef>
                <a:spcPts val="504"/>
              </a:spcBef>
              <a:defRPr/>
            </a:pPr>
            <a:r>
              <a:rPr lang="sv-SE" sz="2400" spc="-12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2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  <a:endParaRPr/>
          </a:p>
          <a:p>
            <a:pPr marL="2089759" marR="0" lvl="0" indent="0" algn="ctr" defTabSz="914400">
              <a:lnSpc>
                <a:spcPct val="100000"/>
              </a:lnSpc>
              <a:spcBef>
                <a:spcPts val="504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i="0" u="none" strike="noStrike" cap="none" spc="0">
                <a:ln>
                  <a:noFill/>
                </a:ln>
                <a:solidFill>
                  <a:srgbClr val="FFCE53"/>
                </a:solidFill>
                <a:latin typeface="Comic Sans MS"/>
                <a:cs typeface="Comic Sans MS"/>
              </a:rPr>
              <a:t>Problem #18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3069795" name="object 3"/>
          <p:cNvSpPr txBox="1"/>
          <p:nvPr/>
        </p:nvSpPr>
        <p:spPr bwMode="auto">
          <a:xfrm>
            <a:off x="380999" y="888075"/>
            <a:ext cx="12352766" cy="3356876"/>
          </a:xfrm>
          <a:prstGeom prst="rect">
            <a:avLst/>
          </a:prstGeom>
        </p:spPr>
        <p:txBody>
          <a:bodyPr vert="horz" wrap="square" lIns="0" tIns="154491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sv-SE" sz="4000" b="1" i="0" u="none" strike="noStrike" cap="none" spc="0">
                <a:ln>
                  <a:noFill/>
                </a:ln>
                <a:solidFill>
                  <a:sysClr val="windowText" lastClr="000000"/>
                </a:solidFill>
                <a:latin typeface="Comic Sans MS"/>
              </a:rPr>
              <a:t>Problem #18</a:t>
            </a:r>
            <a:endParaRPr/>
          </a:p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GB" sz="2400" b="1" i="0" u="none" strike="noStrike" cap="none" spc="69">
              <a:ln>
                <a:noFill/>
              </a:ln>
              <a:solidFill>
                <a:prstClr val="black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sz="2400">
                <a:latin typeface="Comic Sans MS"/>
              </a:rPr>
              <a:t>Write a program to calculate circle area then print it on the screen.</a:t>
            </a:r>
            <a:endParaRPr/>
          </a:p>
          <a:p>
            <a:pPr>
              <a:defRPr/>
            </a:pPr>
            <a:r>
              <a:rPr sz="2400">
                <a:latin typeface="Comic Sans MS"/>
              </a:rPr>
              <a:t>The use should enter: r</a:t>
            </a:r>
            <a:endParaRPr/>
          </a:p>
          <a:p>
            <a:pPr>
              <a:defRPr/>
            </a:pPr>
            <a:r>
              <a:rPr sz="2400">
                <a:latin typeface="Comic Sans MS"/>
              </a:rPr>
              <a:t> </a:t>
            </a:r>
            <a:endParaRPr/>
          </a:p>
          <a:p>
            <a:pPr>
              <a:defRPr/>
            </a:pPr>
            <a:r>
              <a:rPr sz="2400" b="1">
                <a:latin typeface="Comic Sans MS"/>
              </a:rPr>
              <a:t>Example</a:t>
            </a:r>
            <a:endParaRPr lang="sv-SE" sz="2400" b="1">
              <a:latin typeface="Comic Sans MS"/>
            </a:endParaRPr>
          </a:p>
          <a:p>
            <a:pPr>
              <a:defRPr/>
            </a:pPr>
            <a:r>
              <a:rPr lang="sv-SE" sz="2400" b="1">
                <a:latin typeface="Comic Sans MS"/>
              </a:rPr>
              <a:t>	</a:t>
            </a:r>
            <a:r>
              <a:rPr sz="2400" b="1">
                <a:latin typeface="Comic Sans MS"/>
              </a:rPr>
              <a:t>Inputs: </a:t>
            </a:r>
            <a:r>
              <a:rPr sz="2400">
                <a:latin typeface="Comic Sans MS"/>
              </a:rPr>
              <a:t>5</a:t>
            </a:r>
            <a:endParaRPr/>
          </a:p>
          <a:p>
            <a:pPr>
              <a:defRPr/>
            </a:pPr>
            <a:r>
              <a:rPr lang="sv-SE" sz="2400" b="1">
                <a:latin typeface="Comic Sans MS"/>
              </a:rPr>
              <a:t>	</a:t>
            </a:r>
            <a:r>
              <a:rPr sz="2400" b="1">
                <a:latin typeface="Comic Sans MS"/>
              </a:rPr>
              <a:t>Outputs</a:t>
            </a:r>
            <a:r>
              <a:rPr lang="sv-SE" sz="2400" b="1">
                <a:latin typeface="Comic Sans MS"/>
              </a:rPr>
              <a:t>:</a:t>
            </a:r>
            <a:r>
              <a:rPr sz="2400">
                <a:latin typeface="Comic Sans MS"/>
              </a:rPr>
              <a:t> 78.54</a:t>
            </a:r>
            <a:endParaRPr/>
          </a:p>
        </p:txBody>
      </p:sp>
      <p:pic>
        <p:nvPicPr>
          <p:cNvPr id="1367589130" name="Slide"/>
          <p:cNvPicPr>
            <a:picLocks noChangeAspect="1"/>
          </p:cNvPicPr>
          <p:nvPr/>
        </p:nvPicPr>
        <p:blipFill rotWithShape="1">
          <a:blip r:embed="rId3"/>
          <a:srcRect l="72837" t="16231" r="4325" b="57279"/>
          <a:stretch/>
        </p:blipFill>
        <p:spPr bwMode="auto">
          <a:xfrm>
            <a:off x="10691445" y="2819399"/>
            <a:ext cx="2719753" cy="24383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36895187" name="object 2"/>
          <p:cNvGrpSpPr/>
          <p:nvPr/>
        </p:nvGrpSpPr>
        <p:grpSpPr bwMode="auto">
          <a:xfrm>
            <a:off x="-10956" y="645358"/>
            <a:ext cx="13422156" cy="8767682"/>
            <a:chOff x="0" y="2209799"/>
            <a:chExt cx="7778750" cy="5081270"/>
          </a:xfrm>
        </p:grpSpPr>
        <p:pic>
          <p:nvPicPr>
            <p:cNvPr id="1721362624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799"/>
              <a:ext cx="7772398" cy="5081015"/>
            </a:xfrm>
            <a:prstGeom prst="rect">
              <a:avLst/>
            </a:prstGeom>
          </p:spPr>
        </p:pic>
        <p:sp>
          <p:nvSpPr>
            <p:cNvPr id="1370860141" name="object 4"/>
            <p:cNvSpPr/>
            <p:nvPr/>
          </p:nvSpPr>
          <p:spPr bwMode="auto">
            <a:xfrm>
              <a:off x="60959" y="3901438"/>
              <a:ext cx="7711439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sz="1800" b="0" i="0" u="none" strike="noStrike" cap="none" spc="0">
                <a:ln>
                  <a:noFill/>
                </a:ln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44391872" name="object 8"/>
          <p:cNvSpPr txBox="1"/>
          <p:nvPr/>
        </p:nvSpPr>
        <p:spPr bwMode="auto">
          <a:xfrm>
            <a:off x="13091697" y="12746337"/>
            <a:ext cx="182979" cy="352971"/>
          </a:xfrm>
          <a:prstGeom prst="rect">
            <a:avLst/>
          </a:prstGeom>
        </p:spPr>
        <p:txBody>
          <a:bodyPr vert="horz" wrap="square" lIns="0" tIns="20817" rIns="0" bIns="0" rtlCol="0">
            <a:spAutoFit/>
          </a:bodyPr>
          <a:lstStyle/>
          <a:p>
            <a:pPr marL="21913" marR="0" lvl="0" indent="0" defTabSz="914400">
              <a:lnSpc>
                <a:spcPct val="100000"/>
              </a:lnSpc>
              <a:spcBef>
                <a:spcPts val="162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sz="2150" b="0" i="0" u="none" strike="noStrike" cap="none" spc="-85">
                <a:ln>
                  <a:noFill/>
                </a:ln>
                <a:solidFill>
                  <a:sysClr val="windowText" lastClr="000000"/>
                </a:solidFill>
                <a:latin typeface="Calibri"/>
                <a:cs typeface="Calibri"/>
              </a:rPr>
              <a:t>2</a:t>
            </a:r>
            <a:endParaRPr sz="2150" b="0" i="0" u="none" strike="noStrike" cap="none" spc="0">
              <a:ln>
                <a:noFill/>
              </a:ln>
              <a:solidFill>
                <a:sysClr val="windowText" lastClr="000000"/>
              </a:solidFill>
              <a:latin typeface="Calibri"/>
              <a:cs typeface="Calibri"/>
            </a:endParaRPr>
          </a:p>
        </p:txBody>
      </p:sp>
      <p:sp>
        <p:nvSpPr>
          <p:cNvPr id="144683856" name="object 30"/>
          <p:cNvSpPr txBox="1"/>
          <p:nvPr/>
        </p:nvSpPr>
        <p:spPr bwMode="auto">
          <a:xfrm>
            <a:off x="106431" y="3084217"/>
            <a:ext cx="13304768" cy="2408351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089759" algn="ctr">
              <a:spcBef>
                <a:spcPts val="504"/>
              </a:spcBef>
              <a:defRPr/>
            </a:pPr>
            <a:r>
              <a:rPr lang="en-GB" sz="4000" spc="-12">
                <a:solidFill>
                  <a:srgbClr val="FFFFFF"/>
                </a:solidFill>
                <a:latin typeface="Comic Sans MS"/>
                <a:cs typeface="Comic Sans MS"/>
              </a:rPr>
              <a:t>Algorithms &amp; Problem-Solving</a:t>
            </a:r>
            <a:endParaRPr/>
          </a:p>
          <a:p>
            <a:pPr marL="2089759" algn="ctr">
              <a:spcBef>
                <a:spcPts val="504"/>
              </a:spcBef>
              <a:defRPr/>
            </a:pPr>
            <a:r>
              <a:rPr lang="sv-SE" sz="2400" spc="-12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2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  <a:endParaRPr/>
          </a:p>
          <a:p>
            <a:pPr marL="2089759" marR="0" lvl="0" indent="0" algn="ctr" defTabSz="914400">
              <a:lnSpc>
                <a:spcPct val="100000"/>
              </a:lnSpc>
              <a:spcBef>
                <a:spcPts val="504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i="0" u="none" strike="noStrike" cap="none" spc="0">
                <a:ln>
                  <a:noFill/>
                </a:ln>
                <a:solidFill>
                  <a:srgbClr val="FFCE53"/>
                </a:solidFill>
                <a:latin typeface="Comic Sans MS"/>
                <a:cs typeface="Comic Sans MS"/>
              </a:rPr>
              <a:t>Problem #18 Solution</a:t>
            </a:r>
            <a:endParaRPr/>
          </a:p>
          <a:p>
            <a:pPr marL="2089759" marR="0" lvl="0" indent="0" algn="ctr" defTabSz="914400">
              <a:lnSpc>
                <a:spcPct val="100000"/>
              </a:lnSpc>
              <a:spcBef>
                <a:spcPts val="504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sv-SE" sz="4000" b="1" i="0" u="none" strike="noStrike" cap="none" spc="0">
                <a:ln>
                  <a:noFill/>
                </a:ln>
                <a:solidFill>
                  <a:srgbClr val="FF0000"/>
                </a:solidFill>
                <a:latin typeface="Comic Sans MS"/>
              </a:rPr>
              <a:t>Flow</a:t>
            </a:r>
            <a:r>
              <a:rPr lang="sv-SE" sz="4000" b="1" i="0" u="none" strike="noStrike" cap="none" spc="0">
                <a:ln>
                  <a:noFill/>
                </a:ln>
                <a:solidFill>
                  <a:srgbClr val="FF0000"/>
                </a:solidFill>
                <a:latin typeface="Comic Sans MS"/>
              </a:rPr>
              <a:t> </a:t>
            </a:r>
            <a:r>
              <a:rPr lang="sv-SE" sz="4000" b="1" i="0" u="none" strike="noStrike" cap="none" spc="0">
                <a:ln>
                  <a:noFill/>
                </a:ln>
                <a:solidFill>
                  <a:srgbClr val="FF0000"/>
                </a:solidFill>
                <a:latin typeface="Comic Sans MS"/>
              </a:rPr>
              <a:t>chart</a:t>
            </a:r>
            <a:endParaRPr lang="sv-SE" sz="4000" b="1" i="0" u="none" strike="noStrike" cap="none" spc="0">
              <a:ln>
                <a:noFill/>
              </a:ln>
              <a:solidFill>
                <a:srgbClr val="FF0000"/>
              </a:solidFill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67760044" name="Picture 1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4744499" y="1703210"/>
            <a:ext cx="3935514" cy="665197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0422283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</a:t>
            </a: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 </a:t>
            </a: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6</Slides>
  <Notes>6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Theme 1</vt:lpstr>
      <vt:lpstr>Slide 1</vt:lpstr>
      <vt:lpstr>Slide 2</vt:lpstr>
      <vt:lpstr>Slide 3</vt:lpstr>
      <vt:lpstr>Slide 4</vt:lpstr>
      <vt:lpstr>Slide 5</vt:lpstr>
      <vt:lpstr>Slide 6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233</cp:revision>
  <dcterms:created xsi:type="dcterms:W3CDTF">2025-12-09T17:44:59Z</dcterms:created>
  <dcterms:modified xsi:type="dcterms:W3CDTF">2026-08-30T16:20:59Z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