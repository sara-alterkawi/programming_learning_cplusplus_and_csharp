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2647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47361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02810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943410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338152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82318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02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822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692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10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850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789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AE6573-4BF6-6E9A-8F00-7DB15E95A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125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475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67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3DA718-8BB8-AAC4-DE30-6A2C0EE2A3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833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658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684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9DD918-CCA1-3D5E-01C8-95953B2747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709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049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62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9A6AB8-4EE6-4AA7-7972-D260F31CDD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205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326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669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3357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764174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38097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83087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1847037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79498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42758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40959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5171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9915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081994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3804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38511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221312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771807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0288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3507470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768519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601896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689163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71421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275561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7152811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93502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035993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235655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0516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857937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44631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83117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064542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8153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687983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6885154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146356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4655362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00689466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8873825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1361539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#32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980882" name="object 3"/>
          <p:cNvSpPr txBox="1"/>
          <p:nvPr/>
        </p:nvSpPr>
        <p:spPr bwMode="auto">
          <a:xfrm>
            <a:off x="380999" y="888075"/>
            <a:ext cx="12352766" cy="584986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32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Number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M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Number^</a:t>
            </a:r>
            <a:r>
              <a:rPr lang="sv-SE" sz="2400">
                <a:latin typeface="Comic Sans MS"/>
              </a:rPr>
              <a:t>M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2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4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16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130260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32000120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25267753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4010876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778592737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32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079991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0871" y="1255095"/>
            <a:ext cx="11770049" cy="6822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6959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