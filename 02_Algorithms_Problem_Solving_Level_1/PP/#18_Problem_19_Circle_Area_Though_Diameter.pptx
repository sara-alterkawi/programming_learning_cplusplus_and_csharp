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5442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922671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61373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21988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988783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77646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196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9471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855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6917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0926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34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183ACF-D704-5926-4048-73E5CE379D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356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3530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86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4CD5C5-D7CE-DCE5-1647-AD50727A7C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4964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456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488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E35198-39A7-45CC-0173-070DF5220A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610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237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175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AD6661-036C-30AB-7B23-B919C86D53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547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559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1533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20173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546349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286719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083722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5948632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99565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498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960858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230615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24650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651927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9203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08579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7590697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6387328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757374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320420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235561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3099364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461450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511429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029333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4044330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03452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416050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4831095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3385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00861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446414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751771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06344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23838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5580633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44600964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228024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806294358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743629965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41087111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786402729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 lang="sv-SE" sz="4000" spc="-12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99564" name="object 3"/>
          <p:cNvSpPr txBox="1"/>
          <p:nvPr/>
        </p:nvSpPr>
        <p:spPr bwMode="auto">
          <a:xfrm>
            <a:off x="380999" y="888075"/>
            <a:ext cx="12352766" cy="335687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#19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calculate circle area through diameter, then print it on the screen.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 use should enter: D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sz="2400" b="1">
                <a:latin typeface="Comic Sans MS"/>
              </a:rPr>
              <a:t>Example</a:t>
            </a:r>
            <a:endParaRPr lang="sv-SE" sz="2400" b="1">
              <a:latin typeface="Comic Sans MS"/>
            </a:endParaRPr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Inputs: </a:t>
            </a:r>
            <a:r>
              <a:rPr sz="2400">
                <a:latin typeface="Comic Sans MS"/>
              </a:rPr>
              <a:t>10</a:t>
            </a:r>
            <a:endParaRPr/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Outputs</a:t>
            </a:r>
            <a:r>
              <a:rPr lang="sv-SE" sz="2400" b="1">
                <a:latin typeface="Comic Sans MS"/>
              </a:rPr>
              <a:t>:</a:t>
            </a:r>
            <a:r>
              <a:rPr sz="2400">
                <a:latin typeface="Comic Sans MS"/>
              </a:rPr>
              <a:t> 78.54</a:t>
            </a:r>
            <a:endParaRPr/>
          </a:p>
        </p:txBody>
      </p:sp>
      <p:pic>
        <p:nvPicPr>
          <p:cNvPr id="1625374770" name="Slide"/>
          <p:cNvPicPr>
            <a:picLocks noChangeAspect="1"/>
          </p:cNvPicPr>
          <p:nvPr/>
        </p:nvPicPr>
        <p:blipFill rotWithShape="1">
          <a:blip r:embed="rId3"/>
          <a:srcRect l="75986" t="17250" r="5113" b="57279"/>
          <a:stretch/>
        </p:blipFill>
        <p:spPr bwMode="auto">
          <a:xfrm>
            <a:off x="11125199" y="2989067"/>
            <a:ext cx="2286000" cy="2239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802147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66339515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483215423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17016595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511449572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#18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1763992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21291" y="1703210"/>
            <a:ext cx="3781932" cy="66519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2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