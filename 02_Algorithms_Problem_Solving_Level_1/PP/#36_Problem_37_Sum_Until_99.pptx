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309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3520962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357237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32722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14501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997964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723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488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858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0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391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844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167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479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8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437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4863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504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41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0961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070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083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12703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783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52102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351834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421330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25211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1564998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70778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77485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673438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3679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4402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4359438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8510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261079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261433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090447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719369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8383775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118727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2157159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038126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07178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967797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5193619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09113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140842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1193822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1548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864420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166849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530223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5057012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74975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6029724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35827296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8791912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0707648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44468580" name="object 30"/>
          <p:cNvSpPr txBox="1"/>
          <p:nvPr/>
        </p:nvSpPr>
        <p:spPr bwMode="auto">
          <a:xfrm>
            <a:off x="106427" y="3084213"/>
            <a:ext cx="13309084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7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396264" name="object 3"/>
          <p:cNvSpPr txBox="1"/>
          <p:nvPr/>
        </p:nvSpPr>
        <p:spPr bwMode="auto">
          <a:xfrm>
            <a:off x="380997" y="888075"/>
            <a:ext cx="12444202" cy="518905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7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a program to read numbers from user and sum them, keep reading until the user enters -99 then print
the Sum on screen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Example: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Input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-99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Outputs→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100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108764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3351418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454247740" name="object 30"/>
          <p:cNvSpPr txBox="1"/>
          <p:nvPr/>
        </p:nvSpPr>
        <p:spPr bwMode="auto">
          <a:xfrm>
            <a:off x="106427" y="3084213"/>
            <a:ext cx="13309084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7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6409688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-16854" y="1461426"/>
            <a:ext cx="8859954" cy="7135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02186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238</cp:revision>
  <dcterms:created xsi:type="dcterms:W3CDTF">2025-12-09T17:44:59Z</dcterms:created>
  <dcterms:modified xsi:type="dcterms:W3CDTF">2026-08-30T17:35:32Z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