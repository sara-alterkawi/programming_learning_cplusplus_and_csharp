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429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387280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87866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035563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922467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04981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410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50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670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985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418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231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C0BBF6-005E-8C93-E9EC-688BB4E038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650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639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435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CF49AA-C311-341A-0F59-9EB93FBCDC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364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777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070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B35C1A-2FFC-B966-2683-2815D4E673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14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425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914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99ACE2-DC59-22F5-CC10-A07AC5C2F5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690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896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030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9688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65229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96538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56738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265577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24972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60295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83950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28648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4892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387149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125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16623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527317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96476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35983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5055011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927249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7440865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619435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705181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61538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4749238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4251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153609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2803751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6265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59076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1379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895969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435161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41117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11435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2148003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2079545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51978461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51708745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2573724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78444809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29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41906" name="object 3"/>
          <p:cNvSpPr txBox="1"/>
          <p:nvPr/>
        </p:nvSpPr>
        <p:spPr bwMode="auto">
          <a:xfrm>
            <a:off x="380999" y="888075"/>
            <a:ext cx="12352766" cy="3633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29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</a:t>
            </a:r>
            <a:r>
              <a:rPr lang="sv-SE" sz="2400">
                <a:latin typeface="Comic Sans MS"/>
              </a:rPr>
              <a:t>Sum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even</a:t>
            </a:r>
            <a:r>
              <a:rPr sz="2400">
                <a:latin typeface="Comic Sans MS"/>
              </a:rPr>
              <a:t> numbers from </a:t>
            </a:r>
            <a:r>
              <a:rPr lang="sv-SE" sz="2400">
                <a:latin typeface="Comic Sans MS"/>
              </a:rPr>
              <a:t>1 to </a:t>
            </a:r>
            <a:r>
              <a:rPr sz="2400">
                <a:latin typeface="Comic Sans MS"/>
              </a:rPr>
              <a:t>N.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10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30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461823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0608314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71278636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1012052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509292148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29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1609636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2759" y="1255095"/>
            <a:ext cx="10233145" cy="7350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76477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