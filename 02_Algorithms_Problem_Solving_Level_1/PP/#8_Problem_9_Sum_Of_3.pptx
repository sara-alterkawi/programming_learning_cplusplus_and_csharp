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5690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447789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649967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0670143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7497204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598145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537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83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242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195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175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023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3A333F-A980-46DE-FE31-64CC1D289A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622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8009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002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FAD1DB-3CE4-EECF-BD2C-D130E14A9D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517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5771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025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041695-A7B9-EE1F-31E5-B5CAA6A07E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9294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4242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836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0763AF-A18F-7597-CF3C-30864E1CFB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403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95834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968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95280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287881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466155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70521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4915803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67189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961351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671441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569683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250208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0411621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3012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000107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3885982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9082460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045486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6429356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370535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6816818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789585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443029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391503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0222229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1399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437495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2135611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335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91514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772814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324216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6536131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60211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7731391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24618376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5989357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461940667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439029936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3156234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788681848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078339" name="object 3"/>
          <p:cNvSpPr txBox="1"/>
          <p:nvPr/>
        </p:nvSpPr>
        <p:spPr bwMode="auto">
          <a:xfrm>
            <a:off x="380999" y="888075"/>
            <a:ext cx="12352766" cy="372620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#9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Number1, Number2, Number3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Then Print the </a:t>
            </a:r>
            <a:r>
              <a:rPr lang="sv-SE" sz="2400">
                <a:latin typeface="Comic Sans MS"/>
              </a:rPr>
              <a:t>Sum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of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entered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numbers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</a:t>
            </a:r>
            <a:r>
              <a:rPr lang="sv-SE" sz="2400">
                <a:latin typeface="Comic Sans MS"/>
              </a:rPr>
              <a:t> 10, 20, 30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 60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939591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37756170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847793317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36936793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1190266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#9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7689184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13306" y="1137591"/>
            <a:ext cx="5184585" cy="77832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86183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232</cp:revision>
  <dcterms:created xsi:type="dcterms:W3CDTF">2025-12-09T17:44:59Z</dcterms:created>
  <dcterms:modified xsi:type="dcterms:W3CDTF">2026-08-30T16:04:21Z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