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8159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68633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16067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2387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787096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942242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650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856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68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553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071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94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1F8E7-B902-F4CD-C6A5-8017E98FE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891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441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662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BD5F09-1A95-BB4B-F276-B7F9997FC8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51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697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93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34D31-E7BE-A9E1-19F0-98933888F3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406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013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839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97F9EC-0867-028C-A498-082B57419E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720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2127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81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9145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069665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34601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14125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339110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1120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24195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55447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23748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43192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883127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5159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13644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267579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354502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671347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1884070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071245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9781318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887608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435663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176924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4475925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73814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28863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4422875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8299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95961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063074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58949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8761731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9753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9527403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8881830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782389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31837630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1798874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3405038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71400988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173485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#10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Mark1, Mark2, Mark3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Average of entered Marks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90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80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70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80 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715908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37629539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23507866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6354038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8570642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#10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7923266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37896" y="1137591"/>
            <a:ext cx="4935404" cy="7783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2990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