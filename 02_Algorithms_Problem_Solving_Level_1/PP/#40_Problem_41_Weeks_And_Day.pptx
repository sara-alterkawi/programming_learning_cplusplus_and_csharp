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5689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94553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35696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978915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777991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322558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683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439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765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8510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232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704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792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06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86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8841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866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838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483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200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027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134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87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14991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100863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81740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43816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839798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5135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46389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34595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60275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669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786233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432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05486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385374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135204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662996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18173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4851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096916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829555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019319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471426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69475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05129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32395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569565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8308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4067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553860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662243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781596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15075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7167370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81336942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334285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0183364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39302537" name="object 30"/>
          <p:cNvSpPr txBox="1"/>
          <p:nvPr/>
        </p:nvSpPr>
        <p:spPr bwMode="auto">
          <a:xfrm>
            <a:off x="106425" y="3084210"/>
            <a:ext cx="13312680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1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569900" name="object 3"/>
          <p:cNvSpPr txBox="1"/>
          <p:nvPr/>
        </p:nvSpPr>
        <p:spPr bwMode="auto">
          <a:xfrm>
            <a:off x="380997" y="888075"/>
            <a:ext cx="12513318" cy="479821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1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read a NumberOfHours and calculates the number of weeks, and days included in that
number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365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Outputs&gt;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2.17 Weeks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15.20 Days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847928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2092122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750901303" name="object 30"/>
          <p:cNvSpPr txBox="1"/>
          <p:nvPr/>
        </p:nvSpPr>
        <p:spPr bwMode="auto">
          <a:xfrm>
            <a:off x="106425" y="3084210"/>
            <a:ext cx="13312680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1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6656339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939439" y="127924"/>
            <a:ext cx="8037260" cy="996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24832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242</cp:revision>
  <dcterms:created xsi:type="dcterms:W3CDTF">2025-12-09T17:44:59Z</dcterms:created>
  <dcterms:modified xsi:type="dcterms:W3CDTF">2026-08-30T18:24:58Z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