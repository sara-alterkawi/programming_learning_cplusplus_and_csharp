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9794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69928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657983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1176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01099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29975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798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422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99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060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807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521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6A2CF-72F4-C37F-61D3-9188EC9D21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287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136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026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C30410-B328-12E6-DC46-EECFE3BBB8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112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06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344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AF26E-D77D-805F-C877-A6F084B805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74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760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63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FCCD5-8185-3EE1-D924-63FB197B30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16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3469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311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70474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122786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686784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27426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327844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3555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5149105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7829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97447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98617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126170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5703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13141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5787443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995416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473163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093572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27163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068908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37637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806404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801999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8416923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80816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380540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0905949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7333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29292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22964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55422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4006793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76665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9142967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845877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423395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8395862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62846128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224088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307416610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50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601265" name="object 3"/>
          <p:cNvSpPr txBox="1"/>
          <p:nvPr/>
        </p:nvSpPr>
        <p:spPr bwMode="auto">
          <a:xfrm>
            <a:off x="380999" y="888075"/>
            <a:ext cx="12352766" cy="594219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50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read the ATM PIN code from the user, then check if PIN Code = 1234, then show the balance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to user, otherwise print “Wong PIN” and ask the user to enter the PIN again.</a:t>
            </a:r>
            <a:endParaRPr/>
          </a:p>
          <a:p>
            <a:pPr>
              <a:defRPr/>
            </a:pPr>
            <a:r>
              <a:rPr sz="2400">
                <a:solidFill>
                  <a:srgbClr val="FF0000"/>
                </a:solidFill>
                <a:latin typeface="Comic Sans MS"/>
              </a:rPr>
              <a:t>Only allow user to enter the PIN 3 times, if fails, print “Card is locked!”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Assume User Balance is 7500.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1234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5151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Your Balance is: 7500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Wrong PIN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7551599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50937989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40672406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08550083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000224445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50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9025466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4486" y="914400"/>
            <a:ext cx="13440174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21769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248</cp:revision>
  <dcterms:created xsi:type="dcterms:W3CDTF">2025-12-09T17:44:59Z</dcterms:created>
  <dcterms:modified xsi:type="dcterms:W3CDTF">2026-08-30T18:59:18Z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