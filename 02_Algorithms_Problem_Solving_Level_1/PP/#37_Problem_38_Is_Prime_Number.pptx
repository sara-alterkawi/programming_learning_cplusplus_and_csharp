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11940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7956905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6009056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0757716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4255081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952685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5497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2594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9325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6098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4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014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47EF03-3780-D084-FAD4-7C4977AF08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603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939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05957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2E6323-569B-AEF1-FD99-CDABF71BA9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5611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027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025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15D9A0-7180-87A9-B0CA-7B616957B5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8912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2977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4068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6DA7F3-CB93-477E-BB57-B5DC234440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2624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6668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951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18599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731493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980801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963864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2545789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45970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64531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082826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807552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43693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96019658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57690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358561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9409716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2756732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795619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8859124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7546733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5929315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0015625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219638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919130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94575248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75920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930930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60422204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551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615780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779203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193140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6781314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39733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75989631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565842829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54457178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216552522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7159840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68427196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42811225" name="object 30"/>
          <p:cNvSpPr txBox="1"/>
          <p:nvPr/>
        </p:nvSpPr>
        <p:spPr bwMode="auto">
          <a:xfrm>
            <a:off x="106426" y="3084212"/>
            <a:ext cx="13309803" cy="1713335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3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8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791857" name="object 3"/>
          <p:cNvSpPr txBox="1"/>
          <p:nvPr/>
        </p:nvSpPr>
        <p:spPr bwMode="auto">
          <a:xfrm>
            <a:off x="380997" y="888075"/>
            <a:ext cx="12464001" cy="6296737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3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8</a:t>
            </a:r>
            <a:endParaRPr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Write a program to read a number and check if it is a prime number or not.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
Note: Prime number can only divide on one and on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itself.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Example: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Input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5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6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3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Outputs→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Prime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
Not Prime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Prime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5534341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933130240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077953384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03023160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668198090" name="object 30"/>
          <p:cNvSpPr txBox="1"/>
          <p:nvPr/>
        </p:nvSpPr>
        <p:spPr bwMode="auto">
          <a:xfrm>
            <a:off x="106426" y="3084212"/>
            <a:ext cx="13309803" cy="238694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3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8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0555668" name="Picture 3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-16853" y="1461425"/>
            <a:ext cx="13393854" cy="71355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58828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239</cp:revision>
  <dcterms:created xsi:type="dcterms:W3CDTF">2025-12-09T17:44:59Z</dcterms:created>
  <dcterms:modified xsi:type="dcterms:W3CDTF">2026-08-30T17:43:15Z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