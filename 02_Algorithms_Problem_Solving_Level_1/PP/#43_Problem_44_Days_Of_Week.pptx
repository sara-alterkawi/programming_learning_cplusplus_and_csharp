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546057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1195544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9899339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1727298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6240114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8695745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01292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39870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7602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9834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9439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784816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47EF03-3780-D084-FAD4-7C4977AF08C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86066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43763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68060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2E6323-569B-AEF1-FD99-CDABF71BA9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53315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88326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46753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15D9A0-7180-87A9-B0CA-7B616957B5C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50544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61354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88241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06DA7F3-CB93-477E-BB57-B5DC234440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1688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7452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86156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575197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1555130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4944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61528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186516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5230838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584049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516592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691551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6396107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9597314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1625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6368745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0206972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6134924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5376010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22326995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1635909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6426791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5809637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3590509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0230584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76389606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4906339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11238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17251179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704544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8441109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7831229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6180358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05973771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255995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62813045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54859563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504026226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1655252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857159840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54409572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977980617" name="object 30"/>
          <p:cNvSpPr txBox="1"/>
          <p:nvPr/>
        </p:nvSpPr>
        <p:spPr bwMode="auto">
          <a:xfrm>
            <a:off x="106425" y="3084210"/>
            <a:ext cx="13314837" cy="1713335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914799" name="object 3"/>
          <p:cNvSpPr txBox="1"/>
          <p:nvPr/>
        </p:nvSpPr>
        <p:spPr bwMode="auto">
          <a:xfrm>
            <a:off x="380997" y="888075"/>
            <a:ext cx="12563715" cy="7790995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4</a:t>
            </a:r>
            <a:endParaRPr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Write a program to ask the user to enter: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
Day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Then print the day as follows: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
1 Print Sunday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2 Print Monday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3 Print Tuesday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4 Print Wednesday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5 Print Thursday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6 Print Friday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7 Print Saturday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• Otherwise print "Wrong Day" and ask the use to enter the day again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
Example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Inputs: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
6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Outputs→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Friday</a:t>
            </a:r>
            <a:endParaRPr lang="en-US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994118182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933130240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077953384" name="object 4"/>
            <p:cNvSpPr/>
            <p:nvPr/>
          </p:nvSpPr>
          <p:spPr bwMode="auto">
            <a:xfrm>
              <a:off x="60959" y="3901438"/>
              <a:ext cx="7711438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47090964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908203233" name="object 30"/>
          <p:cNvSpPr txBox="1"/>
          <p:nvPr/>
        </p:nvSpPr>
        <p:spPr bwMode="auto">
          <a:xfrm>
            <a:off x="106425" y="3084210"/>
            <a:ext cx="13314837" cy="238694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1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1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r>
              <a:rPr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4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65610653" name="Picture 3"/>
          <p:cNvPicPr>
            <a:picLocks noChangeAspect="1"/>
          </p:cNvPicPr>
          <p:nvPr/>
        </p:nvPicPr>
        <p:blipFill rotWithShape="1">
          <a:blip r:embed="rId3"/>
        </p:blipFill>
        <p:spPr bwMode="auto">
          <a:xfrm flipH="0" flipV="0">
            <a:off x="3899" y="127923"/>
            <a:ext cx="13411199" cy="99685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32391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245</cp:revision>
  <dcterms:created xsi:type="dcterms:W3CDTF">2025-12-09T17:44:59Z</dcterms:created>
  <dcterms:modified xsi:type="dcterms:W3CDTF">2026-08-30T18:42:31Z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