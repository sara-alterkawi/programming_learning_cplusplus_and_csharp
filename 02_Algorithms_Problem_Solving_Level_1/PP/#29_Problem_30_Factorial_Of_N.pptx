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028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638487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166130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517211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110434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340305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081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5645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9020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468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8413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225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2DD225-1003-2B2E-141E-DEC91413E2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228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564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400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A16946-13BB-0F57-5B94-903974339F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657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409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488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BAC6B4-432D-353C-257E-DD4D8778ED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98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314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909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30E668-00E6-A06C-7C9E-494CA19C7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439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952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3274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84676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466835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53223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430911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359095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4714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961234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14126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73598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670475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6682971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5421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482281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0268867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4548254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669952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6333023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40661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7544936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317071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701117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416339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4361246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8448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4179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6564909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8625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256527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704668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869105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666065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54555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3150622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4437234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19349956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42418671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9667123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9481386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288387175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#30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746841" name="object 3"/>
          <p:cNvSpPr txBox="1"/>
          <p:nvPr/>
        </p:nvSpPr>
        <p:spPr bwMode="auto">
          <a:xfrm>
            <a:off x="380999" y="888075"/>
            <a:ext cx="12352766" cy="511120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30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calculate factorial of N!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Example: factorial of 6</a:t>
            </a:r>
            <a:r>
              <a:rPr lang="sv-SE" sz="2400">
                <a:latin typeface="Comic Sans MS"/>
              </a:rPr>
              <a:t>: </a:t>
            </a:r>
            <a:r>
              <a:rPr sz="2400">
                <a:latin typeface="Comic Sans MS"/>
              </a:rPr>
              <a:t>6 x 5 x 4 x 3 x 2 x 1 = 720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Note: User should only enter positive number, other wise reject it and ask to enter again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Example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 Input 6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720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3796843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15501330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555006206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69475528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782358084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30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140100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733" y="1255095"/>
            <a:ext cx="13382327" cy="68221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72458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