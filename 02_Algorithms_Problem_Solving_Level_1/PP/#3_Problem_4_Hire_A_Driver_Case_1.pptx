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85018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396187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7325167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3657259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9418312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406547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566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80506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30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028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8681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19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B5395C-186B-3D12-9EC0-59F6FF5760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05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7916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948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5C1C8-F3E2-A52B-3FDA-A7CDD9CECF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9847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404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951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05FBB4-045C-E029-C33C-036AC29D1C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088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915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09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7B9F5E-9931-255C-2E7B-D00383E001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340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855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490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7261D0-538D-4EFB-B45D-6257F0786B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50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0882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001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76098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741423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39730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988157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9389978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80689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098955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669308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44895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178719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526374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784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958151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8950871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4357268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613202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9650689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862428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0844385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361791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828337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674764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1431408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3566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070291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0829973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87282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14363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352794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322227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017867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89337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2317271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40412715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6398108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417788265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525804832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4069195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2052460919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786848" name="object 3"/>
          <p:cNvSpPr txBox="1"/>
          <p:nvPr/>
        </p:nvSpPr>
        <p:spPr bwMode="auto">
          <a:xfrm>
            <a:off x="380999" y="888075"/>
            <a:ext cx="12352766" cy="8896854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#4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r>
              <a:rPr sz="2400">
                <a:latin typeface="Comic Sans MS"/>
              </a:rPr>
              <a:t> 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Month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Then print the day as follows: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1 Print January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2 Print February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3 Print March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4 Print April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5 Print May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6 Print June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7 Print July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8 Print August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9 Print September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10 Print October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11 Print November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12 December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Otherwise print “</a:t>
            </a:r>
            <a:r>
              <a:rPr sz="2400">
                <a:solidFill>
                  <a:srgbClr val="FF0000"/>
                </a:solidFill>
                <a:latin typeface="Comic Sans MS"/>
              </a:rPr>
              <a:t>Wrong Month</a:t>
            </a:r>
            <a:r>
              <a:rPr sz="2400">
                <a:latin typeface="Comic Sans MS"/>
              </a:rPr>
              <a:t>” and ask the use to enter the Month again.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11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November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94682371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029895385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726668158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59367036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81291013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#4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3540220" name="Picture 73" descr="A diagram of a flowchart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2019299"/>
            <a:ext cx="13385201" cy="6019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9540937" name="Picture 73"/>
          <p:cNvPicPr>
            <a:picLocks noChangeAspect="1"/>
          </p:cNvPicPr>
          <p:nvPr/>
        </p:nvPicPr>
        <p:blipFill rotWithShape="1">
          <a:blip r:embed="rId3"/>
          <a:srcRect l="0" t="2099" r="0" b="0"/>
          <a:stretch/>
        </p:blipFill>
        <p:spPr bwMode="auto">
          <a:xfrm>
            <a:off x="18856" y="1474656"/>
            <a:ext cx="13373484" cy="7109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26170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227</cp:revision>
  <dcterms:created xsi:type="dcterms:W3CDTF">2025-12-09T17:44:59Z</dcterms:created>
  <dcterms:modified xsi:type="dcterms:W3CDTF">2026-08-30T13:50:47Z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