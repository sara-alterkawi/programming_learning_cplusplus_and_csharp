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76834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3763894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838655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994373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4201185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5940970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0282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3771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426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794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3029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9092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47EF03-3780-D084-FAD4-7C4977AF08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521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7220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682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2E6323-569B-AEF1-FD99-CDABF71BA9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6383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402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362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5D9A0-7180-87A9-B0CA-7B616957B5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7415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1957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0006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6DA7F3-CB93-477E-BB57-B5DC23444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210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0253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775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49076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725561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31038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729271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8328836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07438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119486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211244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906668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843870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915236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9209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199628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0889622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1055309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378867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6460354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849927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9660595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203832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40289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350343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69610396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84300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011806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3512496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4814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380699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714666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101850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1351270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3694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7620478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95466581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2652915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1655252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7159840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79000579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877355242" name="object 30"/>
          <p:cNvSpPr txBox="1"/>
          <p:nvPr/>
        </p:nvSpPr>
        <p:spPr bwMode="auto">
          <a:xfrm>
            <a:off x="106425" y="3084210"/>
            <a:ext cx="13311961" cy="171333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40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195865" name="object 3"/>
          <p:cNvSpPr txBox="1"/>
          <p:nvPr/>
        </p:nvSpPr>
        <p:spPr bwMode="auto">
          <a:xfrm>
            <a:off x="380997" y="888075"/>
            <a:ext cx="12500359" cy="447834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40</a:t>
            </a:r>
            <a:endParaRPr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restaurant charges 10% services fee and 16% sales tax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
Write a program to read a BillValue and add service fee and sales tax to it, and print the TotalBill on the
screen.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Example: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
Input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100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Outputs→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127.6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78310064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33130240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77953384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58277615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561060688" name="object 30"/>
          <p:cNvSpPr txBox="1"/>
          <p:nvPr/>
        </p:nvSpPr>
        <p:spPr bwMode="auto">
          <a:xfrm>
            <a:off x="106425" y="3084210"/>
            <a:ext cx="13311961" cy="238694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40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6813837" name="Picture 3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2939439" y="127924"/>
            <a:ext cx="8037260" cy="9968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16767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241</cp:revision>
  <dcterms:created xsi:type="dcterms:W3CDTF">2025-12-09T17:44:59Z</dcterms:created>
  <dcterms:modified xsi:type="dcterms:W3CDTF">2026-08-30T17:56:35Z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