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73267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1432632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285644731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684682203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151913678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3396503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1998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898185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80777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41278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571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045535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51FB9A-D081-757A-2EA8-8DF136AC3D1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85291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4338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476263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0F4875F-6A39-232A-2E5A-C88A1C2658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02761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37584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35369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734098-D1BD-7FE6-1DEA-DAC646D9256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7944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31759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38122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2E6F49-F132-1FDC-3FF4-DD019F5FAF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7035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077915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0129016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9886568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880435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044753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8029804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3160311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699825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5352951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69313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723494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985176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631483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13927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385924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9909301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2370233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0531965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4230528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9986057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96484763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3648764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9367156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3645633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96334748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946970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8905131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108256436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77008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8360048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5230454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45723089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994874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0847852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16064247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63469539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22202529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8763639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91788232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23354717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408204966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23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1041478" name="object 3"/>
          <p:cNvSpPr txBox="1"/>
          <p:nvPr/>
        </p:nvSpPr>
        <p:spPr bwMode="auto">
          <a:xfrm>
            <a:off x="380999" y="888075"/>
            <a:ext cx="12352766" cy="3726208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23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2400">
                <a:latin typeface="Comic Sans MS"/>
              </a:rPr>
              <a:t>Write a program to calculate circle area circle described around an arbitrary triangle, then print it on the screen.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The use should enter: a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b</a:t>
            </a:r>
            <a:r>
              <a:rPr lang="sv-SE" sz="2400">
                <a:latin typeface="Comic Sans MS"/>
              </a:rPr>
              <a:t>,</a:t>
            </a:r>
            <a:r>
              <a:rPr sz="2400">
                <a:latin typeface="Comic Sans MS"/>
              </a:rPr>
              <a:t> C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 </a:t>
            </a:r>
            <a:endParaRPr/>
          </a:p>
          <a:p>
            <a:pPr>
              <a:defRPr/>
            </a:pPr>
            <a:r>
              <a:rPr sz="2400" b="1">
                <a:latin typeface="Comic Sans MS"/>
              </a:rPr>
              <a:t>Example</a:t>
            </a:r>
            <a:endParaRPr lang="sv-SE" sz="2400" b="1">
              <a:latin typeface="Comic Sans MS"/>
            </a:endParaRPr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Inputs: </a:t>
            </a:r>
            <a:r>
              <a:rPr sz="2400">
                <a:latin typeface="Comic Sans MS"/>
              </a:rPr>
              <a:t>5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6</a:t>
            </a:r>
            <a:r>
              <a:rPr lang="sv-SE" sz="2400">
                <a:latin typeface="Comic Sans MS"/>
              </a:rPr>
              <a:t>, </a:t>
            </a:r>
            <a:r>
              <a:rPr sz="2400">
                <a:latin typeface="Comic Sans MS"/>
              </a:rPr>
              <a:t>7</a:t>
            </a:r>
            <a:endParaRPr/>
          </a:p>
          <a:p>
            <a:pPr>
              <a:defRPr/>
            </a:pPr>
            <a:r>
              <a:rPr lang="sv-SE" sz="2400" b="1">
                <a:latin typeface="Comic Sans MS"/>
              </a:rPr>
              <a:t>	</a:t>
            </a:r>
            <a:r>
              <a:rPr sz="2400" b="1">
                <a:latin typeface="Comic Sans MS"/>
              </a:rPr>
              <a:t>Outputs</a:t>
            </a:r>
            <a:r>
              <a:rPr lang="sv-SE" sz="2400" b="1">
                <a:latin typeface="Comic Sans MS"/>
              </a:rPr>
              <a:t>:</a:t>
            </a:r>
            <a:r>
              <a:rPr sz="2400">
                <a:latin typeface="Comic Sans MS"/>
              </a:rPr>
              <a:t> 40.088</a:t>
            </a:r>
            <a:endParaRPr/>
          </a:p>
        </p:txBody>
      </p:sp>
      <p:pic>
        <p:nvPicPr>
          <p:cNvPr id="28467374" name="Slide"/>
          <p:cNvPicPr>
            <a:picLocks noChangeAspect="1"/>
          </p:cNvPicPr>
          <p:nvPr/>
        </p:nvPicPr>
        <p:blipFill rotWithShape="1">
          <a:blip r:embed="rId3"/>
          <a:srcRect l="72837" t="17250" r="1962" b="52185"/>
          <a:stretch/>
        </p:blipFill>
        <p:spPr bwMode="auto">
          <a:xfrm>
            <a:off x="9997439" y="2514600"/>
            <a:ext cx="3413759" cy="3200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362947335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943291936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373439755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554775639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711298792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23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1290515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140987" y="1833005"/>
            <a:ext cx="3142539" cy="63923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00364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2026-08-30T16:31:48Z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