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684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660022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60476329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15587797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02410988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44993696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1863501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79740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2387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898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09778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8473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69783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2A1E41-FA6D-78F0-D723-3B6813DB70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00075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03685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90204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8B2D3B-C770-8040-915F-65C053DB46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94763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51079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99578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4C5AEC-6237-F67E-2DA4-87BC4E3A83D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08132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68026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7801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2356D5-FFE3-09C0-7ACC-D383DE12CAE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14277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06832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4433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1179407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20137183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261597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8559235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2230378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884367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6201643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0252542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9282355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2489330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96643344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318565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91146518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09169326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95322716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45753032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671853927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25793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694398676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2984938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00149438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92981596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56055496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2874554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78417399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52062686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2071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8744945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5727156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91063754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081389286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357260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792187882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000632973" name="object 30"/>
          <p:cNvSpPr txBox="1"/>
          <p:nvPr/>
        </p:nvSpPr>
        <p:spPr bwMode="auto">
          <a:xfrm>
            <a:off x="0" y="1143000"/>
            <a:ext cx="12749877" cy="282903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&amp;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83209631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1082450402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982046300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319209571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1979733309" name="object 30"/>
          <p:cNvSpPr txBox="1"/>
          <p:nvPr/>
        </p:nvSpPr>
        <p:spPr bwMode="auto">
          <a:xfrm>
            <a:off x="106431" y="3084217"/>
            <a:ext cx="13304768" cy="172867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#8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1608329" name="object 3"/>
          <p:cNvSpPr txBox="1"/>
          <p:nvPr/>
        </p:nvSpPr>
        <p:spPr bwMode="auto">
          <a:xfrm>
            <a:off x="380999" y="888075"/>
            <a:ext cx="12352766" cy="4464873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Problem #8</a:t>
            </a:r>
            <a:endParaRPr/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sz="2400" b="1" i="0" u="none" strike="noStrike" cap="none" spc="69">
              <a:ln>
                <a:noFill/>
              </a:ln>
              <a:solidFill>
                <a:prstClr val="black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sz="2400">
                <a:latin typeface="Comic Sans MS"/>
              </a:rPr>
              <a:t>Write a program to ask the user to </a:t>
            </a:r>
            <a:r>
              <a:rPr sz="2400" u="sng">
                <a:latin typeface="Comic Sans MS"/>
              </a:rPr>
              <a:t>enter:</a:t>
            </a:r>
            <a:endParaRPr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Mark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Then Print the “PASS” if mark &gt;=50, otherwise print “Fail”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 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Example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Inputs: 45</a:t>
            </a:r>
            <a:endParaRPr/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Outputs</a:t>
            </a:r>
            <a:r>
              <a:rPr lang="sv-SE" sz="2400">
                <a:latin typeface="Comic Sans MS"/>
              </a:rPr>
              <a:t>:</a:t>
            </a:r>
            <a:r>
              <a:rPr sz="2400">
                <a:latin typeface="Comic Sans MS"/>
              </a:rPr>
              <a:t> Fail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 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 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73891305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83714065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627922770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197208328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813945031" name="object 30"/>
          <p:cNvSpPr txBox="1"/>
          <p:nvPr/>
        </p:nvSpPr>
        <p:spPr bwMode="auto">
          <a:xfrm>
            <a:off x="106431" y="3084217"/>
            <a:ext cx="13304768" cy="2408351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en-GB" sz="4000" b="1">
                <a:solidFill>
                  <a:srgbClr val="FFCE53"/>
                </a:solidFill>
                <a:latin typeface="Comic Sans MS"/>
                <a:cs typeface="Comic Sans MS"/>
              </a:rPr>
              <a:t>Problem #8 Solution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4000" b="1">
                <a:solidFill>
                  <a:srgbClr val="FF0000"/>
                </a:solidFill>
                <a:latin typeface="Comic Sans MS"/>
              </a:rPr>
              <a:t>Flow</a:t>
            </a:r>
            <a:r>
              <a:rPr lang="sv-SE" sz="4000" b="1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>
                <a:solidFill>
                  <a:srgbClr val="FF0000"/>
                </a:solidFill>
                <a:latin typeface="Comic Sans MS"/>
              </a:rPr>
              <a:t>chart</a:t>
            </a:r>
            <a:endParaRPr lang="sv-SE" sz="4000" b="1">
              <a:solidFill>
                <a:srgbClr val="FF0000"/>
              </a:solidFill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81309996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021365" y="1137591"/>
            <a:ext cx="7368467" cy="77832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6191901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231</cp:revision>
  <dcterms:created xsi:type="dcterms:W3CDTF">2025-12-09T17:44:59Z</dcterms:created>
  <dcterms:modified xsi:type="dcterms:W3CDTF">2026-08-30T13:58:28Z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