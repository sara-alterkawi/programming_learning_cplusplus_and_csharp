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0764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139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824382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2787124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9191281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619130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6516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8466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04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119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9620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321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E41AC5-30B8-0D0A-9023-82ED9D0EDF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757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518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31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3D1CF7-4EBE-5F01-B556-CF7A516D4E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8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8235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115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C7CCA8-B6D2-ADB5-224E-99E3C9AD77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843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880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076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3BC895-5B93-C7E5-0FAF-9806AF563C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763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172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5385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6079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221252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67354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04635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3588582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72766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72911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45713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605478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09252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439063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891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896258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0676788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1926298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192899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1510536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115290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607348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0927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817198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355817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3060835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9869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516158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6149332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457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26532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425557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35109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4764759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54831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2246977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99712771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533442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4093637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92502469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0145327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129996667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970687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#12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lang="sv-SE" sz="2400">
                <a:latin typeface="Comic Sans MS"/>
              </a:rPr>
              <a:t>Number</a:t>
            </a:r>
            <a:r>
              <a:rPr sz="2400">
                <a:latin typeface="Comic Sans MS"/>
              </a:rPr>
              <a:t>1, </a:t>
            </a:r>
            <a:r>
              <a:rPr lang="sv-SE" sz="2400">
                <a:latin typeface="Comic Sans MS"/>
              </a:rPr>
              <a:t>Number</a:t>
            </a:r>
            <a:r>
              <a:rPr sz="2400">
                <a:latin typeface="Comic Sans MS"/>
              </a:rPr>
              <a:t>2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</a:t>
            </a:r>
            <a:r>
              <a:rPr lang="sv-SE" sz="2400">
                <a:latin typeface="Comic Sans MS"/>
              </a:rPr>
              <a:t>Max </a:t>
            </a:r>
            <a:r>
              <a:rPr lang="sv-SE" sz="2400">
                <a:latin typeface="Comic Sans MS"/>
              </a:rPr>
              <a:t>Number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</a:t>
            </a:r>
            <a:r>
              <a:rPr lang="sv-SE" sz="2400">
                <a:latin typeface="Comic Sans MS"/>
              </a:rPr>
              <a:t>1</a:t>
            </a:r>
            <a:r>
              <a:rPr sz="2400">
                <a:latin typeface="Comic Sans MS"/>
              </a:rPr>
              <a:t>0</a:t>
            </a:r>
            <a:r>
              <a:rPr lang="sv-SE" sz="2400">
                <a:latin typeface="Comic Sans MS"/>
              </a:rPr>
              <a:t>, 20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</a:t>
            </a:r>
            <a:r>
              <a:rPr lang="sv-SE" sz="2400">
                <a:latin typeface="Comic Sans MS"/>
              </a:rPr>
              <a:t>20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086173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77087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61673207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1424738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29414192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#12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259723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43993" y="474021"/>
            <a:ext cx="8647011" cy="9110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09234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