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2055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94722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70163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5620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80794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538278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60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81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302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41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731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1804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A5C7D8-3099-FE6C-07D6-3C0FF53EF0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514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500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505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0E9F4E-F894-64FC-8E2D-86BB575430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095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590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539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2E782-8B32-92E6-1BC4-DB26E244A9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025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204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50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929D9-F971-21C2-563E-E4907E2023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24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4394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16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8184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350087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8065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13547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598810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00182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756851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9713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36741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38087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577830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4178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268320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097102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366389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262245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7830719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192404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7528949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436041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7432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438977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410038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8678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350709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1638575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0400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01518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88125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442837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4540265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97601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7134181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40790940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795798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69951765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1700450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129001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597375165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27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895174" name="object 3"/>
          <p:cNvSpPr txBox="1"/>
          <p:nvPr/>
        </p:nvSpPr>
        <p:spPr bwMode="auto">
          <a:xfrm>
            <a:off x="380999" y="888075"/>
            <a:ext cx="12352766" cy="695786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27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print numbers from N</a:t>
            </a:r>
            <a:r>
              <a:rPr lang="sv-SE" sz="2400">
                <a:latin typeface="Comic Sans MS"/>
              </a:rPr>
              <a:t> to 1</a:t>
            </a:r>
            <a:r>
              <a:rPr sz="2400">
                <a:latin typeface="Comic Sans MS"/>
              </a:rPr>
              <a:t>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10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10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9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8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7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6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5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4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3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2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777980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31531668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28656449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3580472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102614419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27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02961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2758" y="1021044"/>
            <a:ext cx="10233146" cy="78181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87370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