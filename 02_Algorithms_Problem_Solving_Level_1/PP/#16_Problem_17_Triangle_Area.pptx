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01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3871230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1428000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9838077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5331889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904634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9860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3702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573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890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85827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459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1BC609-0E51-4AC5-8DD5-82D0508F07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284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772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012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C11159-BC66-C28A-96A7-28CED0BC28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2867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134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792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F7EE74-9198-ECCA-D9C3-E8D2B029ED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061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01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6619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304D35-88F3-0533-0144-9905CDE98F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234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948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6608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18137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117802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67349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825945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2684472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95123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813633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725505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862214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689437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42514974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3157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397245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4657166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8024034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482735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9029169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509848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8379886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126114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838709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393129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2840536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72633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485724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2981952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0053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29146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429856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712486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6293681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82238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7393245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97832158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93281850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00729565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15445649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3507461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809904909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706739" name="object 3"/>
          <p:cNvSpPr txBox="1"/>
          <p:nvPr/>
        </p:nvSpPr>
        <p:spPr bwMode="auto">
          <a:xfrm>
            <a:off x="380999" y="888075"/>
            <a:ext cx="12352766" cy="335687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#17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calculate triangle area then print it on the screen.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 use should enter: a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h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 </a:t>
            </a:r>
            <a:endParaRPr/>
          </a:p>
          <a:p>
            <a:pPr>
              <a:defRPr/>
            </a:pPr>
            <a:r>
              <a:rPr sz="2400" b="1">
                <a:latin typeface="Comic Sans MS"/>
              </a:rPr>
              <a:t>Example</a:t>
            </a:r>
            <a:endParaRPr lang="sv-SE" sz="2400" b="1">
              <a:latin typeface="Comic Sans MS"/>
            </a:endParaRPr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Inputs: </a:t>
            </a:r>
            <a:r>
              <a:rPr sz="2400">
                <a:latin typeface="Comic Sans MS"/>
              </a:rPr>
              <a:t>10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8</a:t>
            </a:r>
            <a:endParaRPr/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Outputs</a:t>
            </a:r>
            <a:r>
              <a:rPr lang="sv-SE" sz="2400" b="1">
                <a:latin typeface="Comic Sans MS"/>
              </a:rPr>
              <a:t>:</a:t>
            </a:r>
            <a:r>
              <a:rPr sz="2400">
                <a:latin typeface="Comic Sans MS"/>
              </a:rPr>
              <a:t>40 </a:t>
            </a:r>
            <a:endParaRPr/>
          </a:p>
        </p:txBody>
      </p:sp>
      <p:pic>
        <p:nvPicPr>
          <p:cNvPr id="1473706989" name="Slide"/>
          <p:cNvPicPr>
            <a:picLocks noChangeAspect="1"/>
          </p:cNvPicPr>
          <p:nvPr/>
        </p:nvPicPr>
        <p:blipFill rotWithShape="1">
          <a:blip r:embed="rId3"/>
          <a:srcRect l="75986" t="18268" r="4325" b="55241"/>
          <a:stretch/>
        </p:blipFill>
        <p:spPr bwMode="auto">
          <a:xfrm>
            <a:off x="11066585" y="2590799"/>
            <a:ext cx="2344614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74811685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95933454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590046638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83810623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243153245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#17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5254847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44499" y="1568144"/>
            <a:ext cx="3935514" cy="6922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59733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232</cp:revision>
  <dcterms:created xsi:type="dcterms:W3CDTF">2025-12-09T17:44:59Z</dcterms:created>
  <dcterms:modified xsi:type="dcterms:W3CDTF">2026-08-30T16:18:56Z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