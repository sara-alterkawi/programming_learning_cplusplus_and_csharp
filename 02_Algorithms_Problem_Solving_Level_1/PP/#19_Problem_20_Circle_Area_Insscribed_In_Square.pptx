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6377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070836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916378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27654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050700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681766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912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87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468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86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662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793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35D37D-BB01-BFBB-B737-FD2DD92079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132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59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948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D7AE9A-E5B0-E3C9-525A-3DD9F13C1B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443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0376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5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589206-56CA-A4C8-238C-7B1834E633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70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393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C0E00-7F58-A42A-94D3-C65A42F185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723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067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190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94126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760429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66990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3309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875393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773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55307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37754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36532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1901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2503779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0612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593543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3859857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2182738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256237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3512723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726020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4587467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663849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625139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069091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6567149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3989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8234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068763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0459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93686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40550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979621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259810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8048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5376849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584469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2514362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71675991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69874304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1128058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11984360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20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46732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20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inscribed in a square,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A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10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78.54</a:t>
            </a:r>
            <a:endParaRPr/>
          </a:p>
        </p:txBody>
      </p:sp>
      <p:pic>
        <p:nvPicPr>
          <p:cNvPr id="1424491229" name="Slide"/>
          <p:cNvPicPr>
            <a:picLocks noChangeAspect="1"/>
          </p:cNvPicPr>
          <p:nvPr/>
        </p:nvPicPr>
        <p:blipFill rotWithShape="1">
          <a:blip r:embed="rId3"/>
          <a:srcRect l="79925" t="14193" r="1962" b="61354"/>
          <a:stretch/>
        </p:blipFill>
        <p:spPr bwMode="auto">
          <a:xfrm>
            <a:off x="10857354" y="2563610"/>
            <a:ext cx="2553844" cy="2664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972780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78288154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7188555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7696973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02369509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20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156520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21291" y="1833005"/>
            <a:ext cx="3781932" cy="6392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15465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