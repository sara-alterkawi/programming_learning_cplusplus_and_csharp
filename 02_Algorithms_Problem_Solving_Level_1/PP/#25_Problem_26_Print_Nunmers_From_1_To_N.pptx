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776816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30848317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692546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756584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1951658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67997913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42957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84887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93419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0702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4000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45392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C85856-74FB-F016-A922-180DC9DFEA9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84120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2322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3897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EB31F4-8C4C-44DD-4B65-5165E9C6C6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54768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5667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7726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77F0E11-4BE4-907C-6A90-5360305F0C6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49215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19921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2242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DC441F-F8B2-E4E0-CCA5-409CFE1B81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05442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56300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71209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2575515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84042942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1709577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0259010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89493166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3032082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0959623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2671394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5911627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9376713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4071798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696223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77525834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513939204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655482636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93710378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834250219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0780847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603285510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5991046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08169264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67610945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127192970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117031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14914671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503922882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0877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5700445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48151365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85677070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774327924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792458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911847795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769666291" name="object 30"/>
          <p:cNvSpPr txBox="1"/>
          <p:nvPr/>
        </p:nvSpPr>
        <p:spPr bwMode="auto">
          <a:xfrm>
            <a:off x="0" y="1143000"/>
            <a:ext cx="12749877" cy="28290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43194173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268858711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770910095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153294372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253604864" name="object 30"/>
          <p:cNvSpPr txBox="1"/>
          <p:nvPr/>
        </p:nvSpPr>
        <p:spPr bwMode="auto">
          <a:xfrm>
            <a:off x="106431" y="3084217"/>
            <a:ext cx="13304768" cy="172867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</a:t>
            </a: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26</a:t>
            </a:r>
            <a:endParaRPr lang="en-GB" sz="4000" b="1" i="0" u="none" strike="noStrike" cap="none" spc="0">
              <a:ln>
                <a:noFill/>
              </a:ln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8862342" name="object 3"/>
          <p:cNvSpPr txBox="1"/>
          <p:nvPr/>
        </p:nvSpPr>
        <p:spPr bwMode="auto">
          <a:xfrm>
            <a:off x="380999" y="888075"/>
            <a:ext cx="12352766" cy="6957862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Problem #</a:t>
            </a:r>
            <a:r>
              <a:rPr lang="sv-SE" sz="4000" b="1">
                <a:latin typeface="Comic Sans MS"/>
              </a:rPr>
              <a:t>26</a:t>
            </a:r>
            <a:endParaRPr lang="sv-SE" sz="4000" b="1" i="0" u="none" strike="noStrike" cap="none" spc="0">
              <a:ln>
                <a:noFill/>
              </a:ln>
              <a:solidFill>
                <a:sysClr val="windowText" lastClr="000000"/>
              </a:solidFill>
              <a:latin typeface="Comic Sans MS"/>
            </a:endParaRPr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2400" b="1" i="0" u="none" strike="noStrike" cap="none" spc="69">
              <a:ln>
                <a:noFill/>
              </a:ln>
              <a:solidFill>
                <a:prstClr val="black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sz="1800"/>
              <a:t> 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Write a program to print numbers from 1 to N.</a:t>
            </a:r>
            <a:endParaRPr/>
          </a:p>
          <a:p>
            <a:pPr>
              <a:defRPr/>
            </a:pPr>
            <a:endParaRPr lang="sv-SE"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Example</a:t>
            </a:r>
            <a:endParaRPr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Input</a:t>
            </a:r>
            <a:r>
              <a:rPr lang="sv-SE" sz="2400">
                <a:latin typeface="Comic Sans MS"/>
              </a:rPr>
              <a:t>:</a:t>
            </a:r>
            <a:r>
              <a:rPr sz="2400">
                <a:latin typeface="Comic Sans MS"/>
              </a:rPr>
              <a:t> 10</a:t>
            </a:r>
            <a:endParaRPr/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Outputs</a:t>
            </a:r>
            <a:r>
              <a:rPr lang="sv-SE" sz="2400">
                <a:latin typeface="Comic Sans MS"/>
              </a:rPr>
              <a:t>:</a:t>
            </a:r>
            <a:endParaRPr/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1</a:t>
            </a:r>
            <a:endParaRPr/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2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3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4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5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6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7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8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9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10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2221337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2055696899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083332184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3559855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1125820856" name="object 30"/>
          <p:cNvSpPr txBox="1"/>
          <p:nvPr/>
        </p:nvSpPr>
        <p:spPr bwMode="auto">
          <a:xfrm>
            <a:off x="106431" y="3084217"/>
            <a:ext cx="13304768" cy="240835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</a:t>
            </a: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26</a:t>
            </a: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 Solution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Flow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chart</a:t>
            </a:r>
            <a:endParaRPr lang="sv-SE" sz="4000" b="1" i="0" u="none" strike="noStrike" cap="none" spc="0">
              <a:ln>
                <a:noFill/>
              </a:ln>
              <a:solidFill>
                <a:srgbClr val="FF0000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73239959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62865" y="1021044"/>
            <a:ext cx="10552933" cy="78181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9406939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234</cp:revision>
  <dcterms:created xsi:type="dcterms:W3CDTF">2025-12-09T17:44:59Z</dcterms:created>
  <dcterms:modified xsi:type="dcterms:W3CDTF">2026-08-30T16:37:38Z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