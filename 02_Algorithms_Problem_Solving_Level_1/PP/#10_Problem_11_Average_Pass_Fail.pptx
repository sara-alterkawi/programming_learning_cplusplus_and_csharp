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3864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67723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35163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74643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736535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6694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593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629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66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0760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3467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694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E0C182-6C42-0846-3E6F-5521899C85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944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1790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31C7EE-F845-132D-2C1D-C1021AB29D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036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535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981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2514BB-2FC5-8AF5-3124-99C806427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475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500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74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2F7FD5-8AD0-CEA3-8B23-696AE9CD78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13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524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619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50133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73436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443339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0195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834934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08986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596418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801399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89392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71923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176610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6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547296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4934770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9216565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811703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4889857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261494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2430131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02938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950773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797193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9527037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82319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184994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2783422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4308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095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991733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97979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024452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65693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4805924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6875089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943902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2076927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20065489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2814201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279545510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09719" name="object 3"/>
          <p:cNvSpPr txBox="1"/>
          <p:nvPr/>
        </p:nvSpPr>
        <p:spPr bwMode="auto">
          <a:xfrm>
            <a:off x="380999" y="888075"/>
            <a:ext cx="12352766" cy="409554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#11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Mark1, Mark2, Mark3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Average of entered Marks, and print “PASS” if average&gt;=50, otherwise print “FAIL”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90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80</a:t>
            </a:r>
            <a:r>
              <a:rPr lang="sv-SE" sz="2400">
                <a:latin typeface="Comic Sans MS"/>
              </a:rPr>
              <a:t>,</a:t>
            </a:r>
            <a:r>
              <a:rPr sz="2400">
                <a:latin typeface="Comic Sans MS"/>
              </a:rPr>
              <a:t> 70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80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973331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53957088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92827336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6924082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5046351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#11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4299346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474021"/>
            <a:ext cx="13334999" cy="9110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49119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