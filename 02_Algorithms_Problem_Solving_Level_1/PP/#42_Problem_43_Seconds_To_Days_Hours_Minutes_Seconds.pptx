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256235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53957397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9041198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32704010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99775188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51313496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969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96369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5645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61160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05767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85157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47EF03-3780-D084-FAD4-7C4977AF08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49407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3486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26788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2E6323-569B-AEF1-FD99-CDABF71BA9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4262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8998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66835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15D9A0-7180-87A9-B0CA-7B616957B5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08685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1913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23985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6DA7F3-CB93-477E-BB57-B5DC234440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41457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10417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8537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2151078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04162791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5250568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5640557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21196645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583914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4304374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8421026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4905471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3254832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31841629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24055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05633340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89598400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03105728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82303258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2043852472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14766931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58523463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6398071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81602413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68638759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846882508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920936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04350004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937260180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824188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596141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7017507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15384668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269781546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9686805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93548271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053286659" name="object 30"/>
          <p:cNvSpPr txBox="1"/>
          <p:nvPr/>
        </p:nvSpPr>
        <p:spPr bwMode="auto">
          <a:xfrm>
            <a:off x="0" y="1143000"/>
            <a:ext cx="12749877" cy="28290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12232882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1216552522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7159840" name="object 4"/>
            <p:cNvSpPr/>
            <p:nvPr/>
          </p:nvSpPr>
          <p:spPr bwMode="auto">
            <a:xfrm>
              <a:off x="60959" y="3901438"/>
              <a:ext cx="7711438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410990070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1945849733" name="object 30"/>
          <p:cNvSpPr txBox="1"/>
          <p:nvPr/>
        </p:nvSpPr>
        <p:spPr bwMode="auto">
          <a:xfrm>
            <a:off x="106425" y="3084210"/>
            <a:ext cx="13314118" cy="1713335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1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1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</a:t>
            </a:r>
            <a:r>
              <a:rPr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4</a:t>
            </a:r>
            <a:r>
              <a:rPr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3</a:t>
            </a:r>
            <a:endParaRPr lang="en-GB" sz="4000" b="1" i="0" u="none" strike="noStrike" cap="none" spc="0">
              <a:ln>
                <a:noFill/>
              </a:ln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2897988" name="object 3"/>
          <p:cNvSpPr txBox="1"/>
          <p:nvPr/>
        </p:nvSpPr>
        <p:spPr bwMode="auto">
          <a:xfrm>
            <a:off x="380997" y="888075"/>
            <a:ext cx="12542116" cy="4457531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Problem #</a:t>
            </a:r>
            <a:r>
              <a:rPr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4</a:t>
            </a:r>
            <a:r>
              <a:rPr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3</a:t>
            </a:r>
            <a:endParaRPr sz="4000" b="1" i="0" u="none" strike="noStrike" cap="none" spc="0">
              <a:ln>
                <a:noFill/>
              </a:ln>
              <a:solidFill>
                <a:sysClr val="windowText" lastClr="000000"/>
              </a:solidFill>
              <a:latin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b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</a:b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Write a program that inputs the number of seconds and changes it to days, hours, minutes, and seconds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Exa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mple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Input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
193,535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Output →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2:5:45:35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55353082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933130240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077953384" name="object 4"/>
            <p:cNvSpPr/>
            <p:nvPr/>
          </p:nvSpPr>
          <p:spPr bwMode="auto">
            <a:xfrm>
              <a:off x="60959" y="3901438"/>
              <a:ext cx="7711438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364426877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2027762554" name="object 30"/>
          <p:cNvSpPr txBox="1"/>
          <p:nvPr/>
        </p:nvSpPr>
        <p:spPr bwMode="auto">
          <a:xfrm>
            <a:off x="106425" y="3084210"/>
            <a:ext cx="13314118" cy="238694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1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1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</a:t>
            </a:r>
            <a:r>
              <a:rPr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4</a:t>
            </a:r>
            <a:r>
              <a:rPr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3</a:t>
            </a: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 Solution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Flow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chart</a:t>
            </a:r>
            <a:endParaRPr lang="sv-SE" sz="4000" b="1" i="0" u="none" strike="noStrike" cap="none" spc="0">
              <a:ln>
                <a:noFill/>
              </a:ln>
              <a:solidFill>
                <a:srgbClr val="FF0000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14320337" name="Picture 3"/>
          <p:cNvPicPr>
            <a:picLocks noChangeAspect="1"/>
          </p:cNvPicPr>
          <p:nvPr/>
        </p:nvPicPr>
        <p:blipFill rotWithShape="1">
          <a:blip r:embed="rId3"/>
        </p:blipFill>
        <p:spPr bwMode="auto">
          <a:xfrm flipH="0" flipV="0">
            <a:off x="2939439" y="127924"/>
            <a:ext cx="8037260" cy="99685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8926805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244</cp:revision>
  <dcterms:created xsi:type="dcterms:W3CDTF">2025-12-09T17:44:59Z</dcterms:created>
  <dcterms:modified xsi:type="dcterms:W3CDTF">2026-08-30T18:35:42Z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