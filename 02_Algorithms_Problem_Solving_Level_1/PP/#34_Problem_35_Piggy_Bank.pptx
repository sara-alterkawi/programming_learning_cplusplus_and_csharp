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318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9859875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4232938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9398226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5557827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0432027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9378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74259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30426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553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20237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0810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47EF03-3780-D084-FAD4-7C4977AF08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555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69927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80629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2E6323-569B-AEF1-FD99-CDABF71BA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0681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16433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504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5D9A0-7180-87A9-B0CA-7B616957B5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59965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20883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2513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DA7F3-CB93-477E-BB57-B5DC23444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8380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34089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7707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700674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117943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0515845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073301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2927143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73327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366199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400086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930873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321028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4333856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48727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194687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2048409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1029633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9120487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146749709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750448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17754979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8327581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418844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86200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01538524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5513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369495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7321941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42192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117837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853245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291569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2038025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992941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5357590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49947116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23107468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1655252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7159840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45947444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970348968" name="object 30"/>
          <p:cNvSpPr txBox="1"/>
          <p:nvPr/>
        </p:nvSpPr>
        <p:spPr bwMode="auto">
          <a:xfrm>
            <a:off x="106429" y="3084215"/>
            <a:ext cx="13307646" cy="171333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5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1721156" name="object 3"/>
          <p:cNvSpPr txBox="1"/>
          <p:nvPr/>
        </p:nvSpPr>
        <p:spPr bwMode="auto">
          <a:xfrm>
            <a:off x="380997" y="888075"/>
            <a:ext cx="12396324" cy="707602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5</a:t>
            </a:r>
            <a:endParaRPr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
Write a program to ask the user to enter:
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Pennies, Nickels, Dimes, Quarters, Dollars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Then calculate the total pennies, total dollars and print them on screen
giving that: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
• Penny = 1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
• Nickel = 5
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Dime = 10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Quarter = 25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
• Dollar = 100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
Example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Inp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uts:
5,5,5,5,5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
Outputs→
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705 Pennies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
7.05 Dollars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94174362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3313024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77953384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08605065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324540261" name="object 30"/>
          <p:cNvSpPr txBox="1"/>
          <p:nvPr/>
        </p:nvSpPr>
        <p:spPr bwMode="auto">
          <a:xfrm>
            <a:off x="106429" y="3084215"/>
            <a:ext cx="13307646" cy="238694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3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5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4807592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>
            <a:off x="-16855" y="1461427"/>
            <a:ext cx="13444912" cy="71355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257591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236</cp:revision>
  <dcterms:created xsi:type="dcterms:W3CDTF">2025-12-09T17:44:59Z</dcterms:created>
  <dcterms:modified xsi:type="dcterms:W3CDTF">2026-08-30T17:20:55Z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