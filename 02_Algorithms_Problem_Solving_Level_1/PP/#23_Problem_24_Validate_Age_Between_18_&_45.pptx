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538362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6202224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8841614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9872514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45219687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6434859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08863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739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95189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8386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61657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40395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D8ECA0-FD85-5292-8C70-F48E373164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391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88232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0776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3B636A-431B-6D95-4856-6E797B01476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6161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31075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924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831596-5C98-5A62-39E6-0CB64E3420C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31836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90858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67161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11129B-F37C-DF76-7B8B-C7817FC281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02730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8252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7005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1376711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16675129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4164363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2647819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55641854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156537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264428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0077006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325233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3331862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41671873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02957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0880682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06305805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04968411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75093110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16773927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6695233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28688225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6846925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97709806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3973207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16973577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926885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27471850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310660318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38575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774537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715878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8403866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51306103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826418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13130653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563033158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60349671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819527852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2103389494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987588905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2086032357" name="object 30"/>
          <p:cNvSpPr txBox="1"/>
          <p:nvPr/>
        </p:nvSpPr>
        <p:spPr bwMode="auto">
          <a:xfrm>
            <a:off x="106431" y="3084217"/>
            <a:ext cx="13304768" cy="17286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24</a:t>
            </a:r>
            <a:endParaRPr lang="en-GB" sz="4000" b="1" i="0" u="none" strike="noStrike" cap="none" spc="0">
              <a:ln>
                <a:noFill/>
              </a:ln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3179097" name="object 3"/>
          <p:cNvSpPr txBox="1"/>
          <p:nvPr/>
        </p:nvSpPr>
        <p:spPr bwMode="auto">
          <a:xfrm>
            <a:off x="380999" y="888075"/>
            <a:ext cx="12352766" cy="2525879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</a:t>
            </a:r>
            <a:r>
              <a:rPr lang="sv-SE" sz="4000" b="1">
                <a:latin typeface="Comic Sans MS"/>
              </a:rPr>
              <a:t>24</a:t>
            </a:r>
            <a:endParaRPr lang="sv-SE" sz="4000" b="1" i="0" u="none" strike="noStrike" cap="none" spc="0">
              <a:ln>
                <a:noFill/>
              </a:ln>
              <a:solidFill>
                <a:sysClr val="windowText" lastClr="000000"/>
              </a:solidFill>
              <a:latin typeface="Comic Sans MS"/>
            </a:endParaRPr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1" i="0" u="none" strike="noStrike" cap="none" spc="69">
              <a:ln>
                <a:noFill/>
              </a:ln>
              <a:solidFill>
                <a:prstClr val="black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1800"/>
              <a:t> 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Write a program to ask the user to </a:t>
            </a:r>
            <a:r>
              <a:rPr sz="2400" u="sng">
                <a:latin typeface="Comic Sans MS"/>
              </a:rPr>
              <a:t>enter</a:t>
            </a:r>
            <a:r>
              <a:rPr sz="2400">
                <a:latin typeface="Comic Sans MS"/>
              </a:rPr>
              <a:t> :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Age 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If age is </a:t>
            </a:r>
            <a:r>
              <a:rPr sz="2400" u="sng">
                <a:solidFill>
                  <a:srgbClr val="FF0000"/>
                </a:solidFill>
                <a:latin typeface="Comic Sans MS"/>
              </a:rPr>
              <a:t>between 18 and 45</a:t>
            </a:r>
            <a:r>
              <a:rPr sz="2400">
                <a:solidFill>
                  <a:srgbClr val="FF0000"/>
                </a:solidFill>
                <a:latin typeface="Comic Sans MS"/>
              </a:rPr>
              <a:t> </a:t>
            </a:r>
            <a:r>
              <a:rPr sz="2400">
                <a:latin typeface="Comic Sans MS"/>
              </a:rPr>
              <a:t>print “Valid</a:t>
            </a:r>
            <a:r>
              <a:rPr lang="sv-SE" sz="2400">
                <a:latin typeface="Comic Sans MS"/>
              </a:rPr>
              <a:t> </a:t>
            </a:r>
            <a:r>
              <a:rPr sz="2400">
                <a:latin typeface="Comic Sans MS"/>
              </a:rPr>
              <a:t>Age” otherwise print</a:t>
            </a:r>
            <a:r>
              <a:rPr lang="sv-SE" sz="2400">
                <a:latin typeface="Comic Sans MS"/>
              </a:rPr>
              <a:t> </a:t>
            </a:r>
            <a:r>
              <a:rPr sz="2400">
                <a:latin typeface="Comic Sans MS"/>
              </a:rPr>
              <a:t>“Invalid Age”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63252894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979032751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381641623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64489071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651908241" name="object 30"/>
          <p:cNvSpPr txBox="1"/>
          <p:nvPr/>
        </p:nvSpPr>
        <p:spPr bwMode="auto">
          <a:xfrm>
            <a:off x="106431" y="3084217"/>
            <a:ext cx="13304768" cy="240835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24</a:t>
            </a: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 Solution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 i="0" u="none" strike="noStrike" cap="none" spc="0">
              <a:ln>
                <a:noFill/>
              </a:ln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04803165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276599" y="1298696"/>
            <a:ext cx="6858000" cy="7461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753447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234</cp:revision>
  <dcterms:created xsi:type="dcterms:W3CDTF">2025-12-09T17:44:59Z</dcterms:created>
  <dcterms:modified xsi:type="dcterms:W3CDTF">2026-08-30T16:33:45Z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