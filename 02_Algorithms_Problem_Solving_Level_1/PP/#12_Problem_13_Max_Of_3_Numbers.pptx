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2355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50230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3145960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101984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6831233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502558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428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5251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7141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99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3394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863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C6E048-BAC8-85BB-EB1E-71D075DB7E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3249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7443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757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BCD608-77E8-B8D1-3EA6-7871F9C500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722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02486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682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19EF09-4DE2-B9A8-4107-9253C26DD5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311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5424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4063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966DC8-6642-C69F-05E4-E496D1CD9F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9824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8135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4000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80414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84471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89339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049665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91540338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15306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4060524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533840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173354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217234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5734288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8674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593571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4859431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2832914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634597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6999689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351599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53744220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877062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201483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224343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7653508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93186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769038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35160629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79044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259783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7751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414767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46944167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3560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210684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27766247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4770581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213749172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516022021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20245601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227896573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#13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510491" name="object 3"/>
          <p:cNvSpPr txBox="1"/>
          <p:nvPr/>
        </p:nvSpPr>
        <p:spPr bwMode="auto">
          <a:xfrm>
            <a:off x="380999" y="888075"/>
            <a:ext cx="12352766" cy="372620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#13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ask the user to </a:t>
            </a:r>
            <a:r>
              <a:rPr sz="2400" u="sng">
                <a:latin typeface="Comic Sans MS"/>
              </a:rPr>
              <a:t>enter</a:t>
            </a:r>
            <a:r>
              <a:rPr lang="sv-SE" sz="2400" u="sng">
                <a:latin typeface="Comic Sans MS"/>
              </a:rPr>
              <a:t> 3 </a:t>
            </a:r>
            <a:r>
              <a:rPr lang="sv-SE" sz="2400" u="sng">
                <a:latin typeface="Comic Sans MS"/>
              </a:rPr>
              <a:t>numbers</a:t>
            </a:r>
            <a:r>
              <a:rPr sz="2400" u="sng">
                <a:latin typeface="Comic Sans MS"/>
              </a:rPr>
              <a:t>: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A</a:t>
            </a:r>
            <a:r>
              <a:rPr sz="2400">
                <a:latin typeface="Comic Sans MS"/>
              </a:rPr>
              <a:t>, </a:t>
            </a:r>
            <a:r>
              <a:rPr lang="sv-SE" sz="2400">
                <a:latin typeface="Comic Sans MS"/>
              </a:rPr>
              <a:t>B, C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Then Print the </a:t>
            </a:r>
            <a:r>
              <a:rPr lang="sv-SE" sz="2400">
                <a:latin typeface="Comic Sans MS"/>
              </a:rPr>
              <a:t>Max </a:t>
            </a:r>
            <a:r>
              <a:rPr lang="sv-SE" sz="2400">
                <a:latin typeface="Comic Sans MS"/>
              </a:rPr>
              <a:t>Number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Example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Inputs: </a:t>
            </a:r>
            <a:r>
              <a:rPr lang="sv-SE" sz="2400">
                <a:latin typeface="Comic Sans MS"/>
              </a:rPr>
              <a:t>3</a:t>
            </a:r>
            <a:r>
              <a:rPr sz="2400">
                <a:latin typeface="Comic Sans MS"/>
              </a:rPr>
              <a:t>0</a:t>
            </a:r>
            <a:r>
              <a:rPr lang="sv-SE" sz="2400">
                <a:latin typeface="Comic Sans MS"/>
              </a:rPr>
              <a:t>, 10, 20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r>
              <a:rPr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30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2753629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205676947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69547352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71269045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16660298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 #13 Solution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4000" b="1"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7953605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838199"/>
            <a:ext cx="13424515" cy="838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67951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232</cp:revision>
  <dcterms:created xsi:type="dcterms:W3CDTF">2025-12-09T17:44:59Z</dcterms:created>
  <dcterms:modified xsi:type="dcterms:W3CDTF">2026-08-30T16:11:55Z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