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22335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380969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668582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3820159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772677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958263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6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8411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101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65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650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069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1760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591012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664490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4893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952516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73145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81576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10710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43150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49030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55507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2406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450911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6083803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1781140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401584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5260841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06374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1035921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38532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045594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179261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1790633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2316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357783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7280826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862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922744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969190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070888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5038474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1767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5886224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7703613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11264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247</cp:revision>
  <dcterms:created xsi:type="dcterms:W3CDTF">2025-12-09T17:44:59Z</dcterms:created>
  <dcterms:modified xsi:type="dcterms:W3CDTF">2026-08-30T18:52:03Z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