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71624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5831515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7047203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2575317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2588419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294553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0804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8332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8444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5518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1282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493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47EF03-3780-D084-FAD4-7C4977AF08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3275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9382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993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2E6323-569B-AEF1-FD99-CDABF71BA9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620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39056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24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15D9A0-7180-87A9-B0CA-7B616957B5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1415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6954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22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6DA7F3-CB93-477E-BB57-B5DC234440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4177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66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7143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84506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06890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289732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842662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97812492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10158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992683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520480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335578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978253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66884788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89351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406345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2865582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5134832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231376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8246035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081848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8034639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2358070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059410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013713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90425998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1151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635030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9306631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26800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570860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593068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645259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9684359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26108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71792400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20708377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1424613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21655252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7159840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35941990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522437908" name="object 30"/>
          <p:cNvSpPr txBox="1"/>
          <p:nvPr/>
        </p:nvSpPr>
        <p:spPr bwMode="auto">
          <a:xfrm>
            <a:off x="106425" y="3084211"/>
            <a:ext cx="13310522" cy="1713335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9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999253" name="object 3"/>
          <p:cNvSpPr txBox="1"/>
          <p:nvPr/>
        </p:nvSpPr>
        <p:spPr bwMode="auto">
          <a:xfrm>
            <a:off x="380997" y="888075"/>
            <a:ext cx="12475880" cy="479821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9</a:t>
            </a:r>
            <a:endParaRPr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Write a program to read a TotalBill and CashPaid and calculate the remainder to be paid back.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Example: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20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50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Outputs→
30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1612019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933130240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77953384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6878204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192555401" name="object 30"/>
          <p:cNvSpPr txBox="1"/>
          <p:nvPr/>
        </p:nvSpPr>
        <p:spPr bwMode="auto">
          <a:xfrm>
            <a:off x="106425" y="3084211"/>
            <a:ext cx="13310522" cy="238694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9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7078493" name="Picture 3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2939439" y="127924"/>
            <a:ext cx="8037260" cy="9968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39521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240</cp:revision>
  <dcterms:created xsi:type="dcterms:W3CDTF">2025-12-09T17:44:59Z</dcterms:created>
  <dcterms:modified xsi:type="dcterms:W3CDTF">2026-08-30T17:48:51Z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