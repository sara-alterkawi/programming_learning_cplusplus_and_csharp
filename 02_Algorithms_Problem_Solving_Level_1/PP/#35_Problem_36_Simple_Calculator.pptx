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598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51942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58188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34221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062590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68166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128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061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832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539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615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77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294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490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399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393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171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154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640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9570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930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62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369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75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85305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001449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70933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02421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077590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4870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68495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90744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24534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6783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699050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7829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145156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799445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241420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2541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2297183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69734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192560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749214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610075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94359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718459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23623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895650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6323522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2363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41343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139222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525741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651388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1839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549968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7880136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14579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2436738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71656287" name="object 30"/>
          <p:cNvSpPr txBox="1"/>
          <p:nvPr/>
        </p:nvSpPr>
        <p:spPr bwMode="auto">
          <a:xfrm>
            <a:off x="106428" y="3084214"/>
            <a:ext cx="13308365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6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893150" name="object 3"/>
          <p:cNvSpPr txBox="1"/>
          <p:nvPr/>
        </p:nvSpPr>
        <p:spPr bwMode="auto">
          <a:xfrm>
            <a:off x="380997" y="888075"/>
            <a:ext cx="12412163" cy="779713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6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ask the user to enter: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• Number1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Number 2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Operation Type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 perform the calculation according to the Operation Type as follows: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• "+": add the two numbers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"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": Subtract the two numbers.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"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*":Multiply the two numbers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
"/": Devide the two numbers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Inputs: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
20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
*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
200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3547255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921687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871520182" name="object 30"/>
          <p:cNvSpPr txBox="1"/>
          <p:nvPr/>
        </p:nvSpPr>
        <p:spPr bwMode="auto">
          <a:xfrm>
            <a:off x="106428" y="3084214"/>
            <a:ext cx="13308365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6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1148577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>
            <a:off x="-16855" y="1461427"/>
            <a:ext cx="13444912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14304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237</cp:revision>
  <dcterms:created xsi:type="dcterms:W3CDTF">2025-12-09T17:44:59Z</dcterms:created>
  <dcterms:modified xsi:type="dcterms:W3CDTF">2026-08-30T17:28:16Z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