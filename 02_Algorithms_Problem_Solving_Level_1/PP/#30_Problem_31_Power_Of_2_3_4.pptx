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47855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9603979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8730639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9498784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621028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7783155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614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2784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999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9340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5658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906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19401-DF5B-66C8-6D42-BAA98C40BC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199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5892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290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652C5C-DB47-9D9E-5390-CDD62580C7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135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9411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7383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513DD8-99B2-985C-2D95-10CB40E5C0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658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470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624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C3CB06-DC46-D0B0-6D19-C525878B4A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2153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3616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226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17491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473066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323054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615536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319416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23475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3111568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088665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879287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737796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7139677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25102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709033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4737478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8296039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863624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9895859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38166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9940279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4187717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198467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684223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35390819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84660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646284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30821648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7604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549085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893810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023331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5275797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88388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0582470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698694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67634689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387864371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633109657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65198484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107077886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#31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126742" name="object 3"/>
          <p:cNvSpPr txBox="1"/>
          <p:nvPr/>
        </p:nvSpPr>
        <p:spPr bwMode="auto">
          <a:xfrm>
            <a:off x="380999" y="888075"/>
            <a:ext cx="12352766" cy="5480534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31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1800"/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enter: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Number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Then Print the Number^2 , Number^3 , Number^4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Inputs: 3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9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27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81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086286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203569876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360882386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38606322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85278111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31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7897131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32474" y="1255095"/>
            <a:ext cx="3786847" cy="68221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15235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2026-08-30T16:45:04Z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