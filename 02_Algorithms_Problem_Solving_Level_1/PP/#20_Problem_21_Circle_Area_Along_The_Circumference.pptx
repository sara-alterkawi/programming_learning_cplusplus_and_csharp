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8035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251126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940788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1835811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1376569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034496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335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7446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44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02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590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9899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908BEC-AB9E-6B12-D62F-4D18F326DB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8117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210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176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EFA573-B0E1-976D-F38D-28981E1FF2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59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7166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8483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9A5FF8-DD05-EF40-3A3C-6CF5E813D3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22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813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76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0A0F69-66A0-1B5D-534E-C62B04817B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0195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10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381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78987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534810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37172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488289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7857750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07816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17846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05060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65151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341752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2113489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8546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261357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9469588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5967767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645105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6691473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932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5883098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97853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111785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878821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5314460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0408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225285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3442722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0840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105610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124153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243555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58349551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54178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8067526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7424560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4878030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204493230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37298287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7801747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84760528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21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015973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21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circle area along the circumference, then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L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Inputs: </a:t>
            </a:r>
            <a:r>
              <a:rPr sz="2400">
                <a:latin typeface="Comic Sans MS"/>
              </a:rPr>
              <a:t>20</a:t>
            </a:r>
            <a:endParaRPr/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Outputs</a:t>
            </a:r>
            <a:r>
              <a:rPr lang="sv-SE" sz="2400" b="1">
                <a:latin typeface="Comic Sans MS"/>
              </a:rPr>
              <a:t>:</a:t>
            </a:r>
            <a:r>
              <a:rPr sz="2400">
                <a:latin typeface="Comic Sans MS"/>
              </a:rPr>
              <a:t> 31.831</a:t>
            </a:r>
            <a:endParaRPr/>
          </a:p>
        </p:txBody>
      </p:sp>
      <p:pic>
        <p:nvPicPr>
          <p:cNvPr id="909223605" name="Picture 4" descr="A screenshot of a math application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512062" y="3010197"/>
            <a:ext cx="1899137" cy="22182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01281641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65798421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39557863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1599840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075949425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21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0792559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95084" y="1833005"/>
            <a:ext cx="3634344" cy="6392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00015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