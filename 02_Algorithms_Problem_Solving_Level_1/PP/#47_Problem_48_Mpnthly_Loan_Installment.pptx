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3158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66329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0605168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811113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5312259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7696534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6475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9392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021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602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4916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819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CDFB38-C3E7-9DD5-A663-F053985349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253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04803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636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EA21A1-382F-7D50-477D-5C2AA0318E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580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5742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826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2442FA-9E00-FA73-B034-025FCE79F2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834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04573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3611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6D58E7-9A9D-A6BF-B3E2-F86568A4EC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69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17898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2355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58666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105330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805767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819083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8289807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63713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8847539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943153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923035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416534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6949957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55183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633730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4003885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1323679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514442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31604734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28067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2972766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82583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155519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946620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3355698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14966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630613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3943724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28344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381605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773317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184366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8696131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25306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2043924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57987284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47404873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642401549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2098693267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06409732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964483713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#48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656724" name="object 3"/>
          <p:cNvSpPr txBox="1"/>
          <p:nvPr/>
        </p:nvSpPr>
        <p:spPr bwMode="auto">
          <a:xfrm>
            <a:off x="380999" y="888075"/>
            <a:ext cx="12352766" cy="437253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48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1800"/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Write a program to read a </a:t>
            </a:r>
            <a:r>
              <a:rPr sz="2400" u="sng">
                <a:latin typeface="Comic Sans MS"/>
              </a:rPr>
              <a:t>LoanAmount</a:t>
            </a:r>
            <a:r>
              <a:rPr sz="2400">
                <a:latin typeface="Comic Sans MS"/>
              </a:rPr>
              <a:t> and </a:t>
            </a:r>
            <a:r>
              <a:rPr lang="sv-SE" sz="2400">
                <a:latin typeface="Comic Sans MS"/>
              </a:rPr>
              <a:t>ask </a:t>
            </a:r>
            <a:r>
              <a:rPr lang="sv-SE" sz="2400">
                <a:latin typeface="Comic Sans MS"/>
              </a:rPr>
              <a:t>how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months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you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need</a:t>
            </a:r>
            <a:r>
              <a:rPr lang="sv-SE" sz="2400">
                <a:latin typeface="Comic Sans MS"/>
              </a:rPr>
              <a:t> to </a:t>
            </a:r>
            <a:r>
              <a:rPr lang="sv-SE" sz="2400">
                <a:latin typeface="Comic Sans MS"/>
              </a:rPr>
              <a:t>settle</a:t>
            </a:r>
            <a:r>
              <a:rPr lang="sv-SE" sz="2400">
                <a:latin typeface="Comic Sans MS"/>
              </a:rPr>
              <a:t> the </a:t>
            </a:r>
            <a:r>
              <a:rPr lang="sv-SE" sz="2400">
                <a:latin typeface="Comic Sans MS"/>
              </a:rPr>
              <a:t>loan</a:t>
            </a:r>
            <a:r>
              <a:rPr lang="sv-SE" sz="2400">
                <a:latin typeface="Comic Sans MS"/>
              </a:rPr>
              <a:t>, </a:t>
            </a:r>
            <a:r>
              <a:rPr lang="sv-SE" sz="2400">
                <a:latin typeface="Comic Sans MS"/>
              </a:rPr>
              <a:t>then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calculate</a:t>
            </a:r>
            <a:r>
              <a:rPr lang="sv-SE" sz="2400">
                <a:latin typeface="Comic Sans MS"/>
              </a:rPr>
              <a:t> the </a:t>
            </a:r>
            <a:r>
              <a:rPr lang="sv-SE" sz="2400">
                <a:latin typeface="Comic Sans MS"/>
              </a:rPr>
              <a:t>monthly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installment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amount</a:t>
            </a:r>
            <a:r>
              <a:rPr sz="2400">
                <a:latin typeface="Comic Sans MS"/>
              </a:rPr>
              <a:t>.</a:t>
            </a:r>
            <a:endParaRPr/>
          </a:p>
          <a:p>
            <a:pPr>
              <a:defRPr/>
            </a:pP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Example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5000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10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500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5292992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530822541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134808018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07037553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929678764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48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777842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75581" y="1461427"/>
            <a:ext cx="5260035" cy="71355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02133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247</cp:revision>
  <dcterms:created xsi:type="dcterms:W3CDTF">2025-12-09T17:44:59Z</dcterms:created>
  <dcterms:modified xsi:type="dcterms:W3CDTF">2026-08-30T18:53:39Z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