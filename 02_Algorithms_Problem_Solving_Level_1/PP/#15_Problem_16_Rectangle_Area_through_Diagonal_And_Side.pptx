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0831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420134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34895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630022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753498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3023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89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839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201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46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445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25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34389B-75A9-A16B-BCC5-DFCD4AA343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708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686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877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D774FD-4157-2762-C3EC-A6F6B79234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26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169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728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6E141-4838-6E7C-EE34-F5EDC9F05E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885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236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065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EA9DFD-F074-69D8-06D0-62BF9B101A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520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716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1374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8049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552552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03590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0155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77313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430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587337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972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88436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61665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672045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7617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760933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004309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8889745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218113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1102894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673472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3183785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916548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99243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2342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8044644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3181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26630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575985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5815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99252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299184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438906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0426913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47174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1414598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3794557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19074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6514382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6722937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2982307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400245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000765" name="object 3"/>
          <p:cNvSpPr txBox="1"/>
          <p:nvPr/>
        </p:nvSpPr>
        <p:spPr bwMode="auto">
          <a:xfrm>
            <a:off x="380999" y="888075"/>
            <a:ext cx="12352766" cy="446487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#16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rectangle area through diagonal and side area of rectangle and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a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d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5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40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198.431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</p:txBody>
      </p:sp>
      <p:pic>
        <p:nvPicPr>
          <p:cNvPr id="2005287091" name="Slide"/>
          <p:cNvPicPr>
            <a:picLocks noChangeAspect="1"/>
          </p:cNvPicPr>
          <p:nvPr/>
        </p:nvPicPr>
        <p:blipFill rotWithShape="1">
          <a:blip r:embed="rId3"/>
          <a:srcRect l="70474" t="21325" r="5114" b="58298"/>
          <a:stretch/>
        </p:blipFill>
        <p:spPr bwMode="auto">
          <a:xfrm>
            <a:off x="10509765" y="2590799"/>
            <a:ext cx="2901433" cy="18718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2214511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58834007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35560952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00203138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10806360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#16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881693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4499" y="1568144"/>
            <a:ext cx="3935515" cy="6922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55132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