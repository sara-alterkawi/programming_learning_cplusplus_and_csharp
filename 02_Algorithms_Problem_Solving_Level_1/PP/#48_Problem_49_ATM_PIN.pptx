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159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492403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9448378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1512476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710894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672794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4150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6184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67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010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0102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3042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F63BEC-F3B6-8C47-6A81-7520D5D0B9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5141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10494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9150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51850D-A404-C94F-3DBD-050165EE22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090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627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20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DD627F-7580-BB60-F04C-5E68B2AA20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091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100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18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651D12-D590-D2D4-7ED2-F9572095FF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187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2419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944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46633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587959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004829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832826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9012780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61452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453281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682312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742806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156049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40959039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67236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229296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1302936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7223627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892993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2129634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322857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8353441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207191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383331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59603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9539751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16761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586473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942819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762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551797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653230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262331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1074909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68874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95407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74699144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23969938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89123099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948744110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05996266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288102689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#49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395284" name="object 3"/>
          <p:cNvSpPr txBox="1"/>
          <p:nvPr/>
        </p:nvSpPr>
        <p:spPr bwMode="auto">
          <a:xfrm>
            <a:off x="380999" y="888075"/>
            <a:ext cx="12352766" cy="6311531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49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read the ATM PIN code from the user, then check if PIN Code = 1234, then show the</a:t>
            </a:r>
            <a:r>
              <a:rPr lang="sv-SE" sz="2400">
                <a:latin typeface="Comic Sans MS"/>
              </a:rPr>
              <a:t> </a:t>
            </a:r>
            <a:r>
              <a:rPr sz="2400">
                <a:latin typeface="Comic Sans MS"/>
              </a:rPr>
              <a:t>balance to user, otherwise print “Wong PIN” and ask the user to enter the PIN again.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Assume User Balance is 7500.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Example</a:t>
            </a:r>
            <a:r>
              <a:rPr lang="sv-SE" sz="2400">
                <a:latin typeface="Comic Sans MS"/>
              </a:rPr>
              <a:t>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</a:t>
            </a:r>
            <a:r>
              <a:rPr lang="sv-SE" sz="2400">
                <a:latin typeface="Comic Sans MS"/>
              </a:rPr>
              <a:t>: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1234</a:t>
            </a:r>
            <a:endParaRPr lang="sv-SE" sz="2400">
              <a:latin typeface="Comic Sans MS"/>
            </a:endParaRPr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5151</a:t>
            </a:r>
            <a:endParaRPr lang="sv-SE" sz="2400">
              <a:latin typeface="Comic Sans MS"/>
            </a:endParaRPr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Your Balance is: 7500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Wrong PIN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4880404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660630654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24239428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75182502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414561516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49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0024893" name="Pictur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90699" y="1518557"/>
            <a:ext cx="9829800" cy="7021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1850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247</cp:revision>
  <dcterms:created xsi:type="dcterms:W3CDTF">2025-12-09T17:44:59Z</dcterms:created>
  <dcterms:modified xsi:type="dcterms:W3CDTF">2026-08-30T18:57:13Z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