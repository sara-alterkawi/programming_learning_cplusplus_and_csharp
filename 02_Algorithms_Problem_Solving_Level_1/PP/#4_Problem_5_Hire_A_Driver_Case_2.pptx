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37322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5432148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4409493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8071332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3969866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1363344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128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27907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50977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5208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645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1899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0660D0-68DA-CBB8-C5ED-5F7672DABD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65802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3680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543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460744-45A8-3B4F-DDFF-8325A1E48E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59556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7144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32197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5ABCB2-76AD-0458-EB76-71CC6B7E1C3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15547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5493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9268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5728B6-9373-9DE5-AEA7-64145AA1C8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55471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98705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9207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99952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763443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972111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4350365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49884113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054478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4738771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787091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3480394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790947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15399776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55090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039702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64643957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4219309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80432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224577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8449659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62439974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4537706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5399173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005568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79582351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7500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542212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39718370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99553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317979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9407438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1267412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011741093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5185399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11962483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909300646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02880694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268159927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36902962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3770120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112737366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538338" name="object 3"/>
          <p:cNvSpPr txBox="1"/>
          <p:nvPr/>
        </p:nvSpPr>
        <p:spPr bwMode="auto">
          <a:xfrm>
            <a:off x="380999" y="888075"/>
            <a:ext cx="12352766" cy="3726208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#5</a:t>
            </a:r>
            <a:endParaRPr/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69">
              <a:ln>
                <a:noFill/>
              </a:ln>
              <a:solidFill>
                <a:prstClr val="black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Write a program to ask the user to </a:t>
            </a:r>
            <a:r>
              <a:rPr sz="2400" u="sng">
                <a:latin typeface="Comic Sans MS"/>
              </a:rPr>
              <a:t>enter</a:t>
            </a:r>
            <a:r>
              <a:rPr sz="2400">
                <a:latin typeface="Comic Sans MS"/>
              </a:rPr>
              <a:t> his/her: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Age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Driver license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H</a:t>
            </a:r>
            <a:r>
              <a:rPr sz="2400">
                <a:latin typeface="Comic Sans MS"/>
              </a:rPr>
              <a:t>as Recommendation!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Then </a:t>
            </a:r>
            <a:r>
              <a:rPr sz="2400" u="sng">
                <a:latin typeface="Comic Sans MS"/>
              </a:rPr>
              <a:t>Print</a:t>
            </a:r>
            <a:r>
              <a:rPr sz="2400">
                <a:latin typeface="Comic Sans MS"/>
              </a:rPr>
              <a:t> “</a:t>
            </a:r>
            <a:r>
              <a:rPr sz="2400">
                <a:solidFill>
                  <a:srgbClr val="FF0000"/>
                </a:solidFill>
                <a:latin typeface="Comic Sans MS"/>
              </a:rPr>
              <a:t>Hired</a:t>
            </a:r>
            <a:r>
              <a:rPr sz="2400">
                <a:latin typeface="Comic Sans MS"/>
              </a:rPr>
              <a:t>” if his\her age is grater than 21 and s/he</a:t>
            </a:r>
            <a:r>
              <a:rPr lang="sv-SE" sz="2400">
                <a:latin typeface="Comic Sans MS"/>
              </a:rPr>
              <a:t> </a:t>
            </a:r>
            <a:r>
              <a:rPr sz="2400">
                <a:latin typeface="Comic Sans MS"/>
              </a:rPr>
              <a:t>has a driver license, otherwise Print “</a:t>
            </a:r>
            <a:r>
              <a:rPr sz="2400">
                <a:solidFill>
                  <a:srgbClr val="FF0000"/>
                </a:solidFill>
                <a:latin typeface="Comic Sans MS"/>
              </a:rPr>
              <a:t>Rejected</a:t>
            </a:r>
            <a:r>
              <a:rPr sz="2400">
                <a:latin typeface="Comic Sans MS"/>
              </a:rPr>
              <a:t>”</a:t>
            </a:r>
            <a:r>
              <a:rPr lang="sv-SE" sz="2400">
                <a:latin typeface="Comic Sans MS"/>
              </a:rPr>
              <a:t> </a:t>
            </a:r>
            <a:r>
              <a:rPr sz="2400">
                <a:solidFill>
                  <a:srgbClr val="FF0000"/>
                </a:solidFill>
                <a:latin typeface="Comic Sans MS"/>
              </a:rPr>
              <a:t>Or Hire him\her without conditions!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0146659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814496099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2012572112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506360882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60059155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Problem #5 Solution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4000" b="1"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2927316" name="Picture 73"/>
          <p:cNvPicPr>
            <a:picLocks noChangeAspect="1"/>
          </p:cNvPicPr>
          <p:nvPr/>
        </p:nvPicPr>
        <p:blipFill rotWithShape="1">
          <a:blip r:embed="rId3"/>
          <a:srcRect l="0" t="1266" r="0" b="0"/>
          <a:stretch/>
        </p:blipFill>
        <p:spPr bwMode="auto">
          <a:xfrm>
            <a:off x="761999" y="1371600"/>
            <a:ext cx="11887200" cy="77070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849154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228</cp:revision>
  <dcterms:created xsi:type="dcterms:W3CDTF">2025-12-09T17:44:59Z</dcterms:created>
  <dcterms:modified xsi:type="dcterms:W3CDTF">2026-08-30T13:52:45Z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