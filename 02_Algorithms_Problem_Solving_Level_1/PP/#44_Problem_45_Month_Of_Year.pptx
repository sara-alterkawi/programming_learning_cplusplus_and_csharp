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393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60605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72879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851959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280814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879127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398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103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049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870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6162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134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3F55F7-BB21-A03D-9DAC-8B1441D7C6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66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735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312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4EF93B-C1E4-6FEE-72D0-87243207B1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178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294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41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2DE75-B1F1-D3F5-A4A6-384FA7F486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671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821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978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33185-AA99-7C8D-557C-E3D6565089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176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53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32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1375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471364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637697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65283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3747295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37476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873591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2639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33137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074175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332298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4383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669966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7275356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901977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950758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96801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134033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0721969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268029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395594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072433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1082695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31879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0015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128665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2848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17349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2094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71644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52461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05422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411766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3515081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629834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9855939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8087259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2725245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45287261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45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746202" name="object 3"/>
          <p:cNvSpPr txBox="1"/>
          <p:nvPr/>
        </p:nvSpPr>
        <p:spPr bwMode="auto">
          <a:xfrm>
            <a:off x="380999" y="888075"/>
            <a:ext cx="12352766" cy="880452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#45</a:t>
            </a: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lang="sv-SE" sz="2400" u="sng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Month</a:t>
            </a:r>
            <a:endParaRPr lang="sv-SE"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Then print the day as follows: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 Print January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2 Print February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3 Print March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4 Print April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5 Print May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6 Print June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7 Print July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8 Print August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9 Print September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10 Print October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11 Print November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12 December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Otherwise print “Wrong Month” and ask the use to enter the Month again.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11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November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223299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7836978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9659277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6569826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813765309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#45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9041364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6855" y="1461427"/>
            <a:ext cx="13444912" cy="713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5098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246</cp:revision>
  <dcterms:created xsi:type="dcterms:W3CDTF">2025-12-09T17:44:59Z</dcterms:created>
  <dcterms:modified xsi:type="dcterms:W3CDTF">2026-08-30T18:44:22Z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