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3017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165734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1987718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4567355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1349738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0227897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59620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83660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6397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88863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8112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087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157C3C-0274-C998-B7F3-178F391572A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3767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92838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06626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A3C696-9D32-D62B-510A-8736CC175C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5589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81327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241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BC8981-8AFE-D61E-0F4D-794AFCFB404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9420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31115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818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3E00F-AE30-3510-E865-24B62C9476F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173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89935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715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277753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6250452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6261145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173471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3344428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71410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9181095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8134302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4336153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044957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15942708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342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0428399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9035270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678323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4055354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80237117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416029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63500506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4692436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071572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959940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62592595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4507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6852984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25620449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648973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466614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6718075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431635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06911367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65150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51359220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070237640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45511064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089515984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97373884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83068493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470488030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28</a:t>
            </a:r>
            <a:endParaRPr lang="en-GB" sz="4000" b="1" i="0" u="none" strike="noStrike" cap="none" spc="0">
              <a:ln>
                <a:noFill/>
              </a:ln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325576" name="object 3"/>
          <p:cNvSpPr txBox="1"/>
          <p:nvPr/>
        </p:nvSpPr>
        <p:spPr bwMode="auto">
          <a:xfrm>
            <a:off x="380999" y="888075"/>
            <a:ext cx="12352766" cy="3633876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</a:t>
            </a:r>
            <a:r>
              <a:rPr lang="sv-SE" sz="4000" b="1">
                <a:latin typeface="Comic Sans MS"/>
              </a:rPr>
              <a:t>28</a:t>
            </a:r>
            <a:endParaRPr lang="sv-SE"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1800"/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Write a program to </a:t>
            </a:r>
            <a:r>
              <a:rPr lang="sv-SE" sz="2400">
                <a:latin typeface="Comic Sans MS"/>
              </a:rPr>
              <a:t>Sum</a:t>
            </a:r>
            <a:r>
              <a:rPr lang="sv-SE" sz="2400">
                <a:latin typeface="Comic Sans MS"/>
              </a:rPr>
              <a:t> </a:t>
            </a:r>
            <a:r>
              <a:rPr lang="sv-SE" sz="2400">
                <a:latin typeface="Comic Sans MS"/>
              </a:rPr>
              <a:t>odd</a:t>
            </a:r>
            <a:r>
              <a:rPr sz="2400">
                <a:latin typeface="Comic Sans MS"/>
              </a:rPr>
              <a:t> numbers from </a:t>
            </a:r>
            <a:r>
              <a:rPr lang="sv-SE" sz="2400">
                <a:latin typeface="Comic Sans MS"/>
              </a:rPr>
              <a:t>1 to </a:t>
            </a:r>
            <a:r>
              <a:rPr sz="2400">
                <a:latin typeface="Comic Sans MS"/>
              </a:rPr>
              <a:t>N.</a:t>
            </a:r>
            <a:endParaRPr/>
          </a:p>
          <a:p>
            <a:pPr>
              <a:defRPr/>
            </a:pP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Example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Input</a:t>
            </a:r>
            <a:r>
              <a:rPr lang="sv-SE" sz="2400">
                <a:latin typeface="Comic Sans MS"/>
              </a:rPr>
              <a:t>:</a:t>
            </a:r>
            <a:r>
              <a:rPr sz="2400">
                <a:latin typeface="Comic Sans MS"/>
              </a:rPr>
              <a:t> 10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Outputs</a:t>
            </a:r>
            <a:r>
              <a:rPr lang="sv-SE" sz="2400">
                <a:latin typeface="Comic Sans MS"/>
              </a:rPr>
              <a:t>: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25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4806137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206680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148144354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359749595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170898863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28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50206841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722758" y="1255095"/>
            <a:ext cx="10233146" cy="73500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09114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234</cp:revision>
  <dcterms:created xsi:type="dcterms:W3CDTF">2025-12-09T17:44:59Z</dcterms:created>
  <dcterms:modified xsi:type="dcterms:W3CDTF">2026-08-30T16:40:56Z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