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202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88890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504994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578463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331930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261384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333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24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139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145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0492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502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40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8077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446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91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515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022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154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5495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184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5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383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81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6236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23394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92408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28687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372750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4905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281232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3516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08421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97947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499131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2625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51427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769674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2448319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922517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4969076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647709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0396810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2740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31673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69144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7036664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0185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79729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364157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5961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9337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979857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9558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8085232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54919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3697270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0483522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752201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711730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82294688" name="object 30"/>
          <p:cNvSpPr txBox="1"/>
          <p:nvPr/>
        </p:nvSpPr>
        <p:spPr bwMode="auto">
          <a:xfrm>
            <a:off x="106430" y="3084216"/>
            <a:ext cx="13306927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222866" name="object 3"/>
          <p:cNvSpPr txBox="1"/>
          <p:nvPr/>
        </p:nvSpPr>
        <p:spPr bwMode="auto">
          <a:xfrm>
            <a:off x="380997" y="888075"/>
            <a:ext cx="12385884" cy="823009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ask the user to enter: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TotalSales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commission is calculated as one percentage * the total sales amount, all you need is to decide which percentage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 use of the following: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&gt; 1000,000 → Percentage is 1%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&gt; 500K to 1M → Percentage is 2%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&gt; 100K - 500K → Percentage is 3%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&gt; 50K to 100K → Percentage is 5%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Otherwise → Percentage is 0%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 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Inputs: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110,000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 →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3,300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434614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4575142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532596749" name="object 30"/>
          <p:cNvSpPr txBox="1"/>
          <p:nvPr/>
        </p:nvSpPr>
        <p:spPr bwMode="auto">
          <a:xfrm>
            <a:off x="106430" y="3084216"/>
            <a:ext cx="13306927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763097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>
            <a:off x="-16855" y="1461427"/>
            <a:ext cx="13444912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472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236</cp:revision>
  <dcterms:created xsi:type="dcterms:W3CDTF">2025-12-09T17:44:59Z</dcterms:created>
  <dcterms:modified xsi:type="dcterms:W3CDTF">2026-08-30T17:21:59Z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