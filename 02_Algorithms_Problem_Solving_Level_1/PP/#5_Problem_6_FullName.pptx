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041222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8036944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4552351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292187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48978898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5078447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581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63893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0258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850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0215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466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6D4676-DF7D-462C-36DA-75F83E7BD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3529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04200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54366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839614-551B-3B54-4BE9-A7B0B1D49C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2107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65726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544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79B8991-2496-1B29-DB4F-79491A0FFB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1133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6782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0679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D2476-9196-1C6F-D6D4-E1F949023C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0039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98512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619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57429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2616384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906426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8254488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7572798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732879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7293114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5670275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3743271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176019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38766612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85836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452823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818017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5840762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772851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52942215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2565806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96151973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2257823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073044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4689990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27880974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388800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40404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71236854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84937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195699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785285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140436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82962174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989753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91270405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27718930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24854796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881701762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718041517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197684496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013410024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279160" name="object 3"/>
          <p:cNvSpPr txBox="1"/>
          <p:nvPr/>
        </p:nvSpPr>
        <p:spPr bwMode="auto">
          <a:xfrm>
            <a:off x="380999" y="888075"/>
            <a:ext cx="12352766" cy="4095541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#6</a:t>
            </a:r>
            <a:endParaRPr/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Write a program to ask the user to </a:t>
            </a:r>
            <a:r>
              <a:rPr sz="2400" u="sng">
                <a:latin typeface="Comic Sans MS"/>
              </a:rPr>
              <a:t>enter:</a:t>
            </a:r>
            <a:endParaRPr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First Name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Last Nam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Then Print Full Name on screen.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Example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Input: </a:t>
            </a:r>
            <a:r>
              <a:rPr lang="sv-SE" sz="2400">
                <a:latin typeface="Comic Sans MS"/>
              </a:rPr>
              <a:t>Sara Alterkawi 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Output</a:t>
            </a:r>
            <a:r>
              <a:rPr lang="sv-SE" sz="2400">
                <a:latin typeface="Comic Sans MS"/>
              </a:rPr>
              <a:t>: Sara Alterkawi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93720112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87503587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710479252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631873649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31640107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Problem #6 Solution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4000" b="1"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15479602" name="Picture 3" descr="A diagram of a flowchart&#10;&#10;AI-generated content may be incorrect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042012" y="1181098"/>
            <a:ext cx="5327173" cy="769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3683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229</cp:revision>
  <dcterms:created xsi:type="dcterms:W3CDTF">2025-12-09T17:44:59Z</dcterms:created>
  <dcterms:modified xsi:type="dcterms:W3CDTF">2026-08-30T13:54:36Z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