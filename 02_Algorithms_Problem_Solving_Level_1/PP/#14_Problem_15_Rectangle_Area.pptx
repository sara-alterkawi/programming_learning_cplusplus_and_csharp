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88982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2962629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7164416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2024049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3442652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1126111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85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1185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524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4874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7668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953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F45EB6-786C-4CE2-86AC-6A60071A765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3782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28335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5972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1B01CD-20BA-2FC8-A905-ED5EB702AC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9020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5072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932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A9D9B9-8836-A3DD-393E-753F089FEB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7674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87606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2229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4A020C-9E14-634E-30B2-43FFDC4314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9929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3379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802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64559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976975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13091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6270842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298721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57858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9133782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1513451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80310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062711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7333991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627654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124164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1736709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21613200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495695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83327083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1134978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67442801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630988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761317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510665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3111247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06212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818081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5118177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52900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1713378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505392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528316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01210623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42228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89919908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475039277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19624134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154981485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527475168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995265894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295463884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#1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5</a:t>
            </a:r>
            <a:endParaRPr lang="en-GB" sz="4000" b="1" i="0" u="none" strike="noStrike" cap="none" spc="0">
              <a:ln>
                <a:noFill/>
              </a:ln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768698" name="object 3"/>
          <p:cNvSpPr txBox="1"/>
          <p:nvPr/>
        </p:nvSpPr>
        <p:spPr bwMode="auto">
          <a:xfrm>
            <a:off x="380999" y="888075"/>
            <a:ext cx="12352766" cy="335687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#1</a:t>
            </a:r>
            <a:r>
              <a:rPr lang="sv-SE" sz="4000" b="1">
                <a:latin typeface="Comic Sans MS"/>
              </a:rPr>
              <a:t>5</a:t>
            </a:r>
            <a:endParaRPr lang="sv-SE"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Write a program to calculate rectangle area and print it on the screen.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Example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Inputs: 10</a:t>
            </a:r>
            <a:r>
              <a:rPr lang="sv-SE" sz="2400">
                <a:latin typeface="Comic Sans MS"/>
              </a:rPr>
              <a:t>, </a:t>
            </a:r>
            <a:r>
              <a:rPr sz="2400">
                <a:latin typeface="Comic Sans MS"/>
              </a:rPr>
              <a:t>20 </a:t>
            </a:r>
            <a:endParaRPr/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Outputs</a:t>
            </a:r>
            <a:r>
              <a:rPr lang="sv-SE" sz="2400">
                <a:latin typeface="Comic Sans MS"/>
              </a:rPr>
              <a:t>: </a:t>
            </a:r>
            <a:r>
              <a:rPr sz="2400">
                <a:latin typeface="Comic Sans MS"/>
              </a:rPr>
              <a:t>200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</p:txBody>
      </p:sp>
      <p:pic>
        <p:nvPicPr>
          <p:cNvPr id="1760333591" name="Slide"/>
          <p:cNvPicPr>
            <a:picLocks noChangeAspect="1"/>
          </p:cNvPicPr>
          <p:nvPr/>
        </p:nvPicPr>
        <p:blipFill rotWithShape="1">
          <a:blip r:embed="rId3"/>
          <a:srcRect l="72837" t="20306" r="7474" b="56260"/>
          <a:stretch/>
        </p:blipFill>
        <p:spPr bwMode="auto">
          <a:xfrm>
            <a:off x="10686709" y="2522667"/>
            <a:ext cx="2724489" cy="25065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21504254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06601765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235314660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21873281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143668592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#1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5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388095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744499" y="838199"/>
            <a:ext cx="3935515" cy="8382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59435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232</cp:revision>
  <dcterms:created xsi:type="dcterms:W3CDTF">2025-12-09T17:44:59Z</dcterms:created>
  <dcterms:modified xsi:type="dcterms:W3CDTF">2026-08-30T16:15:17Z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