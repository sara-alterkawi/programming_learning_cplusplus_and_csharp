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2392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159419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805927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124523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2359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439729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82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1732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507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027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16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075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497884-AF8E-88E4-5DE1-6C00A3DB89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049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25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40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77E007-280F-4F41-B77E-3C7882A48E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213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6790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089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96A3F1-CAFD-7030-BE5F-179F0AB566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268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25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717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387292-3DCB-91B1-7896-AA1F312984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464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3300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3794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8329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80445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58166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163565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513258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94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894514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02749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39750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082359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680572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4349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76185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9751034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8836248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740128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349892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451437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891018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55282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022868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788764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48571812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98088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556270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8944506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7782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474523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590496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792058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5379675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4725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903771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14558206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96188628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45134858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783605730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1490002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528808484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#46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667268" name="object 3"/>
          <p:cNvSpPr txBox="1"/>
          <p:nvPr/>
        </p:nvSpPr>
        <p:spPr bwMode="auto">
          <a:xfrm>
            <a:off x="380999" y="888075"/>
            <a:ext cx="12352766" cy="5111202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46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print all letters from A to Z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A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B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C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.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.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.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Z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1366956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14434991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753095424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96166253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806602285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46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8041856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72871" y="1461427"/>
            <a:ext cx="6865454" cy="7135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18378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246</cp:revision>
  <dcterms:created xsi:type="dcterms:W3CDTF">2025-12-09T17:44:59Z</dcterms:created>
  <dcterms:modified xsi:type="dcterms:W3CDTF">2026-08-30T18:48:37Z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