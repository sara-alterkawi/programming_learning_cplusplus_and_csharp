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6079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88795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114332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313014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037985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12480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557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036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622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4763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897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BA28A1-A28E-B906-E428-147CE40B98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3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849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0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1C45A4-9AF5-DC31-790B-183A9A519D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451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2958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91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18B411-E5E6-06C7-555A-BCC1F93865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907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9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021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C8DA7D-639C-5B62-13F7-A1376E237D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347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8165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999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33447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826729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77143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732482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360554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86881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178847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9629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61368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151947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0413935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0416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747215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6143912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2900469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876458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1681091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518636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2708804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274278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735618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150283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0718428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94996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318755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8544816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3287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255753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022915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740352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4435914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77539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6383601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64901342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3476051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76630131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6961874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256172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639780364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22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447548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22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circle area Inscribed in an Isosceles Triangle,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 use should enter: a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b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 b="1">
                <a:latin typeface="Comic Sans MS"/>
              </a:rPr>
              <a:t>Example</a:t>
            </a:r>
            <a:endParaRPr lang="sv-SE" sz="2400" b="1">
              <a:latin typeface="Comic Sans MS"/>
            </a:endParaRPr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Inputs:</a:t>
            </a:r>
            <a:r>
              <a:rPr lang="sv-SE" sz="2400" b="1">
                <a:latin typeface="Comic Sans MS"/>
              </a:rPr>
              <a:t> </a:t>
            </a:r>
            <a:r>
              <a:rPr sz="2400">
                <a:latin typeface="Comic Sans MS"/>
              </a:rPr>
              <a:t>20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10</a:t>
            </a:r>
            <a:endParaRPr/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Outputs</a:t>
            </a:r>
            <a:r>
              <a:rPr lang="sv-SE" sz="2400" b="1">
                <a:latin typeface="Comic Sans MS"/>
              </a:rPr>
              <a:t>:</a:t>
            </a:r>
            <a:r>
              <a:rPr sz="2400">
                <a:latin typeface="Comic Sans MS"/>
              </a:rPr>
              <a:t> 47.124</a:t>
            </a:r>
            <a:endParaRPr/>
          </a:p>
        </p:txBody>
      </p:sp>
      <p:pic>
        <p:nvPicPr>
          <p:cNvPr id="831413291" name="Slide"/>
          <p:cNvPicPr>
            <a:picLocks noChangeAspect="1"/>
          </p:cNvPicPr>
          <p:nvPr/>
        </p:nvPicPr>
        <p:blipFill rotWithShape="1">
          <a:blip r:embed="rId3"/>
          <a:srcRect l="72837" t="17250" r="1962" b="52185"/>
          <a:stretch/>
        </p:blipFill>
        <p:spPr bwMode="auto">
          <a:xfrm>
            <a:off x="10765137" y="2747809"/>
            <a:ext cx="2646061" cy="24806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326541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80139375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636824526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6339442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127318943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22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6638830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95084" y="1833005"/>
            <a:ext cx="3634344" cy="6392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33226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