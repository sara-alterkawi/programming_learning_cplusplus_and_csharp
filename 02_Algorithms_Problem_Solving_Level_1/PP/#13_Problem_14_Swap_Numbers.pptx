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189647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0888782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8733773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135187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5633966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7222084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6599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6300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74482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1808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52060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0634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855FD0-A39E-5A72-55A3-FC4E54EC5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3492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01646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903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0CC1C-65C3-3638-063F-6AC54CF233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3348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03701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165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88BE6-139C-56FF-9254-9161CF773F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9097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9330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118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887931-FB68-628C-3228-662D74C8FD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7972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6507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071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2460E2-4BF4-32A6-15D5-E09FCCC578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7690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00031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793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B59BC0-8827-F8CF-364E-41F6BE524D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3999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4530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89492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D179F0-CC37-8D44-E395-5CB580C023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14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90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91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A65BEE-A5B7-95D9-04A8-F665ED3B78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1781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0877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607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5A528-4A18-2B97-47C0-7F96193988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6681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3598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3929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17074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584025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574621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566435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95143738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95695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4534382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291851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070144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947537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5220207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9917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178551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2057646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2531011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050347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8847987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677347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97781402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959606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596082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465123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1238099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00949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806471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43946437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23970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220777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319642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381967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74802334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57177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3916140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60797806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58339534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900854090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318318261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42178057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363861821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00954" name="object 3"/>
          <p:cNvSpPr txBox="1"/>
          <p:nvPr/>
        </p:nvSpPr>
        <p:spPr bwMode="auto">
          <a:xfrm>
            <a:off x="380999" y="888075"/>
            <a:ext cx="12352766" cy="3726208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#14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ask the user to </a:t>
            </a:r>
            <a:r>
              <a:rPr sz="2400" u="sng">
                <a:latin typeface="Comic Sans MS"/>
              </a:rPr>
              <a:t>enter: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Number1, Number2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Then Print the </a:t>
            </a:r>
            <a:r>
              <a:rPr lang="sv-SE" sz="2400">
                <a:latin typeface="Comic Sans MS"/>
              </a:rPr>
              <a:t>Two</a:t>
            </a:r>
            <a:r>
              <a:rPr lang="sv-SE" sz="2400">
                <a:latin typeface="Comic Sans MS"/>
              </a:rPr>
              <a:t> </a:t>
            </a:r>
            <a:r>
              <a:rPr lang="sv-SE" sz="2400">
                <a:latin typeface="Comic Sans MS"/>
              </a:rPr>
              <a:t>numbers</a:t>
            </a:r>
            <a:r>
              <a:rPr lang="sv-SE" sz="2400">
                <a:latin typeface="Comic Sans MS"/>
              </a:rPr>
              <a:t>, </a:t>
            </a:r>
            <a:r>
              <a:rPr lang="sv-SE" sz="2400">
                <a:latin typeface="Comic Sans MS"/>
              </a:rPr>
              <a:t>then</a:t>
            </a:r>
            <a:r>
              <a:rPr lang="sv-SE" sz="2400">
                <a:latin typeface="Comic Sans MS"/>
              </a:rPr>
              <a:t> Swap the </a:t>
            </a:r>
            <a:r>
              <a:rPr lang="sv-SE" sz="2400">
                <a:latin typeface="Comic Sans MS"/>
              </a:rPr>
              <a:t>numbers</a:t>
            </a:r>
            <a:r>
              <a:rPr lang="sv-SE" sz="2400">
                <a:latin typeface="Comic Sans MS"/>
              </a:rPr>
              <a:t> and print </a:t>
            </a:r>
            <a:r>
              <a:rPr lang="sv-SE" sz="2400">
                <a:latin typeface="Comic Sans MS"/>
              </a:rPr>
              <a:t>them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Example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Inputs: </a:t>
            </a:r>
            <a:r>
              <a:rPr lang="sv-SE" sz="2400">
                <a:latin typeface="Comic Sans MS"/>
              </a:rPr>
              <a:t>10, 20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Outputs</a:t>
            </a:r>
            <a:r>
              <a:rPr lang="sv-SE" sz="2400">
                <a:latin typeface="Comic Sans MS"/>
              </a:rPr>
              <a:t>:</a:t>
            </a:r>
            <a:r>
              <a:rPr sz="2400">
                <a:latin typeface="Comic Sans MS"/>
              </a:rPr>
              <a:t> </a:t>
            </a:r>
            <a:r>
              <a:rPr lang="sv-SE" sz="2400">
                <a:latin typeface="Comic Sans MS"/>
              </a:rPr>
              <a:t>20, 10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79746741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694428369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248735857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30657537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28126140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Problem #14 Solution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4000" b="1"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0443898" name="Slid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98817" y="0"/>
            <a:ext cx="13013562" cy="10058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7898398" name="Slid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98817" y="0"/>
            <a:ext cx="13013562" cy="10058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5867668" name="Slid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98817" y="5861"/>
            <a:ext cx="13013562" cy="10058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4758258" name="Slid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98817" y="0"/>
            <a:ext cx="13013564" cy="10058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9608752" name="Slid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98817" y="0"/>
            <a:ext cx="13013562" cy="10058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7934359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32336" y="838199"/>
            <a:ext cx="3959841" cy="838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25707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232</cp:revision>
  <dcterms:created xsi:type="dcterms:W3CDTF">2025-12-09T17:44:59Z</dcterms:created>
  <dcterms:modified xsi:type="dcterms:W3CDTF">2026-08-30T16:13:39Z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