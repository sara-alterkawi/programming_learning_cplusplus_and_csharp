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869143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018988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1443541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5310487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6903730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8989424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5906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01678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734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867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2503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966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002499-30E5-63C6-B631-55BC9EB6B7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7602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2480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15004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1D8D5-2571-8BA6-BD60-4C4145A696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4516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8486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12485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F1A889-E9E7-B8AE-CCF1-F641280EDD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742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76275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8823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C3859D-7BD5-2698-852C-9B41132026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8963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16770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3872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5482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879218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750472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591369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6304203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178927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8168548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098398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475202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880635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27364070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48148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980609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1995300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540481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96038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31498159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904257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70513260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5919187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2839106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874995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55723386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569273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167872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19583863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82764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879075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348938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636055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11910168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85444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74766815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958695110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58374593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597325508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452502783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32149225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912583393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25360" name="object 3"/>
          <p:cNvSpPr txBox="1"/>
          <p:nvPr/>
        </p:nvSpPr>
        <p:spPr bwMode="auto">
          <a:xfrm>
            <a:off x="380999" y="888075"/>
            <a:ext cx="12352766" cy="4095541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#7</a:t>
            </a:r>
            <a:endParaRPr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Write a program to ask the user to </a:t>
            </a:r>
            <a:r>
              <a:rPr sz="2400" u="sng">
                <a:latin typeface="Comic Sans MS"/>
              </a:rPr>
              <a:t>enter: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Number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Then Print the “Half of the &lt;Number&gt; is &lt;???&gt;”.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Example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Inputs: 60</a:t>
            </a:r>
            <a:r>
              <a:rPr lang="sv-SE" sz="2400">
                <a:latin typeface="Comic Sans MS"/>
              </a:rPr>
              <a:t>, </a:t>
            </a:r>
            <a:r>
              <a:rPr sz="2400">
                <a:latin typeface="Comic Sans MS"/>
              </a:rPr>
              <a:t>50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Outputs</a:t>
            </a:r>
            <a:r>
              <a:rPr lang="sv-SE" sz="2400">
                <a:latin typeface="Comic Sans MS"/>
              </a:rPr>
              <a:t>: </a:t>
            </a:r>
            <a:r>
              <a:rPr sz="2400">
                <a:latin typeface="Comic Sans MS"/>
              </a:rPr>
              <a:t>Half of 60 is 30 Half of 50 is 25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17785262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427463031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066930381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89252315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62229682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Problem #7 Solution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4000" b="1"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6210502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042012" y="1334017"/>
            <a:ext cx="5327173" cy="7390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2177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230</cp:revision>
  <dcterms:created xsi:type="dcterms:W3CDTF">2025-12-09T17:44:59Z</dcterms:created>
  <dcterms:modified xsi:type="dcterms:W3CDTF">2026-08-30T13:56:26Z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