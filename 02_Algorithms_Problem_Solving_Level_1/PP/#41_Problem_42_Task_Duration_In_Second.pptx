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1544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5271360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7743984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5111298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7229176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1586246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389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21726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2622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0669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7420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28468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47EF03-3780-D084-FAD4-7C4977AF08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229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37537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2144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2E6323-569B-AEF1-FD99-CDABF71BA9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7346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6076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160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15D9A0-7180-87A9-B0CA-7B616957B5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4221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23075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343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6DA7F3-CB93-477E-BB57-B5DC234440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7561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9123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188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79521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926403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839231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031506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4039553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17169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813857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226612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652303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814063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28142862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5502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048291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2280528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8846449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298590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519292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446742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6066568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1704923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724037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346005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61971277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768738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501529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7715645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2780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468299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179334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538920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7437293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38586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9817144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29715658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98293931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216552522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7159840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21223760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619399015" name="object 30"/>
          <p:cNvSpPr txBox="1"/>
          <p:nvPr/>
        </p:nvSpPr>
        <p:spPr bwMode="auto">
          <a:xfrm>
            <a:off x="106425" y="3084210"/>
            <a:ext cx="13313399" cy="1713335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4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2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749482" name="object 3"/>
          <p:cNvSpPr txBox="1"/>
          <p:nvPr/>
        </p:nvSpPr>
        <p:spPr bwMode="auto">
          <a:xfrm>
            <a:off x="380997" y="888075"/>
            <a:ext cx="12529877" cy="5540142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4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2</a:t>
            </a:r>
            <a:endParaRPr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b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</a:b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Write a program to calculate the task duration in seconds and print it on screen
→ Given the time duration of a task in the number of days, hours, minutes, and seconds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Example: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2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5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45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35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Outputs→
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93,535 Seconds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41521927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933130240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077953384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31356279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809988978" name="object 30"/>
          <p:cNvSpPr txBox="1"/>
          <p:nvPr/>
        </p:nvSpPr>
        <p:spPr bwMode="auto">
          <a:xfrm>
            <a:off x="106425" y="3084210"/>
            <a:ext cx="13313399" cy="238694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4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2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3328264" name="Picture 3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2939439" y="127924"/>
            <a:ext cx="8037260" cy="9968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64197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243</cp:revision>
  <dcterms:created xsi:type="dcterms:W3CDTF">2025-12-09T17:44:59Z</dcterms:created>
  <dcterms:modified xsi:type="dcterms:W3CDTF">2026-08-30T18:30:31Z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