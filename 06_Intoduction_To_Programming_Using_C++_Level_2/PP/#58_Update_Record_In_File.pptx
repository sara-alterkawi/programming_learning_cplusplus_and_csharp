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87492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8578816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180899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8253657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5977038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8967718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545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7245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3538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6486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64324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18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2387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425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526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04221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3393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22336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87795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7729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6077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9990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0302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0341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151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26138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10335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6BC052-665B-6B08-4609-1B12B3BA20E3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4548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04691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7773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676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8351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93691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05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07880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4759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2574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77370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6911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3173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6561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72071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79073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0041232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325924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351865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758618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897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3810837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132481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059913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988906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3679961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16221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661196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6841545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7653057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6967119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5940584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879862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9685983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8704323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7057247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800018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855796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42414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999925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3997594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26921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689946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940196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192400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2155844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17376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14085772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49655610" name="object 30"/>
          <p:cNvSpPr txBox="1"/>
          <p:nvPr/>
        </p:nvSpPr>
        <p:spPr bwMode="auto">
          <a:xfrm>
            <a:off x="0" y="1143000"/>
            <a:ext cx="13114458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Update Record In File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22324387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66946040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64966202" name="object 30"/>
          <p:cNvSpPr txBox="1"/>
          <p:nvPr/>
        </p:nvSpPr>
        <p:spPr bwMode="auto">
          <a:xfrm flipH="0" flipV="0">
            <a:off x="106425" y="3084201"/>
            <a:ext cx="13280337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Update Record In File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202152" name="object 3"/>
          <p:cNvSpPr txBox="1"/>
          <p:nvPr/>
        </p:nvSpPr>
        <p:spPr bwMode="auto">
          <a:xfrm>
            <a:off x="380997" y="888075"/>
            <a:ext cx="12368229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`UpdateRecordInFile()`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`UpdateRecordInFile()` is a function used to find a specific record in a text file and replace it with a new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remaining records are preserved.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5461644" name="object 3"/>
          <p:cNvSpPr txBox="1"/>
          <p:nvPr/>
        </p:nvSpPr>
        <p:spPr bwMode="auto">
          <a:xfrm>
            <a:off x="380997" y="888075"/>
            <a:ext cx="12382992" cy="5987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Updating File Data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same general idea used for deleting a record is used here.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load the file contents into a `vector&lt;string&gt;`, modify the required element in memory, and then save the vector back to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`PrintFileContent()`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Displays the file contents before and after the update.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`LoadDataFromFileToVector()`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Reads every line from the file and stores it in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`SaveVectorToFile()`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Writes the modified vector back to the file using `ios::out`.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`UpdateRecordInFile()`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Searches for the requested record.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the record is found, it is replaced with the new value.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912684" name="object 3"/>
          <p:cNvSpPr txBox="1"/>
          <p:nvPr/>
        </p:nvSpPr>
        <p:spPr bwMode="auto">
          <a:xfrm>
            <a:off x="380997" y="888075"/>
            <a:ext cx="12389468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Load the file contents into a `vector&lt;string&gt;`.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Loop through every element in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Compare each element with the record we want to update.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If a match is found, replace it with the new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Save the modified vector back to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Print the file contents again to verify the update.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822934" name="object 3"/>
          <p:cNvSpPr txBox="1"/>
          <p:nvPr/>
        </p:nvSpPr>
        <p:spPr bwMode="auto">
          <a:xfrm>
            <a:off x="380997" y="888075"/>
            <a:ext cx="12430156" cy="66291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void UpdateRecordInFile(string FileName, string Record, string UpdateTo)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vector&lt;string&gt; vFileContent;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LoadDataFromFileToVector(FileName, vFileContent);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for (string&amp; Line : vFileContent)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if (Line == Record)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Line = UpdateTo;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SaveVectorToFile(FileName, vFileContent);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833510" name="object 3"/>
          <p:cNvSpPr txBox="1"/>
          <p:nvPr/>
        </p:nvSpPr>
        <p:spPr bwMode="auto">
          <a:xfrm>
            <a:off x="380997" y="888075"/>
            <a:ext cx="12433036" cy="919691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"File Content Before Update:\n";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PrintFileContent("MyFile.txt");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UpdateRecordInFile("MyFile.txt", "Ali", "Omar");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"\n\nFile Content After Update:\n";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PrintFileContent("MyFile.txt");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Before update: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Ali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Shadi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Maher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Fadi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Lama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After updating `Ali` to `Omar`: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Omar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Shadi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Maher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Fadi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Lam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30805" name="object 3"/>
          <p:cNvSpPr txBox="1"/>
          <p:nvPr/>
        </p:nvSpPr>
        <p:spPr bwMode="auto">
          <a:xfrm>
            <a:off x="380997" y="888075"/>
            <a:ext cx="12363199" cy="3001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same general logic used for deletion is used here, but instead of setting the element to an empty string, we assign the new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update happens inside the vector in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After the modification, the complete vector is saved back to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requested record does not exist, no element is changed.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489973" name="object 3"/>
          <p:cNvSpPr txBox="1"/>
          <p:nvPr/>
        </p:nvSpPr>
        <p:spPr bwMode="auto">
          <a:xfrm>
            <a:off x="380997" y="888075"/>
            <a:ext cx="12365352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same record appears multiple times, this function will update all matching records.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Make sure `UpdateTo` contains the intended new value before saving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`ios::out` rewrites the file contents, so the vector should contain all records that need to be preserved.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1007931" name="object 3"/>
          <p:cNvSpPr txBox="1"/>
          <p:nvPr/>
        </p:nvSpPr>
        <p:spPr bwMode="auto">
          <a:xfrm>
            <a:off x="380997" y="888075"/>
            <a:ext cx="1237040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Delete Record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`Line = ""`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Removes the matching record from the resulting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when the record is no longer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Update Record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`Line = UpdateTo`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Replaces the matching record with a new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when the record should remain but its value needs to change.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6385517" name="object 3"/>
          <p:cNvSpPr txBox="1"/>
          <p:nvPr/>
        </p:nvSpPr>
        <p:spPr bwMode="auto">
          <a:xfrm>
            <a:off x="380997" y="888075"/>
            <a:ext cx="1238443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Load the file contents into a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Search for the required record.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Replace the matching record with the new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Save the modified vector back to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If no matching record exists, nothing is 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29485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2026-09-25T13:45:43Z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