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6424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60496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29192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670738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57432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149793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198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892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451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985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492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592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923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488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035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123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274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105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566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829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93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848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285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986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940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8196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83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231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1814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875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667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1084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10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770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318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4300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569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5761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7357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88626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052840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36401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52498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22834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44969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779428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665123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67358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876544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07190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9825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942074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4134023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63138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262454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738277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49285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6618764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580210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684214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167582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990006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5091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042403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525678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5075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13252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50998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996689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672995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32879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7000461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12084165" name="object 30"/>
          <p:cNvSpPr txBox="1"/>
          <p:nvPr/>
        </p:nvSpPr>
        <p:spPr bwMode="auto">
          <a:xfrm>
            <a:off x="0" y="1143000"/>
            <a:ext cx="13113020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Visual Studio Function Tips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2663377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46447955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73274514" name="object 30"/>
          <p:cNvSpPr txBox="1"/>
          <p:nvPr/>
        </p:nvSpPr>
        <p:spPr bwMode="auto">
          <a:xfrm flipH="0" flipV="0">
            <a:off x="106425" y="3084201"/>
            <a:ext cx="1327889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Visual Studio Function Tips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378702" name="object 3"/>
          <p:cNvSpPr txBox="1"/>
          <p:nvPr/>
        </p:nvSpPr>
        <p:spPr bwMode="auto">
          <a:xfrm>
            <a:off x="380997" y="888075"/>
            <a:ext cx="1243087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Visual Studio provides several useful tools that make working with Functions easier and help reduce complexity when viewing and navigating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303566" name="object 3"/>
          <p:cNvSpPr txBox="1"/>
          <p:nvPr/>
        </p:nvSpPr>
        <p:spPr bwMode="auto">
          <a:xfrm>
            <a:off x="380997" y="888075"/>
            <a:ext cx="12382272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Visual Studio allows us to Collapse and Expand Functions to hide or show their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 also provides tools to quickly find where a Function is declared or defined, see where it is used, understand its Call Hierarchy, and Rename it safely.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292098" name="object 3"/>
          <p:cNvSpPr txBox="1"/>
          <p:nvPr/>
        </p:nvSpPr>
        <p:spPr bwMode="auto">
          <a:xfrm>
            <a:off x="380997" y="888075"/>
            <a:ext cx="12388750" cy="5584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To Collapse or Expand a Function, click the small arrow next to the Function or use the corresponding Visual Studio shortcut.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To find the Function Definition, right-click the Function and select `Go To Definition`.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To find the Function Declaration, right-click the Function and select `Go To Declaration`.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To see which Functions call the selected Function, or which Functions it calls, select `View Call Hierarchy`.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To find every place where the Function is used, select `Find All References`.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To view the Function Definition without leaving the current location, select `Peek Definition`.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To safely change the Function name, right-click it and select `Rename`.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373610" name="object 3"/>
          <p:cNvSpPr txBox="1"/>
          <p:nvPr/>
        </p:nvSpPr>
        <p:spPr bwMode="auto">
          <a:xfrm>
            <a:off x="380997" y="888075"/>
            <a:ext cx="12373278" cy="93568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Function2();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Function4()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 cout &lt;&lt; "Hi I'm function4 " &lt;&lt; endl;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Function3()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 Function4();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Function2()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 Function3();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Function1()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Function2();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Function4();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Function1();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We can use Visual Studio tools to quickly navigate and understand the relationships between the Functions.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722613" name="object 3"/>
          <p:cNvSpPr txBox="1"/>
          <p:nvPr/>
        </p:nvSpPr>
        <p:spPr bwMode="auto">
          <a:xfrm>
            <a:off x="380997" y="888075"/>
            <a:ext cx="12362840" cy="7838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Collapse / Expand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Hides or shows the contents of a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Useful when working with large Functions or large source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Go To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Opens the complete Function Definition.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Go To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Opens the Function Declaration.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View Call Hierarchy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Shows which Functions call the selected Function and which Functions are called from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Find All References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Shows all places where the selected Function is referenced or used in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Peek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Shows the Function Definition in a small preview window without navigating away from the current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you to rename a Function and update its references safely.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588750" name="object 3"/>
          <p:cNvSpPr txBox="1"/>
          <p:nvPr/>
        </p:nvSpPr>
        <p:spPr bwMode="auto">
          <a:xfrm>
            <a:off x="380997" y="888075"/>
            <a:ext cx="1236499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renaming a Function, it is better to use Visual Studio's `Rename` feature instead of manually changing the name in each 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reduces the risk of missing one of the Function's references.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563423" name="object 3"/>
          <p:cNvSpPr txBox="1"/>
          <p:nvPr/>
        </p:nvSpPr>
        <p:spPr bwMode="auto">
          <a:xfrm>
            <a:off x="380997" y="888075"/>
            <a:ext cx="12370041" cy="49657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Navigation Tools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`Go To Definition` → Opens the complete Definition.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`Go To Declaration` → Opens the Declaration.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`Peek Definition` → Shows the Definition without leaving the current 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Function Analysis Tools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`View Call Hierarchy` → Shows Function calling relationships.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`Find All References` → Shows where the Function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`Rename` → Changes the Function name and updates its references.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475929" name="object 3"/>
          <p:cNvSpPr txBox="1"/>
          <p:nvPr/>
        </p:nvSpPr>
        <p:spPr bwMode="auto">
          <a:xfrm>
            <a:off x="380997" y="888075"/>
            <a:ext cx="12418271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Visual Studio provides useful tools for working with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`Collapse / Expand` helps organize the code view.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`Go To Definition / Declaration` helps locate Function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`View Call Hierarchy` helps understand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`Find All References` shows where a Function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`Peek Definition` shows a Function Definition without leaving the current location.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`Rename` helps safely change a Function's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79288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344</cp:revision>
  <dcterms:created xsi:type="dcterms:W3CDTF">2025-12-09T17:44:59Z</dcterms:created>
  <dcterms:modified xsi:type="dcterms:W3CDTF">2026-09-25T07:51:25Z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