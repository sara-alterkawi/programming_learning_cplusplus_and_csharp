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6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 /><Relationship Id="rId18" Type="http://schemas.openxmlformats.org/officeDocument/2006/relationships/tableStyles" Target="tableStyles.xml" /><Relationship Id="rId19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544257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47726149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61580779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92802969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2056276260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56354085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45385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941296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49977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85575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98003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78367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198DE46-8DAF-B5B7-2366-A8D1CEBF0DDC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62588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405036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89963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74372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687882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83102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54360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681854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03877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93690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46871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99387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89107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055839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10931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34795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652037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20372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54081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695788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52940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969120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907330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2540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ACA06A4-D579-A24C-63A5-16FC28421908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90116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931297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56644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90575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474568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60017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4588713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97733505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5608598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6168929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373185352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1587389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93297767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88997643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08301747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75940042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093114634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444965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78800034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104762089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636658324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29321912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264317612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91396190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609887203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24650528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71866830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87663082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746220710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1180119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89693962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74697250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190359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23225302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5266846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76402389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994684412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2750006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899827192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819170325" name="object 30"/>
          <p:cNvSpPr txBox="1"/>
          <p:nvPr/>
        </p:nvSpPr>
        <p:spPr bwMode="auto">
          <a:xfrm>
            <a:off x="0" y="1143000"/>
            <a:ext cx="13123811" cy="40661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Intoduction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To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Programming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Using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C++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2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Vector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Functions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98920979" name="object 2"/>
          <p:cNvGrpSpPr/>
          <p:nvPr/>
        </p:nvGrpSpPr>
        <p:grpSpPr bwMode="auto">
          <a:xfrm>
            <a:off x="-10956" y="645358"/>
            <a:ext cx="13422156" cy="8767681"/>
            <a:chOff x="0" y="2209799"/>
            <a:chExt cx="7778749" cy="5081269"/>
          </a:xfrm>
        </p:grpSpPr>
        <p:pic>
          <p:nvPicPr>
            <p:cNvPr id="1694131946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1853377854" name="object 4"/>
            <p:cNvSpPr/>
            <p:nvPr/>
          </p:nvSpPr>
          <p:spPr bwMode="auto">
            <a:xfrm>
              <a:off x="60959" y="3901438"/>
              <a:ext cx="7711438" cy="1264918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592201156" name="object 8"/>
          <p:cNvSpPr txBox="1"/>
          <p:nvPr/>
        </p:nvSpPr>
        <p:spPr bwMode="auto">
          <a:xfrm>
            <a:off x="13091697" y="12746336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>
              <a:spcBef>
                <a:spcPts val="162"/>
              </a:spcBef>
              <a:defRPr/>
            </a:pPr>
            <a:r>
              <a:rPr sz="2150" spc="-85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831470284" name="object 30"/>
          <p:cNvSpPr txBox="1"/>
          <p:nvPr/>
        </p:nvSpPr>
        <p:spPr bwMode="auto">
          <a:xfrm flipH="0" flipV="0">
            <a:off x="106425" y="3084201"/>
            <a:ext cx="13289691" cy="175575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2"/>
              </a:spcBef>
              <a:defRPr/>
            </a:pPr>
            <a:r>
              <a:rPr lang="en-US" sz="4000" b="0" i="0" u="none" strike="noStrike" cap="none" spc="-15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Intoduction To Programming Using C++</a:t>
            </a:r>
            <a:endParaRPr/>
          </a:p>
          <a:p>
            <a:pPr marL="2786346" algn="ctr">
              <a:spcBef>
                <a:spcPts val="672"/>
              </a:spcBef>
              <a:defRPr/>
            </a:pPr>
            <a:r>
              <a:rPr lang="sv-SE" sz="2400" spc="-16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5">
                <a:solidFill>
                  <a:srgbClr val="FFFFFF"/>
                </a:solidFill>
                <a:latin typeface="Comic Sans MS"/>
                <a:cs typeface="Comic Sans MS"/>
              </a:rPr>
              <a:t>2</a:t>
            </a:r>
            <a:endParaRPr/>
          </a:p>
          <a:p>
            <a:pPr marL="2786346" algn="ctr">
              <a:spcBef>
                <a:spcPts val="670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Vector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Functions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2497163" name="object 3"/>
          <p:cNvSpPr txBox="1"/>
          <p:nvPr/>
        </p:nvSpPr>
        <p:spPr bwMode="auto">
          <a:xfrm>
            <a:off x="380997" y="888075"/>
            <a:ext cx="12367870" cy="335974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In C++, a vector is a dynamic array that provides several ready-made member functions for managing its elements.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These functions make it easier to add, remove, access, and check elements, as well as inspect the vector's size and capacity.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main functions covered in this lesson are clear(), front(), back(), size(), capacity(), and empty().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3030360" name="object 3"/>
          <p:cNvSpPr txBox="1"/>
          <p:nvPr/>
        </p:nvSpPr>
        <p:spPr bwMode="auto">
          <a:xfrm>
            <a:off x="380997" y="888075"/>
            <a:ext cx="12382272" cy="486774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vector&lt;int&gt; vNumbers; creates an empty vector of integers.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Elements can be added using push_back().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Once elements are stored, vector member functions can be used to access information about the vector.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clear() removes all elements from the vector.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front() returns the first element.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back() returns the last element.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size() returns the current number of elements.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capacity() returns the amount of storage currently allocated for the vector.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empty() checks whether the vector contains any elements.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2447838" name="object 3"/>
          <p:cNvSpPr txBox="1"/>
          <p:nvPr/>
        </p:nvSpPr>
        <p:spPr bwMode="auto">
          <a:xfrm>
            <a:off x="380997" y="888075"/>
            <a:ext cx="12388750" cy="412872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Create a vector.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Add elements using push_back().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Use front() to access the first element.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Use back() to access the last element.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Use size() to get the number of current elements.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Use capacity() to check the allocated capacity.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7️⃣ Use empty() to check whether the vector is empty.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8️⃣ Use clear() when you want to remove all elements.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4180018" name="object 3"/>
          <p:cNvSpPr txBox="1"/>
          <p:nvPr/>
        </p:nvSpPr>
        <p:spPr bwMode="auto">
          <a:xfrm>
            <a:off x="380997" y="888075"/>
            <a:ext cx="12372558" cy="825952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vector contains five elements: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vector&lt;int&gt; vNumbers;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vNumbers.push_back(10);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vNumbers.push_back(20);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vNumbers.push_back(30);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vNumbers.push_back(40);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vNumbers.push_back(50);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cout &lt;&lt; "First Element: " &lt;&lt; vNumbers.front() &lt;&lt; endl;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cout &lt;&lt; "Last Element: " &lt;&lt; vNumbers.back() &lt;&lt; endl;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cout &lt;&lt; "Size of Vector: " &lt;&lt; vNumbers.size() &lt;&lt; endl;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cout &lt;&lt; "Capacity of Vector: " &lt;&lt; vNumbers.capacity() &lt;&lt; endl;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cout &lt;&lt; "If vector is empty print true/1 : " &lt;&lt; vNumbers.empty() &lt;&lt; endl;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First Element: 10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Last Element: 50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Size of Vector: 5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Capacity of Vector: 8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If vector is empty print true/1 : 0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9716265" name="object 3"/>
          <p:cNvSpPr txBox="1"/>
          <p:nvPr/>
        </p:nvSpPr>
        <p:spPr bwMode="auto">
          <a:xfrm>
            <a:off x="380997" y="888075"/>
            <a:ext cx="12362840" cy="706979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size() represents the actual number of elements currently stored in the vector.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capacity() represents the amount of storage currently allocated for the vector.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Therefore, capacity() can be greater than size().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For example, the vector can have size() = 5 while capacity() = 8.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After using clear(), the vector contains no elements.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clear() removes the elements, but it does not necessarily reduce the vector's capacity.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Before accessing the first or last element, make sure the vector is not empty.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Before removing an element with pop_back(), make sure the vector contains at least one element.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You can check this using: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if (vNumbers.size() &gt; 0)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vNumbers.pop_back();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Or: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if (!vNumbers.empty())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vNumbers.pop_back();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7934616" name="object 3"/>
          <p:cNvSpPr txBox="1"/>
          <p:nvPr/>
        </p:nvSpPr>
        <p:spPr bwMode="auto">
          <a:xfrm>
            <a:off x="380997" y="888075"/>
            <a:ext cx="12364994" cy="447950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Do not use front() or back() on an empty vector because the operation is invalid.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Do not use pop_back() on an empty vector.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clear() removes all elements, so the existing elements can no longer be accessed through the vector.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exact value returned by capacity() can depend on the implementation and the vector's growth strategy.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Do not assume that capacity() will always exactly double.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When modifying a vector during iteration, be careful because removing or clearing elements can invalidate iterators and change the vector's contents.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0488053" name="object 3"/>
          <p:cNvSpPr txBox="1"/>
          <p:nvPr/>
        </p:nvSpPr>
        <p:spPr bwMode="auto">
          <a:xfrm>
            <a:off x="380997" y="888075"/>
            <a:ext cx="12370401" cy="826477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size()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Returns the actual number of elements currently stored.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Example: five elements → size() returns 5.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Changes when elements are added or removed.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capacity()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Returns the amount of storage currently allocated.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Can be larger than the current number of elements.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Example: size() = 5, capacity() = 8.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front()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Returns the first element.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Example: 10 20 30 → front() returns 10.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The vector must not be empty.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back()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Returns the last element.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Example: 10 20 30 → back() returns 30.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The vector must not be empty.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3449886" name="object 3"/>
          <p:cNvSpPr txBox="1"/>
          <p:nvPr/>
        </p:nvSpPr>
        <p:spPr bwMode="auto">
          <a:xfrm>
            <a:off x="380997" y="888075"/>
            <a:ext cx="12371481" cy="4494487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>
              <a:defRPr/>
            </a:pPr>
            <a:r>
              <a:rPr lang="en-GB" sz="4000" b="1" spc="-16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clear()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Removes all elements.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The vector becomes empty.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Does not necessarily reduce its capacity.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empty()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Checks whether the vector contains zero elements.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Returns true (1) when empty.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Returns false (0) when it contains elements.</a:t>
            </a:r>
            <a:endParaRPr sz="2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0620082" name="object 3"/>
          <p:cNvSpPr txBox="1"/>
          <p:nvPr/>
        </p:nvSpPr>
        <p:spPr bwMode="auto">
          <a:xfrm>
            <a:off x="380997" y="888075"/>
            <a:ext cx="12384072" cy="486024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clear() removes all elements from the vector.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front() returns the first element.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back() returns the last element.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size() returns the current number of elements.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capacity() returns the currently allocated storage capacity.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empty() checks whether the vector is empty.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size() and capacity() are different: size is the number of stored elements, while capacity is the allocated storage.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Always check that the vector is not empty before using front(), back(), or pop_back().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1215125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12</Slides>
  <Notes>12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358</cp:revision>
  <dcterms:created xsi:type="dcterms:W3CDTF">2025-12-09T17:44:59Z</dcterms:created>
  <dcterms:modified xsi:type="dcterms:W3CDTF">2026-09-25T09:20:15Z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