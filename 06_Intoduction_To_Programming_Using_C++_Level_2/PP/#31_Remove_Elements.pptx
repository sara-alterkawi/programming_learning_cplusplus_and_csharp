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3441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5462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251318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247105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713825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15857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903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836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296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805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013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53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372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926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939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380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06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07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003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4061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9856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663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868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234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413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86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8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305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50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491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345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033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901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71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0017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96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6969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6607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9831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146000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82979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490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722739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82562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2114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41752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048444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0050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467977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979368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909128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70135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33530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418817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5909219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108683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953514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08659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83642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00765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3075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593096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5946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25112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64580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676811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9115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0879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2771731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75009934" name="object 30"/>
          <p:cNvSpPr txBox="1"/>
          <p:nvPr/>
        </p:nvSpPr>
        <p:spPr bwMode="auto">
          <a:xfrm>
            <a:off x="0" y="1143000"/>
            <a:ext cx="13121292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Remove Elements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447491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03151174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35390756" name="object 30"/>
          <p:cNvSpPr txBox="1"/>
          <p:nvPr/>
        </p:nvSpPr>
        <p:spPr bwMode="auto">
          <a:xfrm flipH="0" flipV="0">
            <a:off x="106425" y="3084201"/>
            <a:ext cx="13287172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Remove Elements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724038" name="object 3"/>
          <p:cNvSpPr txBox="1"/>
          <p:nvPr/>
        </p:nvSpPr>
        <p:spPr bwMode="auto">
          <a:xfrm>
            <a:off x="380997" y="888075"/>
            <a:ext cx="12367870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`pop_back()` is a member function of `std::vector` used to remove the last element from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does not take any parameters because it always removes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elements are added using `push_back()` and removed using `pop_back()`, the operation follows the LIFO principle.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LIFO = Last In, First Out.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38343" name="object 3"/>
          <p:cNvSpPr txBox="1"/>
          <p:nvPr/>
        </p:nvSpPr>
        <p:spPr bwMode="auto">
          <a:xfrm>
            <a:off x="380997" y="888075"/>
            <a:ext cx="12382272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`pop_back()`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Syntax: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vNumbers.pop_back();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removes the last element of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reduces the Vector's `size()`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does not return the removed element.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0924" name="object 3"/>
          <p:cNvSpPr txBox="1"/>
          <p:nvPr/>
        </p:nvSpPr>
        <p:spPr bwMode="auto">
          <a:xfrm>
            <a:off x="380997" y="888075"/>
            <a:ext cx="1237291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 vNumbers;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vNumbers.push_back(10);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vNumbers.push_back(20);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vNumbers.push_back(30);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vNumbers.push_back(40);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vNumbers.push_back(50);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vNumbers.pop_back();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vNumbers.pop_back();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"Numbers of Vector:\n\n";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Number : vNumbers)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Number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Numbers of Vector: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196585" name="object 3"/>
          <p:cNvSpPr txBox="1"/>
          <p:nvPr/>
        </p:nvSpPr>
        <p:spPr bwMode="auto">
          <a:xfrm>
            <a:off x="380997" y="888075"/>
            <a:ext cx="12362840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 find the number of elements in a Vector, use `size()`: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"Vector Size = " &lt;&lt; vNumbers.size() &lt;&lt; endl;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404500" name="object 3"/>
          <p:cNvSpPr txBox="1"/>
          <p:nvPr/>
        </p:nvSpPr>
        <p:spPr bwMode="auto">
          <a:xfrm>
            <a:off x="380997" y="888075"/>
            <a:ext cx="12364994" cy="4830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call `pop_back()` when the Vector is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make sure the Vector contains at least one element before calling `pop_back()`: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(!vNumbers.empty())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vNumbers.pop_back();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removing elements with `pop_back()` or `clear()`, do not access elements that no longer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`clear()` function removes all elements, so the Vector's `size()` becomes `0`.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267514" name="object 3"/>
          <p:cNvSpPr txBox="1"/>
          <p:nvPr/>
        </p:nvSpPr>
        <p:spPr bwMode="auto">
          <a:xfrm>
            <a:off x="380997" y="888075"/>
            <a:ext cx="12370041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`pop_back()`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only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Reduces the Vector's `size()`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Takes no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`vNumbers.pop_back();`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`clear()`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all elements from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the Vector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`vNumbers.clear();`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`erase()`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an element or a range of elements at a specified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an iterator or iterator range.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41623" name="object 3"/>
          <p:cNvSpPr txBox="1"/>
          <p:nvPr/>
        </p:nvSpPr>
        <p:spPr bwMode="auto">
          <a:xfrm>
            <a:off x="380997" y="888075"/>
            <a:ext cx="1238407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adds an element to the end of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`pop_back()` removes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`pop_back()` does not take any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`empty()` checks whether the Vector contains no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`size()` returns the number of elements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`clear()` removes all elements at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`erase()` can remove elements from a specific position or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+ `pop_back()` can be used to implement LIFO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Always check that the Vector is not empty before calling `pop_back()`.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44704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2026-09-25T09:12:31Z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