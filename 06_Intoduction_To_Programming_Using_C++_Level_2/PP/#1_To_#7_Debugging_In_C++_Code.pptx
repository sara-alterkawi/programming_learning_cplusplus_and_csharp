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presentation.xml" ContentType="application/vnd.openxmlformats-officedocument.presentationml.presentation.main+xml"/>
  <Override PartName="/ppt/notesSlides/notesSlide63.xml" ContentType="application/vnd.openxmlformats-officedocument.presentationml.notesSlide+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48.xml" ContentType="application/vnd.openxmlformats-officedocument.presentationml.slide+xml"/>
  <Override PartName="/ppt/slides/slide15.xml" ContentType="application/vnd.openxmlformats-officedocument.presentationml.slide+xml"/>
  <Override PartName="/ppt/notesSlides/notesSlide48.xml" ContentType="application/vnd.openxmlformats-officedocument.presentationml.notesSlide+xml"/>
  <Override PartName="/docProps/app.xml" ContentType="application/vnd.openxmlformats-officedocument.extended-properties+xml"/>
  <Override PartName="/ppt/viewProps.xml" ContentType="application/vnd.openxmlformats-officedocument.presentationml.viewProps+xml"/>
  <Override PartName="/ppt/slides/slide35.xml" ContentType="application/vnd.openxmlformats-officedocument.presentationml.slide+xml"/>
  <Override PartName="/docProps/custom.xml" ContentType="application/vnd.openxmlformats-officedocument.custom-properties+xml"/>
  <Override PartName="/docProps/core.xml" ContentType="application/vnd.openxmlformats-package.core-properties+xml"/>
  <Override PartName="/ppt/theme/theme1.xml" ContentType="application/vnd.openxmlformats-officedocument.theme+xml"/>
  <Override PartName="/ppt/theme/theme2.xml" ContentType="application/vnd.openxmlformats-officedocument.them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39.xml" ContentType="application/vnd.openxmlformats-officedocument.presentationml.slide+xml"/>
  <Override PartName="/ppt/slideLayouts/slideLayout2.xml" ContentType="application/vnd.openxmlformats-officedocument.presentationml.slideLayout+xml"/>
  <Override PartName="/ppt/slides/slide38.xml" ContentType="application/vnd.openxmlformats-officedocument.presentationml.slide+xml"/>
  <Override PartName="/ppt/slideLayouts/slideLayout3.xml" ContentType="application/vnd.openxmlformats-officedocument.presentationml.slideLayout+xml"/>
  <Override PartName="/ppt/notesSlides/notesSlide62.xml" ContentType="application/vnd.openxmlformats-officedocument.presentationml.notesSlide+xml"/>
  <Override PartName="/ppt/slideLayouts/slideLayout4.xml" ContentType="application/vnd.openxmlformats-officedocument.presentationml.slideLayout+xml"/>
  <Override PartName="/ppt/notesSlides/notesSlide18.xml" ContentType="application/vnd.openxmlformats-officedocument.presentationml.notesSlide+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44.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notesSlide14.xml" ContentType="application/vnd.openxmlformats-officedocument.presentationml.notes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6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Lst>
  <p:sldSz cx="13411200" cy="10058400"/>
  <p:notesSz cx="7772400" cy="10058400"/>
  <p:defaultTextStyle>
    <a:defPPr>
      <a:defRPr/>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41" d="100"/>
          <a:sy n="41" d="100"/>
        </p:scale>
        <p:origin x="54" y="771"/>
      </p:cViewPr>
      <p:guideLst>
        <p:guide pos="2880" orient="horz"/>
        <p:guide pos="3727"/>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notesMaster" Target="notesMasters/notesMaster1.xml"/><Relationship Id="rId68" Type="http://schemas.openxmlformats.org/officeDocument/2006/relationships/presProps" Target="presProps.xml" /><Relationship Id="rId69" Type="http://schemas.openxmlformats.org/officeDocument/2006/relationships/tableStyles" Target="tableStyles.xml" /><Relationship Id="rId7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06673943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04154611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56826818"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714176584"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56798011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99079125"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785594" name="Slide Image Placeholder 1"/>
          <p:cNvSpPr>
            <a:spLocks noChangeAspect="1" noGrp="1" noRot="1"/>
          </p:cNvSpPr>
          <p:nvPr>
            <p:ph type="sldImg"/>
          </p:nvPr>
        </p:nvSpPr>
        <p:spPr bwMode="auto"/>
      </p:sp>
      <p:sp>
        <p:nvSpPr>
          <p:cNvPr id="1475151410" name="Notes Placeholder 2"/>
          <p:cNvSpPr>
            <a:spLocks noGrp="1"/>
          </p:cNvSpPr>
          <p:nvPr>
            <p:ph type="body" idx="1"/>
          </p:nvPr>
        </p:nvSpPr>
        <p:spPr bwMode="auto"/>
        <p:txBody>
          <a:bodyPr/>
          <a:lstStyle/>
          <a:p>
            <a:pPr>
              <a:defRPr/>
            </a:pPr>
            <a:endParaRPr/>
          </a:p>
        </p:txBody>
      </p:sp>
      <p:sp>
        <p:nvSpPr>
          <p:cNvPr id="880554325" name="Slide Number Placeholder 3"/>
          <p:cNvSpPr>
            <a:spLocks noGrp="1"/>
          </p:cNvSpPr>
          <p:nvPr>
            <p:ph type="sldNum" sz="quarter" idx="10"/>
          </p:nvPr>
        </p:nvSpPr>
        <p:spPr bwMode="auto"/>
        <p:txBody>
          <a:bodyPr/>
          <a:lstStyle/>
          <a:p>
            <a:pPr>
              <a:defRPr/>
            </a:pPr>
            <a:fld id="{9AB30386-858D-E7F8-9EC1-96526C894032}"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1307515" name="Slide Image Placeholder 1"/>
          <p:cNvSpPr>
            <a:spLocks noChangeAspect="1" noGrp="1" noRot="1"/>
          </p:cNvSpPr>
          <p:nvPr>
            <p:ph type="sldImg"/>
          </p:nvPr>
        </p:nvSpPr>
        <p:spPr bwMode="auto"/>
      </p:sp>
      <p:sp>
        <p:nvSpPr>
          <p:cNvPr id="1435052118" name="Notes Placeholder 2"/>
          <p:cNvSpPr>
            <a:spLocks noGrp="1"/>
          </p:cNvSpPr>
          <p:nvPr>
            <p:ph type="body" idx="1"/>
          </p:nvPr>
        </p:nvSpPr>
        <p:spPr bwMode="auto"/>
        <p:txBody>
          <a:bodyPr/>
          <a:lstStyle/>
          <a:p>
            <a:pPr>
              <a:defRPr/>
            </a:pPr>
            <a:endParaRPr/>
          </a:p>
        </p:txBody>
      </p:sp>
      <p:sp>
        <p:nvSpPr>
          <p:cNvPr id="114459741" name="Slide Number Placeholder 3"/>
          <p:cNvSpPr>
            <a:spLocks noGrp="1"/>
          </p:cNvSpPr>
          <p:nvPr>
            <p:ph type="sldNum" sz="quarter" idx="10"/>
          </p:nvPr>
        </p:nvSpPr>
        <p:spPr bwMode="auto"/>
        <p:txBody>
          <a:bodyPr/>
          <a:lstStyle/>
          <a:p>
            <a:pPr>
              <a:defRPr/>
            </a:pPr>
            <a:fld id="{3198DE46-8DAF-B5B7-2366-A8D1CEBF0DDC}"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4885451" name="Slide Image Placeholder 1"/>
          <p:cNvSpPr>
            <a:spLocks noChangeAspect="1" noGrp="1" noRot="1"/>
          </p:cNvSpPr>
          <p:nvPr>
            <p:ph type="sldImg"/>
          </p:nvPr>
        </p:nvSpPr>
        <p:spPr bwMode="auto"/>
      </p:sp>
      <p:sp>
        <p:nvSpPr>
          <p:cNvPr id="1390163845" name="Notes Placeholder 2"/>
          <p:cNvSpPr>
            <a:spLocks noGrp="1"/>
          </p:cNvSpPr>
          <p:nvPr>
            <p:ph type="body" idx="1"/>
          </p:nvPr>
        </p:nvSpPr>
        <p:spPr bwMode="auto"/>
        <p:txBody>
          <a:bodyPr/>
          <a:lstStyle/>
          <a:p>
            <a:pPr>
              <a:defRPr/>
            </a:pPr>
            <a:endParaRPr/>
          </a:p>
        </p:txBody>
      </p:sp>
      <p:sp>
        <p:nvSpPr>
          <p:cNvPr id="1186692396" name="Slide Number Placeholder 3"/>
          <p:cNvSpPr>
            <a:spLocks noGrp="1"/>
          </p:cNvSpPr>
          <p:nvPr>
            <p:ph type="sldNum" sz="quarter" idx="10"/>
          </p:nvPr>
        </p:nvSpPr>
        <p:spPr bwMode="auto"/>
        <p:txBody>
          <a:bodyPr/>
          <a:lstStyle/>
          <a:p>
            <a:pPr>
              <a:defRPr/>
            </a:pPr>
            <a:fld id="{D930BF87-D410-C3C8-7416-04E7AB6F2790}"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9227984" name="Slide Image Placeholder 1"/>
          <p:cNvSpPr>
            <a:spLocks noChangeAspect="1" noGrp="1" noRot="1"/>
          </p:cNvSpPr>
          <p:nvPr>
            <p:ph type="sldImg"/>
          </p:nvPr>
        </p:nvSpPr>
        <p:spPr bwMode="auto"/>
      </p:sp>
      <p:sp>
        <p:nvSpPr>
          <p:cNvPr id="1194508625" name="Notes Placeholder 2"/>
          <p:cNvSpPr>
            <a:spLocks noGrp="1"/>
          </p:cNvSpPr>
          <p:nvPr>
            <p:ph type="body" idx="1"/>
          </p:nvPr>
        </p:nvSpPr>
        <p:spPr bwMode="auto"/>
        <p:txBody>
          <a:bodyPr/>
          <a:lstStyle/>
          <a:p>
            <a:pPr>
              <a:defRPr/>
            </a:pPr>
            <a:endParaRPr/>
          </a:p>
        </p:txBody>
      </p:sp>
      <p:sp>
        <p:nvSpPr>
          <p:cNvPr id="1572013257" name="Slide Number Placeholder 3"/>
          <p:cNvSpPr>
            <a:spLocks noGrp="1"/>
          </p:cNvSpPr>
          <p:nvPr>
            <p:ph type="sldNum" sz="quarter" idx="10"/>
          </p:nvPr>
        </p:nvSpPr>
        <p:spPr bwMode="auto"/>
        <p:txBody>
          <a:bodyPr/>
          <a:lstStyle/>
          <a:p>
            <a:pPr>
              <a:defRPr/>
            </a:pPr>
            <a:fld id="{FEEEE434-A53A-77D6-A1A1-76816A380033}"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8218308" name="Slide Image Placeholder 1"/>
          <p:cNvSpPr>
            <a:spLocks noChangeAspect="1" noGrp="1" noRot="1"/>
          </p:cNvSpPr>
          <p:nvPr>
            <p:ph type="sldImg"/>
          </p:nvPr>
        </p:nvSpPr>
        <p:spPr bwMode="auto"/>
      </p:sp>
      <p:sp>
        <p:nvSpPr>
          <p:cNvPr id="883187037" name="Notes Placeholder 2"/>
          <p:cNvSpPr>
            <a:spLocks noGrp="1"/>
          </p:cNvSpPr>
          <p:nvPr>
            <p:ph type="body" idx="1"/>
          </p:nvPr>
        </p:nvSpPr>
        <p:spPr bwMode="auto"/>
        <p:txBody>
          <a:bodyPr/>
          <a:lstStyle/>
          <a:p>
            <a:pPr>
              <a:defRPr/>
            </a:pPr>
            <a:endParaRPr/>
          </a:p>
        </p:txBody>
      </p:sp>
      <p:sp>
        <p:nvSpPr>
          <p:cNvPr id="498182147" name="Slide Number Placeholder 3"/>
          <p:cNvSpPr>
            <a:spLocks noGrp="1"/>
          </p:cNvSpPr>
          <p:nvPr>
            <p:ph type="sldNum" sz="quarter" idx="10"/>
          </p:nvPr>
        </p:nvSpPr>
        <p:spPr bwMode="auto"/>
        <p:txBody>
          <a:bodyPr/>
          <a:lstStyle/>
          <a:p>
            <a:pPr>
              <a:defRPr/>
            </a:pPr>
            <a:fld id="{FEEEE434-A53A-77D6-A1A1-76816A380033}"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3310225" name="Slide Image Placeholder 1"/>
          <p:cNvSpPr>
            <a:spLocks noChangeAspect="1" noGrp="1" noRot="1"/>
          </p:cNvSpPr>
          <p:nvPr>
            <p:ph type="sldImg"/>
          </p:nvPr>
        </p:nvSpPr>
        <p:spPr bwMode="auto"/>
      </p:sp>
      <p:sp>
        <p:nvSpPr>
          <p:cNvPr id="316930010" name="Notes Placeholder 2"/>
          <p:cNvSpPr>
            <a:spLocks noGrp="1"/>
          </p:cNvSpPr>
          <p:nvPr>
            <p:ph type="body" idx="1"/>
          </p:nvPr>
        </p:nvSpPr>
        <p:spPr bwMode="auto"/>
        <p:txBody>
          <a:bodyPr/>
          <a:lstStyle/>
          <a:p>
            <a:pPr>
              <a:defRPr/>
            </a:pPr>
            <a:endParaRPr/>
          </a:p>
        </p:txBody>
      </p:sp>
      <p:sp>
        <p:nvSpPr>
          <p:cNvPr id="1807014583" name="Slide Number Placeholder 3"/>
          <p:cNvSpPr>
            <a:spLocks noGrp="1"/>
          </p:cNvSpPr>
          <p:nvPr>
            <p:ph type="sldNum" sz="quarter" idx="10"/>
          </p:nvPr>
        </p:nvSpPr>
        <p:spPr bwMode="auto"/>
        <p:txBody>
          <a:bodyPr/>
          <a:lstStyle/>
          <a:p>
            <a:pPr>
              <a:defRPr/>
            </a:pPr>
            <a:fld id="{AED4B15E-DC1D-871B-195A-409A7609C310}" type="slidenum">
              <a:rPr/>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498459" name="Slide Image Placeholder 1"/>
          <p:cNvSpPr>
            <a:spLocks noChangeAspect="1" noGrp="1" noRot="1"/>
          </p:cNvSpPr>
          <p:nvPr>
            <p:ph type="sldImg"/>
          </p:nvPr>
        </p:nvSpPr>
        <p:spPr bwMode="auto"/>
      </p:sp>
      <p:sp>
        <p:nvSpPr>
          <p:cNvPr id="2122748252" name="Notes Placeholder 2"/>
          <p:cNvSpPr>
            <a:spLocks noGrp="1"/>
          </p:cNvSpPr>
          <p:nvPr>
            <p:ph type="body" idx="1"/>
          </p:nvPr>
        </p:nvSpPr>
        <p:spPr bwMode="auto"/>
        <p:txBody>
          <a:bodyPr/>
          <a:lstStyle/>
          <a:p>
            <a:pPr>
              <a:defRPr/>
            </a:pPr>
            <a:endParaRPr/>
          </a:p>
        </p:txBody>
      </p:sp>
      <p:sp>
        <p:nvSpPr>
          <p:cNvPr id="912230543" name="Slide Number Placeholder 3"/>
          <p:cNvSpPr>
            <a:spLocks noGrp="1"/>
          </p:cNvSpPr>
          <p:nvPr>
            <p:ph type="sldNum" sz="quarter" idx="10"/>
          </p:nvPr>
        </p:nvSpPr>
        <p:spPr bwMode="auto"/>
        <p:txBody>
          <a:bodyPr/>
          <a:lstStyle/>
          <a:p>
            <a:pPr>
              <a:defRPr/>
            </a:pPr>
            <a:fld id="{6FB780D0-01FC-1E82-7F28-775DCD58CC27}" type="slidenum">
              <a:rPr/>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7630166" name="Slide Image Placeholder 1"/>
          <p:cNvSpPr>
            <a:spLocks noChangeAspect="1" noGrp="1" noRot="1"/>
          </p:cNvSpPr>
          <p:nvPr>
            <p:ph type="sldImg"/>
          </p:nvPr>
        </p:nvSpPr>
        <p:spPr bwMode="auto"/>
      </p:sp>
      <p:sp>
        <p:nvSpPr>
          <p:cNvPr id="1885882550" name="Notes Placeholder 2"/>
          <p:cNvSpPr>
            <a:spLocks noGrp="1"/>
          </p:cNvSpPr>
          <p:nvPr>
            <p:ph type="body" idx="1"/>
          </p:nvPr>
        </p:nvSpPr>
        <p:spPr bwMode="auto"/>
        <p:txBody>
          <a:bodyPr/>
          <a:lstStyle/>
          <a:p>
            <a:pPr>
              <a:defRPr/>
            </a:pPr>
            <a:endParaRPr/>
          </a:p>
        </p:txBody>
      </p:sp>
      <p:sp>
        <p:nvSpPr>
          <p:cNvPr id="1032415182" name="Slide Number Placeholder 3"/>
          <p:cNvSpPr>
            <a:spLocks noGrp="1"/>
          </p:cNvSpPr>
          <p:nvPr>
            <p:ph type="sldNum" sz="quarter" idx="10"/>
          </p:nvPr>
        </p:nvSpPr>
        <p:spPr bwMode="auto"/>
        <p:txBody>
          <a:bodyPr/>
          <a:lstStyle/>
          <a:p>
            <a:pPr>
              <a:defRPr/>
            </a:pPr>
            <a:fld id="{938F9459-2AB7-7A11-3614-6196561F7B41}" type="slidenum">
              <a:rPr/>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2752136" name="Slide Image Placeholder 1"/>
          <p:cNvSpPr>
            <a:spLocks noChangeAspect="1" noGrp="1" noRot="1"/>
          </p:cNvSpPr>
          <p:nvPr>
            <p:ph type="sldImg"/>
          </p:nvPr>
        </p:nvSpPr>
        <p:spPr bwMode="auto"/>
      </p:sp>
      <p:sp>
        <p:nvSpPr>
          <p:cNvPr id="2146685130" name="Notes Placeholder 2"/>
          <p:cNvSpPr>
            <a:spLocks noGrp="1"/>
          </p:cNvSpPr>
          <p:nvPr>
            <p:ph type="body" idx="1"/>
          </p:nvPr>
        </p:nvSpPr>
        <p:spPr bwMode="auto"/>
        <p:txBody>
          <a:bodyPr/>
          <a:lstStyle/>
          <a:p>
            <a:pPr>
              <a:defRPr/>
            </a:pPr>
            <a:endParaRPr/>
          </a:p>
        </p:txBody>
      </p:sp>
      <p:sp>
        <p:nvSpPr>
          <p:cNvPr id="1800924881" name="Slide Number Placeholder 3"/>
          <p:cNvSpPr>
            <a:spLocks noGrp="1"/>
          </p:cNvSpPr>
          <p:nvPr>
            <p:ph type="sldNum" sz="quarter" idx="10"/>
          </p:nvPr>
        </p:nvSpPr>
        <p:spPr bwMode="auto"/>
        <p:txBody>
          <a:bodyPr/>
          <a:lstStyle/>
          <a:p>
            <a:pPr>
              <a:defRPr/>
            </a:pPr>
            <a:fld id="{8C46612F-4D71-E8FE-73F2-51D32A4C3E49}" type="slidenum">
              <a:rPr/>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0782025" name="Slide Image Placeholder 1"/>
          <p:cNvSpPr>
            <a:spLocks noChangeAspect="1" noGrp="1" noRot="1"/>
          </p:cNvSpPr>
          <p:nvPr>
            <p:ph type="sldImg"/>
          </p:nvPr>
        </p:nvSpPr>
        <p:spPr bwMode="auto"/>
      </p:sp>
      <p:sp>
        <p:nvSpPr>
          <p:cNvPr id="1291347538" name="Notes Placeholder 2"/>
          <p:cNvSpPr>
            <a:spLocks noGrp="1"/>
          </p:cNvSpPr>
          <p:nvPr>
            <p:ph type="body" idx="1"/>
          </p:nvPr>
        </p:nvSpPr>
        <p:spPr bwMode="auto"/>
        <p:txBody>
          <a:bodyPr/>
          <a:lstStyle/>
          <a:p>
            <a:pPr>
              <a:defRPr/>
            </a:pPr>
            <a:endParaRPr/>
          </a:p>
        </p:txBody>
      </p:sp>
      <p:sp>
        <p:nvSpPr>
          <p:cNvPr id="664515938" name="Slide Number Placeholder 3"/>
          <p:cNvSpPr>
            <a:spLocks noGrp="1"/>
          </p:cNvSpPr>
          <p:nvPr>
            <p:ph type="sldNum" sz="quarter" idx="10"/>
          </p:nvPr>
        </p:nvSpPr>
        <p:spPr bwMode="auto"/>
        <p:txBody>
          <a:bodyPr/>
          <a:lstStyle/>
          <a:p>
            <a:pPr>
              <a:defRPr/>
            </a:pPr>
            <a:fld id="{FD3E466E-FDE0-677F-9612-EA45582FD9CD}" type="slidenum">
              <a:rPr/>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530348" name="Slide Image Placeholder 1"/>
          <p:cNvSpPr>
            <a:spLocks noChangeAspect="1" noGrp="1" noRot="1"/>
          </p:cNvSpPr>
          <p:nvPr>
            <p:ph type="sldImg"/>
          </p:nvPr>
        </p:nvSpPr>
        <p:spPr bwMode="auto"/>
      </p:sp>
      <p:sp>
        <p:nvSpPr>
          <p:cNvPr id="1222522354" name="Notes Placeholder 2"/>
          <p:cNvSpPr>
            <a:spLocks noGrp="1"/>
          </p:cNvSpPr>
          <p:nvPr>
            <p:ph type="body" idx="1"/>
          </p:nvPr>
        </p:nvSpPr>
        <p:spPr bwMode="auto"/>
        <p:txBody>
          <a:bodyPr/>
          <a:lstStyle/>
          <a:p>
            <a:pPr>
              <a:defRPr/>
            </a:pPr>
            <a:endParaRPr/>
          </a:p>
        </p:txBody>
      </p:sp>
      <p:sp>
        <p:nvSpPr>
          <p:cNvPr id="1696405479" name="Slide Number Placeholder 3"/>
          <p:cNvSpPr>
            <a:spLocks noGrp="1"/>
          </p:cNvSpPr>
          <p:nvPr>
            <p:ph type="sldNum" sz="quarter" idx="10"/>
          </p:nvPr>
        </p:nvSpPr>
        <p:spPr bwMode="auto"/>
        <p:txBody>
          <a:bodyPr/>
          <a:lstStyle/>
          <a:p>
            <a:pPr>
              <a:defRPr/>
            </a:pPr>
            <a:fld id="{B6384AD9-C693-9786-60AB-E5167C9BAB64}" type="slidenum">
              <a:rPr/>
              <a:t>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1762098" name="Slide Image Placeholder 1"/>
          <p:cNvSpPr>
            <a:spLocks noChangeAspect="1" noGrp="1" noRot="1"/>
          </p:cNvSpPr>
          <p:nvPr>
            <p:ph type="sldImg"/>
          </p:nvPr>
        </p:nvSpPr>
        <p:spPr bwMode="auto"/>
      </p:sp>
      <p:sp>
        <p:nvSpPr>
          <p:cNvPr id="2084357184" name="Notes Placeholder 2"/>
          <p:cNvSpPr>
            <a:spLocks noGrp="1"/>
          </p:cNvSpPr>
          <p:nvPr>
            <p:ph type="body" idx="1"/>
          </p:nvPr>
        </p:nvSpPr>
        <p:spPr bwMode="auto"/>
        <p:txBody>
          <a:bodyPr/>
          <a:lstStyle/>
          <a:p>
            <a:pPr>
              <a:defRPr/>
            </a:pPr>
            <a:endParaRPr/>
          </a:p>
        </p:txBody>
      </p:sp>
      <p:sp>
        <p:nvSpPr>
          <p:cNvPr id="483700058" name="Slide Number Placeholder 3"/>
          <p:cNvSpPr>
            <a:spLocks noGrp="1"/>
          </p:cNvSpPr>
          <p:nvPr>
            <p:ph type="sldNum" sz="quarter" idx="10"/>
          </p:nvPr>
        </p:nvSpPr>
        <p:spPr bwMode="auto"/>
        <p:txBody>
          <a:bodyPr/>
          <a:lstStyle/>
          <a:p>
            <a:pPr>
              <a:defRPr/>
            </a:pPr>
            <a:fld id="{4466D920-C419-AF2A-D992-390D900C44BF}" type="slidenum">
              <a:rPr/>
              <a:t>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946665" name="Slide Image Placeholder 1"/>
          <p:cNvSpPr>
            <a:spLocks noChangeAspect="1" noGrp="1" noRot="1"/>
          </p:cNvSpPr>
          <p:nvPr>
            <p:ph type="sldImg"/>
          </p:nvPr>
        </p:nvSpPr>
        <p:spPr bwMode="auto"/>
      </p:sp>
      <p:sp>
        <p:nvSpPr>
          <p:cNvPr id="663081147" name="Notes Placeholder 2"/>
          <p:cNvSpPr>
            <a:spLocks noGrp="1"/>
          </p:cNvSpPr>
          <p:nvPr>
            <p:ph type="body" idx="1"/>
          </p:nvPr>
        </p:nvSpPr>
        <p:spPr bwMode="auto"/>
        <p:txBody>
          <a:bodyPr/>
          <a:lstStyle/>
          <a:p>
            <a:pPr>
              <a:defRPr/>
            </a:pPr>
            <a:endParaRPr/>
          </a:p>
        </p:txBody>
      </p:sp>
      <p:sp>
        <p:nvSpPr>
          <p:cNvPr id="587178832" name="Slide Number Placeholder 3"/>
          <p:cNvSpPr>
            <a:spLocks noGrp="1"/>
          </p:cNvSpPr>
          <p:nvPr>
            <p:ph type="sldNum" sz="quarter" idx="10"/>
          </p:nvPr>
        </p:nvSpPr>
        <p:spPr bwMode="auto"/>
        <p:txBody>
          <a:bodyPr/>
          <a:lstStyle/>
          <a:p>
            <a:pPr>
              <a:defRPr/>
            </a:pPr>
            <a:fld id="{5388C0FC-512C-6FE4-44F7-06BA7AA8F9E1}" type="slidenum">
              <a:rPr/>
              <a:t>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4015790" name="Slide Image Placeholder 1"/>
          <p:cNvSpPr>
            <a:spLocks noChangeAspect="1" noGrp="1" noRot="1"/>
          </p:cNvSpPr>
          <p:nvPr>
            <p:ph type="sldImg"/>
          </p:nvPr>
        </p:nvSpPr>
        <p:spPr bwMode="auto"/>
      </p:sp>
      <p:sp>
        <p:nvSpPr>
          <p:cNvPr id="361819400" name="Notes Placeholder 2"/>
          <p:cNvSpPr>
            <a:spLocks noGrp="1"/>
          </p:cNvSpPr>
          <p:nvPr>
            <p:ph type="body" idx="1"/>
          </p:nvPr>
        </p:nvSpPr>
        <p:spPr bwMode="auto"/>
        <p:txBody>
          <a:bodyPr/>
          <a:lstStyle/>
          <a:p>
            <a:pPr>
              <a:defRPr/>
            </a:pPr>
            <a:endParaRPr/>
          </a:p>
        </p:txBody>
      </p:sp>
      <p:sp>
        <p:nvSpPr>
          <p:cNvPr id="408173974" name="Slide Number Placeholder 3"/>
          <p:cNvSpPr>
            <a:spLocks noGrp="1"/>
          </p:cNvSpPr>
          <p:nvPr>
            <p:ph type="sldNum" sz="quarter" idx="10"/>
          </p:nvPr>
        </p:nvSpPr>
        <p:spPr bwMode="auto"/>
        <p:txBody>
          <a:bodyPr/>
          <a:lstStyle/>
          <a:p>
            <a:pPr>
              <a:defRPr/>
            </a:pPr>
            <a:fld id="{8D2B031A-1AA6-D225-A241-7923EB269D89}" type="slidenum">
              <a:rPr/>
              <a:t>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1683510" name="Slide Image Placeholder 1"/>
          <p:cNvSpPr>
            <a:spLocks noChangeAspect="1" noGrp="1" noRot="1"/>
          </p:cNvSpPr>
          <p:nvPr>
            <p:ph type="sldImg"/>
          </p:nvPr>
        </p:nvSpPr>
        <p:spPr bwMode="auto"/>
      </p:sp>
      <p:sp>
        <p:nvSpPr>
          <p:cNvPr id="2016942750" name="Notes Placeholder 2"/>
          <p:cNvSpPr>
            <a:spLocks noGrp="1"/>
          </p:cNvSpPr>
          <p:nvPr>
            <p:ph type="body" idx="1"/>
          </p:nvPr>
        </p:nvSpPr>
        <p:spPr bwMode="auto"/>
        <p:txBody>
          <a:bodyPr/>
          <a:lstStyle/>
          <a:p>
            <a:pPr>
              <a:defRPr/>
            </a:pPr>
            <a:endParaRPr/>
          </a:p>
        </p:txBody>
      </p:sp>
      <p:sp>
        <p:nvSpPr>
          <p:cNvPr id="1915938978" name="Slide Number Placeholder 3"/>
          <p:cNvSpPr>
            <a:spLocks noGrp="1"/>
          </p:cNvSpPr>
          <p:nvPr>
            <p:ph type="sldNum" sz="quarter" idx="10"/>
          </p:nvPr>
        </p:nvSpPr>
        <p:spPr bwMode="auto"/>
        <p:txBody>
          <a:bodyPr/>
          <a:lstStyle/>
          <a:p>
            <a:pPr>
              <a:defRPr/>
            </a:pPr>
            <a:fld id="{5E733778-EBBF-9960-6E7F-1E05725551F6}" type="slidenum">
              <a:rPr/>
              <a:t>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9164093" name="Slide Image Placeholder 1"/>
          <p:cNvSpPr>
            <a:spLocks noChangeAspect="1" noGrp="1" noRot="1"/>
          </p:cNvSpPr>
          <p:nvPr>
            <p:ph type="sldImg"/>
          </p:nvPr>
        </p:nvSpPr>
        <p:spPr bwMode="auto"/>
      </p:sp>
      <p:sp>
        <p:nvSpPr>
          <p:cNvPr id="1202289267" name="Notes Placeholder 2"/>
          <p:cNvSpPr>
            <a:spLocks noGrp="1"/>
          </p:cNvSpPr>
          <p:nvPr>
            <p:ph type="body" idx="1"/>
          </p:nvPr>
        </p:nvSpPr>
        <p:spPr bwMode="auto"/>
        <p:txBody>
          <a:bodyPr/>
          <a:lstStyle/>
          <a:p>
            <a:pPr>
              <a:defRPr/>
            </a:pPr>
            <a:endParaRPr/>
          </a:p>
        </p:txBody>
      </p:sp>
      <p:sp>
        <p:nvSpPr>
          <p:cNvPr id="403580442" name="Slide Number Placeholder 3"/>
          <p:cNvSpPr>
            <a:spLocks noGrp="1"/>
          </p:cNvSpPr>
          <p:nvPr>
            <p:ph type="sldNum" sz="quarter" idx="10"/>
          </p:nvPr>
        </p:nvSpPr>
        <p:spPr bwMode="auto"/>
        <p:txBody>
          <a:bodyPr/>
          <a:lstStyle/>
          <a:p>
            <a:pPr>
              <a:defRPr/>
            </a:pPr>
            <a:fld id="{7CD4B549-70C1-D917-C4DE-24B36F7C01A9}" type="slidenum">
              <a:rPr/>
              <a:t>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7615920" name="Slide Image Placeholder 1"/>
          <p:cNvSpPr>
            <a:spLocks noChangeAspect="1" noGrp="1" noRot="1"/>
          </p:cNvSpPr>
          <p:nvPr>
            <p:ph type="sldImg"/>
          </p:nvPr>
        </p:nvSpPr>
        <p:spPr bwMode="auto"/>
      </p:sp>
      <p:sp>
        <p:nvSpPr>
          <p:cNvPr id="1699763866" name="Notes Placeholder 2"/>
          <p:cNvSpPr>
            <a:spLocks noGrp="1"/>
          </p:cNvSpPr>
          <p:nvPr>
            <p:ph type="body" idx="1"/>
          </p:nvPr>
        </p:nvSpPr>
        <p:spPr bwMode="auto"/>
        <p:txBody>
          <a:bodyPr/>
          <a:lstStyle/>
          <a:p>
            <a:pPr>
              <a:defRPr/>
            </a:pPr>
            <a:endParaRPr/>
          </a:p>
        </p:txBody>
      </p:sp>
      <p:sp>
        <p:nvSpPr>
          <p:cNvPr id="1507630194" name="Slide Number Placeholder 3"/>
          <p:cNvSpPr>
            <a:spLocks noGrp="1"/>
          </p:cNvSpPr>
          <p:nvPr>
            <p:ph type="sldNum" sz="quarter" idx="10"/>
          </p:nvPr>
        </p:nvSpPr>
        <p:spPr bwMode="auto"/>
        <p:txBody>
          <a:bodyPr/>
          <a:lstStyle/>
          <a:p>
            <a:pPr>
              <a:defRPr/>
            </a:pPr>
            <a:fld id="{900D4EB8-65F4-F72E-612B-B524675E3F77}" type="slidenum">
              <a:rPr/>
              <a:t>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4287798" name="Slide Image Placeholder 1"/>
          <p:cNvSpPr>
            <a:spLocks noChangeAspect="1" noGrp="1" noRot="1"/>
          </p:cNvSpPr>
          <p:nvPr>
            <p:ph type="sldImg"/>
          </p:nvPr>
        </p:nvSpPr>
        <p:spPr bwMode="auto"/>
      </p:sp>
      <p:sp>
        <p:nvSpPr>
          <p:cNvPr id="1585261759" name="Notes Placeholder 2"/>
          <p:cNvSpPr>
            <a:spLocks noGrp="1"/>
          </p:cNvSpPr>
          <p:nvPr>
            <p:ph type="body" idx="1"/>
          </p:nvPr>
        </p:nvSpPr>
        <p:spPr bwMode="auto"/>
        <p:txBody>
          <a:bodyPr/>
          <a:lstStyle/>
          <a:p>
            <a:pPr>
              <a:defRPr/>
            </a:pPr>
            <a:endParaRPr/>
          </a:p>
        </p:txBody>
      </p:sp>
      <p:sp>
        <p:nvSpPr>
          <p:cNvPr id="2141247823" name="Slide Number Placeholder 3"/>
          <p:cNvSpPr>
            <a:spLocks noGrp="1"/>
          </p:cNvSpPr>
          <p:nvPr>
            <p:ph type="sldNum" sz="quarter" idx="10"/>
          </p:nvPr>
        </p:nvSpPr>
        <p:spPr bwMode="auto"/>
        <p:txBody>
          <a:bodyPr/>
          <a:lstStyle/>
          <a:p>
            <a:pPr>
              <a:defRPr/>
            </a:pPr>
            <a:fld id="{169BB2FE-D288-B3C7-190C-A4AFA9666323}" type="slidenum">
              <a:rPr/>
              <a:t>10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8996751" name="Slide Image Placeholder 1"/>
          <p:cNvSpPr>
            <a:spLocks noChangeAspect="1" noGrp="1" noRot="1"/>
          </p:cNvSpPr>
          <p:nvPr>
            <p:ph type="sldImg"/>
          </p:nvPr>
        </p:nvSpPr>
        <p:spPr bwMode="auto"/>
      </p:sp>
      <p:sp>
        <p:nvSpPr>
          <p:cNvPr id="741467709" name="Notes Placeholder 2"/>
          <p:cNvSpPr>
            <a:spLocks noGrp="1"/>
          </p:cNvSpPr>
          <p:nvPr>
            <p:ph type="body" idx="1"/>
          </p:nvPr>
        </p:nvSpPr>
        <p:spPr bwMode="auto"/>
        <p:txBody>
          <a:bodyPr/>
          <a:lstStyle/>
          <a:p>
            <a:pPr>
              <a:defRPr/>
            </a:pPr>
            <a:endParaRPr/>
          </a:p>
        </p:txBody>
      </p:sp>
      <p:sp>
        <p:nvSpPr>
          <p:cNvPr id="66147711" name="Slide Number Placeholder 3"/>
          <p:cNvSpPr>
            <a:spLocks noGrp="1"/>
          </p:cNvSpPr>
          <p:nvPr>
            <p:ph type="sldNum" sz="quarter" idx="10"/>
          </p:nvPr>
        </p:nvSpPr>
        <p:spPr bwMode="auto"/>
        <p:txBody>
          <a:bodyPr/>
          <a:lstStyle/>
          <a:p>
            <a:pPr>
              <a:defRPr/>
            </a:pPr>
            <a:fld id="{6074C936-53E3-0B87-A6DD-026A8362CAD2}" type="slidenum">
              <a:rPr/>
              <a:t>11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2507397" name="Slide Image Placeholder 1"/>
          <p:cNvSpPr>
            <a:spLocks noChangeAspect="1" noGrp="1" noRot="1"/>
          </p:cNvSpPr>
          <p:nvPr>
            <p:ph type="sldImg"/>
          </p:nvPr>
        </p:nvSpPr>
        <p:spPr bwMode="auto"/>
      </p:sp>
      <p:sp>
        <p:nvSpPr>
          <p:cNvPr id="600908814" name="Notes Placeholder 2"/>
          <p:cNvSpPr>
            <a:spLocks noGrp="1"/>
          </p:cNvSpPr>
          <p:nvPr>
            <p:ph type="body" idx="1"/>
          </p:nvPr>
        </p:nvSpPr>
        <p:spPr bwMode="auto"/>
        <p:txBody>
          <a:bodyPr/>
          <a:lstStyle/>
          <a:p>
            <a:pPr>
              <a:defRPr/>
            </a:pPr>
            <a:endParaRPr/>
          </a:p>
        </p:txBody>
      </p:sp>
      <p:sp>
        <p:nvSpPr>
          <p:cNvPr id="933927322" name="Slide Number Placeholder 3"/>
          <p:cNvSpPr>
            <a:spLocks noGrp="1"/>
          </p:cNvSpPr>
          <p:nvPr>
            <p:ph type="sldNum" sz="quarter" idx="10"/>
          </p:nvPr>
        </p:nvSpPr>
        <p:spPr bwMode="auto"/>
        <p:txBody>
          <a:bodyPr/>
          <a:lstStyle/>
          <a:p>
            <a:pPr>
              <a:defRPr/>
            </a:pPr>
            <a:fld id="{B5BEE230-DFA7-7533-81E0-6FF21EA72A44}" type="slidenum">
              <a:rPr/>
              <a:t>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7472489" name="Slide Image Placeholder 1"/>
          <p:cNvSpPr>
            <a:spLocks noChangeAspect="1" noGrp="1" noRot="1"/>
          </p:cNvSpPr>
          <p:nvPr>
            <p:ph type="sldImg"/>
          </p:nvPr>
        </p:nvSpPr>
        <p:spPr bwMode="auto"/>
      </p:sp>
      <p:sp>
        <p:nvSpPr>
          <p:cNvPr id="668154970" name="Notes Placeholder 2"/>
          <p:cNvSpPr>
            <a:spLocks noGrp="1"/>
          </p:cNvSpPr>
          <p:nvPr>
            <p:ph type="body" idx="1"/>
          </p:nvPr>
        </p:nvSpPr>
        <p:spPr bwMode="auto"/>
        <p:txBody>
          <a:bodyPr/>
          <a:lstStyle/>
          <a:p>
            <a:pPr>
              <a:defRPr/>
            </a:pPr>
            <a:endParaRPr/>
          </a:p>
        </p:txBody>
      </p:sp>
      <p:sp>
        <p:nvSpPr>
          <p:cNvPr id="261669726" name="Slide Number Placeholder 3"/>
          <p:cNvSpPr>
            <a:spLocks noGrp="1"/>
          </p:cNvSpPr>
          <p:nvPr>
            <p:ph type="sldNum" sz="quarter" idx="10"/>
          </p:nvPr>
        </p:nvSpPr>
        <p:spPr bwMode="auto"/>
        <p:txBody>
          <a:bodyPr/>
          <a:lstStyle/>
          <a:p>
            <a:pPr>
              <a:defRPr/>
            </a:pPr>
            <a:fld id="{002CC8B0-7F9E-ABF1-595C-C14A6BB5E057}" type="slidenum">
              <a:rPr/>
              <a:t>3</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9949699" name="Slide Image Placeholder 1"/>
          <p:cNvSpPr>
            <a:spLocks noChangeAspect="1" noGrp="1" noRot="1"/>
          </p:cNvSpPr>
          <p:nvPr>
            <p:ph type="sldImg"/>
          </p:nvPr>
        </p:nvSpPr>
        <p:spPr bwMode="auto"/>
      </p:sp>
      <p:sp>
        <p:nvSpPr>
          <p:cNvPr id="1717830575" name="Notes Placeholder 2"/>
          <p:cNvSpPr>
            <a:spLocks noGrp="1"/>
          </p:cNvSpPr>
          <p:nvPr>
            <p:ph type="body" idx="1"/>
          </p:nvPr>
        </p:nvSpPr>
        <p:spPr bwMode="auto"/>
        <p:txBody>
          <a:bodyPr/>
          <a:lstStyle/>
          <a:p>
            <a:pPr>
              <a:defRPr/>
            </a:pPr>
            <a:endParaRPr/>
          </a:p>
        </p:txBody>
      </p:sp>
      <p:sp>
        <p:nvSpPr>
          <p:cNvPr id="1865575065" name="Slide Number Placeholder 3"/>
          <p:cNvSpPr>
            <a:spLocks noGrp="1"/>
          </p:cNvSpPr>
          <p:nvPr>
            <p:ph type="sldNum" sz="quarter" idx="10"/>
          </p:nvPr>
        </p:nvSpPr>
        <p:spPr bwMode="auto"/>
        <p:txBody>
          <a:bodyPr/>
          <a:lstStyle/>
          <a:p>
            <a:pPr>
              <a:defRPr/>
            </a:pPr>
            <a:fld id="{C355640D-4B21-078E-6C0E-1D276462573E}" type="slidenum">
              <a:rPr/>
              <a:t>4</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8997075" name="Slide Image Placeholder 1"/>
          <p:cNvSpPr>
            <a:spLocks noChangeAspect="1" noGrp="1" noRot="1"/>
          </p:cNvSpPr>
          <p:nvPr>
            <p:ph type="sldImg"/>
          </p:nvPr>
        </p:nvSpPr>
        <p:spPr bwMode="auto"/>
      </p:sp>
      <p:sp>
        <p:nvSpPr>
          <p:cNvPr id="1321494863" name="Notes Placeholder 2"/>
          <p:cNvSpPr>
            <a:spLocks noGrp="1"/>
          </p:cNvSpPr>
          <p:nvPr>
            <p:ph type="body" idx="1"/>
          </p:nvPr>
        </p:nvSpPr>
        <p:spPr bwMode="auto"/>
        <p:txBody>
          <a:bodyPr/>
          <a:lstStyle/>
          <a:p>
            <a:pPr>
              <a:defRPr/>
            </a:pPr>
            <a:endParaRPr/>
          </a:p>
        </p:txBody>
      </p:sp>
      <p:sp>
        <p:nvSpPr>
          <p:cNvPr id="1714141223" name="Slide Number Placeholder 3"/>
          <p:cNvSpPr>
            <a:spLocks noGrp="1"/>
          </p:cNvSpPr>
          <p:nvPr>
            <p:ph type="sldNum" sz="quarter" idx="10"/>
          </p:nvPr>
        </p:nvSpPr>
        <p:spPr bwMode="auto"/>
        <p:txBody>
          <a:bodyPr/>
          <a:lstStyle/>
          <a:p>
            <a:pPr>
              <a:defRPr/>
            </a:pPr>
            <a:fld id="{8DE8FD66-7B1F-EEB2-B483-C6A5843C48F5}" type="slidenum">
              <a:rPr/>
              <a:t>5</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3773164" name="Slide Image Placeholder 1"/>
          <p:cNvSpPr>
            <a:spLocks noChangeAspect="1" noGrp="1" noRot="1"/>
          </p:cNvSpPr>
          <p:nvPr>
            <p:ph type="sldImg"/>
          </p:nvPr>
        </p:nvSpPr>
        <p:spPr bwMode="auto"/>
      </p:sp>
      <p:sp>
        <p:nvSpPr>
          <p:cNvPr id="640571973" name="Notes Placeholder 2"/>
          <p:cNvSpPr>
            <a:spLocks noGrp="1"/>
          </p:cNvSpPr>
          <p:nvPr>
            <p:ph type="body" idx="1"/>
          </p:nvPr>
        </p:nvSpPr>
        <p:spPr bwMode="auto"/>
        <p:txBody>
          <a:bodyPr/>
          <a:lstStyle/>
          <a:p>
            <a:pPr>
              <a:defRPr/>
            </a:pPr>
            <a:endParaRPr/>
          </a:p>
        </p:txBody>
      </p:sp>
      <p:sp>
        <p:nvSpPr>
          <p:cNvPr id="2089453801" name="Slide Number Placeholder 3"/>
          <p:cNvSpPr>
            <a:spLocks noGrp="1"/>
          </p:cNvSpPr>
          <p:nvPr>
            <p:ph type="sldNum" sz="quarter" idx="10"/>
          </p:nvPr>
        </p:nvSpPr>
        <p:spPr bwMode="auto"/>
        <p:txBody>
          <a:bodyPr/>
          <a:lstStyle/>
          <a:p>
            <a:pPr>
              <a:defRPr/>
            </a:pPr>
            <a:fld id="{6BC11135-E52C-F64A-A9B7-52D7CE067A6B}" type="slidenum">
              <a:rPr/>
              <a:t>7</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8871399" name="Slide Image Placeholder 1"/>
          <p:cNvSpPr>
            <a:spLocks noChangeAspect="1" noGrp="1" noRot="1"/>
          </p:cNvSpPr>
          <p:nvPr>
            <p:ph type="sldImg"/>
          </p:nvPr>
        </p:nvSpPr>
        <p:spPr bwMode="auto"/>
      </p:sp>
      <p:sp>
        <p:nvSpPr>
          <p:cNvPr id="2021500555" name="Notes Placeholder 2"/>
          <p:cNvSpPr>
            <a:spLocks noGrp="1"/>
          </p:cNvSpPr>
          <p:nvPr>
            <p:ph type="body" idx="1"/>
          </p:nvPr>
        </p:nvSpPr>
        <p:spPr bwMode="auto"/>
        <p:txBody>
          <a:bodyPr/>
          <a:lstStyle/>
          <a:p>
            <a:pPr>
              <a:defRPr/>
            </a:pPr>
            <a:endParaRPr/>
          </a:p>
        </p:txBody>
      </p:sp>
      <p:sp>
        <p:nvSpPr>
          <p:cNvPr id="1027145929" name="Slide Number Placeholder 3"/>
          <p:cNvSpPr>
            <a:spLocks noGrp="1"/>
          </p:cNvSpPr>
          <p:nvPr>
            <p:ph type="sldNum" sz="quarter" idx="10"/>
          </p:nvPr>
        </p:nvSpPr>
        <p:spPr bwMode="auto"/>
        <p:txBody>
          <a:bodyPr/>
          <a:lstStyle/>
          <a:p>
            <a:pPr>
              <a:defRPr/>
            </a:pPr>
            <a:fld id="{FCBE5E06-03B9-33BB-6C1F-D1925F870AF0}" type="slidenum">
              <a:rPr/>
              <a:t>8</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7710727" name="Slide Image Placeholder 1"/>
          <p:cNvSpPr>
            <a:spLocks noChangeAspect="1" noGrp="1" noRot="1"/>
          </p:cNvSpPr>
          <p:nvPr>
            <p:ph type="sldImg"/>
          </p:nvPr>
        </p:nvSpPr>
        <p:spPr bwMode="auto"/>
      </p:sp>
      <p:sp>
        <p:nvSpPr>
          <p:cNvPr id="66803185" name="Notes Placeholder 2"/>
          <p:cNvSpPr>
            <a:spLocks noGrp="1"/>
          </p:cNvSpPr>
          <p:nvPr>
            <p:ph type="body" idx="1"/>
          </p:nvPr>
        </p:nvSpPr>
        <p:spPr bwMode="auto"/>
        <p:txBody>
          <a:bodyPr/>
          <a:lstStyle/>
          <a:p>
            <a:pPr>
              <a:defRPr/>
            </a:pPr>
            <a:endParaRPr/>
          </a:p>
        </p:txBody>
      </p:sp>
      <p:sp>
        <p:nvSpPr>
          <p:cNvPr id="1073301352" name="Slide Number Placeholder 3"/>
          <p:cNvSpPr>
            <a:spLocks noGrp="1"/>
          </p:cNvSpPr>
          <p:nvPr>
            <p:ph type="sldNum" sz="quarter" idx="10"/>
          </p:nvPr>
        </p:nvSpPr>
        <p:spPr bwMode="auto"/>
        <p:txBody>
          <a:bodyPr/>
          <a:lstStyle/>
          <a:p>
            <a:pPr>
              <a:defRPr/>
            </a:pPr>
            <a:fld id="{3387F8D0-FB2D-65A3-8B85-B7D48A59C67F}" type="slidenum">
              <a:rPr/>
              <a:t>9</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9282529" name="Slide Image Placeholder 1"/>
          <p:cNvSpPr>
            <a:spLocks noChangeAspect="1" noGrp="1" noRot="1"/>
          </p:cNvSpPr>
          <p:nvPr>
            <p:ph type="sldImg"/>
          </p:nvPr>
        </p:nvSpPr>
        <p:spPr bwMode="auto"/>
      </p:sp>
      <p:sp>
        <p:nvSpPr>
          <p:cNvPr id="473846068" name="Notes Placeholder 2"/>
          <p:cNvSpPr>
            <a:spLocks noGrp="1"/>
          </p:cNvSpPr>
          <p:nvPr>
            <p:ph type="body" idx="1"/>
          </p:nvPr>
        </p:nvSpPr>
        <p:spPr bwMode="auto"/>
        <p:txBody>
          <a:bodyPr/>
          <a:lstStyle/>
          <a:p>
            <a:pPr>
              <a:defRPr/>
            </a:pPr>
            <a:endParaRPr/>
          </a:p>
        </p:txBody>
      </p:sp>
      <p:sp>
        <p:nvSpPr>
          <p:cNvPr id="709176753" name="Slide Number Placeholder 3"/>
          <p:cNvSpPr>
            <a:spLocks noGrp="1"/>
          </p:cNvSpPr>
          <p:nvPr>
            <p:ph type="sldNum" sz="quarter" idx="10"/>
          </p:nvPr>
        </p:nvSpPr>
        <p:spPr bwMode="auto"/>
        <p:txBody>
          <a:bodyPr/>
          <a:lstStyle/>
          <a:p>
            <a:pPr>
              <a:defRPr/>
            </a:pPr>
            <a:fld id="{55F14388-AD52-B672-6BB8-A2116244E4A5}" type="slidenum">
              <a:rPr/>
              <a:t>10</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1497389" name="Slide Image Placeholder 1"/>
          <p:cNvSpPr>
            <a:spLocks noChangeAspect="1" noGrp="1" noRot="1"/>
          </p:cNvSpPr>
          <p:nvPr>
            <p:ph type="sldImg"/>
          </p:nvPr>
        </p:nvSpPr>
        <p:spPr bwMode="auto"/>
      </p:sp>
      <p:sp>
        <p:nvSpPr>
          <p:cNvPr id="865233920" name="Notes Placeholder 2"/>
          <p:cNvSpPr>
            <a:spLocks noGrp="1"/>
          </p:cNvSpPr>
          <p:nvPr>
            <p:ph type="body" idx="1"/>
          </p:nvPr>
        </p:nvSpPr>
        <p:spPr bwMode="auto"/>
        <p:txBody>
          <a:bodyPr/>
          <a:lstStyle/>
          <a:p>
            <a:pPr>
              <a:defRPr/>
            </a:pPr>
            <a:endParaRPr/>
          </a:p>
        </p:txBody>
      </p:sp>
      <p:sp>
        <p:nvSpPr>
          <p:cNvPr id="740492959" name="Slide Number Placeholder 3"/>
          <p:cNvSpPr>
            <a:spLocks noGrp="1"/>
          </p:cNvSpPr>
          <p:nvPr>
            <p:ph type="sldNum" sz="quarter" idx="10"/>
          </p:nvPr>
        </p:nvSpPr>
        <p:spPr bwMode="auto"/>
        <p:txBody>
          <a:bodyPr/>
          <a:lstStyle/>
          <a:p>
            <a:pPr>
              <a:defRPr/>
            </a:pPr>
            <a:fld id="{BE28EC8B-4922-8465-9583-CEF5CC3EE1F8}" type="slidenum">
              <a:rPr/>
              <a:t>11</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5345269" name="Slide Image Placeholder 1"/>
          <p:cNvSpPr>
            <a:spLocks noChangeAspect="1" noGrp="1" noRot="1"/>
          </p:cNvSpPr>
          <p:nvPr>
            <p:ph type="sldImg"/>
          </p:nvPr>
        </p:nvSpPr>
        <p:spPr bwMode="auto"/>
      </p:sp>
      <p:sp>
        <p:nvSpPr>
          <p:cNvPr id="348197341" name="Notes Placeholder 2"/>
          <p:cNvSpPr>
            <a:spLocks noGrp="1"/>
          </p:cNvSpPr>
          <p:nvPr>
            <p:ph type="body" idx="1"/>
          </p:nvPr>
        </p:nvSpPr>
        <p:spPr bwMode="auto"/>
        <p:txBody>
          <a:bodyPr/>
          <a:lstStyle/>
          <a:p>
            <a:pPr>
              <a:defRPr/>
            </a:pPr>
            <a:endParaRPr/>
          </a:p>
        </p:txBody>
      </p:sp>
      <p:sp>
        <p:nvSpPr>
          <p:cNvPr id="1024106996" name="Slide Number Placeholder 3"/>
          <p:cNvSpPr>
            <a:spLocks noGrp="1"/>
          </p:cNvSpPr>
          <p:nvPr>
            <p:ph type="sldNum" sz="quarter" idx="10"/>
          </p:nvPr>
        </p:nvSpPr>
        <p:spPr bwMode="auto"/>
        <p:txBody>
          <a:bodyPr/>
          <a:lstStyle/>
          <a:p>
            <a:pPr>
              <a:defRPr/>
            </a:pPr>
            <a:fld id="{ADE021CA-D353-6204-95DB-EF697EF38D54}" type="slidenum">
              <a:rPr/>
              <a:t>2</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5596738" name="Slide Image Placeholder 1"/>
          <p:cNvSpPr>
            <a:spLocks noChangeAspect="1" noGrp="1" noRot="1"/>
          </p:cNvSpPr>
          <p:nvPr>
            <p:ph type="sldImg"/>
          </p:nvPr>
        </p:nvSpPr>
        <p:spPr bwMode="auto"/>
      </p:sp>
      <p:sp>
        <p:nvSpPr>
          <p:cNvPr id="480354056" name="Notes Placeholder 2"/>
          <p:cNvSpPr>
            <a:spLocks noGrp="1"/>
          </p:cNvSpPr>
          <p:nvPr>
            <p:ph type="body" idx="1"/>
          </p:nvPr>
        </p:nvSpPr>
        <p:spPr bwMode="auto"/>
        <p:txBody>
          <a:bodyPr/>
          <a:lstStyle/>
          <a:p>
            <a:pPr>
              <a:defRPr/>
            </a:pPr>
            <a:endParaRPr/>
          </a:p>
        </p:txBody>
      </p:sp>
      <p:sp>
        <p:nvSpPr>
          <p:cNvPr id="1366176247" name="Slide Number Placeholder 3"/>
          <p:cNvSpPr>
            <a:spLocks noGrp="1"/>
          </p:cNvSpPr>
          <p:nvPr>
            <p:ph type="sldNum" sz="quarter" idx="10"/>
          </p:nvPr>
        </p:nvSpPr>
        <p:spPr bwMode="auto"/>
        <p:txBody>
          <a:bodyPr/>
          <a:lstStyle/>
          <a:p>
            <a:pPr>
              <a:defRPr/>
            </a:pPr>
            <a:fld id="{29BCBEA1-BB89-AAEB-AA67-9BEE6406CAA0}" type="slidenum">
              <a:rPr/>
              <a:t>3</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1525007" name="Slide Image Placeholder 1"/>
          <p:cNvSpPr>
            <a:spLocks noChangeAspect="1" noGrp="1" noRot="1"/>
          </p:cNvSpPr>
          <p:nvPr>
            <p:ph type="sldImg"/>
          </p:nvPr>
        </p:nvSpPr>
        <p:spPr bwMode="auto"/>
      </p:sp>
      <p:sp>
        <p:nvSpPr>
          <p:cNvPr id="1148247308" name="Notes Placeholder 2"/>
          <p:cNvSpPr>
            <a:spLocks noGrp="1"/>
          </p:cNvSpPr>
          <p:nvPr>
            <p:ph type="body" idx="1"/>
          </p:nvPr>
        </p:nvSpPr>
        <p:spPr bwMode="auto"/>
        <p:txBody>
          <a:bodyPr/>
          <a:lstStyle/>
          <a:p>
            <a:pPr>
              <a:defRPr/>
            </a:pPr>
            <a:endParaRPr/>
          </a:p>
        </p:txBody>
      </p:sp>
      <p:sp>
        <p:nvSpPr>
          <p:cNvPr id="1588886959" name="Slide Number Placeholder 3"/>
          <p:cNvSpPr>
            <a:spLocks noGrp="1"/>
          </p:cNvSpPr>
          <p:nvPr>
            <p:ph type="sldNum" sz="quarter" idx="10"/>
          </p:nvPr>
        </p:nvSpPr>
        <p:spPr bwMode="auto"/>
        <p:txBody>
          <a:bodyPr/>
          <a:lstStyle/>
          <a:p>
            <a:pPr>
              <a:defRPr/>
            </a:pPr>
            <a:fld id="{83E5111C-6CF4-83F9-0CCE-174D6176AFA2}" type="slidenum">
              <a:rPr/>
              <a:t>4</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4797280" name="Slide Image Placeholder 1"/>
          <p:cNvSpPr>
            <a:spLocks noChangeAspect="1" noGrp="1" noRot="1"/>
          </p:cNvSpPr>
          <p:nvPr>
            <p:ph type="sldImg"/>
          </p:nvPr>
        </p:nvSpPr>
        <p:spPr bwMode="auto"/>
      </p:sp>
      <p:sp>
        <p:nvSpPr>
          <p:cNvPr id="1553103556" name="Notes Placeholder 2"/>
          <p:cNvSpPr>
            <a:spLocks noGrp="1"/>
          </p:cNvSpPr>
          <p:nvPr>
            <p:ph type="body" idx="1"/>
          </p:nvPr>
        </p:nvSpPr>
        <p:spPr bwMode="auto"/>
        <p:txBody>
          <a:bodyPr/>
          <a:lstStyle/>
          <a:p>
            <a:pPr>
              <a:defRPr/>
            </a:pPr>
            <a:endParaRPr/>
          </a:p>
        </p:txBody>
      </p:sp>
      <p:sp>
        <p:nvSpPr>
          <p:cNvPr id="2046063261" name="Slide Number Placeholder 3"/>
          <p:cNvSpPr>
            <a:spLocks noGrp="1"/>
          </p:cNvSpPr>
          <p:nvPr>
            <p:ph type="sldNum" sz="quarter" idx="10"/>
          </p:nvPr>
        </p:nvSpPr>
        <p:spPr bwMode="auto"/>
        <p:txBody>
          <a:bodyPr/>
          <a:lstStyle/>
          <a:p>
            <a:pPr>
              <a:defRPr/>
            </a:pPr>
            <a:fld id="{7B376206-21A9-9B83-E241-8C89A79CCB29}" type="slidenum">
              <a:rPr/>
              <a:t>5</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8885718" name="Slide Image Placeholder 1"/>
          <p:cNvSpPr>
            <a:spLocks noChangeAspect="1" noGrp="1" noRot="1"/>
          </p:cNvSpPr>
          <p:nvPr>
            <p:ph type="sldImg"/>
          </p:nvPr>
        </p:nvSpPr>
        <p:spPr bwMode="auto"/>
      </p:sp>
      <p:sp>
        <p:nvSpPr>
          <p:cNvPr id="1473078122" name="Notes Placeholder 2"/>
          <p:cNvSpPr>
            <a:spLocks noGrp="1"/>
          </p:cNvSpPr>
          <p:nvPr>
            <p:ph type="body" idx="1"/>
          </p:nvPr>
        </p:nvSpPr>
        <p:spPr bwMode="auto"/>
        <p:txBody>
          <a:bodyPr/>
          <a:lstStyle/>
          <a:p>
            <a:pPr>
              <a:defRPr/>
            </a:pPr>
            <a:endParaRPr/>
          </a:p>
        </p:txBody>
      </p:sp>
      <p:sp>
        <p:nvSpPr>
          <p:cNvPr id="1923203226" name="Slide Number Placeholder 3"/>
          <p:cNvSpPr>
            <a:spLocks noGrp="1"/>
          </p:cNvSpPr>
          <p:nvPr>
            <p:ph type="sldNum" sz="quarter" idx="10"/>
          </p:nvPr>
        </p:nvSpPr>
        <p:spPr bwMode="auto"/>
        <p:txBody>
          <a:bodyPr/>
          <a:lstStyle/>
          <a:p>
            <a:pPr>
              <a:defRPr/>
            </a:pPr>
            <a:fld id="{3285E0CC-E654-0A74-2D42-19FA81CC4934}" type="slidenum">
              <a:rPr/>
              <a:t>7</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9266417" name="Slide Image Placeholder 1"/>
          <p:cNvSpPr>
            <a:spLocks noChangeAspect="1" noGrp="1" noRot="1"/>
          </p:cNvSpPr>
          <p:nvPr>
            <p:ph type="sldImg"/>
          </p:nvPr>
        </p:nvSpPr>
        <p:spPr bwMode="auto"/>
      </p:sp>
      <p:sp>
        <p:nvSpPr>
          <p:cNvPr id="1332405942" name="Notes Placeholder 2"/>
          <p:cNvSpPr>
            <a:spLocks noGrp="1"/>
          </p:cNvSpPr>
          <p:nvPr>
            <p:ph type="body" idx="1"/>
          </p:nvPr>
        </p:nvSpPr>
        <p:spPr bwMode="auto"/>
        <p:txBody>
          <a:bodyPr/>
          <a:lstStyle/>
          <a:p>
            <a:pPr>
              <a:defRPr/>
            </a:pPr>
            <a:endParaRPr/>
          </a:p>
        </p:txBody>
      </p:sp>
      <p:sp>
        <p:nvSpPr>
          <p:cNvPr id="832338456" name="Slide Number Placeholder 3"/>
          <p:cNvSpPr>
            <a:spLocks noGrp="1"/>
          </p:cNvSpPr>
          <p:nvPr>
            <p:ph type="sldNum" sz="quarter" idx="10"/>
          </p:nvPr>
        </p:nvSpPr>
        <p:spPr bwMode="auto"/>
        <p:txBody>
          <a:bodyPr/>
          <a:lstStyle/>
          <a:p>
            <a:pPr>
              <a:defRPr/>
            </a:pPr>
            <a:fld id="{DD2F873D-CADE-A625-7560-8C29248A4CFA}" type="slidenum">
              <a:rPr/>
              <a:t>8</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11273" name="Slide Image Placeholder 1"/>
          <p:cNvSpPr>
            <a:spLocks noChangeAspect="1" noGrp="1" noRot="1"/>
          </p:cNvSpPr>
          <p:nvPr>
            <p:ph type="sldImg"/>
          </p:nvPr>
        </p:nvSpPr>
        <p:spPr bwMode="auto"/>
      </p:sp>
      <p:sp>
        <p:nvSpPr>
          <p:cNvPr id="1865230995" name="Notes Placeholder 2"/>
          <p:cNvSpPr>
            <a:spLocks noGrp="1"/>
          </p:cNvSpPr>
          <p:nvPr>
            <p:ph type="body" idx="1"/>
          </p:nvPr>
        </p:nvSpPr>
        <p:spPr bwMode="auto"/>
        <p:txBody>
          <a:bodyPr/>
          <a:lstStyle/>
          <a:p>
            <a:pPr>
              <a:defRPr/>
            </a:pPr>
            <a:endParaRPr/>
          </a:p>
        </p:txBody>
      </p:sp>
      <p:sp>
        <p:nvSpPr>
          <p:cNvPr id="441302568" name="Slide Number Placeholder 3"/>
          <p:cNvSpPr>
            <a:spLocks noGrp="1"/>
          </p:cNvSpPr>
          <p:nvPr>
            <p:ph type="sldNum" sz="quarter" idx="10"/>
          </p:nvPr>
        </p:nvSpPr>
        <p:spPr bwMode="auto"/>
        <p:txBody>
          <a:bodyPr/>
          <a:lstStyle/>
          <a:p>
            <a:pPr>
              <a:defRPr/>
            </a:pPr>
            <a:fld id="{C9C2785D-7BD8-4156-3F95-85D3357D4918}" type="slidenum">
              <a:rPr/>
              <a:t>9</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6119396" name="Slide Image Placeholder 1"/>
          <p:cNvSpPr>
            <a:spLocks noChangeAspect="1" noGrp="1" noRot="1"/>
          </p:cNvSpPr>
          <p:nvPr>
            <p:ph type="sldImg"/>
          </p:nvPr>
        </p:nvSpPr>
        <p:spPr bwMode="auto"/>
      </p:sp>
      <p:sp>
        <p:nvSpPr>
          <p:cNvPr id="488885719" name="Notes Placeholder 2"/>
          <p:cNvSpPr>
            <a:spLocks noGrp="1"/>
          </p:cNvSpPr>
          <p:nvPr>
            <p:ph type="body" idx="1"/>
          </p:nvPr>
        </p:nvSpPr>
        <p:spPr bwMode="auto"/>
        <p:txBody>
          <a:bodyPr/>
          <a:lstStyle/>
          <a:p>
            <a:pPr>
              <a:defRPr/>
            </a:pPr>
            <a:endParaRPr/>
          </a:p>
        </p:txBody>
      </p:sp>
      <p:sp>
        <p:nvSpPr>
          <p:cNvPr id="681498758" name="Slide Number Placeholder 3"/>
          <p:cNvSpPr>
            <a:spLocks noGrp="1"/>
          </p:cNvSpPr>
          <p:nvPr>
            <p:ph type="sldNum" sz="quarter" idx="10"/>
          </p:nvPr>
        </p:nvSpPr>
        <p:spPr bwMode="auto"/>
        <p:txBody>
          <a:bodyPr/>
          <a:lstStyle/>
          <a:p>
            <a:pPr>
              <a:defRPr/>
            </a:pPr>
            <a:fld id="{16C1B21E-808C-F29B-88C4-86F0ED8655F0}" type="slidenum">
              <a:rPr/>
              <a:t>11</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9110178" name="Slide Image Placeholder 1"/>
          <p:cNvSpPr>
            <a:spLocks noChangeAspect="1" noGrp="1" noRot="1"/>
          </p:cNvSpPr>
          <p:nvPr>
            <p:ph type="sldImg"/>
          </p:nvPr>
        </p:nvSpPr>
        <p:spPr bwMode="auto"/>
      </p:sp>
      <p:sp>
        <p:nvSpPr>
          <p:cNvPr id="160675331" name="Notes Placeholder 2"/>
          <p:cNvSpPr>
            <a:spLocks noGrp="1"/>
          </p:cNvSpPr>
          <p:nvPr>
            <p:ph type="body" idx="1"/>
          </p:nvPr>
        </p:nvSpPr>
        <p:spPr bwMode="auto"/>
        <p:txBody>
          <a:bodyPr/>
          <a:lstStyle/>
          <a:p>
            <a:pPr>
              <a:defRPr/>
            </a:pPr>
            <a:endParaRPr/>
          </a:p>
        </p:txBody>
      </p:sp>
      <p:sp>
        <p:nvSpPr>
          <p:cNvPr id="716969476" name="Slide Number Placeholder 3"/>
          <p:cNvSpPr>
            <a:spLocks noGrp="1"/>
          </p:cNvSpPr>
          <p:nvPr>
            <p:ph type="sldNum" sz="quarter" idx="10"/>
          </p:nvPr>
        </p:nvSpPr>
        <p:spPr bwMode="auto"/>
        <p:txBody>
          <a:bodyPr/>
          <a:lstStyle/>
          <a:p>
            <a:pPr>
              <a:defRPr/>
            </a:pPr>
            <a:fld id="{A5A635D9-4CB9-27E8-CE0B-F4D562EC5C2B}" type="slidenum">
              <a:rPr/>
              <a:t>2</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3969999" name="Slide Image Placeholder 1"/>
          <p:cNvSpPr>
            <a:spLocks noChangeAspect="1" noGrp="1" noRot="1"/>
          </p:cNvSpPr>
          <p:nvPr>
            <p:ph type="sldImg"/>
          </p:nvPr>
        </p:nvSpPr>
        <p:spPr bwMode="auto"/>
      </p:sp>
      <p:sp>
        <p:nvSpPr>
          <p:cNvPr id="1685000777" name="Notes Placeholder 2"/>
          <p:cNvSpPr>
            <a:spLocks noGrp="1"/>
          </p:cNvSpPr>
          <p:nvPr>
            <p:ph type="body" idx="1"/>
          </p:nvPr>
        </p:nvSpPr>
        <p:spPr bwMode="auto"/>
        <p:txBody>
          <a:bodyPr/>
          <a:lstStyle/>
          <a:p>
            <a:pPr>
              <a:defRPr/>
            </a:pPr>
            <a:endParaRPr/>
          </a:p>
        </p:txBody>
      </p:sp>
      <p:sp>
        <p:nvSpPr>
          <p:cNvPr id="1637458289" name="Slide Number Placeholder 3"/>
          <p:cNvSpPr>
            <a:spLocks noGrp="1"/>
          </p:cNvSpPr>
          <p:nvPr>
            <p:ph type="sldNum" sz="quarter" idx="10"/>
          </p:nvPr>
        </p:nvSpPr>
        <p:spPr bwMode="auto"/>
        <p:txBody>
          <a:bodyPr/>
          <a:lstStyle/>
          <a:p>
            <a:pPr>
              <a:defRPr/>
            </a:pPr>
            <a:fld id="{29269D3C-8350-6239-D68E-0D5CFD8E1715}" type="slidenum">
              <a:rPr/>
              <a:t>3</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393808" name="Slide Image Placeholder 1"/>
          <p:cNvSpPr>
            <a:spLocks noChangeAspect="1" noGrp="1" noRot="1"/>
          </p:cNvSpPr>
          <p:nvPr>
            <p:ph type="sldImg"/>
          </p:nvPr>
        </p:nvSpPr>
        <p:spPr bwMode="auto"/>
      </p:sp>
      <p:sp>
        <p:nvSpPr>
          <p:cNvPr id="476922447" name="Notes Placeholder 2"/>
          <p:cNvSpPr>
            <a:spLocks noGrp="1"/>
          </p:cNvSpPr>
          <p:nvPr>
            <p:ph type="body" idx="1"/>
          </p:nvPr>
        </p:nvSpPr>
        <p:spPr bwMode="auto"/>
        <p:txBody>
          <a:bodyPr/>
          <a:lstStyle/>
          <a:p>
            <a:pPr>
              <a:defRPr/>
            </a:pPr>
            <a:endParaRPr/>
          </a:p>
        </p:txBody>
      </p:sp>
      <p:sp>
        <p:nvSpPr>
          <p:cNvPr id="1498571537" name="Slide Number Placeholder 3"/>
          <p:cNvSpPr>
            <a:spLocks noGrp="1"/>
          </p:cNvSpPr>
          <p:nvPr>
            <p:ph type="sldNum" sz="quarter" idx="10"/>
          </p:nvPr>
        </p:nvSpPr>
        <p:spPr bwMode="auto"/>
        <p:txBody>
          <a:bodyPr/>
          <a:lstStyle/>
          <a:p>
            <a:pPr>
              <a:defRPr/>
            </a:pPr>
            <a:fld id="{D03820B1-EB71-FB6F-B7C1-26A7BE7F765E}" type="slidenum">
              <a:rPr/>
              <a:t>4</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0515189" name="Slide Image Placeholder 1"/>
          <p:cNvSpPr>
            <a:spLocks noChangeAspect="1" noGrp="1" noRot="1"/>
          </p:cNvSpPr>
          <p:nvPr>
            <p:ph type="sldImg"/>
          </p:nvPr>
        </p:nvSpPr>
        <p:spPr bwMode="auto"/>
      </p:sp>
      <p:sp>
        <p:nvSpPr>
          <p:cNvPr id="575716668" name="Notes Placeholder 2"/>
          <p:cNvSpPr>
            <a:spLocks noGrp="1"/>
          </p:cNvSpPr>
          <p:nvPr>
            <p:ph type="body" idx="1"/>
          </p:nvPr>
        </p:nvSpPr>
        <p:spPr bwMode="auto"/>
        <p:txBody>
          <a:bodyPr/>
          <a:lstStyle/>
          <a:p>
            <a:pPr>
              <a:defRPr/>
            </a:pPr>
            <a:endParaRPr/>
          </a:p>
        </p:txBody>
      </p:sp>
      <p:sp>
        <p:nvSpPr>
          <p:cNvPr id="771428084" name="Slide Number Placeholder 3"/>
          <p:cNvSpPr>
            <a:spLocks noGrp="1"/>
          </p:cNvSpPr>
          <p:nvPr>
            <p:ph type="sldNum" sz="quarter" idx="10"/>
          </p:nvPr>
        </p:nvSpPr>
        <p:spPr bwMode="auto"/>
        <p:txBody>
          <a:bodyPr/>
          <a:lstStyle/>
          <a:p>
            <a:pPr>
              <a:defRPr/>
            </a:pPr>
            <a:fld id="{46E350C7-CDAF-36B8-1700-2037F7716A6F}" type="slidenum">
              <a:rPr/>
              <a:t>5</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9848266" name="Slide Image Placeholder 1"/>
          <p:cNvSpPr>
            <a:spLocks noChangeAspect="1" noGrp="1" noRot="1"/>
          </p:cNvSpPr>
          <p:nvPr>
            <p:ph type="sldImg"/>
          </p:nvPr>
        </p:nvSpPr>
        <p:spPr bwMode="auto"/>
      </p:sp>
      <p:sp>
        <p:nvSpPr>
          <p:cNvPr id="1884854179" name="Notes Placeholder 2"/>
          <p:cNvSpPr>
            <a:spLocks noGrp="1"/>
          </p:cNvSpPr>
          <p:nvPr>
            <p:ph type="body" idx="1"/>
          </p:nvPr>
        </p:nvSpPr>
        <p:spPr bwMode="auto"/>
        <p:txBody>
          <a:bodyPr/>
          <a:lstStyle/>
          <a:p>
            <a:pPr>
              <a:defRPr/>
            </a:pPr>
            <a:endParaRPr/>
          </a:p>
        </p:txBody>
      </p:sp>
      <p:sp>
        <p:nvSpPr>
          <p:cNvPr id="1960285138" name="Slide Number Placeholder 3"/>
          <p:cNvSpPr>
            <a:spLocks noGrp="1"/>
          </p:cNvSpPr>
          <p:nvPr>
            <p:ph type="sldNum" sz="quarter" idx="10"/>
          </p:nvPr>
        </p:nvSpPr>
        <p:spPr bwMode="auto"/>
        <p:txBody>
          <a:bodyPr/>
          <a:lstStyle/>
          <a:p>
            <a:pPr>
              <a:defRPr/>
            </a:pPr>
            <a:fld id="{5F7D4D2E-75A3-7FB5-79BE-861F49BEB17E}" type="slidenum">
              <a:rPr/>
              <a:t>7</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1122965" name="Slide Image Placeholder 1"/>
          <p:cNvSpPr>
            <a:spLocks noChangeAspect="1" noGrp="1" noRot="1"/>
          </p:cNvSpPr>
          <p:nvPr>
            <p:ph type="sldImg"/>
          </p:nvPr>
        </p:nvSpPr>
        <p:spPr bwMode="auto"/>
      </p:sp>
      <p:sp>
        <p:nvSpPr>
          <p:cNvPr id="969610253" name="Notes Placeholder 2"/>
          <p:cNvSpPr>
            <a:spLocks noGrp="1"/>
          </p:cNvSpPr>
          <p:nvPr>
            <p:ph type="body" idx="1"/>
          </p:nvPr>
        </p:nvSpPr>
        <p:spPr bwMode="auto"/>
        <p:txBody>
          <a:bodyPr/>
          <a:lstStyle/>
          <a:p>
            <a:pPr>
              <a:defRPr/>
            </a:pPr>
            <a:endParaRPr/>
          </a:p>
        </p:txBody>
      </p:sp>
      <p:sp>
        <p:nvSpPr>
          <p:cNvPr id="383588634" name="Slide Number Placeholder 3"/>
          <p:cNvSpPr>
            <a:spLocks noGrp="1"/>
          </p:cNvSpPr>
          <p:nvPr>
            <p:ph type="sldNum" sz="quarter" idx="10"/>
          </p:nvPr>
        </p:nvSpPr>
        <p:spPr bwMode="auto"/>
        <p:txBody>
          <a:bodyPr/>
          <a:lstStyle/>
          <a:p>
            <a:pPr>
              <a:defRPr/>
            </a:pPr>
            <a:fld id="{9780F09E-BDB8-0712-958E-1C00F26129B5}" type="slidenum">
              <a:rPr/>
              <a:t>8</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4384595" name="Slide Image Placeholder 1"/>
          <p:cNvSpPr>
            <a:spLocks noChangeAspect="1" noGrp="1" noRot="1"/>
          </p:cNvSpPr>
          <p:nvPr>
            <p:ph type="sldImg"/>
          </p:nvPr>
        </p:nvSpPr>
        <p:spPr bwMode="auto"/>
      </p:sp>
      <p:sp>
        <p:nvSpPr>
          <p:cNvPr id="1751267739" name="Notes Placeholder 2"/>
          <p:cNvSpPr>
            <a:spLocks noGrp="1"/>
          </p:cNvSpPr>
          <p:nvPr>
            <p:ph type="body" idx="1"/>
          </p:nvPr>
        </p:nvSpPr>
        <p:spPr bwMode="auto"/>
        <p:txBody>
          <a:bodyPr/>
          <a:lstStyle/>
          <a:p>
            <a:pPr>
              <a:defRPr/>
            </a:pPr>
            <a:endParaRPr/>
          </a:p>
        </p:txBody>
      </p:sp>
      <p:sp>
        <p:nvSpPr>
          <p:cNvPr id="928193407" name="Slide Number Placeholder 3"/>
          <p:cNvSpPr>
            <a:spLocks noGrp="1"/>
          </p:cNvSpPr>
          <p:nvPr>
            <p:ph type="sldNum" sz="quarter" idx="10"/>
          </p:nvPr>
        </p:nvSpPr>
        <p:spPr bwMode="auto"/>
        <p:txBody>
          <a:bodyPr/>
          <a:lstStyle/>
          <a:p>
            <a:pPr>
              <a:defRPr/>
            </a:pPr>
            <a:fld id="{CEFF1F87-45F5-4DB7-EC85-8F2ADD5AC7F2}" type="slidenum">
              <a:rPr/>
              <a:t>9</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319017" name="Slide Image Placeholder 1"/>
          <p:cNvSpPr>
            <a:spLocks noChangeAspect="1" noGrp="1" noRot="1"/>
          </p:cNvSpPr>
          <p:nvPr>
            <p:ph type="sldImg"/>
          </p:nvPr>
        </p:nvSpPr>
        <p:spPr bwMode="auto"/>
      </p:sp>
      <p:sp>
        <p:nvSpPr>
          <p:cNvPr id="276309114" name="Notes Placeholder 2"/>
          <p:cNvSpPr>
            <a:spLocks noGrp="1"/>
          </p:cNvSpPr>
          <p:nvPr>
            <p:ph type="body" idx="1"/>
          </p:nvPr>
        </p:nvSpPr>
        <p:spPr bwMode="auto"/>
        <p:txBody>
          <a:bodyPr/>
          <a:lstStyle/>
          <a:p>
            <a:pPr>
              <a:defRPr/>
            </a:pPr>
            <a:endParaRPr/>
          </a:p>
        </p:txBody>
      </p:sp>
      <p:sp>
        <p:nvSpPr>
          <p:cNvPr id="1641980786" name="Slide Number Placeholder 3"/>
          <p:cNvSpPr>
            <a:spLocks noGrp="1"/>
          </p:cNvSpPr>
          <p:nvPr>
            <p:ph type="sldNum" sz="quarter" idx="10"/>
          </p:nvPr>
        </p:nvSpPr>
        <p:spPr bwMode="auto"/>
        <p:txBody>
          <a:bodyPr/>
          <a:lstStyle/>
          <a:p>
            <a:pPr>
              <a:defRPr/>
            </a:pPr>
            <a:fld id="{5AFD7A4C-2D50-CD12-9587-4E4E46D36283}" type="slidenum">
              <a:rPr/>
              <a:t>10</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8642158" name="Slide Image Placeholder 1"/>
          <p:cNvSpPr>
            <a:spLocks noChangeAspect="1" noGrp="1" noRot="1"/>
          </p:cNvSpPr>
          <p:nvPr>
            <p:ph type="sldImg"/>
          </p:nvPr>
        </p:nvSpPr>
        <p:spPr bwMode="auto"/>
      </p:sp>
      <p:sp>
        <p:nvSpPr>
          <p:cNvPr id="2003728162" name="Notes Placeholder 2"/>
          <p:cNvSpPr>
            <a:spLocks noGrp="1"/>
          </p:cNvSpPr>
          <p:nvPr>
            <p:ph type="body" idx="1"/>
          </p:nvPr>
        </p:nvSpPr>
        <p:spPr bwMode="auto"/>
        <p:txBody>
          <a:bodyPr/>
          <a:lstStyle/>
          <a:p>
            <a:pPr>
              <a:defRPr/>
            </a:pPr>
            <a:endParaRPr/>
          </a:p>
        </p:txBody>
      </p:sp>
      <p:sp>
        <p:nvSpPr>
          <p:cNvPr id="609910700" name="Slide Number Placeholder 3"/>
          <p:cNvSpPr>
            <a:spLocks noGrp="1"/>
          </p:cNvSpPr>
          <p:nvPr>
            <p:ph type="sldNum" sz="quarter" idx="10"/>
          </p:nvPr>
        </p:nvSpPr>
        <p:spPr bwMode="auto"/>
        <p:txBody>
          <a:bodyPr/>
          <a:lstStyle/>
          <a:p>
            <a:pPr>
              <a:defRPr/>
            </a:pPr>
            <a:fld id="{2561301E-A652-0C43-987B-1AB19D324B4D}" type="slidenum">
              <a:rPr/>
              <a:t>11</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4290246" name="Slide Image Placeholder 1"/>
          <p:cNvSpPr>
            <a:spLocks noChangeAspect="1" noGrp="1" noRot="1"/>
          </p:cNvSpPr>
          <p:nvPr>
            <p:ph type="sldImg"/>
          </p:nvPr>
        </p:nvSpPr>
        <p:spPr bwMode="auto"/>
      </p:sp>
      <p:sp>
        <p:nvSpPr>
          <p:cNvPr id="1515950539" name="Notes Placeholder 2"/>
          <p:cNvSpPr>
            <a:spLocks noGrp="1"/>
          </p:cNvSpPr>
          <p:nvPr>
            <p:ph type="body" idx="1"/>
          </p:nvPr>
        </p:nvSpPr>
        <p:spPr bwMode="auto"/>
        <p:txBody>
          <a:bodyPr/>
          <a:lstStyle/>
          <a:p>
            <a:pPr>
              <a:defRPr/>
            </a:pPr>
            <a:endParaRPr/>
          </a:p>
        </p:txBody>
      </p:sp>
      <p:sp>
        <p:nvSpPr>
          <p:cNvPr id="1404068350" name="Slide Number Placeholder 3"/>
          <p:cNvSpPr>
            <a:spLocks noGrp="1"/>
          </p:cNvSpPr>
          <p:nvPr>
            <p:ph type="sldNum" sz="quarter" idx="10"/>
          </p:nvPr>
        </p:nvSpPr>
        <p:spPr bwMode="auto"/>
        <p:txBody>
          <a:bodyPr/>
          <a:lstStyle/>
          <a:p>
            <a:pPr>
              <a:defRPr/>
            </a:pPr>
            <a:fld id="{1CCC991C-8718-E3AC-5A38-39B5C5E67375}" type="slidenum">
              <a:rPr/>
              <a:t>2</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9425100" name="Slide Image Placeholder 1"/>
          <p:cNvSpPr>
            <a:spLocks noChangeAspect="1" noGrp="1" noRot="1"/>
          </p:cNvSpPr>
          <p:nvPr>
            <p:ph type="sldImg"/>
          </p:nvPr>
        </p:nvSpPr>
        <p:spPr bwMode="auto"/>
      </p:sp>
      <p:sp>
        <p:nvSpPr>
          <p:cNvPr id="423934368" name="Notes Placeholder 2"/>
          <p:cNvSpPr>
            <a:spLocks noGrp="1"/>
          </p:cNvSpPr>
          <p:nvPr>
            <p:ph type="body" idx="1"/>
          </p:nvPr>
        </p:nvSpPr>
        <p:spPr bwMode="auto"/>
        <p:txBody>
          <a:bodyPr/>
          <a:lstStyle/>
          <a:p>
            <a:pPr>
              <a:defRPr/>
            </a:pPr>
            <a:endParaRPr/>
          </a:p>
        </p:txBody>
      </p:sp>
      <p:sp>
        <p:nvSpPr>
          <p:cNvPr id="1184804932" name="Slide Number Placeholder 3"/>
          <p:cNvSpPr>
            <a:spLocks noGrp="1"/>
          </p:cNvSpPr>
          <p:nvPr>
            <p:ph type="sldNum" sz="quarter" idx="10"/>
          </p:nvPr>
        </p:nvSpPr>
        <p:spPr bwMode="auto"/>
        <p:txBody>
          <a:bodyPr/>
          <a:lstStyle/>
          <a:p>
            <a:pPr>
              <a:defRPr/>
            </a:pPr>
            <a:fld id="{967542F3-FB14-84FD-8A84-13B07F2BA123}" type="slidenum">
              <a:rPr/>
              <a:t>3</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2060666" name="Slide Image Placeholder 1"/>
          <p:cNvSpPr>
            <a:spLocks noChangeAspect="1" noGrp="1" noRot="1"/>
          </p:cNvSpPr>
          <p:nvPr>
            <p:ph type="sldImg"/>
          </p:nvPr>
        </p:nvSpPr>
        <p:spPr bwMode="auto"/>
      </p:sp>
      <p:sp>
        <p:nvSpPr>
          <p:cNvPr id="1389335770" name="Notes Placeholder 2"/>
          <p:cNvSpPr>
            <a:spLocks noGrp="1"/>
          </p:cNvSpPr>
          <p:nvPr>
            <p:ph type="body" idx="1"/>
          </p:nvPr>
        </p:nvSpPr>
        <p:spPr bwMode="auto"/>
        <p:txBody>
          <a:bodyPr/>
          <a:lstStyle/>
          <a:p>
            <a:pPr>
              <a:defRPr/>
            </a:pPr>
            <a:endParaRPr/>
          </a:p>
        </p:txBody>
      </p:sp>
      <p:sp>
        <p:nvSpPr>
          <p:cNvPr id="981701799" name="Slide Number Placeholder 3"/>
          <p:cNvSpPr>
            <a:spLocks noGrp="1"/>
          </p:cNvSpPr>
          <p:nvPr>
            <p:ph type="sldNum" sz="quarter" idx="10"/>
          </p:nvPr>
        </p:nvSpPr>
        <p:spPr bwMode="auto"/>
        <p:txBody>
          <a:bodyPr/>
          <a:lstStyle/>
          <a:p>
            <a:pPr>
              <a:defRPr/>
            </a:pPr>
            <a:fld id="{3BB6D3E5-06F7-20B7-4D7B-D7C65B8BA486}" type="slidenum">
              <a:rPr/>
              <a:t>4</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7737828" name="Slide Image Placeholder 1"/>
          <p:cNvSpPr>
            <a:spLocks noChangeAspect="1" noGrp="1" noRot="1"/>
          </p:cNvSpPr>
          <p:nvPr>
            <p:ph type="sldImg"/>
          </p:nvPr>
        </p:nvSpPr>
        <p:spPr bwMode="auto"/>
      </p:sp>
      <p:sp>
        <p:nvSpPr>
          <p:cNvPr id="1201761454" name="Notes Placeholder 2"/>
          <p:cNvSpPr>
            <a:spLocks noGrp="1"/>
          </p:cNvSpPr>
          <p:nvPr>
            <p:ph type="body" idx="1"/>
          </p:nvPr>
        </p:nvSpPr>
        <p:spPr bwMode="auto"/>
        <p:txBody>
          <a:bodyPr/>
          <a:lstStyle/>
          <a:p>
            <a:pPr>
              <a:defRPr/>
            </a:pPr>
            <a:endParaRPr/>
          </a:p>
        </p:txBody>
      </p:sp>
      <p:sp>
        <p:nvSpPr>
          <p:cNvPr id="843817902" name="Slide Number Placeholder 3"/>
          <p:cNvSpPr>
            <a:spLocks noGrp="1"/>
          </p:cNvSpPr>
          <p:nvPr>
            <p:ph type="sldNum" sz="quarter" idx="10"/>
          </p:nvPr>
        </p:nvSpPr>
        <p:spPr bwMode="auto"/>
        <p:txBody>
          <a:bodyPr/>
          <a:lstStyle/>
          <a:p>
            <a:pPr>
              <a:defRPr/>
            </a:pPr>
            <a:fld id="{6A617E06-D1C3-EC5C-DADF-59CBB6C73773}" type="slidenum">
              <a:rPr/>
              <a:t>5</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3113034" name="Slide Image Placeholder 1"/>
          <p:cNvSpPr>
            <a:spLocks noChangeAspect="1" noGrp="1" noRot="1"/>
          </p:cNvSpPr>
          <p:nvPr>
            <p:ph type="sldImg"/>
          </p:nvPr>
        </p:nvSpPr>
        <p:spPr bwMode="auto"/>
      </p:sp>
      <p:sp>
        <p:nvSpPr>
          <p:cNvPr id="272305040" name="Notes Placeholder 2"/>
          <p:cNvSpPr>
            <a:spLocks noGrp="1"/>
          </p:cNvSpPr>
          <p:nvPr>
            <p:ph type="body" idx="1"/>
          </p:nvPr>
        </p:nvSpPr>
        <p:spPr bwMode="auto"/>
        <p:txBody>
          <a:bodyPr/>
          <a:lstStyle/>
          <a:p>
            <a:pPr>
              <a:defRPr/>
            </a:pPr>
            <a:endParaRPr/>
          </a:p>
        </p:txBody>
      </p:sp>
      <p:sp>
        <p:nvSpPr>
          <p:cNvPr id="1211564152" name="Slide Number Placeholder 3"/>
          <p:cNvSpPr>
            <a:spLocks noGrp="1"/>
          </p:cNvSpPr>
          <p:nvPr>
            <p:ph type="sldNum" sz="quarter" idx="10"/>
          </p:nvPr>
        </p:nvSpPr>
        <p:spPr bwMode="auto"/>
        <p:txBody>
          <a:bodyPr/>
          <a:lstStyle/>
          <a:p>
            <a:pPr>
              <a:defRPr/>
            </a:pPr>
            <a:fld id="{6578F65A-7D67-74DC-8B1E-E79F89A43C27}" type="slidenum">
              <a:rPr/>
              <a:t>7</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5181340" name="Slide Image Placeholder 1"/>
          <p:cNvSpPr>
            <a:spLocks noChangeAspect="1" noGrp="1" noRot="1"/>
          </p:cNvSpPr>
          <p:nvPr>
            <p:ph type="sldImg"/>
          </p:nvPr>
        </p:nvSpPr>
        <p:spPr bwMode="auto"/>
      </p:sp>
      <p:sp>
        <p:nvSpPr>
          <p:cNvPr id="1728403233" name="Notes Placeholder 2"/>
          <p:cNvSpPr>
            <a:spLocks noGrp="1"/>
          </p:cNvSpPr>
          <p:nvPr>
            <p:ph type="body" idx="1"/>
          </p:nvPr>
        </p:nvSpPr>
        <p:spPr bwMode="auto"/>
        <p:txBody>
          <a:bodyPr/>
          <a:lstStyle/>
          <a:p>
            <a:pPr>
              <a:defRPr/>
            </a:pPr>
            <a:endParaRPr/>
          </a:p>
        </p:txBody>
      </p:sp>
      <p:sp>
        <p:nvSpPr>
          <p:cNvPr id="1983131038" name="Slide Number Placeholder 3"/>
          <p:cNvSpPr>
            <a:spLocks noGrp="1"/>
          </p:cNvSpPr>
          <p:nvPr>
            <p:ph type="sldNum" sz="quarter" idx="10"/>
          </p:nvPr>
        </p:nvSpPr>
        <p:spPr bwMode="auto"/>
        <p:txBody>
          <a:bodyPr/>
          <a:lstStyle/>
          <a:p>
            <a:pPr>
              <a:defRPr/>
            </a:pPr>
            <a:fld id="{0E1E3701-39D5-E6A3-F1B1-DA0B5C4DEB96}" type="slidenum">
              <a:rPr/>
              <a:t>8</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1734235" name="Slide Image Placeholder 1"/>
          <p:cNvSpPr>
            <a:spLocks noChangeAspect="1" noGrp="1" noRot="1"/>
          </p:cNvSpPr>
          <p:nvPr>
            <p:ph type="sldImg"/>
          </p:nvPr>
        </p:nvSpPr>
        <p:spPr bwMode="auto"/>
      </p:sp>
      <p:sp>
        <p:nvSpPr>
          <p:cNvPr id="698263966" name="Notes Placeholder 2"/>
          <p:cNvSpPr>
            <a:spLocks noGrp="1"/>
          </p:cNvSpPr>
          <p:nvPr>
            <p:ph type="body" idx="1"/>
          </p:nvPr>
        </p:nvSpPr>
        <p:spPr bwMode="auto"/>
        <p:txBody>
          <a:bodyPr/>
          <a:lstStyle/>
          <a:p>
            <a:pPr>
              <a:defRPr/>
            </a:pPr>
            <a:endParaRPr/>
          </a:p>
        </p:txBody>
      </p:sp>
      <p:sp>
        <p:nvSpPr>
          <p:cNvPr id="1738690112" name="Slide Number Placeholder 3"/>
          <p:cNvSpPr>
            <a:spLocks noGrp="1"/>
          </p:cNvSpPr>
          <p:nvPr>
            <p:ph type="sldNum" sz="quarter" idx="10"/>
          </p:nvPr>
        </p:nvSpPr>
        <p:spPr bwMode="auto"/>
        <p:txBody>
          <a:bodyPr/>
          <a:lstStyle/>
          <a:p>
            <a:pPr>
              <a:defRPr/>
            </a:pPr>
            <a:fld id="{C43645AF-0C90-85F5-DCB9-A996993BFC83}" type="slidenum">
              <a:rPr/>
              <a:t>9</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0127530" name="Slide Image Placeholder 1"/>
          <p:cNvSpPr>
            <a:spLocks noChangeAspect="1" noGrp="1" noRot="1"/>
          </p:cNvSpPr>
          <p:nvPr>
            <p:ph type="sldImg"/>
          </p:nvPr>
        </p:nvSpPr>
        <p:spPr bwMode="auto"/>
      </p:sp>
      <p:sp>
        <p:nvSpPr>
          <p:cNvPr id="2122502107" name="Notes Placeholder 2"/>
          <p:cNvSpPr>
            <a:spLocks noGrp="1"/>
          </p:cNvSpPr>
          <p:nvPr>
            <p:ph type="body" idx="1"/>
          </p:nvPr>
        </p:nvSpPr>
        <p:spPr bwMode="auto"/>
        <p:txBody>
          <a:bodyPr/>
          <a:lstStyle/>
          <a:p>
            <a:pPr>
              <a:defRPr/>
            </a:pPr>
            <a:endParaRPr/>
          </a:p>
        </p:txBody>
      </p:sp>
      <p:sp>
        <p:nvSpPr>
          <p:cNvPr id="284949330" name="Slide Number Placeholder 3"/>
          <p:cNvSpPr>
            <a:spLocks noGrp="1"/>
          </p:cNvSpPr>
          <p:nvPr>
            <p:ph type="sldNum" sz="quarter" idx="10"/>
          </p:nvPr>
        </p:nvSpPr>
        <p:spPr bwMode="auto"/>
        <p:txBody>
          <a:bodyPr/>
          <a:lstStyle/>
          <a:p>
            <a:pPr>
              <a:defRPr/>
            </a:pPr>
            <a:fld id="{79FD0344-0B79-5779-E915-2106DB4DF992}" type="slidenum">
              <a:rPr/>
              <a:t>11</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1324920" name="Slide Image Placeholder 1"/>
          <p:cNvSpPr>
            <a:spLocks noChangeAspect="1" noGrp="1" noRot="1"/>
          </p:cNvSpPr>
          <p:nvPr>
            <p:ph type="sldImg"/>
          </p:nvPr>
        </p:nvSpPr>
        <p:spPr bwMode="auto"/>
      </p:sp>
      <p:sp>
        <p:nvSpPr>
          <p:cNvPr id="978792541" name="Notes Placeholder 2"/>
          <p:cNvSpPr>
            <a:spLocks noGrp="1"/>
          </p:cNvSpPr>
          <p:nvPr>
            <p:ph type="body" idx="1"/>
          </p:nvPr>
        </p:nvSpPr>
        <p:spPr bwMode="auto"/>
        <p:txBody>
          <a:bodyPr/>
          <a:lstStyle/>
          <a:p>
            <a:pPr>
              <a:defRPr/>
            </a:pPr>
            <a:endParaRPr/>
          </a:p>
        </p:txBody>
      </p:sp>
      <p:sp>
        <p:nvSpPr>
          <p:cNvPr id="1415625801" name="Slide Number Placeholder 3"/>
          <p:cNvSpPr>
            <a:spLocks noGrp="1"/>
          </p:cNvSpPr>
          <p:nvPr>
            <p:ph type="sldNum" sz="quarter" idx="10"/>
          </p:nvPr>
        </p:nvSpPr>
        <p:spPr bwMode="auto"/>
        <p:txBody>
          <a:bodyPr/>
          <a:lstStyle/>
          <a:p>
            <a:pPr>
              <a:defRPr/>
            </a:pPr>
            <a:fld id="{A5863D01-D3DB-51F6-2FE8-7B2CC945778A}" type="slidenum">
              <a:rPr/>
              <a:t>2</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9069758" name="Slide Image Placeholder 1"/>
          <p:cNvSpPr>
            <a:spLocks noChangeAspect="1" noGrp="1" noRot="1"/>
          </p:cNvSpPr>
          <p:nvPr>
            <p:ph type="sldImg"/>
          </p:nvPr>
        </p:nvSpPr>
        <p:spPr bwMode="auto"/>
      </p:sp>
      <p:sp>
        <p:nvSpPr>
          <p:cNvPr id="642556765" name="Notes Placeholder 2"/>
          <p:cNvSpPr>
            <a:spLocks noGrp="1"/>
          </p:cNvSpPr>
          <p:nvPr>
            <p:ph type="body" idx="1"/>
          </p:nvPr>
        </p:nvSpPr>
        <p:spPr bwMode="auto"/>
        <p:txBody>
          <a:bodyPr/>
          <a:lstStyle/>
          <a:p>
            <a:pPr>
              <a:defRPr/>
            </a:pPr>
            <a:endParaRPr/>
          </a:p>
        </p:txBody>
      </p:sp>
      <p:sp>
        <p:nvSpPr>
          <p:cNvPr id="72459799" name="Slide Number Placeholder 3"/>
          <p:cNvSpPr>
            <a:spLocks noGrp="1"/>
          </p:cNvSpPr>
          <p:nvPr>
            <p:ph type="sldNum" sz="quarter" idx="10"/>
          </p:nvPr>
        </p:nvSpPr>
        <p:spPr bwMode="auto"/>
        <p:txBody>
          <a:bodyPr/>
          <a:lstStyle/>
          <a:p>
            <a:pPr>
              <a:defRPr/>
            </a:pPr>
            <a:fld id="{734250FA-8FF1-0E85-B077-CB5C479E100F}" type="slidenum">
              <a:rPr/>
              <a:t>3</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8082567" name="Slide Image Placeholder 1"/>
          <p:cNvSpPr>
            <a:spLocks noChangeAspect="1" noGrp="1" noRot="1"/>
          </p:cNvSpPr>
          <p:nvPr>
            <p:ph type="sldImg"/>
          </p:nvPr>
        </p:nvSpPr>
        <p:spPr bwMode="auto"/>
      </p:sp>
      <p:sp>
        <p:nvSpPr>
          <p:cNvPr id="681960204" name="Notes Placeholder 2"/>
          <p:cNvSpPr>
            <a:spLocks noGrp="1"/>
          </p:cNvSpPr>
          <p:nvPr>
            <p:ph type="body" idx="1"/>
          </p:nvPr>
        </p:nvSpPr>
        <p:spPr bwMode="auto"/>
        <p:txBody>
          <a:bodyPr/>
          <a:lstStyle/>
          <a:p>
            <a:pPr>
              <a:defRPr/>
            </a:pPr>
            <a:endParaRPr/>
          </a:p>
        </p:txBody>
      </p:sp>
      <p:sp>
        <p:nvSpPr>
          <p:cNvPr id="943190013" name="Slide Number Placeholder 3"/>
          <p:cNvSpPr>
            <a:spLocks noGrp="1"/>
          </p:cNvSpPr>
          <p:nvPr>
            <p:ph type="sldNum" sz="quarter" idx="10"/>
          </p:nvPr>
        </p:nvSpPr>
        <p:spPr bwMode="auto"/>
        <p:txBody>
          <a:bodyPr/>
          <a:lstStyle/>
          <a:p>
            <a:pPr>
              <a:defRPr/>
            </a:pPr>
            <a:fld id="{AF327BB4-0D3E-2BA8-0D77-8964EE6BB4A2}" type="slidenum">
              <a:rPr/>
              <a:t>4</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6989189" name="Slide Image Placeholder 1"/>
          <p:cNvSpPr>
            <a:spLocks noChangeAspect="1" noGrp="1" noRot="1"/>
          </p:cNvSpPr>
          <p:nvPr>
            <p:ph type="sldImg"/>
          </p:nvPr>
        </p:nvSpPr>
        <p:spPr bwMode="auto"/>
      </p:sp>
      <p:sp>
        <p:nvSpPr>
          <p:cNvPr id="321981979" name="Notes Placeholder 2"/>
          <p:cNvSpPr>
            <a:spLocks noGrp="1"/>
          </p:cNvSpPr>
          <p:nvPr>
            <p:ph type="body" idx="1"/>
          </p:nvPr>
        </p:nvSpPr>
        <p:spPr bwMode="auto"/>
        <p:txBody>
          <a:bodyPr/>
          <a:lstStyle/>
          <a:p>
            <a:pPr>
              <a:defRPr/>
            </a:pPr>
            <a:endParaRPr/>
          </a:p>
        </p:txBody>
      </p:sp>
      <p:sp>
        <p:nvSpPr>
          <p:cNvPr id="1845914677" name="Slide Number Placeholder 3"/>
          <p:cNvSpPr>
            <a:spLocks noGrp="1"/>
          </p:cNvSpPr>
          <p:nvPr>
            <p:ph type="sldNum" sz="quarter" idx="10"/>
          </p:nvPr>
        </p:nvSpPr>
        <p:spPr bwMode="auto"/>
        <p:txBody>
          <a:bodyPr/>
          <a:lstStyle/>
          <a:p>
            <a:pPr>
              <a:defRPr/>
            </a:pPr>
            <a:fld id="{847429D1-68E4-C2A3-EA18-B825CC3C9240}" type="slidenum">
              <a:rPr/>
              <a:t>5</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5808850" name="Slide Image Placeholder 1"/>
          <p:cNvSpPr>
            <a:spLocks noChangeAspect="1" noGrp="1" noRot="1"/>
          </p:cNvSpPr>
          <p:nvPr>
            <p:ph type="sldImg"/>
          </p:nvPr>
        </p:nvSpPr>
        <p:spPr bwMode="auto"/>
      </p:sp>
      <p:sp>
        <p:nvSpPr>
          <p:cNvPr id="2008566473" name="Notes Placeholder 2"/>
          <p:cNvSpPr>
            <a:spLocks noGrp="1"/>
          </p:cNvSpPr>
          <p:nvPr>
            <p:ph type="body" idx="1"/>
          </p:nvPr>
        </p:nvSpPr>
        <p:spPr bwMode="auto"/>
        <p:txBody>
          <a:bodyPr/>
          <a:lstStyle/>
          <a:p>
            <a:pPr>
              <a:defRPr/>
            </a:pPr>
            <a:endParaRPr/>
          </a:p>
        </p:txBody>
      </p:sp>
      <p:sp>
        <p:nvSpPr>
          <p:cNvPr id="1920682455" name="Slide Number Placeholder 3"/>
          <p:cNvSpPr>
            <a:spLocks noGrp="1"/>
          </p:cNvSpPr>
          <p:nvPr>
            <p:ph type="sldNum" sz="quarter" idx="10"/>
          </p:nvPr>
        </p:nvSpPr>
        <p:spPr bwMode="auto"/>
        <p:txBody>
          <a:bodyPr/>
          <a:lstStyle/>
          <a:p>
            <a:pPr>
              <a:defRPr/>
            </a:pPr>
            <a:fld id="{96F1D9F2-2CE3-840F-9BA6-91FCBAD7F001}" type="slidenum">
              <a:rPr/>
              <a:t>7</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1475002" name="Slide Image Placeholder 1"/>
          <p:cNvSpPr>
            <a:spLocks noChangeAspect="1" noGrp="1" noRot="1"/>
          </p:cNvSpPr>
          <p:nvPr>
            <p:ph type="sldImg"/>
          </p:nvPr>
        </p:nvSpPr>
        <p:spPr bwMode="auto"/>
      </p:sp>
      <p:sp>
        <p:nvSpPr>
          <p:cNvPr id="494384767" name="Notes Placeholder 2"/>
          <p:cNvSpPr>
            <a:spLocks noGrp="1"/>
          </p:cNvSpPr>
          <p:nvPr>
            <p:ph type="body" idx="1"/>
          </p:nvPr>
        </p:nvSpPr>
        <p:spPr bwMode="auto"/>
        <p:txBody>
          <a:bodyPr/>
          <a:lstStyle/>
          <a:p>
            <a:pPr>
              <a:defRPr/>
            </a:pPr>
            <a:endParaRPr/>
          </a:p>
        </p:txBody>
      </p:sp>
      <p:sp>
        <p:nvSpPr>
          <p:cNvPr id="1629943232" name="Slide Number Placeholder 3"/>
          <p:cNvSpPr>
            <a:spLocks noGrp="1"/>
          </p:cNvSpPr>
          <p:nvPr>
            <p:ph type="sldNum" sz="quarter" idx="10"/>
          </p:nvPr>
        </p:nvSpPr>
        <p:spPr bwMode="auto"/>
        <p:txBody>
          <a:bodyPr/>
          <a:lstStyle/>
          <a:p>
            <a:pPr>
              <a:defRPr/>
            </a:pPr>
            <a:fld id="{0EB24356-E96D-F017-916C-E9AB08C95CBA}" type="slidenum">
              <a:rPr/>
              <a:t>8</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3696711" name="Slide Image Placeholder 1"/>
          <p:cNvSpPr>
            <a:spLocks noChangeAspect="1" noGrp="1" noRot="1"/>
          </p:cNvSpPr>
          <p:nvPr>
            <p:ph type="sldImg"/>
          </p:nvPr>
        </p:nvSpPr>
        <p:spPr bwMode="auto"/>
      </p:sp>
      <p:sp>
        <p:nvSpPr>
          <p:cNvPr id="1247064077" name="Notes Placeholder 2"/>
          <p:cNvSpPr>
            <a:spLocks noGrp="1"/>
          </p:cNvSpPr>
          <p:nvPr>
            <p:ph type="body" idx="1"/>
          </p:nvPr>
        </p:nvSpPr>
        <p:spPr bwMode="auto"/>
        <p:txBody>
          <a:bodyPr/>
          <a:lstStyle/>
          <a:p>
            <a:pPr>
              <a:defRPr/>
            </a:pPr>
            <a:endParaRPr/>
          </a:p>
        </p:txBody>
      </p:sp>
      <p:sp>
        <p:nvSpPr>
          <p:cNvPr id="405465666" name="Slide Number Placeholder 3"/>
          <p:cNvSpPr>
            <a:spLocks noGrp="1"/>
          </p:cNvSpPr>
          <p:nvPr>
            <p:ph type="sldNum" sz="quarter" idx="10"/>
          </p:nvPr>
        </p:nvSpPr>
        <p:spPr bwMode="auto"/>
        <p:txBody>
          <a:bodyPr/>
          <a:lstStyle/>
          <a:p>
            <a:pPr>
              <a:defRPr/>
            </a:pPr>
            <a:fld id="{43F0E759-8FD6-B35D-D7EC-D27259119BCF}" type="slidenum">
              <a:rPr/>
              <a:t>9</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46954984" name="Slide Image Placeholder 1"/>
          <p:cNvSpPr>
            <a:spLocks noChangeAspect="1" noGrp="1" noRot="1"/>
          </p:cNvSpPr>
          <p:nvPr>
            <p:ph type="sldImg"/>
          </p:nvPr>
        </p:nvSpPr>
        <p:spPr bwMode="auto"/>
      </p:sp>
      <p:sp>
        <p:nvSpPr>
          <p:cNvPr id="845005484" name="Notes Placeholder 2"/>
          <p:cNvSpPr>
            <a:spLocks noGrp="1"/>
          </p:cNvSpPr>
          <p:nvPr>
            <p:ph type="body" idx="1"/>
          </p:nvPr>
        </p:nvSpPr>
        <p:spPr bwMode="auto"/>
        <p:txBody>
          <a:bodyPr/>
          <a:lstStyle/>
          <a:p>
            <a:pPr>
              <a:defRPr/>
            </a:pPr>
            <a:endParaRPr/>
          </a:p>
        </p:txBody>
      </p:sp>
      <p:sp>
        <p:nvSpPr>
          <p:cNvPr id="1043317782" name="Slide Number Placeholder 3"/>
          <p:cNvSpPr>
            <a:spLocks noGrp="1"/>
          </p:cNvSpPr>
          <p:nvPr>
            <p:ph type="sldNum" sz="quarter" idx="10"/>
          </p:nvPr>
        </p:nvSpPr>
        <p:spPr bwMode="auto"/>
        <p:txBody>
          <a:bodyPr/>
          <a:lstStyle/>
          <a:p>
            <a:pPr>
              <a:defRPr/>
            </a:pPr>
            <a:fld id="{3FD678D1-F589-FD71-B50F-8D1C0B21F863}" type="slidenum">
              <a:rPr/>
              <a:t>10</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1273515" name="Slide Image Placeholder 1"/>
          <p:cNvSpPr>
            <a:spLocks noChangeAspect="1" noGrp="1" noRot="1"/>
          </p:cNvSpPr>
          <p:nvPr>
            <p:ph type="sldImg"/>
          </p:nvPr>
        </p:nvSpPr>
        <p:spPr bwMode="auto"/>
      </p:sp>
      <p:sp>
        <p:nvSpPr>
          <p:cNvPr id="1559537971" name="Notes Placeholder 2"/>
          <p:cNvSpPr>
            <a:spLocks noGrp="1"/>
          </p:cNvSpPr>
          <p:nvPr>
            <p:ph type="body" idx="1"/>
          </p:nvPr>
        </p:nvSpPr>
        <p:spPr bwMode="auto"/>
        <p:txBody>
          <a:bodyPr/>
          <a:lstStyle/>
          <a:p>
            <a:pPr>
              <a:defRPr/>
            </a:pPr>
            <a:endParaRPr/>
          </a:p>
        </p:txBody>
      </p:sp>
      <p:sp>
        <p:nvSpPr>
          <p:cNvPr id="30286747" name="Slide Number Placeholder 3"/>
          <p:cNvSpPr>
            <a:spLocks noGrp="1"/>
          </p:cNvSpPr>
          <p:nvPr>
            <p:ph type="sldNum" sz="quarter" idx="10"/>
          </p:nvPr>
        </p:nvSpPr>
        <p:spPr bwMode="auto"/>
        <p:txBody>
          <a:bodyPr/>
          <a:lstStyle/>
          <a:p>
            <a:pPr>
              <a:defRPr/>
            </a:pPr>
            <a:fld id="{7F9AB050-0DDC-1535-9D94-9A9273F06531}" type="slidenum">
              <a:rPr/>
              <a:t>11</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2876295" name="Slide Image Placeholder 1"/>
          <p:cNvSpPr>
            <a:spLocks noChangeAspect="1" noGrp="1" noRot="1"/>
          </p:cNvSpPr>
          <p:nvPr>
            <p:ph type="sldImg"/>
          </p:nvPr>
        </p:nvSpPr>
        <p:spPr bwMode="auto"/>
      </p:sp>
      <p:sp>
        <p:nvSpPr>
          <p:cNvPr id="1189782346" name="Notes Placeholder 2"/>
          <p:cNvSpPr>
            <a:spLocks noGrp="1"/>
          </p:cNvSpPr>
          <p:nvPr>
            <p:ph type="body" idx="1"/>
          </p:nvPr>
        </p:nvSpPr>
        <p:spPr bwMode="auto"/>
        <p:txBody>
          <a:bodyPr/>
          <a:lstStyle/>
          <a:p>
            <a:pPr>
              <a:defRPr/>
            </a:pPr>
            <a:endParaRPr/>
          </a:p>
        </p:txBody>
      </p:sp>
      <p:sp>
        <p:nvSpPr>
          <p:cNvPr id="2105700350" name="Slide Number Placeholder 3"/>
          <p:cNvSpPr>
            <a:spLocks noGrp="1"/>
          </p:cNvSpPr>
          <p:nvPr>
            <p:ph type="sldNum" sz="quarter" idx="10"/>
          </p:nvPr>
        </p:nvSpPr>
        <p:spPr bwMode="auto"/>
        <p:txBody>
          <a:bodyPr/>
          <a:lstStyle/>
          <a:p>
            <a:pPr>
              <a:defRPr/>
            </a:pPr>
            <a:fld id="{959DFAF6-37CE-40E2-747A-C584C149C0F7}" type="slidenum">
              <a:rPr/>
              <a:t>12</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Slide">
    <p:spTree>
      <p:nvGrpSpPr>
        <p:cNvPr id="1" name=""/>
        <p:cNvGrpSpPr/>
        <p:nvPr/>
      </p:nvGrpSpPr>
      <p:grpSpPr bwMode="auto">
        <a:xfrm>
          <a:off x="0" y="0"/>
          <a:ext cx="0" cy="0"/>
          <a:chOff x="0" y="0"/>
          <a:chExt cx="0" cy="0"/>
        </a:xfrm>
      </p:grpSpPr>
      <p:sp>
        <p:nvSpPr>
          <p:cNvPr id="36142312" name="Holder 2"/>
          <p:cNvSpPr>
            <a:spLocks noGrp="1"/>
          </p:cNvSpPr>
          <p:nvPr>
            <p:ph type="ctrTitle"/>
          </p:nvPr>
        </p:nvSpPr>
        <p:spPr bwMode="auto">
          <a:xfrm>
            <a:off x="1005840" y="3118104"/>
            <a:ext cx="11399520" cy="902876"/>
          </a:xfrm>
          <a:prstGeom prst="rect">
            <a:avLst/>
          </a:prstGeom>
        </p:spPr>
        <p:txBody>
          <a:bodyPr wrap="square" lIns="0" tIns="0" rIns="0" bIns="0">
            <a:spAutoFit/>
          </a:bodyPr>
          <a:lstStyle>
            <a:lvl1pPr>
              <a:defRPr sz="5850" b="0" i="0">
                <a:solidFill>
                  <a:srgbClr val="FF0000"/>
                </a:solidFill>
                <a:latin typeface="Calibri"/>
                <a:cs typeface="Calibri"/>
              </a:defRPr>
            </a:lvl1pPr>
          </a:lstStyle>
          <a:p>
            <a:pPr>
              <a:defRPr/>
            </a:pPr>
            <a:endParaRPr/>
          </a:p>
        </p:txBody>
      </p:sp>
      <p:sp>
        <p:nvSpPr>
          <p:cNvPr id="1584349811" name="Holder 3"/>
          <p:cNvSpPr>
            <a:spLocks noGrp="1"/>
          </p:cNvSpPr>
          <p:nvPr>
            <p:ph type="subTitle" idx="4"/>
          </p:nvPr>
        </p:nvSpPr>
        <p:spPr bwMode="auto">
          <a:xfrm>
            <a:off x="2011680" y="5632706"/>
            <a:ext cx="9387840" cy="477951"/>
          </a:xfrm>
          <a:prstGeom prst="rect">
            <a:avLst/>
          </a:prstGeom>
        </p:spPr>
        <p:txBody>
          <a:bodyPr wrap="square" lIns="0" tIns="0" rIns="0" bIns="0">
            <a:spAutoFit/>
          </a:bodyPr>
          <a:lstStyle>
            <a:lvl1pPr>
              <a:defRPr sz="3100" b="0" i="0">
                <a:solidFill>
                  <a:schemeClr val="tx1"/>
                </a:solidFill>
                <a:latin typeface="Arial MT"/>
                <a:cs typeface="Arial MT"/>
              </a:defRPr>
            </a:lvl1pPr>
          </a:lstStyle>
          <a:p>
            <a:pPr>
              <a:defRPr/>
            </a:pPr>
            <a:endParaRPr/>
          </a:p>
        </p:txBody>
      </p:sp>
      <p:sp>
        <p:nvSpPr>
          <p:cNvPr id="374039901"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060346759"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743534843"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obj" userDrawn="1">
  <p:cSld name="Title and Content">
    <p:bg>
      <p:bgPr shadeToTitle="0">
        <a:solidFill>
          <a:schemeClr val="bg1"/>
        </a:solidFill>
      </p:bgPr>
    </p:bg>
    <p:spTree>
      <p:nvGrpSpPr>
        <p:cNvPr id="1" name=""/>
        <p:cNvGrpSpPr/>
        <p:nvPr/>
      </p:nvGrpSpPr>
      <p:grpSpPr bwMode="auto">
        <a:xfrm>
          <a:off x="0" y="0"/>
          <a:ext cx="0" cy="0"/>
          <a:chOff x="0" y="0"/>
          <a:chExt cx="0" cy="0"/>
        </a:xfrm>
      </p:grpSpPr>
      <p:sp>
        <p:nvSpPr>
          <p:cNvPr id="2147087960" name="bg object 16"/>
          <p:cNvSpPr/>
          <p:nvPr/>
        </p:nvSpPr>
        <p:spPr bwMode="auto">
          <a:xfrm>
            <a:off x="331334" y="2514600"/>
            <a:ext cx="12753788" cy="4142104"/>
          </a:xfrm>
          <a:custGeom>
            <a:avLst/>
            <a:gdLst/>
            <a:ahLst/>
            <a:cxnLst/>
            <a:rect l="l" t="t" r="r" b="b"/>
            <a:pathLst>
              <a:path w="7391400" h="4142104" fill="norm" stroke="1" extrusionOk="0">
                <a:moveTo>
                  <a:pt x="0" y="4141597"/>
                </a:moveTo>
                <a:lnTo>
                  <a:pt x="7391146" y="4141597"/>
                </a:lnTo>
                <a:lnTo>
                  <a:pt x="7391146" y="0"/>
                </a:lnTo>
                <a:lnTo>
                  <a:pt x="0" y="0"/>
                </a:lnTo>
                <a:lnTo>
                  <a:pt x="0" y="4141597"/>
                </a:lnTo>
                <a:close/>
              </a:path>
            </a:pathLst>
          </a:custGeom>
          <a:ln w="12192">
            <a:solidFill>
              <a:srgbClr val="000000"/>
            </a:solidFill>
          </a:ln>
        </p:spPr>
        <p:txBody>
          <a:bodyPr wrap="square" lIns="0" tIns="0" rIns="0" bIns="0" rtlCol="0"/>
          <a:lstStyle/>
          <a:p>
            <a:pPr>
              <a:defRPr/>
            </a:pPr>
            <a:endParaRPr/>
          </a:p>
        </p:txBody>
      </p:sp>
      <p:sp>
        <p:nvSpPr>
          <p:cNvPr id="954346932" name="Holder 2"/>
          <p:cNvSpPr>
            <a:spLocks noGrp="1"/>
          </p:cNvSpPr>
          <p:nvPr>
            <p:ph type="title"/>
          </p:nvPr>
        </p:nvSpPr>
        <p:spPr bwMode="auto">
          <a:xfrm>
            <a:off x="4117587" y="3823463"/>
            <a:ext cx="7712317" cy="902876"/>
          </a:xfrm>
        </p:spPr>
        <p:txBody>
          <a:bodyPr lIns="0" tIns="0" rIns="0" bIns="0"/>
          <a:lstStyle>
            <a:lvl1pPr>
              <a:defRPr sz="5850" b="0" i="0">
                <a:solidFill>
                  <a:srgbClr val="FF0000"/>
                </a:solidFill>
                <a:latin typeface="Calibri"/>
                <a:cs typeface="Calibri"/>
              </a:defRPr>
            </a:lvl1pPr>
          </a:lstStyle>
          <a:p>
            <a:pPr>
              <a:defRPr/>
            </a:pPr>
            <a:endParaRPr/>
          </a:p>
        </p:txBody>
      </p:sp>
      <p:sp>
        <p:nvSpPr>
          <p:cNvPr id="541301515" name="Holder 3"/>
          <p:cNvSpPr>
            <a:spLocks noGrp="1"/>
          </p:cNvSpPr>
          <p:nvPr>
            <p:ph type="body" idx="1"/>
          </p:nvPr>
        </p:nvSpPr>
        <p:spPr bwMode="auto">
          <a:xfrm>
            <a:off x="617089" y="3228215"/>
            <a:ext cx="7643506" cy="477951"/>
          </a:xfrm>
        </p:spPr>
        <p:txBody>
          <a:bodyPr lIns="0" tIns="0" rIns="0" bIns="0"/>
          <a:lstStyle>
            <a:lvl1pPr>
              <a:defRPr sz="3100" b="0" i="0">
                <a:solidFill>
                  <a:schemeClr val="tx1"/>
                </a:solidFill>
                <a:latin typeface="Arial MT"/>
                <a:cs typeface="Arial MT"/>
              </a:defRPr>
            </a:lvl1pPr>
          </a:lstStyle>
          <a:p>
            <a:pPr>
              <a:defRPr/>
            </a:pPr>
            <a:endParaRPr/>
          </a:p>
        </p:txBody>
      </p:sp>
      <p:sp>
        <p:nvSpPr>
          <p:cNvPr id="430158298"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153042738"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802481549"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wo Content">
    <p:spTree>
      <p:nvGrpSpPr>
        <p:cNvPr id="1" name=""/>
        <p:cNvGrpSpPr/>
        <p:nvPr/>
      </p:nvGrpSpPr>
      <p:grpSpPr bwMode="auto">
        <a:xfrm>
          <a:off x="0" y="0"/>
          <a:ext cx="0" cy="0"/>
          <a:chOff x="0" y="0"/>
          <a:chExt cx="0" cy="0"/>
        </a:xfrm>
      </p:grpSpPr>
      <p:sp>
        <p:nvSpPr>
          <p:cNvPr id="2083296697" name="Holder 2"/>
          <p:cNvSpPr>
            <a:spLocks noGrp="1"/>
          </p:cNvSpPr>
          <p:nvPr>
            <p:ph type="title"/>
          </p:nvPr>
        </p:nvSpPr>
        <p:spPr bwMode="auto">
          <a:xfrm>
            <a:off x="4117587" y="3823463"/>
            <a:ext cx="7712317" cy="902876"/>
          </a:xfrm>
        </p:spPr>
        <p:txBody>
          <a:bodyPr lIns="0" tIns="0" rIns="0" bIns="0"/>
          <a:lstStyle>
            <a:lvl1pPr>
              <a:defRPr sz="5850" b="0" i="0">
                <a:solidFill>
                  <a:srgbClr val="FF0000"/>
                </a:solidFill>
                <a:latin typeface="Calibri"/>
                <a:cs typeface="Calibri"/>
              </a:defRPr>
            </a:lvl1pPr>
          </a:lstStyle>
          <a:p>
            <a:pPr>
              <a:defRPr/>
            </a:pPr>
            <a:endParaRPr/>
          </a:p>
        </p:txBody>
      </p:sp>
      <p:sp>
        <p:nvSpPr>
          <p:cNvPr id="98956587" name="Holder 3"/>
          <p:cNvSpPr>
            <a:spLocks noGrp="1"/>
          </p:cNvSpPr>
          <p:nvPr>
            <p:ph sz="half" idx="2"/>
          </p:nvPr>
        </p:nvSpPr>
        <p:spPr bwMode="auto">
          <a:xfrm>
            <a:off x="670560" y="2313434"/>
            <a:ext cx="5833872" cy="276999"/>
          </a:xfrm>
          <a:prstGeom prst="rect">
            <a:avLst/>
          </a:prstGeom>
        </p:spPr>
        <p:txBody>
          <a:bodyPr wrap="square" lIns="0" tIns="0" rIns="0" bIns="0">
            <a:spAutoFit/>
          </a:bodyPr>
          <a:lstStyle>
            <a:lvl1pPr>
              <a:defRPr/>
            </a:lvl1pPr>
          </a:lstStyle>
          <a:p>
            <a:pPr>
              <a:defRPr/>
            </a:pPr>
            <a:endParaRPr/>
          </a:p>
        </p:txBody>
      </p:sp>
      <p:sp>
        <p:nvSpPr>
          <p:cNvPr id="158371845" name="Holder 4"/>
          <p:cNvSpPr>
            <a:spLocks noGrp="1"/>
          </p:cNvSpPr>
          <p:nvPr>
            <p:ph sz="half" idx="3"/>
          </p:nvPr>
        </p:nvSpPr>
        <p:spPr bwMode="auto">
          <a:xfrm>
            <a:off x="6906768" y="2313434"/>
            <a:ext cx="5833872" cy="276999"/>
          </a:xfrm>
          <a:prstGeom prst="rect">
            <a:avLst/>
          </a:prstGeom>
        </p:spPr>
        <p:txBody>
          <a:bodyPr wrap="square" lIns="0" tIns="0" rIns="0" bIns="0">
            <a:spAutoFit/>
          </a:bodyPr>
          <a:lstStyle>
            <a:lvl1pPr>
              <a:defRPr/>
            </a:lvl1pPr>
          </a:lstStyle>
          <a:p>
            <a:pPr>
              <a:defRPr/>
            </a:pPr>
            <a:endParaRPr/>
          </a:p>
        </p:txBody>
      </p:sp>
      <p:sp>
        <p:nvSpPr>
          <p:cNvPr id="1304135742" name="Holder 5"/>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015668708" name="Holder 6"/>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738743550" name="Holder 7"/>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obj" userDrawn="1">
  <p:cSld name="Title Only">
    <p:bg>
      <p:bgPr shadeToTitle="0">
        <a:solidFill>
          <a:schemeClr val="bg1"/>
        </a:solidFill>
      </p:bgPr>
    </p:bg>
    <p:spTree>
      <p:nvGrpSpPr>
        <p:cNvPr id="1" name=""/>
        <p:cNvGrpSpPr/>
        <p:nvPr/>
      </p:nvGrpSpPr>
      <p:grpSpPr bwMode="auto">
        <a:xfrm>
          <a:off x="0" y="0"/>
          <a:ext cx="0" cy="0"/>
          <a:chOff x="0" y="0"/>
          <a:chExt cx="0" cy="0"/>
        </a:xfrm>
      </p:grpSpPr>
      <p:pic>
        <p:nvPicPr>
          <p:cNvPr id="1191536532" name="bg object 16"/>
          <p:cNvPicPr/>
          <p:nvPr/>
        </p:nvPicPr>
        <p:blipFill rotWithShape="1">
          <a:blip r:embed="rId2"/>
          <a:stretch/>
        </p:blipFill>
        <p:spPr bwMode="auto">
          <a:xfrm>
            <a:off x="3" y="2209800"/>
            <a:ext cx="13411198" cy="5081016"/>
          </a:xfrm>
          <a:prstGeom prst="rect">
            <a:avLst/>
          </a:prstGeom>
        </p:spPr>
      </p:pic>
      <p:sp>
        <p:nvSpPr>
          <p:cNvPr id="673831035" name="bg object 17"/>
          <p:cNvSpPr/>
          <p:nvPr/>
        </p:nvSpPr>
        <p:spPr bwMode="auto">
          <a:xfrm>
            <a:off x="105186" y="3901439"/>
            <a:ext cx="13306014" cy="789940"/>
          </a:xfrm>
          <a:custGeom>
            <a:avLst/>
            <a:gdLst/>
            <a:ahLst/>
            <a:cxnLst/>
            <a:rect l="l" t="t" r="r" b="b"/>
            <a:pathLst>
              <a:path w="7711440" h="789939" fill="norm" stroke="1" extrusionOk="0">
                <a:moveTo>
                  <a:pt x="0" y="789431"/>
                </a:moveTo>
                <a:lnTo>
                  <a:pt x="7711440" y="789431"/>
                </a:lnTo>
                <a:lnTo>
                  <a:pt x="7711440" y="0"/>
                </a:lnTo>
                <a:lnTo>
                  <a:pt x="0" y="0"/>
                </a:lnTo>
                <a:lnTo>
                  <a:pt x="0" y="789431"/>
                </a:lnTo>
                <a:close/>
              </a:path>
            </a:pathLst>
          </a:custGeom>
          <a:ln w="12191">
            <a:solidFill>
              <a:srgbClr val="000000"/>
            </a:solidFill>
          </a:ln>
        </p:spPr>
        <p:txBody>
          <a:bodyPr wrap="square" lIns="0" tIns="0" rIns="0" bIns="0" rtlCol="0"/>
          <a:lstStyle/>
          <a:p>
            <a:pPr>
              <a:defRPr/>
            </a:pPr>
            <a:endParaRPr/>
          </a:p>
        </p:txBody>
      </p:sp>
      <p:sp>
        <p:nvSpPr>
          <p:cNvPr id="1735910893" name="Holder 2"/>
          <p:cNvSpPr>
            <a:spLocks noGrp="1"/>
          </p:cNvSpPr>
          <p:nvPr>
            <p:ph type="title"/>
          </p:nvPr>
        </p:nvSpPr>
        <p:spPr bwMode="auto">
          <a:xfrm>
            <a:off x="4117587" y="3823463"/>
            <a:ext cx="7712317" cy="902876"/>
          </a:xfrm>
        </p:spPr>
        <p:txBody>
          <a:bodyPr lIns="0" tIns="0" rIns="0" bIns="0"/>
          <a:lstStyle>
            <a:lvl1pPr>
              <a:defRPr sz="5850" b="0" i="0">
                <a:solidFill>
                  <a:srgbClr val="FF0000"/>
                </a:solidFill>
                <a:latin typeface="Calibri"/>
                <a:cs typeface="Calibri"/>
              </a:defRPr>
            </a:lvl1pPr>
          </a:lstStyle>
          <a:p>
            <a:pPr>
              <a:defRPr/>
            </a:pPr>
            <a:endParaRPr/>
          </a:p>
        </p:txBody>
      </p:sp>
      <p:sp>
        <p:nvSpPr>
          <p:cNvPr id="193170422" name="Holder 3"/>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141127198" name="Holder 4"/>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2004503029" name="Holder 5"/>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Blank">
    <p:spTree>
      <p:nvGrpSpPr>
        <p:cNvPr id="1" name=""/>
        <p:cNvGrpSpPr/>
        <p:nvPr/>
      </p:nvGrpSpPr>
      <p:grpSpPr bwMode="auto">
        <a:xfrm>
          <a:off x="0" y="0"/>
          <a:ext cx="0" cy="0"/>
          <a:chOff x="0" y="0"/>
          <a:chExt cx="0" cy="0"/>
        </a:xfrm>
      </p:grpSpPr>
      <p:sp>
        <p:nvSpPr>
          <p:cNvPr id="1525136953" name="Holder 2"/>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835522911" name="Holder 3"/>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012788205" name="Holder 4"/>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bg1"/>
        </a:solidFill>
      </p:bgPr>
    </p:bg>
    <p:spTree>
      <p:nvGrpSpPr>
        <p:cNvPr id="1" name=""/>
        <p:cNvGrpSpPr/>
        <p:nvPr/>
      </p:nvGrpSpPr>
      <p:grpSpPr bwMode="auto">
        <a:xfrm>
          <a:off x="0" y="0"/>
          <a:ext cx="0" cy="0"/>
          <a:chOff x="0" y="0"/>
          <a:chExt cx="0" cy="0"/>
        </a:xfrm>
      </p:grpSpPr>
      <p:sp>
        <p:nvSpPr>
          <p:cNvPr id="530776925" name="Holder 2"/>
          <p:cNvSpPr>
            <a:spLocks noGrp="1"/>
          </p:cNvSpPr>
          <p:nvPr>
            <p:ph type="title"/>
          </p:nvPr>
        </p:nvSpPr>
        <p:spPr bwMode="auto">
          <a:xfrm>
            <a:off x="4117587" y="3823463"/>
            <a:ext cx="7712317" cy="523220"/>
          </a:xfrm>
          <a:prstGeom prst="rect">
            <a:avLst/>
          </a:prstGeom>
        </p:spPr>
        <p:txBody>
          <a:bodyPr wrap="square" lIns="0" tIns="0" rIns="0" bIns="0">
            <a:spAutoFit/>
          </a:bodyPr>
          <a:lstStyle>
            <a:lvl1pPr>
              <a:defRPr sz="3400" b="0" i="0">
                <a:solidFill>
                  <a:srgbClr val="FF0000"/>
                </a:solidFill>
                <a:latin typeface="Calibri"/>
                <a:cs typeface="Calibri"/>
              </a:defRPr>
            </a:lvl1pPr>
          </a:lstStyle>
          <a:p>
            <a:pPr>
              <a:defRPr/>
            </a:pPr>
            <a:endParaRPr/>
          </a:p>
        </p:txBody>
      </p:sp>
      <p:sp>
        <p:nvSpPr>
          <p:cNvPr id="1023120216" name="Holder 3"/>
          <p:cNvSpPr>
            <a:spLocks noGrp="1"/>
          </p:cNvSpPr>
          <p:nvPr>
            <p:ph type="body" idx="1"/>
          </p:nvPr>
        </p:nvSpPr>
        <p:spPr bwMode="auto">
          <a:xfrm>
            <a:off x="617089" y="3228213"/>
            <a:ext cx="7643506"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pPr>
              <a:defRPr/>
            </a:pPr>
            <a:endParaRPr/>
          </a:p>
        </p:txBody>
      </p:sp>
      <p:sp>
        <p:nvSpPr>
          <p:cNvPr id="971490219" name="Holder 4"/>
          <p:cNvSpPr>
            <a:spLocks noGrp="1"/>
          </p:cNvSpPr>
          <p:nvPr>
            <p:ph type="ftr" sz="quarter" idx="5"/>
          </p:nvPr>
        </p:nvSpPr>
        <p:spPr bwMode="auto">
          <a:xfrm>
            <a:off x="4559808" y="9354314"/>
            <a:ext cx="4291584" cy="276999"/>
          </a:xfrm>
          <a:prstGeom prst="rect">
            <a:avLst/>
          </a:prstGeom>
        </p:spPr>
        <p:txBody>
          <a:bodyPr wrap="square" lIns="0" tIns="0" rIns="0" bIns="0">
            <a:spAutoFit/>
          </a:bodyPr>
          <a:lstStyle>
            <a:lvl1pPr algn="ctr">
              <a:defRPr>
                <a:solidFill>
                  <a:schemeClr val="tx1">
                    <a:tint val="75000"/>
                  </a:schemeClr>
                </a:solidFill>
              </a:defRPr>
            </a:lvl1pPr>
          </a:lstStyle>
          <a:p>
            <a:pPr>
              <a:defRPr/>
            </a:pPr>
            <a:endParaRPr/>
          </a:p>
        </p:txBody>
      </p:sp>
      <p:sp>
        <p:nvSpPr>
          <p:cNvPr id="231035394" name="Holder 5"/>
          <p:cNvSpPr>
            <a:spLocks noGrp="1"/>
          </p:cNvSpPr>
          <p:nvPr>
            <p:ph type="dt" sz="half" idx="6"/>
          </p:nvPr>
        </p:nvSpPr>
        <p:spPr bwMode="auto">
          <a:xfrm>
            <a:off x="670560" y="9354314"/>
            <a:ext cx="3084576" cy="276999"/>
          </a:xfrm>
          <a:prstGeom prst="rect">
            <a:avLst/>
          </a:prstGeom>
        </p:spPr>
        <p:txBody>
          <a:bodyPr wrap="square" lIns="0" tIns="0" rIns="0" bIns="0">
            <a:spAutoFit/>
          </a:bodyPr>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982411800" name="Holder 6"/>
          <p:cNvSpPr>
            <a:spLocks noGrp="1"/>
          </p:cNvSpPr>
          <p:nvPr>
            <p:ph type="sldNum" sz="quarter" idx="7"/>
          </p:nvPr>
        </p:nvSpPr>
        <p:spPr bwMode="auto">
          <a:xfrm>
            <a:off x="9656064" y="9354314"/>
            <a:ext cx="3084576" cy="276999"/>
          </a:xfrm>
          <a:prstGeom prst="rect">
            <a:avLst/>
          </a:prstGeom>
        </p:spPr>
        <p:txBody>
          <a:bodyPr wrap="square" lIns="0" tIns="0" rIns="0" bIns="0">
            <a:spAutoFit/>
          </a:bodyPr>
          <a:lstStyle>
            <a:lvl1pPr algn="r">
              <a:defRPr>
                <a:solidFill>
                  <a:schemeClr val="tx1">
                    <a:tint val="75000"/>
                  </a:schemeClr>
                </a:solidFill>
              </a:defRPr>
            </a:lvl1pPr>
          </a:lstStyle>
          <a:p>
            <a:pPr>
              <a:defRPr/>
            </a:pPr>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6">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bodyStyle>
    <p:other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6">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2844899" name="object 46"/>
          <p:cNvSpPr txBox="1">
            <a:spLocks noGrp="1"/>
          </p:cNvSpPr>
          <p:nvPr>
            <p:ph type="sldNum" sz="quarter" idx="7"/>
          </p:nvPr>
        </p:nvSpPr>
        <p:spPr bwMode="auto">
          <a:xfrm>
            <a:off x="22501110" y="12821186"/>
            <a:ext cx="518023" cy="294953"/>
          </a:xfrm>
          <a:prstGeom prst="rect">
            <a:avLst/>
          </a:prstGeom>
        </p:spPr>
        <p:txBody>
          <a:bodyPr vert="horz" wrap="square" lIns="0" tIns="0" rIns="0" bIns="0" rtlCol="0">
            <a:spAutoFit/>
          </a:bodyPr>
          <a:lstStyle/>
          <a:p>
            <a:pPr marL="65742">
              <a:lnSpc>
                <a:spcPts val="2260"/>
              </a:lnSpc>
              <a:defRPr/>
            </a:pPr>
            <a:fld id="{81D60167-4931-47E6-BA6A-407CBD079E47}" type="slidenum">
              <a:rPr spc="-86"/>
              <a:t>1</a:t>
            </a:fld>
            <a:endParaRPr spc="-86"/>
          </a:p>
        </p:txBody>
      </p:sp>
      <p:pic>
        <p:nvPicPr>
          <p:cNvPr id="1251084562" name="object 25"/>
          <p:cNvPicPr/>
          <p:nvPr/>
        </p:nvPicPr>
        <p:blipFill rotWithShape="1">
          <a:blip r:embed="rId3"/>
          <a:srcRect l="0" t="17" r="0" b="16"/>
          <a:stretch/>
        </p:blipFill>
        <p:spPr bwMode="auto">
          <a:xfrm>
            <a:off x="1" y="457200"/>
            <a:ext cx="13411199" cy="9021482"/>
          </a:xfrm>
          <a:prstGeom prst="rect">
            <a:avLst/>
          </a:prstGeom>
        </p:spPr>
      </p:pic>
      <p:sp>
        <p:nvSpPr>
          <p:cNvPr id="350532066" name="object 30"/>
          <p:cNvSpPr txBox="1"/>
          <p:nvPr/>
        </p:nvSpPr>
        <p:spPr bwMode="auto">
          <a:xfrm>
            <a:off x="0" y="1143000"/>
            <a:ext cx="13110866" cy="4980537"/>
          </a:xfrm>
          <a:prstGeom prst="rect">
            <a:avLst/>
          </a:prstGeom>
          <a:ln w="12953">
            <a:noFill/>
          </a:ln>
        </p:spPr>
        <p:txBody>
          <a:bodyPr vert="horz" wrap="square" lIns="0" tIns="0" rIns="0" bIns="0" rtlCol="0">
            <a:spAutoFit/>
          </a:bodyPr>
          <a:lstStyle/>
          <a:p>
            <a:pPr marL="2786346" algn="ctr">
              <a:spcBef>
                <a:spcPts val="673"/>
              </a:spcBef>
              <a:defRPr/>
            </a:pPr>
            <a:r>
              <a:rPr lang="sv-SE" sz="6000" b="1" i="0" u="none" strike="noStrike" cap="none" spc="0">
                <a:solidFill>
                  <a:srgbClr val="FFCE53"/>
                </a:solidFill>
                <a:latin typeface="Comic Sans MS"/>
                <a:ea typeface="Comic Sans MS"/>
                <a:cs typeface="Comic Sans MS"/>
              </a:rPr>
              <a:t>Intoduction</a:t>
            </a:r>
            <a:r>
              <a:rPr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To</a:t>
            </a:r>
            <a:r>
              <a:rPr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Programming</a:t>
            </a:r>
            <a:r>
              <a:rPr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Using</a:t>
            </a:r>
            <a:r>
              <a:rPr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C++</a:t>
            </a:r>
            <a:endParaRPr/>
          </a:p>
          <a:p>
            <a:pPr marL="2786346" algn="ctr">
              <a:spcBef>
                <a:spcPts val="673"/>
              </a:spcBef>
              <a:defRPr/>
            </a:pPr>
            <a:r>
              <a:rPr lang="en-GB" sz="6000" b="1">
                <a:solidFill>
                  <a:schemeClr val="bg1"/>
                </a:solidFill>
                <a:latin typeface="Comic Sans MS"/>
                <a:cs typeface="Comic Sans MS"/>
              </a:rPr>
              <a:t>Level </a:t>
            </a:r>
            <a:r>
              <a:rPr sz="6000" b="1">
                <a:solidFill>
                  <a:schemeClr val="bg1"/>
                </a:solidFill>
                <a:latin typeface="Comic Sans MS"/>
                <a:cs typeface="Comic Sans MS"/>
              </a:rPr>
              <a:t>2</a:t>
            </a:r>
            <a:endParaRPr lang="sv-SE" sz="6000" b="1">
              <a:solidFill>
                <a:schemeClr val="bg1"/>
              </a:solidFill>
              <a:latin typeface="Comic Sans MS"/>
              <a:cs typeface="Comic Sans MS"/>
            </a:endParaRPr>
          </a:p>
          <a:p>
            <a:pPr marL="2786346" algn="ctr">
              <a:spcBef>
                <a:spcPts val="670"/>
              </a:spcBef>
              <a:defRPr/>
            </a:pPr>
            <a:endParaRPr lang="sv-SE"/>
          </a:p>
          <a:p>
            <a:pPr marL="2786346" algn="ctr">
              <a:spcBef>
                <a:spcPts val="671"/>
              </a:spcBef>
              <a:defRPr/>
            </a:pPr>
            <a:r>
              <a:rPr lang="en-US" sz="6000" b="1" i="0" u="none" strike="noStrike" cap="none" spc="0">
                <a:solidFill>
                  <a:srgbClr val="FFCE53"/>
                </a:solidFill>
                <a:latin typeface="Comic Sans MS"/>
                <a:ea typeface="Comic Sans MS"/>
                <a:cs typeface="Comic Sans MS"/>
              </a:rPr>
              <a:t>#1</a:t>
            </a:r>
            <a:r>
              <a:rPr sz="6000" b="1" i="0" u="none" strike="noStrike" cap="none" spc="0">
                <a:solidFill>
                  <a:srgbClr val="FFCE53"/>
                </a:solidFill>
                <a:latin typeface="Comic Sans MS"/>
                <a:ea typeface="Comic Sans MS"/>
                <a:cs typeface="Comic Sans MS"/>
              </a:rPr>
              <a:t> </a:t>
            </a:r>
            <a:r>
              <a:rPr lang="en-US" sz="6000" b="1" i="0" u="none" strike="noStrike" cap="none" spc="0">
                <a:solidFill>
                  <a:srgbClr val="FFCE53"/>
                </a:solidFill>
                <a:latin typeface="Comic Sans MS"/>
                <a:ea typeface="Comic Sans MS"/>
                <a:cs typeface="Comic Sans MS"/>
              </a:rPr>
              <a:t>To</a:t>
            </a:r>
            <a:r>
              <a:rPr sz="6000" b="1" i="0" u="none" strike="noStrike" cap="none" spc="0">
                <a:solidFill>
                  <a:srgbClr val="FFCE53"/>
                </a:solidFill>
                <a:latin typeface="Comic Sans MS"/>
                <a:ea typeface="Comic Sans MS"/>
                <a:cs typeface="Comic Sans MS"/>
              </a:rPr>
              <a:t> </a:t>
            </a:r>
            <a:r>
              <a:rPr lang="en-US" sz="6000" b="1" i="0" u="none" strike="noStrike" cap="none" spc="0">
                <a:solidFill>
                  <a:srgbClr val="FFCE53"/>
                </a:solidFill>
                <a:latin typeface="Comic Sans MS"/>
                <a:ea typeface="Comic Sans MS"/>
                <a:cs typeface="Comic Sans MS"/>
              </a:rPr>
              <a:t>#7</a:t>
            </a:r>
            <a:r>
              <a:rPr sz="6000" b="1" i="0" u="none" strike="noStrike" cap="none" spc="0">
                <a:solidFill>
                  <a:srgbClr val="FFCE53"/>
                </a:solidFill>
                <a:latin typeface="Comic Sans MS"/>
                <a:ea typeface="Comic Sans MS"/>
                <a:cs typeface="Comic Sans MS"/>
              </a:rPr>
              <a:t> </a:t>
            </a:r>
            <a:r>
              <a:rPr lang="en-US" sz="6000" b="1" i="0" u="none" strike="noStrike" cap="none" spc="0">
                <a:solidFill>
                  <a:srgbClr val="FFCE53"/>
                </a:solidFill>
                <a:latin typeface="Comic Sans MS"/>
                <a:ea typeface="Comic Sans MS"/>
                <a:cs typeface="Comic Sans MS"/>
              </a:rPr>
              <a:t>Debugging</a:t>
            </a:r>
            <a:r>
              <a:rPr sz="6000" b="1" i="0" u="none" strike="noStrike" cap="none" spc="0">
                <a:solidFill>
                  <a:srgbClr val="FFCE53"/>
                </a:solidFill>
                <a:latin typeface="Comic Sans MS"/>
                <a:ea typeface="Comic Sans MS"/>
                <a:cs typeface="Comic Sans MS"/>
              </a:rPr>
              <a:t> </a:t>
            </a:r>
            <a:r>
              <a:rPr lang="en-US" sz="6000" b="1" i="0" u="none" strike="noStrike" cap="none" spc="0">
                <a:solidFill>
                  <a:srgbClr val="FFCE53"/>
                </a:solidFill>
                <a:latin typeface="Comic Sans MS"/>
                <a:ea typeface="Comic Sans MS"/>
                <a:cs typeface="Comic Sans MS"/>
              </a:rPr>
              <a:t>In</a:t>
            </a:r>
            <a:r>
              <a:rPr sz="6000" b="1" i="0" u="none" strike="noStrike" cap="none" spc="0">
                <a:solidFill>
                  <a:srgbClr val="FFCE53"/>
                </a:solidFill>
                <a:latin typeface="Comic Sans MS"/>
                <a:ea typeface="Comic Sans MS"/>
                <a:cs typeface="Comic Sans MS"/>
              </a:rPr>
              <a:t> </a:t>
            </a:r>
            <a:r>
              <a:rPr lang="en-US" sz="6000" b="1" i="0" u="none" strike="noStrike" cap="none" spc="0">
                <a:solidFill>
                  <a:srgbClr val="FFCE53"/>
                </a:solidFill>
                <a:latin typeface="Comic Sans MS"/>
                <a:ea typeface="Comic Sans MS"/>
                <a:cs typeface="Comic Sans MS"/>
              </a:rPr>
              <a:t>C++</a:t>
            </a:r>
            <a:r>
              <a:rPr sz="6000" b="1" i="0" u="none" strike="noStrike" cap="none" spc="0">
                <a:solidFill>
                  <a:srgbClr val="FFCE53"/>
                </a:solidFill>
                <a:latin typeface="Comic Sans MS"/>
                <a:ea typeface="Comic Sans MS"/>
                <a:cs typeface="Comic Sans MS"/>
              </a:rPr>
              <a:t> </a:t>
            </a:r>
            <a:r>
              <a:rPr lang="en-US" sz="6000" b="1" i="0" u="none" strike="noStrike" cap="none" spc="0">
                <a:solidFill>
                  <a:srgbClr val="FFCE53"/>
                </a:solidFill>
                <a:latin typeface="Comic Sans MS"/>
                <a:ea typeface="Comic Sans MS"/>
                <a:cs typeface="Comic Sans MS"/>
              </a:rPr>
              <a:t>Code</a:t>
            </a:r>
            <a:endParaRPr lang="en-US" sz="6000" b="1" i="0" u="none" strike="noStrike" cap="none" spc="0">
              <a:solidFill>
                <a:srgbClr val="FFCE53"/>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grpSp>
        <p:nvGrpSpPr>
          <p:cNvPr id="527175891" name="object 2"/>
          <p:cNvGrpSpPr/>
          <p:nvPr/>
        </p:nvGrpSpPr>
        <p:grpSpPr bwMode="auto">
          <a:xfrm>
            <a:off x="-10956" y="645358"/>
            <a:ext cx="13422156" cy="8767681"/>
            <a:chOff x="0" y="2209799"/>
            <a:chExt cx="7778749" cy="5081269"/>
          </a:xfrm>
        </p:grpSpPr>
        <p:pic>
          <p:nvPicPr>
            <p:cNvPr id="1694131946" name="object 3"/>
            <p:cNvPicPr/>
            <p:nvPr/>
          </p:nvPicPr>
          <p:blipFill rotWithShape="1">
            <a:blip r:embed="rId3"/>
            <a:stretch/>
          </p:blipFill>
          <p:spPr bwMode="auto">
            <a:xfrm>
              <a:off x="0" y="2209799"/>
              <a:ext cx="7772398" cy="5081015"/>
            </a:xfrm>
            <a:prstGeom prst="rect">
              <a:avLst/>
            </a:prstGeom>
          </p:spPr>
        </p:pic>
        <p:sp>
          <p:nvSpPr>
            <p:cNvPr id="1853377854" name="object 4"/>
            <p:cNvSpPr/>
            <p:nvPr/>
          </p:nvSpPr>
          <p:spPr bwMode="auto">
            <a:xfrm>
              <a:off x="60959" y="3901438"/>
              <a:ext cx="7711439" cy="1264918"/>
            </a:xfrm>
            <a:custGeom>
              <a:avLst/>
              <a:gdLst/>
              <a:ahLst/>
              <a:cxnLst/>
              <a:rect l="l" t="t" r="r" b="b"/>
              <a:pathLst>
                <a:path w="7711440" h="1264920" fill="norm" stroke="1" extrusionOk="0">
                  <a:moveTo>
                    <a:pt x="0" y="1264919"/>
                  </a:moveTo>
                  <a:lnTo>
                    <a:pt x="7711440" y="1264919"/>
                  </a:lnTo>
                  <a:lnTo>
                    <a:pt x="7711440" y="0"/>
                  </a:lnTo>
                  <a:lnTo>
                    <a:pt x="0" y="0"/>
                  </a:lnTo>
                  <a:lnTo>
                    <a:pt x="0" y="1264919"/>
                  </a:lnTo>
                  <a:close/>
                </a:path>
              </a:pathLst>
            </a:custGeom>
            <a:grpFill/>
            <a:ln w="12192">
              <a:solidFill>
                <a:srgbClr val="000000"/>
              </a:solidFill>
            </a:ln>
          </p:spPr>
          <p:txBody>
            <a:bodyPr wrap="square" lIns="0" tIns="0" rIns="0" bIns="0" rtlCol="0"/>
            <a:lstStyle/>
            <a:p>
              <a:pPr>
                <a:defRPr/>
              </a:pPr>
              <a:endParaRPr/>
            </a:p>
          </p:txBody>
        </p:sp>
      </p:grpSp>
      <p:sp>
        <p:nvSpPr>
          <p:cNvPr id="1847361151" name="object 8"/>
          <p:cNvSpPr txBox="1"/>
          <p:nvPr/>
        </p:nvSpPr>
        <p:spPr bwMode="auto">
          <a:xfrm>
            <a:off x="13091697" y="12746336"/>
            <a:ext cx="182979" cy="352971"/>
          </a:xfrm>
          <a:prstGeom prst="rect">
            <a:avLst/>
          </a:prstGeom>
        </p:spPr>
        <p:txBody>
          <a:bodyPr vert="horz" wrap="square" lIns="0" tIns="20817" rIns="0" bIns="0" rtlCol="0">
            <a:spAutoFit/>
          </a:bodyPr>
          <a:lstStyle/>
          <a:p>
            <a:pPr marL="21913">
              <a:spcBef>
                <a:spcPts val="162"/>
              </a:spcBef>
              <a:defRPr/>
            </a:pPr>
            <a:r>
              <a:rPr sz="2150" spc="-85">
                <a:latin typeface="Calibri"/>
                <a:cs typeface="Calibri"/>
              </a:rPr>
              <a:t>2</a:t>
            </a:r>
            <a:endParaRPr sz="2150">
              <a:latin typeface="Calibri"/>
              <a:cs typeface="Calibri"/>
            </a:endParaRPr>
          </a:p>
        </p:txBody>
      </p:sp>
      <p:sp>
        <p:nvSpPr>
          <p:cNvPr id="1435892297" name="object 30"/>
          <p:cNvSpPr txBox="1"/>
          <p:nvPr/>
        </p:nvSpPr>
        <p:spPr bwMode="auto">
          <a:xfrm flipH="0" flipV="0">
            <a:off x="106425" y="3084201"/>
            <a:ext cx="13276744" cy="1756008"/>
          </a:xfrm>
          <a:prstGeom prst="rect">
            <a:avLst/>
          </a:prstGeom>
          <a:ln w="12953">
            <a:noFill/>
          </a:ln>
        </p:spPr>
        <p:txBody>
          <a:bodyPr vert="horz" wrap="square" lIns="0" tIns="0" rIns="0" bIns="0" rtlCol="0">
            <a:spAutoFit/>
          </a:bodyPr>
          <a:lstStyle/>
          <a:p>
            <a:pPr marL="2786346" algn="ctr">
              <a:spcBef>
                <a:spcPts val="672"/>
              </a:spcBef>
              <a:defRPr/>
            </a:pPr>
            <a:r>
              <a:rPr lang="en-US" sz="4000" b="0" i="0" u="none" strike="noStrike" cap="none" spc="-15">
                <a:solidFill>
                  <a:srgbClr val="FFFFFF"/>
                </a:solidFill>
                <a:latin typeface="Comic Sans MS"/>
                <a:ea typeface="Comic Sans MS"/>
                <a:cs typeface="Comic Sans MS"/>
              </a:rPr>
              <a:t>Intoduction To Programming Using C++</a:t>
            </a:r>
            <a:endParaRPr/>
          </a:p>
          <a:p>
            <a:pPr marL="2786346" algn="ctr">
              <a:spcBef>
                <a:spcPts val="672"/>
              </a:spcBef>
              <a:defRPr/>
            </a:pPr>
            <a:r>
              <a:rPr lang="sv-SE" sz="2400" spc="-16">
                <a:solidFill>
                  <a:srgbClr val="FFFFFF"/>
                </a:solidFill>
                <a:latin typeface="Comic Sans MS"/>
                <a:cs typeface="Comic Sans MS"/>
              </a:rPr>
              <a:t>Level </a:t>
            </a:r>
            <a:r>
              <a:rPr sz="2400" spc="-15">
                <a:solidFill>
                  <a:srgbClr val="FFFFFF"/>
                </a:solidFill>
                <a:latin typeface="Comic Sans MS"/>
                <a:cs typeface="Comic Sans MS"/>
              </a:rPr>
              <a:t>2</a:t>
            </a:r>
            <a:endParaRPr/>
          </a:p>
          <a:p>
            <a:pPr marL="2786346" algn="ctr">
              <a:spcBef>
                <a:spcPts val="670"/>
              </a:spcBef>
              <a:defRPr/>
            </a:pPr>
            <a:r>
              <a:rPr lang="en-US" sz="4000" b="1" i="0" u="none" strike="noStrike" cap="none" spc="0">
                <a:solidFill>
                  <a:srgbClr val="FFCE53"/>
                </a:solidFill>
                <a:latin typeface="Comic Sans MS"/>
                <a:ea typeface="Comic Sans MS"/>
                <a:cs typeface="Comic Sans MS"/>
              </a:rPr>
              <a:t>#01 - What is Debugging &amp; Why?</a:t>
            </a:r>
            <a:endParaRPr lang="en-US" sz="4000" b="1" i="0" u="none" strike="noStrike" cap="none" spc="0">
              <a:solidFill>
                <a:srgbClr val="FFCE53"/>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109561680" name="object 3"/>
          <p:cNvSpPr txBox="1"/>
          <p:nvPr/>
        </p:nvSpPr>
        <p:spPr bwMode="auto">
          <a:xfrm>
            <a:off x="380997" y="888075"/>
            <a:ext cx="12367152" cy="2620727"/>
          </a:xfrm>
          <a:prstGeom prst="rect">
            <a:avLst/>
          </a:prstGeom>
        </p:spPr>
        <p:txBody>
          <a:bodyPr vert="horz" wrap="square" lIns="0" tIns="154492" rIns="0" bIns="0" rtlCol="0">
            <a:spAutoFit/>
          </a:bodyPr>
          <a:lstStyle/>
          <a:p>
            <a:pPr>
              <a:defRPr/>
            </a:pPr>
            <a:r>
              <a:rPr lang="en-GB" sz="4000" b="1" spc="-17">
                <a:solidFill>
                  <a:schemeClr val="tx1"/>
                </a:solidFill>
                <a:latin typeface="Comic Sans MS"/>
                <a:cs typeface="Comic Sans MS"/>
              </a:rPr>
              <a:t>🔎 Definition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Debugging is the process of running a program in a controlled way to find, understand, and fix errors in the code.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During debugging, we can execute the code step by step, track Variables and Values, and observe how Functions behave.</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823154822" name="object 3"/>
          <p:cNvSpPr txBox="1"/>
          <p:nvPr/>
        </p:nvSpPr>
        <p:spPr bwMode="auto">
          <a:xfrm>
            <a:off x="380997" y="888075"/>
            <a:ext cx="12381912" cy="3367234"/>
          </a:xfrm>
          <a:prstGeom prst="rect">
            <a:avLst/>
          </a:prstGeom>
        </p:spPr>
        <p:txBody>
          <a:bodyPr vert="horz" wrap="square" lIns="0" tIns="154492" rIns="0" bIns="0" rtlCol="0">
            <a:spAutoFit/>
          </a:bodyPr>
          <a:lstStyle/>
          <a:p>
            <a:pPr marL="21912">
              <a:spcBef>
                <a:spcPts val="1215"/>
              </a:spcBef>
              <a:defRPr/>
            </a:pPr>
            <a:r>
              <a:rPr lang="en-GB" sz="4000" b="1" spc="-17">
                <a:solidFill>
                  <a:schemeClr val="tx1"/>
                </a:solidFill>
                <a:latin typeface="Comic Sans MS"/>
                <a:cs typeface="Comic Sans MS"/>
              </a:rPr>
              <a:t>📖 Explanation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C++ is a Compiled Language.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When we Build a C++ program, the source code is compiled and linked to produce an executable file such as .exe.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executable can then be Run by the operating system.</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This is different from an Interpreted Language, where code is generally executed by an interpreter rather than being compiled into a standalone executable first.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0071337" name="object 3"/>
          <p:cNvSpPr txBox="1"/>
          <p:nvPr/>
        </p:nvSpPr>
        <p:spPr bwMode="auto">
          <a:xfrm>
            <a:off x="380997" y="888075"/>
            <a:ext cx="12388391" cy="3008967"/>
          </a:xfrm>
          <a:prstGeom prst="rect">
            <a:avLst/>
          </a:prstGeom>
        </p:spPr>
        <p:txBody>
          <a:bodyPr vert="horz" wrap="square" lIns="0" tIns="154492" rIns="0" bIns="0" rtlCol="0">
            <a:spAutoFit/>
          </a:bodyPr>
          <a:lstStyle/>
          <a:p>
            <a:pPr marL="0" marR="0" lvl="0" indent="0" defTabSz="914400">
              <a:lnSpc>
                <a:spcPct val="100000"/>
              </a:lnSpc>
              <a:spcBef>
                <a:spcPts val="0"/>
              </a:spcBef>
              <a:spcAft>
                <a:spcPts val="0"/>
              </a:spcAft>
              <a:buClrTx/>
              <a:buSzTx/>
              <a:buFontTx/>
              <a:buNone/>
              <a:defRPr/>
            </a:pPr>
            <a:r>
              <a:rPr lang="en-GB" sz="4000" b="1" spc="-17">
                <a:solidFill>
                  <a:prstClr val="black"/>
                </a:solidFill>
                <a:latin typeface="Comic Sans MS"/>
              </a:rPr>
              <a:t>🟦 </a:t>
            </a:r>
            <a:r>
              <a:rPr lang="en-GB" sz="4000" b="1" i="0" u="none" strike="noStrike" cap="none" spc="-16">
                <a:solidFill>
                  <a:prstClr val="black"/>
                </a:solidFill>
                <a:latin typeface="Comic Sans MS"/>
                <a:ea typeface="Comic Sans MS"/>
                <a:cs typeface="Comic Sans MS"/>
              </a:rPr>
              <a:t>Procedures</a:t>
            </a:r>
            <a:endParaRPr lang="en-GB" sz="4000"/>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1️⃣  Write the source code.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2️⃣  Build the program.</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3️⃣  The compiler checks and translates the source code.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4️⃣  The Linker combines the required parts and produces the executable.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5️⃣  Run the executable.</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892955914" name="object 3"/>
          <p:cNvSpPr txBox="1"/>
          <p:nvPr/>
        </p:nvSpPr>
        <p:spPr bwMode="auto">
          <a:xfrm>
            <a:off x="380997" y="888075"/>
            <a:ext cx="12372199" cy="4975180"/>
          </a:xfrm>
          <a:prstGeom prst="rect">
            <a:avLst/>
          </a:prstGeom>
        </p:spPr>
        <p:txBody>
          <a:bodyPr vert="horz" wrap="square" lIns="0" tIns="154492" rIns="0" bIns="0" rtlCol="0">
            <a:spAutoFit/>
          </a:bodyPr>
          <a:lstStyle/>
          <a:p>
            <a:pPr>
              <a:defRPr/>
            </a:pPr>
            <a:r>
              <a:rPr sz="4000" b="1">
                <a:latin typeface="Comic Sans MS"/>
              </a:rPr>
              <a:t>💡 </a:t>
            </a:r>
            <a:r>
              <a:rPr lang="sv-SE" sz="4000" b="1">
                <a:latin typeface="Comic Sans MS"/>
              </a:rPr>
              <a:t>Example</a:t>
            </a:r>
            <a:endParaRPr lang="en-GB" sz="4000" b="1" spc="-17">
              <a:solidFill>
                <a:schemeClr val="tx1"/>
              </a:solidFill>
              <a:latin typeface="Comic Sans MS"/>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Suppose we have: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x = 10;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y = 5;</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result = x + y;</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During debugging, we can stop the program and check the value of x, y, and result step by step.</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Result</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We can understand exactly how the program is executing and identify where the problem occurs.</a:t>
            </a:r>
            <a:endParaRPr lang="en-US" sz="2400" b="0" i="0" u="none" strike="noStrike" cap="none" spc="0">
              <a:solidFill>
                <a:srgbClr val="000000"/>
              </a:solidFill>
              <a:latin typeface="Calibri"/>
              <a:cs typeface="Calibri"/>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530778946" name="object 3"/>
          <p:cNvSpPr txBox="1"/>
          <p:nvPr/>
        </p:nvSpPr>
        <p:spPr bwMode="auto">
          <a:xfrm>
            <a:off x="380997" y="888075"/>
            <a:ext cx="12362481" cy="2247473"/>
          </a:xfrm>
          <a:prstGeom prst="rect">
            <a:avLst/>
          </a:prstGeom>
        </p:spPr>
        <p:txBody>
          <a:bodyPr vert="horz" wrap="square" lIns="0" tIns="154492" rIns="0" bIns="0" rtlCol="0">
            <a:spAutoFit/>
          </a:bodyPr>
          <a:lstStyle/>
          <a:p>
            <a:pPr>
              <a:defRPr/>
            </a:pPr>
            <a:r>
              <a:rPr sz="4000"/>
              <a:t>📌</a:t>
            </a:r>
            <a:r>
              <a:rPr lang="en-GB" sz="4000" b="1" spc="-17">
                <a:solidFill>
                  <a:schemeClr val="tx1"/>
                </a:solidFill>
                <a:latin typeface="Comic Sans MS"/>
              </a:rPr>
              <a:t> Note</a:t>
            </a:r>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Debugging is not only about finding syntax errors. It is especially useful for finding problems that happen while the program is running or problems where the program produces the wrong result.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610663323" name="object 3"/>
          <p:cNvSpPr txBox="1"/>
          <p:nvPr/>
        </p:nvSpPr>
        <p:spPr bwMode="auto">
          <a:xfrm>
            <a:off x="380997" y="888075"/>
            <a:ext cx="12364635" cy="1881713"/>
          </a:xfrm>
          <a:prstGeom prst="rect">
            <a:avLst/>
          </a:prstGeom>
        </p:spPr>
        <p:txBody>
          <a:bodyPr vert="horz" wrap="square" lIns="0" tIns="154492" rIns="0" bIns="0" rtlCol="0">
            <a:spAutoFit/>
          </a:bodyPr>
          <a:lstStyle/>
          <a:p>
            <a:pPr>
              <a:defRPr/>
            </a:pPr>
            <a:r>
              <a:rPr lang="en-GB" sz="4000" b="1" spc="-17">
                <a:solidFill>
                  <a:schemeClr val="tx1"/>
                </a:solidFill>
                <a:latin typeface="Comic Sans MS"/>
              </a:rPr>
              <a:t>🚫 Warning</a:t>
            </a:r>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A program can compile successfully and still contain Runtime Errors or Logical Errors.</a:t>
            </a:r>
            <a:endParaRPr lang="en-GB" sz="2400">
              <a:latin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812348670" name="object 3"/>
          <p:cNvSpPr txBox="1"/>
          <p:nvPr/>
        </p:nvSpPr>
        <p:spPr bwMode="auto">
          <a:xfrm>
            <a:off x="380997" y="888075"/>
            <a:ext cx="12369681" cy="5226007"/>
          </a:xfrm>
          <a:prstGeom prst="rect">
            <a:avLst/>
          </a:prstGeom>
        </p:spPr>
        <p:txBody>
          <a:bodyPr vert="horz" wrap="square" lIns="0" tIns="154492" rIns="0" bIns="0" rtlCol="0">
            <a:spAutoFit/>
          </a:bodyPr>
          <a:lstStyle/>
          <a:p>
            <a:pPr>
              <a:defRPr/>
            </a:pPr>
            <a:r>
              <a:rPr lang="en-GB" sz="4000" b="1" spc="-17">
                <a:solidFill>
                  <a:schemeClr val="tx1"/>
                </a:solidFill>
                <a:latin typeface="Comic Sans MS"/>
              </a:rPr>
              <a:t>⚖️ Comparison</a:t>
            </a:r>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Compiled Language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The source code is compiled before execution.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 is primarily a compiled language.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The build process can produce an executable file.</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Interpreted Language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Code is generally executed through an interpreter at runtime.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It does not follow the same traditional compile-and-link-to-executable process as C++.</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"Line by line" is a simplified description and does not apply identically to every interpreted language.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411842580" name="object 3"/>
          <p:cNvSpPr txBox="1"/>
          <p:nvPr/>
        </p:nvSpPr>
        <p:spPr bwMode="auto">
          <a:xfrm>
            <a:off x="380997" y="888075"/>
            <a:ext cx="12383712" cy="1889207"/>
          </a:xfrm>
          <a:prstGeom prst="rect">
            <a:avLst/>
          </a:prstGeom>
        </p:spPr>
        <p:txBody>
          <a:bodyPr vert="horz" wrap="square" lIns="0" tIns="154492" rIns="0" bIns="0" rtlCol="0">
            <a:spAutoFit/>
          </a:bodyPr>
          <a:lstStyle/>
          <a:p>
            <a:pPr>
              <a:defRPr/>
            </a:pPr>
            <a:r>
              <a:rPr lang="en-GB" sz="4000" b="1" spc="-17">
                <a:solidFill>
                  <a:schemeClr val="tx1"/>
                </a:solidFill>
                <a:latin typeface="Comic Sans MS"/>
              </a:rPr>
              <a:t>✨ Summary</a:t>
            </a:r>
            <a:endParaRPr lang="en-GB" sz="4000" spc="-17">
              <a:solidFill>
                <a:schemeClr val="tx1"/>
              </a:solidFill>
              <a:latin typeface="Comic Sans MS"/>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Debugging helps us find and fix problems in programs.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It allows us to inspect execution, variables, values, and functions.</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grpSp>
        <p:nvGrpSpPr>
          <p:cNvPr id="515365952" name="object 2"/>
          <p:cNvGrpSpPr/>
          <p:nvPr/>
        </p:nvGrpSpPr>
        <p:grpSpPr bwMode="auto">
          <a:xfrm>
            <a:off x="-10956" y="645358"/>
            <a:ext cx="13422156" cy="8767682"/>
            <a:chOff x="0" y="2209799"/>
            <a:chExt cx="7778750" cy="5081270"/>
          </a:xfrm>
        </p:grpSpPr>
        <p:pic>
          <p:nvPicPr>
            <p:cNvPr id="1665597046" name="object 3"/>
            <p:cNvPicPr/>
            <p:nvPr/>
          </p:nvPicPr>
          <p:blipFill rotWithShape="1">
            <a:blip r:embed="rId3"/>
            <a:stretch/>
          </p:blipFill>
          <p:spPr bwMode="auto">
            <a:xfrm>
              <a:off x="0" y="2209799"/>
              <a:ext cx="7772398" cy="5081015"/>
            </a:xfrm>
            <a:prstGeom prst="rect">
              <a:avLst/>
            </a:prstGeom>
          </p:spPr>
        </p:pic>
        <p:sp>
          <p:nvSpPr>
            <p:cNvPr id="1571205864" name="object 4"/>
            <p:cNvSpPr/>
            <p:nvPr/>
          </p:nvSpPr>
          <p:spPr bwMode="auto">
            <a:xfrm>
              <a:off x="60959" y="3901438"/>
              <a:ext cx="7711439" cy="1264919"/>
            </a:xfrm>
            <a:custGeom>
              <a:avLst/>
              <a:gdLst/>
              <a:ahLst/>
              <a:cxnLst/>
              <a:rect l="l" t="t" r="r" b="b"/>
              <a:pathLst>
                <a:path w="7711440" h="1264920" fill="norm" stroke="1" extrusionOk="0">
                  <a:moveTo>
                    <a:pt x="0" y="1264919"/>
                  </a:moveTo>
                  <a:lnTo>
                    <a:pt x="7711440" y="1264919"/>
                  </a:lnTo>
                  <a:lnTo>
                    <a:pt x="7711440" y="0"/>
                  </a:lnTo>
                  <a:lnTo>
                    <a:pt x="0" y="0"/>
                  </a:lnTo>
                  <a:lnTo>
                    <a:pt x="0" y="1264919"/>
                  </a:lnTo>
                  <a:close/>
                </a:path>
              </a:pathLst>
            </a:custGeom>
            <a:grpFill/>
            <a:ln w="12192">
              <a:solidFill>
                <a:srgbClr val="000000"/>
              </a:solidFill>
            </a:ln>
          </p:spPr>
          <p:txBody>
            <a:bodyPr wrap="square" lIns="0" tIns="0" rIns="0" bIns="0" rtlCol="0"/>
            <a:lstStyle/>
            <a:p>
              <a:pPr>
                <a:defRPr/>
              </a:pPr>
              <a:endParaRPr/>
            </a:p>
          </p:txBody>
        </p:sp>
      </p:grpSp>
      <p:sp>
        <p:nvSpPr>
          <p:cNvPr id="506379433" name="object 8"/>
          <p:cNvSpPr txBox="1"/>
          <p:nvPr/>
        </p:nvSpPr>
        <p:spPr bwMode="auto">
          <a:xfrm>
            <a:off x="13091697" y="12746337"/>
            <a:ext cx="182979" cy="352971"/>
          </a:xfrm>
          <a:prstGeom prst="rect">
            <a:avLst/>
          </a:prstGeom>
        </p:spPr>
        <p:txBody>
          <a:bodyPr vert="horz" wrap="square" lIns="0" tIns="20817" rIns="0" bIns="0" rtlCol="0">
            <a:spAutoFit/>
          </a:bodyPr>
          <a:lstStyle/>
          <a:p>
            <a:pPr marL="21913">
              <a:spcBef>
                <a:spcPts val="162"/>
              </a:spcBef>
              <a:defRPr/>
            </a:pPr>
            <a:r>
              <a:rPr sz="2150" spc="-85">
                <a:latin typeface="Calibri"/>
                <a:cs typeface="Calibri"/>
              </a:rPr>
              <a:t>2</a:t>
            </a:r>
            <a:endParaRPr sz="2150">
              <a:latin typeface="Calibri"/>
              <a:cs typeface="Calibri"/>
            </a:endParaRPr>
          </a:p>
        </p:txBody>
      </p:sp>
      <p:sp>
        <p:nvSpPr>
          <p:cNvPr id="2097648578" name="object 30"/>
          <p:cNvSpPr txBox="1"/>
          <p:nvPr/>
        </p:nvSpPr>
        <p:spPr bwMode="auto">
          <a:xfrm flipH="0" flipV="0">
            <a:off x="106425" y="3084201"/>
            <a:ext cx="13277103" cy="1756008"/>
          </a:xfrm>
          <a:prstGeom prst="rect">
            <a:avLst/>
          </a:prstGeom>
          <a:ln w="12953">
            <a:noFill/>
          </a:ln>
        </p:spPr>
        <p:txBody>
          <a:bodyPr vert="horz" wrap="square" lIns="0" tIns="0" rIns="0" bIns="0" rtlCol="0">
            <a:spAutoFit/>
          </a:bodyPr>
          <a:lstStyle/>
          <a:p>
            <a:pPr marL="2786346" algn="ctr">
              <a:spcBef>
                <a:spcPts val="672"/>
              </a:spcBef>
              <a:defRPr/>
            </a:pPr>
            <a:r>
              <a:rPr lang="en-US" sz="4000" b="0" i="0" u="none" strike="noStrike" cap="none" spc="-15">
                <a:solidFill>
                  <a:srgbClr val="FFFFFF"/>
                </a:solidFill>
                <a:latin typeface="Comic Sans MS"/>
                <a:ea typeface="Comic Sans MS"/>
                <a:cs typeface="Comic Sans MS"/>
              </a:rPr>
              <a:t>Intoduction To Programming Using C++</a:t>
            </a:r>
            <a:endParaRPr/>
          </a:p>
          <a:p>
            <a:pPr marL="2786346" algn="ctr">
              <a:spcBef>
                <a:spcPts val="672"/>
              </a:spcBef>
              <a:defRPr/>
            </a:pPr>
            <a:r>
              <a:rPr lang="sv-SE" sz="2400" spc="-16">
                <a:solidFill>
                  <a:srgbClr val="FFFFFF"/>
                </a:solidFill>
                <a:latin typeface="Comic Sans MS"/>
                <a:cs typeface="Comic Sans MS"/>
              </a:rPr>
              <a:t>Level </a:t>
            </a:r>
            <a:r>
              <a:rPr sz="2400" spc="-15">
                <a:solidFill>
                  <a:srgbClr val="FFFFFF"/>
                </a:solidFill>
                <a:latin typeface="Comic Sans MS"/>
                <a:cs typeface="Comic Sans MS"/>
              </a:rPr>
              <a:t>2</a:t>
            </a:r>
            <a:endParaRPr/>
          </a:p>
          <a:p>
            <a:pPr marL="2786346" algn="ctr">
              <a:spcBef>
                <a:spcPts val="670"/>
              </a:spcBef>
              <a:defRPr/>
            </a:pPr>
            <a:r>
              <a:rPr lang="en-US" sz="4000" b="1" i="0" u="none" strike="noStrike" cap="none" spc="0">
                <a:solidFill>
                  <a:srgbClr val="FFCE53"/>
                </a:solidFill>
                <a:latin typeface="Comic Sans MS"/>
                <a:ea typeface="Comic Sans MS"/>
                <a:cs typeface="Comic Sans MS"/>
              </a:rPr>
              <a:t>#02 Breakpoint &amp; Memory Values</a:t>
            </a:r>
            <a:endParaRPr lang="en-US" sz="4000" b="1" i="0" u="none" strike="noStrike" cap="none" spc="0">
              <a:solidFill>
                <a:srgbClr val="FFCE53"/>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884269043" name="object 3"/>
          <p:cNvSpPr txBox="1"/>
          <p:nvPr/>
        </p:nvSpPr>
        <p:spPr bwMode="auto">
          <a:xfrm>
            <a:off x="380997" y="888075"/>
            <a:ext cx="12367511" cy="2254967"/>
          </a:xfrm>
          <a:prstGeom prst="rect">
            <a:avLst/>
          </a:prstGeom>
        </p:spPr>
        <p:txBody>
          <a:bodyPr vert="horz" wrap="square" lIns="0" tIns="154491" rIns="0" bIns="0" rtlCol="0">
            <a:spAutoFit/>
          </a:bodyPr>
          <a:lstStyle/>
          <a:p>
            <a:pPr>
              <a:defRPr/>
            </a:pPr>
            <a:r>
              <a:rPr lang="en-GB" sz="4000" b="1" spc="-16">
                <a:solidFill>
                  <a:schemeClr val="tx1"/>
                </a:solidFill>
                <a:latin typeface="Comic Sans MS"/>
                <a:cs typeface="Comic Sans MS"/>
              </a:rPr>
              <a:t>🔎 Definition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 Breakpoint is a point in the code where the debugger pauses program execution.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When the program reaches a Breakpoint, execution pauses before the instruction on that line is executed.</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65724616" name="object 3"/>
          <p:cNvSpPr txBox="1"/>
          <p:nvPr/>
        </p:nvSpPr>
        <p:spPr bwMode="auto">
          <a:xfrm>
            <a:off x="380997" y="888075"/>
            <a:ext cx="12385873" cy="3001474"/>
          </a:xfrm>
          <a:prstGeom prst="rect">
            <a:avLst/>
          </a:prstGeom>
        </p:spPr>
        <p:txBody>
          <a:bodyPr vert="horz" wrap="square" lIns="0" tIns="154491" rIns="0" bIns="0" rtlCol="0">
            <a:spAutoFit/>
          </a:bodyPr>
          <a:lstStyle/>
          <a:p>
            <a:pPr marL="0" marR="0" indent="0" algn="l">
              <a:lnSpc>
                <a:spcPct val="100000"/>
              </a:lnSpc>
              <a:spcBef>
                <a:spcPts val="0"/>
              </a:spcBef>
              <a:spcAft>
                <a:spcPts val="0"/>
              </a:spcAft>
              <a:defRPr/>
            </a:pPr>
            <a:r>
              <a:rPr lang="en-GB" sz="4000" b="1" spc="-16">
                <a:solidFill>
                  <a:schemeClr val="tx1"/>
                </a:solidFill>
                <a:latin typeface="Comic Sans MS"/>
                <a:cs typeface="Comic Sans MS"/>
              </a:rPr>
              <a:t>📖 Explanation</a:t>
            </a:r>
            <a:endParaRPr lang="en-GB" sz="2400" b="0" i="0" u="none" strike="noStrike" cap="none" spc="0">
              <a:solidFill>
                <a:srgbClr val="000000"/>
              </a:solidFill>
              <a:latin typeface="Comic Sans MS"/>
              <a:ea typeface="Comic Sans MS"/>
              <a:cs typeface="Comic Sans MS"/>
            </a:endParaRPr>
          </a:p>
          <a:p>
            <a:pPr marL="0" marR="0" indent="0" algn="l">
              <a:lnSpc>
                <a:spcPct val="100000"/>
              </a:lnSpc>
              <a:spcBef>
                <a:spcPts val="0"/>
              </a:spcBef>
              <a:spcAft>
                <a:spcPts val="0"/>
              </a:spcAft>
              <a:defRPr/>
            </a:pP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A Breakpoint allows us to stop the program at a specific point during debugging.</a:t>
            </a:r>
            <a:endParaRPr lang="en-GB" sz="2400" b="0" i="0" u="none" strike="noStrike" cap="none" spc="0">
              <a:solidFill>
                <a:srgbClr val="000000"/>
              </a:solidFill>
              <a:latin typeface="Comic Sans MS"/>
              <a:ea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When the program stops, we can inspect Variables and their current Values.</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The program is still runn</a:t>
            </a:r>
            <a:r>
              <a:rPr lang="en-GB" sz="2400" b="0" i="0" u="none" strike="noStrike" cap="none" spc="0">
                <a:solidFill>
                  <a:srgbClr val="000000"/>
                </a:solidFill>
                <a:latin typeface="Comic Sans MS"/>
                <a:ea typeface="Comic Sans MS"/>
                <a:cs typeface="Comic Sans MS"/>
              </a:rPr>
              <a:t>ing under the debugger, but its execution is tempora</a:t>
            </a:r>
            <a:r>
              <a:rPr lang="en-GB" sz="2400" b="0" i="0" u="none" strike="noStrike" cap="none" spc="0">
                <a:solidFill>
                  <a:srgbClr val="000000"/>
                </a:solidFill>
                <a:latin typeface="Comic Sans MS"/>
                <a:ea typeface="Comic Sans MS"/>
                <a:cs typeface="Comic Sans MS"/>
              </a:rPr>
              <a:t>rily paused.</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A Breakpoint should normally be placed on an executable line of code.</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89437980" name="object 3"/>
          <p:cNvSpPr txBox="1"/>
          <p:nvPr/>
        </p:nvSpPr>
        <p:spPr bwMode="auto">
          <a:xfrm>
            <a:off x="380997" y="888075"/>
            <a:ext cx="12388752" cy="3382220"/>
          </a:xfrm>
          <a:prstGeom prst="rect">
            <a:avLst/>
          </a:prstGeom>
        </p:spPr>
        <p:txBody>
          <a:bodyPr vert="horz" wrap="square" lIns="0" tIns="154491" rIns="0" bIns="0" rtlCol="0">
            <a:spAutoFit/>
          </a:bodyPr>
          <a:lstStyle/>
          <a:p>
            <a:pPr marL="0" marR="0" lvl="0" indent="0" defTabSz="914400">
              <a:lnSpc>
                <a:spcPct val="100000"/>
              </a:lnSpc>
              <a:spcBef>
                <a:spcPts val="0"/>
              </a:spcBef>
              <a:spcAft>
                <a:spcPts val="0"/>
              </a:spcAft>
              <a:buClrTx/>
              <a:buSzTx/>
              <a:buFontTx/>
              <a:buNone/>
              <a:defRPr/>
            </a:pPr>
            <a:r>
              <a:rPr lang="en-GB" sz="4000" b="1" spc="-16">
                <a:solidFill>
                  <a:prstClr val="black"/>
                </a:solidFill>
                <a:latin typeface="Comic Sans MS"/>
              </a:rPr>
              <a:t>🟦 </a:t>
            </a:r>
            <a:r>
              <a:rPr lang="en-GB" sz="4000" b="1" i="0" u="none" strike="noStrike" cap="none" spc="-16">
                <a:solidFill>
                  <a:prstClr val="black"/>
                </a:solidFill>
                <a:latin typeface="Comic Sans MS"/>
                <a:ea typeface="Comic Sans MS"/>
                <a:cs typeface="Comic Sans MS"/>
              </a:rPr>
              <a:t>Procedures</a:t>
            </a:r>
            <a:endParaRPr lang="en-GB" sz="4000"/>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1️⃣ Place a Breakpoint on the desired line.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2️⃣ Start Debugging.</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3️⃣ The program executes normally until it reaches the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4️⃣ Execution pauses at the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5️⃣ Use Step Into (F11) to execute the program step by step.</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6️⃣ Inspect the current Variables and Values.</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114042452" name="object 3"/>
          <p:cNvSpPr txBox="1"/>
          <p:nvPr/>
        </p:nvSpPr>
        <p:spPr bwMode="auto">
          <a:xfrm>
            <a:off x="380997" y="888075"/>
            <a:ext cx="12373279" cy="5714193"/>
          </a:xfrm>
          <a:prstGeom prst="rect">
            <a:avLst/>
          </a:prstGeom>
        </p:spPr>
        <p:txBody>
          <a:bodyPr vert="horz" wrap="square" lIns="0" tIns="154491" rIns="0" bIns="0" rtlCol="0">
            <a:spAutoFit/>
          </a:bodyPr>
          <a:lstStyle/>
          <a:p>
            <a:pPr>
              <a:defRPr/>
            </a:pPr>
            <a:r>
              <a:rPr sz="4000" b="1">
                <a:latin typeface="Comic Sans MS"/>
              </a:rPr>
              <a:t>💡 </a:t>
            </a:r>
            <a:r>
              <a:rPr lang="sv-SE" sz="4000" b="1">
                <a:latin typeface="Comic Sans MS"/>
              </a:rPr>
              <a:t>Example</a:t>
            </a:r>
            <a:endParaRPr lang="en-GB" sz="4000" b="1"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Suppose we have: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x = 10;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y = 20;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result = x + y;</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If we place a Breakpoint on the result line, the debugger stops there before that statement is executed.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can then inspect the current values of x and y.</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Result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can inspect the current state of the program before the selected line is executed.</a:t>
            </a:r>
            <a:endParaRPr lang="en-GB" sz="2400" b="0" i="0" u="none" strike="noStrike" cap="none" spc="0">
              <a:solidFill>
                <a:srgbClr val="000000"/>
              </a:solidFill>
              <a:latin typeface="Comic Sans MS"/>
              <a:cs typeface="Comic Sans MS"/>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505403804" name="object 3"/>
          <p:cNvSpPr txBox="1"/>
          <p:nvPr/>
        </p:nvSpPr>
        <p:spPr bwMode="auto">
          <a:xfrm>
            <a:off x="380997" y="888075"/>
            <a:ext cx="12362840" cy="2254967"/>
          </a:xfrm>
          <a:prstGeom prst="rect">
            <a:avLst/>
          </a:prstGeom>
        </p:spPr>
        <p:txBody>
          <a:bodyPr vert="horz" wrap="square" lIns="0" tIns="154491" rIns="0" bIns="0" rtlCol="0">
            <a:spAutoFit/>
          </a:bodyPr>
          <a:lstStyle/>
          <a:p>
            <a:pPr>
              <a:defRPr/>
            </a:pPr>
            <a:r>
              <a:rPr sz="4000"/>
              <a:t>📌</a:t>
            </a:r>
            <a:r>
              <a:rPr lang="en-GB" sz="4000" b="1" spc="-16">
                <a:solidFill>
                  <a:schemeClr val="tx1"/>
                </a:solidFill>
                <a:latin typeface="Comic Sans MS"/>
              </a:rPr>
              <a:t> Note</a:t>
            </a:r>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Debug Mode provides debugging information and tools that make it easier to investigate the program.</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Release Mode is normally used for the final or optimized version of the program.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563518793" name="object 3"/>
          <p:cNvSpPr txBox="1"/>
          <p:nvPr/>
        </p:nvSpPr>
        <p:spPr bwMode="auto">
          <a:xfrm>
            <a:off x="380997" y="888075"/>
            <a:ext cx="12364994" cy="1881713"/>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Warning</a:t>
            </a:r>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Debug builds can behave differently from Release builds because compiler optimizations and debugging information can differ.</a:t>
            </a:r>
            <a:endParaRPr lang="en-GB" sz="2400">
              <a:latin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900457300" name="object 3"/>
          <p:cNvSpPr txBox="1"/>
          <p:nvPr/>
        </p:nvSpPr>
        <p:spPr bwMode="auto">
          <a:xfrm>
            <a:off x="380997" y="888075"/>
            <a:ext cx="12373279" cy="449448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Comparison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Debug Mode</a:t>
            </a:r>
            <a:endParaRPr lang="en-GB" sz="2400" b="0" i="0" u="none" strike="noStrike" cap="none" spc="0">
              <a:solidFill>
                <a:srgbClr val="000000"/>
              </a:solidFill>
              <a:latin typeface="Comic Sans MS"/>
              <a:ea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Designed for debugging and development.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Makes it easier to inspect Variables and execution.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Usually contains additional debugging information.</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Release Mode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Designed for the final or production build.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Usually uses more compiler optimizations.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Focuses more on execution performance.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307654734" name="object 3"/>
          <p:cNvSpPr txBox="1"/>
          <p:nvPr/>
        </p:nvSpPr>
        <p:spPr bwMode="auto">
          <a:xfrm>
            <a:off x="380997" y="888075"/>
            <a:ext cx="12384072" cy="188920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Summary</a:t>
            </a:r>
            <a:endParaRPr lang="en-GB" sz="4000"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A Breakpoint pauses program execution at a specific line.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F11 (Step Into) allows us to execute the program step by step.</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grpSp>
        <p:nvGrpSpPr>
          <p:cNvPr id="73223496" name="object 2"/>
          <p:cNvGrpSpPr/>
          <p:nvPr/>
        </p:nvGrpSpPr>
        <p:grpSpPr bwMode="auto">
          <a:xfrm>
            <a:off x="-10956" y="645358"/>
            <a:ext cx="13422156" cy="8767682"/>
            <a:chOff x="0" y="2209799"/>
            <a:chExt cx="7778750" cy="5081270"/>
          </a:xfrm>
        </p:grpSpPr>
        <p:pic>
          <p:nvPicPr>
            <p:cNvPr id="825714782" name="object 3"/>
            <p:cNvPicPr/>
            <p:nvPr/>
          </p:nvPicPr>
          <p:blipFill rotWithShape="1">
            <a:blip r:embed="rId3"/>
            <a:stretch/>
          </p:blipFill>
          <p:spPr bwMode="auto">
            <a:xfrm>
              <a:off x="0" y="2209799"/>
              <a:ext cx="7772398" cy="5081015"/>
            </a:xfrm>
            <a:prstGeom prst="rect">
              <a:avLst/>
            </a:prstGeom>
          </p:spPr>
        </p:pic>
        <p:sp>
          <p:nvSpPr>
            <p:cNvPr id="1409921947" name="object 4"/>
            <p:cNvSpPr/>
            <p:nvPr/>
          </p:nvSpPr>
          <p:spPr bwMode="auto">
            <a:xfrm>
              <a:off x="60959" y="3901438"/>
              <a:ext cx="7711439" cy="1264919"/>
            </a:xfrm>
            <a:custGeom>
              <a:avLst/>
              <a:gdLst/>
              <a:ahLst/>
              <a:cxnLst/>
              <a:rect l="l" t="t" r="r" b="b"/>
              <a:pathLst>
                <a:path w="7711440" h="1264920" fill="norm" stroke="1" extrusionOk="0">
                  <a:moveTo>
                    <a:pt x="0" y="1264919"/>
                  </a:moveTo>
                  <a:lnTo>
                    <a:pt x="7711440" y="1264919"/>
                  </a:lnTo>
                  <a:lnTo>
                    <a:pt x="7711440" y="0"/>
                  </a:lnTo>
                  <a:lnTo>
                    <a:pt x="0" y="0"/>
                  </a:lnTo>
                  <a:lnTo>
                    <a:pt x="0" y="1264919"/>
                  </a:lnTo>
                  <a:close/>
                </a:path>
              </a:pathLst>
            </a:custGeom>
            <a:grpFill/>
            <a:ln w="12192">
              <a:solidFill>
                <a:srgbClr val="000000"/>
              </a:solidFill>
            </a:ln>
          </p:spPr>
          <p:txBody>
            <a:bodyPr wrap="square" lIns="0" tIns="0" rIns="0" bIns="0" rtlCol="0"/>
            <a:lstStyle/>
            <a:p>
              <a:pPr>
                <a:defRPr/>
              </a:pPr>
              <a:endParaRPr/>
            </a:p>
          </p:txBody>
        </p:sp>
      </p:grpSp>
      <p:sp>
        <p:nvSpPr>
          <p:cNvPr id="1895420201" name="object 8"/>
          <p:cNvSpPr txBox="1"/>
          <p:nvPr/>
        </p:nvSpPr>
        <p:spPr bwMode="auto">
          <a:xfrm>
            <a:off x="13091697" y="12746337"/>
            <a:ext cx="182979" cy="352971"/>
          </a:xfrm>
          <a:prstGeom prst="rect">
            <a:avLst/>
          </a:prstGeom>
        </p:spPr>
        <p:txBody>
          <a:bodyPr vert="horz" wrap="square" lIns="0" tIns="20817" rIns="0" bIns="0" rtlCol="0">
            <a:spAutoFit/>
          </a:bodyPr>
          <a:lstStyle/>
          <a:p>
            <a:pPr marL="21913">
              <a:spcBef>
                <a:spcPts val="162"/>
              </a:spcBef>
              <a:defRPr/>
            </a:pPr>
            <a:r>
              <a:rPr sz="2150" spc="-85">
                <a:latin typeface="Calibri"/>
                <a:cs typeface="Calibri"/>
              </a:rPr>
              <a:t>2</a:t>
            </a:r>
            <a:endParaRPr sz="2150">
              <a:latin typeface="Calibri"/>
              <a:cs typeface="Calibri"/>
            </a:endParaRPr>
          </a:p>
        </p:txBody>
      </p:sp>
      <p:sp>
        <p:nvSpPr>
          <p:cNvPr id="335588109" name="object 30"/>
          <p:cNvSpPr txBox="1"/>
          <p:nvPr/>
        </p:nvSpPr>
        <p:spPr bwMode="auto">
          <a:xfrm flipH="0" flipV="0">
            <a:off x="106425" y="3084201"/>
            <a:ext cx="13277463" cy="1756008"/>
          </a:xfrm>
          <a:prstGeom prst="rect">
            <a:avLst/>
          </a:prstGeom>
          <a:ln w="12953">
            <a:noFill/>
          </a:ln>
        </p:spPr>
        <p:txBody>
          <a:bodyPr vert="horz" wrap="square" lIns="0" tIns="0" rIns="0" bIns="0" rtlCol="0">
            <a:spAutoFit/>
          </a:bodyPr>
          <a:lstStyle/>
          <a:p>
            <a:pPr marL="2786346" algn="ctr">
              <a:spcBef>
                <a:spcPts val="672"/>
              </a:spcBef>
              <a:defRPr/>
            </a:pPr>
            <a:r>
              <a:rPr lang="en-US" sz="4000" b="0" i="0" u="none" strike="noStrike" cap="none" spc="-15">
                <a:solidFill>
                  <a:srgbClr val="FFFFFF"/>
                </a:solidFill>
                <a:latin typeface="Comic Sans MS"/>
                <a:ea typeface="Comic Sans MS"/>
                <a:cs typeface="Comic Sans MS"/>
              </a:rPr>
              <a:t>Intoduction To Programming Using C++</a:t>
            </a:r>
            <a:endParaRPr/>
          </a:p>
          <a:p>
            <a:pPr marL="2786346" algn="ctr">
              <a:spcBef>
                <a:spcPts val="672"/>
              </a:spcBef>
              <a:defRPr/>
            </a:pPr>
            <a:r>
              <a:rPr lang="sv-SE" sz="2400" spc="-16">
                <a:solidFill>
                  <a:srgbClr val="FFFFFF"/>
                </a:solidFill>
                <a:latin typeface="Comic Sans MS"/>
                <a:cs typeface="Comic Sans MS"/>
              </a:rPr>
              <a:t>Level </a:t>
            </a:r>
            <a:r>
              <a:rPr sz="2400" spc="-15">
                <a:solidFill>
                  <a:srgbClr val="FFFFFF"/>
                </a:solidFill>
                <a:latin typeface="Comic Sans MS"/>
                <a:cs typeface="Comic Sans MS"/>
              </a:rPr>
              <a:t>2</a:t>
            </a:r>
            <a:endParaRPr/>
          </a:p>
          <a:p>
            <a:pPr marL="2786346" algn="ctr">
              <a:spcBef>
                <a:spcPts val="670"/>
              </a:spcBef>
              <a:defRPr/>
            </a:pPr>
            <a:r>
              <a:rPr lang="en-US" sz="4000" b="1" i="0" u="none" strike="noStrike" cap="none" spc="0">
                <a:solidFill>
                  <a:srgbClr val="FFCE53"/>
                </a:solidFill>
                <a:latin typeface="Comic Sans MS"/>
                <a:ea typeface="Comic Sans MS"/>
                <a:cs typeface="Comic Sans MS"/>
              </a:rPr>
              <a:t>#03 More About Breakpoints</a:t>
            </a:r>
            <a:endParaRPr lang="en-US" sz="4000" b="1" i="0" u="none" strike="noStrike" cap="none" spc="0">
              <a:solidFill>
                <a:srgbClr val="FFCE53"/>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478039674" name="object 3"/>
          <p:cNvSpPr txBox="1"/>
          <p:nvPr/>
        </p:nvSpPr>
        <p:spPr bwMode="auto">
          <a:xfrm>
            <a:off x="380997" y="888075"/>
            <a:ext cx="12367872" cy="1889207"/>
          </a:xfrm>
          <a:prstGeom prst="rect">
            <a:avLst/>
          </a:prstGeom>
        </p:spPr>
        <p:txBody>
          <a:bodyPr vert="horz" wrap="square" lIns="0" tIns="154491" rIns="0" bIns="0" rtlCol="0">
            <a:spAutoFit/>
          </a:bodyPr>
          <a:lstStyle/>
          <a:p>
            <a:pPr>
              <a:defRPr/>
            </a:pPr>
            <a:r>
              <a:rPr lang="en-GB" sz="4000" b="1" spc="-16">
                <a:solidFill>
                  <a:schemeClr val="tx1"/>
                </a:solidFill>
                <a:latin typeface="Comic Sans MS"/>
                <a:cs typeface="Comic Sans MS"/>
              </a:rPr>
              <a:t>🔎 Definition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Multiple Breakpoints can be placed at different locations in the same program.</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They allow us to stop execution at specific points that we want to investigate.</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951278610" name="object 3"/>
          <p:cNvSpPr txBox="1"/>
          <p:nvPr/>
        </p:nvSpPr>
        <p:spPr bwMode="auto">
          <a:xfrm>
            <a:off x="380997" y="888075"/>
            <a:ext cx="12386233" cy="3019055"/>
          </a:xfrm>
          <a:prstGeom prst="rect">
            <a:avLst/>
          </a:prstGeom>
        </p:spPr>
        <p:txBody>
          <a:bodyPr vert="horz" wrap="square" lIns="0" tIns="154491" rIns="0" bIns="0" rtlCol="0">
            <a:spAutoFit/>
          </a:bodyPr>
          <a:lstStyle/>
          <a:p>
            <a:pPr marL="0" marR="0" indent="0" algn="l">
              <a:lnSpc>
                <a:spcPct val="100000"/>
              </a:lnSpc>
              <a:spcBef>
                <a:spcPts val="0"/>
              </a:spcBef>
              <a:spcAft>
                <a:spcPts val="0"/>
              </a:spcAft>
              <a:defRPr/>
            </a:pPr>
            <a:r>
              <a:rPr lang="en-GB" sz="4000" b="1" spc="-16">
                <a:solidFill>
                  <a:schemeClr val="tx1"/>
                </a:solidFill>
                <a:latin typeface="Comic Sans MS"/>
                <a:cs typeface="Comic Sans MS"/>
              </a:rPr>
              <a:t>📖 Explanation</a:t>
            </a:r>
            <a:endParaRPr lang="en-GB" sz="2400" b="0" i="0" u="none" strike="noStrike" cap="none" spc="0">
              <a:solidFill>
                <a:srgbClr val="000000"/>
              </a:solidFill>
              <a:latin typeface="Comic Sans MS"/>
              <a:ea typeface="Comic Sans MS"/>
              <a:cs typeface="Comic Sans MS"/>
            </a:endParaRPr>
          </a:p>
          <a:p>
            <a:pPr marL="0" marR="0" indent="0" algn="l">
              <a:lnSpc>
                <a:spcPct val="100000"/>
              </a:lnSpc>
              <a:spcBef>
                <a:spcPts val="0"/>
              </a:spcBef>
              <a:spcAft>
                <a:spcPts val="0"/>
              </a:spcAft>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When we press F5, the program runs until it reaches the next enabled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When we press F5 again, execution continues until the next enabled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Breakpoints can be temporarily disabled without deleting them.</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In Visual Studio, we can use Debug → Disable All Breakpoints to temporarily disable all Breakpoints.</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943999423" name="object 3"/>
          <p:cNvSpPr txBox="1"/>
          <p:nvPr/>
        </p:nvSpPr>
        <p:spPr bwMode="auto">
          <a:xfrm>
            <a:off x="380997" y="888075"/>
            <a:ext cx="12389112" cy="3382220"/>
          </a:xfrm>
          <a:prstGeom prst="rect">
            <a:avLst/>
          </a:prstGeom>
        </p:spPr>
        <p:txBody>
          <a:bodyPr vert="horz" wrap="square" lIns="0" tIns="154491" rIns="0" bIns="0" rtlCol="0">
            <a:spAutoFit/>
          </a:bodyPr>
          <a:lstStyle/>
          <a:p>
            <a:pPr marL="0" marR="0" lvl="0" indent="0" defTabSz="914400">
              <a:lnSpc>
                <a:spcPct val="100000"/>
              </a:lnSpc>
              <a:spcBef>
                <a:spcPts val="0"/>
              </a:spcBef>
              <a:spcAft>
                <a:spcPts val="0"/>
              </a:spcAft>
              <a:buClrTx/>
              <a:buSzTx/>
              <a:buFontTx/>
              <a:buNone/>
              <a:defRPr/>
            </a:pPr>
            <a:r>
              <a:rPr lang="en-GB" sz="4000" b="1" spc="-16">
                <a:solidFill>
                  <a:prstClr val="black"/>
                </a:solidFill>
                <a:latin typeface="Comic Sans MS"/>
              </a:rPr>
              <a:t>🟦 </a:t>
            </a:r>
            <a:r>
              <a:rPr lang="en-GB" sz="4000" b="1" i="0" u="none" strike="noStrike" cap="none" spc="-16">
                <a:solidFill>
                  <a:prstClr val="black"/>
                </a:solidFill>
                <a:latin typeface="Comic Sans MS"/>
                <a:ea typeface="Comic Sans MS"/>
                <a:cs typeface="Comic Sans MS"/>
              </a:rPr>
              <a:t>Procedures</a:t>
            </a:r>
            <a:endParaRPr lang="en-GB" sz="4000"/>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1️⃣ Place a Breakpoint on an executable line.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2️⃣ Place additional Breakpoints at other locations if needed.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3️⃣ Press F5 to start or continue debugging.</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4️⃣ The program stops at the next enabled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5️⃣ Press F5 again to continue execution.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6️⃣ Enable or disable Breakpoints depending on what you want to investigate.</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742752440" name="object 3"/>
          <p:cNvSpPr txBox="1"/>
          <p:nvPr/>
        </p:nvSpPr>
        <p:spPr bwMode="auto">
          <a:xfrm>
            <a:off x="380997" y="888075"/>
            <a:ext cx="12373639" cy="4311391"/>
          </a:xfrm>
          <a:prstGeom prst="rect">
            <a:avLst/>
          </a:prstGeom>
        </p:spPr>
        <p:txBody>
          <a:bodyPr vert="horz" wrap="square" lIns="0" tIns="154491" rIns="0" bIns="0" rtlCol="0">
            <a:spAutoFit/>
          </a:bodyPr>
          <a:lstStyle/>
          <a:p>
            <a:pPr>
              <a:defRPr/>
            </a:pPr>
            <a:r>
              <a:rPr sz="4000" b="1">
                <a:latin typeface="Comic Sans MS"/>
              </a:rPr>
              <a:t>💡 </a:t>
            </a:r>
            <a:r>
              <a:rPr lang="sv-SE" sz="4000" b="1">
                <a:latin typeface="Comic Sans MS"/>
              </a:rPr>
              <a:t>Example</a:t>
            </a:r>
            <a:endParaRPr lang="en-GB" sz="4000" b="1"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Suppose we have Breakpoints on lines 5, 10, and 15.</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Press F5 → execution stops at line 5.</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Press F5 again → execution continues and stops at line 10.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Press F5 again → execution continues and stops at line 15.</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Result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can investigate different parts of the program without manually stepping through every line.</a:t>
            </a:r>
            <a:endParaRPr lang="en-GB" sz="2400" b="0" i="0" u="none" strike="noStrike" cap="none" spc="0">
              <a:solidFill>
                <a:srgbClr val="000000"/>
              </a:solidFill>
              <a:latin typeface="Comic Sans MS"/>
              <a:cs typeface="Comic Sans MS"/>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954925893" name="object 3"/>
          <p:cNvSpPr txBox="1"/>
          <p:nvPr/>
        </p:nvSpPr>
        <p:spPr bwMode="auto">
          <a:xfrm>
            <a:off x="380997" y="888075"/>
            <a:ext cx="12365361" cy="2034114"/>
          </a:xfrm>
          <a:prstGeom prst="rect">
            <a:avLst/>
          </a:prstGeom>
        </p:spPr>
        <p:txBody>
          <a:bodyPr vert="horz" wrap="square" lIns="0" tIns="154491" rIns="0" bIns="0" rtlCol="0">
            <a:spAutoFit/>
          </a:bodyPr>
          <a:lstStyle/>
          <a:p>
            <a:pPr>
              <a:defRPr/>
            </a:pPr>
            <a:r>
              <a:rPr sz="4000"/>
              <a:t>📌</a:t>
            </a:r>
            <a:r>
              <a:rPr lang="en-GB" sz="4000" b="1" spc="-16">
                <a:solidFill>
                  <a:schemeClr val="tx1"/>
                </a:solidFill>
                <a:latin typeface="Comic Sans MS"/>
              </a:rPr>
              <a:t> Note</a:t>
            </a:r>
            <a:endParaRPr lang="en-GB" sz="4000" b="1" spc="-16">
              <a:solidFill>
                <a:schemeClr val="tx1"/>
              </a:solidFill>
              <a:latin typeface="Comic Sans MS"/>
            </a:endParaRPr>
          </a:p>
          <a:p>
            <a:pPr>
              <a:defRPr/>
            </a:pPr>
            <a:endParaRPr/>
          </a:p>
          <a:p>
            <a:pPr>
              <a:defRPr/>
            </a:pPr>
            <a:endParaRPr lang="en-GB" sz="2400" b="0" i="0" u="none" strike="noStrike" cap="none" spc="0">
              <a:solidFill>
                <a:srgbClr val="000000"/>
              </a:solidFill>
              <a:latin typeface="Comic Sans MS"/>
              <a:ea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 disabled Breakpoint remains configured in the code but does not pause execution until it is enabled again.</a:t>
            </a:r>
            <a:endParaRPr lang="en-GB" sz="2400" b="0" i="0" u="none" strike="noStrike" cap="none" spc="0">
              <a:solidFill>
                <a:srgbClr val="000000"/>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895361485" name="object 3"/>
          <p:cNvSpPr txBox="1"/>
          <p:nvPr/>
        </p:nvSpPr>
        <p:spPr bwMode="auto">
          <a:xfrm>
            <a:off x="380997" y="888075"/>
            <a:ext cx="12365714" cy="1515953"/>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Warning</a:t>
            </a:r>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Having too many Breakpoints can make debugging harder to follow.</a:t>
            </a:r>
            <a:endParaRPr lang="en-GB" sz="2400">
              <a:latin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809785357" name="object 3"/>
          <p:cNvSpPr txBox="1"/>
          <p:nvPr/>
        </p:nvSpPr>
        <p:spPr bwMode="auto">
          <a:xfrm>
            <a:off x="380997" y="888075"/>
            <a:ext cx="12375079" cy="449448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Comparison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Enabled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Pauses execution when the program reaches it.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Useful for investigating a specific part of the program.</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Can be reached by pressing F5.</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Disabled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Remains configured in the code.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Does not pause execution.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Can be enabled again later.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639633713" name="object 3"/>
          <p:cNvSpPr txBox="1"/>
          <p:nvPr/>
        </p:nvSpPr>
        <p:spPr bwMode="auto">
          <a:xfrm>
            <a:off x="380997" y="888075"/>
            <a:ext cx="12384432" cy="188920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Summary</a:t>
            </a:r>
            <a:endParaRPr lang="en-GB" sz="4000"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Multiple Breakpoints allow us to investigate different locations.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F5 continues execution until the next enabled Breakpoint.</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grpSp>
        <p:nvGrpSpPr>
          <p:cNvPr id="480419518" name="object 2"/>
          <p:cNvGrpSpPr/>
          <p:nvPr/>
        </p:nvGrpSpPr>
        <p:grpSpPr bwMode="auto">
          <a:xfrm>
            <a:off x="-10956" y="645358"/>
            <a:ext cx="13422156" cy="8767682"/>
            <a:chOff x="0" y="2209799"/>
            <a:chExt cx="7778750" cy="5081270"/>
          </a:xfrm>
        </p:grpSpPr>
        <p:pic>
          <p:nvPicPr>
            <p:cNvPr id="645700087" name="object 3"/>
            <p:cNvPicPr/>
            <p:nvPr/>
          </p:nvPicPr>
          <p:blipFill rotWithShape="1">
            <a:blip r:embed="rId3"/>
            <a:stretch/>
          </p:blipFill>
          <p:spPr bwMode="auto">
            <a:xfrm>
              <a:off x="0" y="2209799"/>
              <a:ext cx="7772398" cy="5081015"/>
            </a:xfrm>
            <a:prstGeom prst="rect">
              <a:avLst/>
            </a:prstGeom>
          </p:spPr>
        </p:pic>
        <p:sp>
          <p:nvSpPr>
            <p:cNvPr id="763191645" name="object 4"/>
            <p:cNvSpPr/>
            <p:nvPr/>
          </p:nvSpPr>
          <p:spPr bwMode="auto">
            <a:xfrm>
              <a:off x="60959" y="3901438"/>
              <a:ext cx="7711439" cy="1264919"/>
            </a:xfrm>
            <a:custGeom>
              <a:avLst/>
              <a:gdLst/>
              <a:ahLst/>
              <a:cxnLst/>
              <a:rect l="l" t="t" r="r" b="b"/>
              <a:pathLst>
                <a:path w="7711440" h="1264920" fill="norm" stroke="1" extrusionOk="0">
                  <a:moveTo>
                    <a:pt x="0" y="1264919"/>
                  </a:moveTo>
                  <a:lnTo>
                    <a:pt x="7711440" y="1264919"/>
                  </a:lnTo>
                  <a:lnTo>
                    <a:pt x="7711440" y="0"/>
                  </a:lnTo>
                  <a:lnTo>
                    <a:pt x="0" y="0"/>
                  </a:lnTo>
                  <a:lnTo>
                    <a:pt x="0" y="1264919"/>
                  </a:lnTo>
                  <a:close/>
                </a:path>
              </a:pathLst>
            </a:custGeom>
            <a:grpFill/>
            <a:ln w="12192">
              <a:solidFill>
                <a:srgbClr val="000000"/>
              </a:solidFill>
            </a:ln>
          </p:spPr>
          <p:txBody>
            <a:bodyPr wrap="square" lIns="0" tIns="0" rIns="0" bIns="0" rtlCol="0"/>
            <a:lstStyle/>
            <a:p>
              <a:pPr>
                <a:defRPr/>
              </a:pPr>
              <a:endParaRPr/>
            </a:p>
          </p:txBody>
        </p:sp>
      </p:grpSp>
      <p:sp>
        <p:nvSpPr>
          <p:cNvPr id="2107085174" name="object 8"/>
          <p:cNvSpPr txBox="1"/>
          <p:nvPr/>
        </p:nvSpPr>
        <p:spPr bwMode="auto">
          <a:xfrm>
            <a:off x="13091697" y="12746337"/>
            <a:ext cx="182979" cy="352971"/>
          </a:xfrm>
          <a:prstGeom prst="rect">
            <a:avLst/>
          </a:prstGeom>
        </p:spPr>
        <p:txBody>
          <a:bodyPr vert="horz" wrap="square" lIns="0" tIns="20817" rIns="0" bIns="0" rtlCol="0">
            <a:spAutoFit/>
          </a:bodyPr>
          <a:lstStyle/>
          <a:p>
            <a:pPr marL="21913">
              <a:spcBef>
                <a:spcPts val="162"/>
              </a:spcBef>
              <a:defRPr/>
            </a:pPr>
            <a:r>
              <a:rPr sz="2150" spc="-85">
                <a:latin typeface="Calibri"/>
                <a:cs typeface="Calibri"/>
              </a:rPr>
              <a:t>2</a:t>
            </a:r>
            <a:endParaRPr sz="2150">
              <a:latin typeface="Calibri"/>
              <a:cs typeface="Calibri"/>
            </a:endParaRPr>
          </a:p>
        </p:txBody>
      </p:sp>
      <p:sp>
        <p:nvSpPr>
          <p:cNvPr id="2085430533" name="object 30"/>
          <p:cNvSpPr txBox="1"/>
          <p:nvPr/>
        </p:nvSpPr>
        <p:spPr bwMode="auto">
          <a:xfrm flipH="0" flipV="0">
            <a:off x="106425" y="3084201"/>
            <a:ext cx="13277823" cy="1756008"/>
          </a:xfrm>
          <a:prstGeom prst="rect">
            <a:avLst/>
          </a:prstGeom>
          <a:ln w="12953">
            <a:noFill/>
          </a:ln>
        </p:spPr>
        <p:txBody>
          <a:bodyPr vert="horz" wrap="square" lIns="0" tIns="0" rIns="0" bIns="0" rtlCol="0">
            <a:spAutoFit/>
          </a:bodyPr>
          <a:lstStyle/>
          <a:p>
            <a:pPr marL="2786346" algn="ctr">
              <a:spcBef>
                <a:spcPts val="672"/>
              </a:spcBef>
              <a:defRPr/>
            </a:pPr>
            <a:r>
              <a:rPr lang="en-US" sz="4000" b="0" i="0" u="none" strike="noStrike" cap="none" spc="-15">
                <a:solidFill>
                  <a:srgbClr val="FFFFFF"/>
                </a:solidFill>
                <a:latin typeface="Comic Sans MS"/>
                <a:ea typeface="Comic Sans MS"/>
                <a:cs typeface="Comic Sans MS"/>
              </a:rPr>
              <a:t>Intoduction To Programming Using C++</a:t>
            </a:r>
            <a:endParaRPr/>
          </a:p>
          <a:p>
            <a:pPr marL="2786346" algn="ctr">
              <a:spcBef>
                <a:spcPts val="672"/>
              </a:spcBef>
              <a:defRPr/>
            </a:pPr>
            <a:r>
              <a:rPr lang="sv-SE" sz="2400" spc="-16">
                <a:solidFill>
                  <a:srgbClr val="FFFFFF"/>
                </a:solidFill>
                <a:latin typeface="Comic Sans MS"/>
                <a:cs typeface="Comic Sans MS"/>
              </a:rPr>
              <a:t>Level </a:t>
            </a:r>
            <a:r>
              <a:rPr sz="2400" spc="-15">
                <a:solidFill>
                  <a:srgbClr val="FFFFFF"/>
                </a:solidFill>
                <a:latin typeface="Comic Sans MS"/>
                <a:cs typeface="Comic Sans MS"/>
              </a:rPr>
              <a:t>2</a:t>
            </a:r>
            <a:endParaRPr/>
          </a:p>
          <a:p>
            <a:pPr marL="2786346" algn="ctr">
              <a:spcBef>
                <a:spcPts val="670"/>
              </a:spcBef>
              <a:defRPr/>
            </a:pPr>
            <a:r>
              <a:rPr lang="en-US" sz="4000" b="1" i="0" u="none" strike="noStrike" cap="none" spc="0">
                <a:solidFill>
                  <a:srgbClr val="FFCE53"/>
                </a:solidFill>
                <a:latin typeface="Comic Sans MS"/>
                <a:ea typeface="Comic Sans MS"/>
                <a:cs typeface="Comic Sans MS"/>
              </a:rPr>
              <a:t>#04 Autos Window</a:t>
            </a:r>
            <a:endParaRPr lang="en-US" sz="4000" b="1" i="0" u="none" strike="noStrike" cap="none" spc="0">
              <a:solidFill>
                <a:srgbClr val="FFCE53"/>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928945780" name="object 3"/>
          <p:cNvSpPr txBox="1"/>
          <p:nvPr/>
        </p:nvSpPr>
        <p:spPr bwMode="auto">
          <a:xfrm>
            <a:off x="380997" y="888075"/>
            <a:ext cx="12368232" cy="2254967"/>
          </a:xfrm>
          <a:prstGeom prst="rect">
            <a:avLst/>
          </a:prstGeom>
        </p:spPr>
        <p:txBody>
          <a:bodyPr vert="horz" wrap="square" lIns="0" tIns="154491" rIns="0" bIns="0" rtlCol="0">
            <a:spAutoFit/>
          </a:bodyPr>
          <a:lstStyle/>
          <a:p>
            <a:pPr>
              <a:defRPr/>
            </a:pPr>
            <a:r>
              <a:rPr lang="en-GB" sz="4000" b="1" spc="-16">
                <a:solidFill>
                  <a:schemeClr val="tx1"/>
                </a:solidFill>
                <a:latin typeface="Comic Sans MS"/>
                <a:cs typeface="Comic Sans MS"/>
              </a:rPr>
              <a:t>🔎 Definition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Autos Window displays relevant Variables and their current Values while debugging.</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It automatically shows information related to the current execution point.</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146262340" name="object 3"/>
          <p:cNvSpPr txBox="1"/>
          <p:nvPr/>
        </p:nvSpPr>
        <p:spPr bwMode="auto">
          <a:xfrm>
            <a:off x="380997" y="888075"/>
            <a:ext cx="12386953" cy="3001474"/>
          </a:xfrm>
          <a:prstGeom prst="rect">
            <a:avLst/>
          </a:prstGeom>
        </p:spPr>
        <p:txBody>
          <a:bodyPr vert="horz" wrap="square" lIns="0" tIns="154491" rIns="0" bIns="0" rtlCol="0">
            <a:spAutoFit/>
          </a:bodyPr>
          <a:lstStyle/>
          <a:p>
            <a:pPr marL="0" marR="0" indent="0" algn="l">
              <a:lnSpc>
                <a:spcPct val="100000"/>
              </a:lnSpc>
              <a:spcBef>
                <a:spcPts val="0"/>
              </a:spcBef>
              <a:spcAft>
                <a:spcPts val="0"/>
              </a:spcAft>
              <a:defRPr/>
            </a:pPr>
            <a:r>
              <a:rPr lang="en-GB" sz="4000" b="1" spc="-16">
                <a:solidFill>
                  <a:schemeClr val="tx1"/>
                </a:solidFill>
                <a:latin typeface="Comic Sans MS"/>
                <a:cs typeface="Comic Sans MS"/>
              </a:rPr>
              <a:t>📖 Explanation</a:t>
            </a:r>
            <a:endParaRPr lang="en-GB" sz="2400" b="0" i="0" u="none" strike="noStrike" cap="none" spc="0">
              <a:solidFill>
                <a:srgbClr val="000000"/>
              </a:solidFill>
              <a:latin typeface="Comic Sans MS"/>
              <a:ea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Autos Window automatically displays Variables that are relevant to the current line of execution.</a:t>
            </a:r>
            <a:endParaRPr lang="en-GB" sz="2400" b="0" i="0" u="none" strike="noStrike" cap="none" spc="0">
              <a:solidFill>
                <a:srgbClr val="000000"/>
              </a:solidFill>
              <a:latin typeface="Comic Sans MS"/>
              <a:ea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It updates as we move through the program step by step.</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It is useful for quickly checking the current state of Variables.</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We do not need to manually add every Variable that we want to inspect.</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32499944" name="object 3"/>
          <p:cNvSpPr txBox="1"/>
          <p:nvPr/>
        </p:nvSpPr>
        <p:spPr bwMode="auto">
          <a:xfrm>
            <a:off x="380997" y="888075"/>
            <a:ext cx="12389472" cy="3382220"/>
          </a:xfrm>
          <a:prstGeom prst="rect">
            <a:avLst/>
          </a:prstGeom>
        </p:spPr>
        <p:txBody>
          <a:bodyPr vert="horz" wrap="square" lIns="0" tIns="154491" rIns="0" bIns="0" rtlCol="0">
            <a:spAutoFit/>
          </a:bodyPr>
          <a:lstStyle/>
          <a:p>
            <a:pPr marL="0" marR="0" lvl="0" indent="0" defTabSz="914400">
              <a:lnSpc>
                <a:spcPct val="100000"/>
              </a:lnSpc>
              <a:spcBef>
                <a:spcPts val="0"/>
              </a:spcBef>
              <a:spcAft>
                <a:spcPts val="0"/>
              </a:spcAft>
              <a:buClrTx/>
              <a:buSzTx/>
              <a:buFontTx/>
              <a:buNone/>
              <a:defRPr/>
            </a:pPr>
            <a:r>
              <a:rPr lang="en-GB" sz="4000" b="1" spc="-16">
                <a:solidFill>
                  <a:prstClr val="black"/>
                </a:solidFill>
                <a:latin typeface="Comic Sans MS"/>
              </a:rPr>
              <a:t>🟦 </a:t>
            </a:r>
            <a:r>
              <a:rPr lang="en-GB" sz="4000" b="1" i="0" u="none" strike="noStrike" cap="none" spc="-16">
                <a:solidFill>
                  <a:prstClr val="black"/>
                </a:solidFill>
                <a:latin typeface="Comic Sans MS"/>
                <a:ea typeface="Comic Sans MS"/>
                <a:cs typeface="Comic Sans MS"/>
              </a:rPr>
              <a:t>Procedures</a:t>
            </a:r>
            <a:endParaRPr lang="en-GB" sz="4000"/>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1️⃣ Start Debugging.</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2️⃣ Stop the program at a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3️⃣ Open the Autos Window.</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4️⃣ Observe the displayed Variables and Values.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5️⃣ Use Step Into or another stepping command.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6️⃣ Observe how the Values change during execution.</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13157365" name="object 3"/>
          <p:cNvSpPr txBox="1"/>
          <p:nvPr/>
        </p:nvSpPr>
        <p:spPr bwMode="auto">
          <a:xfrm>
            <a:off x="380997" y="888075"/>
            <a:ext cx="12373999" cy="5348433"/>
          </a:xfrm>
          <a:prstGeom prst="rect">
            <a:avLst/>
          </a:prstGeom>
        </p:spPr>
        <p:txBody>
          <a:bodyPr vert="horz" wrap="square" lIns="0" tIns="154491" rIns="0" bIns="0" rtlCol="0">
            <a:spAutoFit/>
          </a:bodyPr>
          <a:lstStyle/>
          <a:p>
            <a:pPr>
              <a:defRPr/>
            </a:pPr>
            <a:r>
              <a:rPr sz="4000" b="1">
                <a:latin typeface="Comic Sans MS"/>
              </a:rPr>
              <a:t>💡 </a:t>
            </a:r>
            <a:r>
              <a:rPr lang="sv-SE" sz="4000" b="1">
                <a:latin typeface="Comic Sans MS"/>
              </a:rPr>
              <a:t>Example</a:t>
            </a:r>
            <a:endParaRPr lang="en-GB" sz="4000" b="1"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Suppose we have:</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x = 10;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x = x + 5;</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When debugging, the Autos Window can show x = 10 before the assignment is executed.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After executing the assignment, it can show x = 15.</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Result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can observe how Variable Values change during program execution.</a:t>
            </a:r>
            <a:endParaRPr lang="en-GB" sz="2400" b="0" i="0" u="none" strike="noStrike" cap="none" spc="0">
              <a:solidFill>
                <a:srgbClr val="000000"/>
              </a:solidFill>
              <a:latin typeface="Comic Sans MS"/>
              <a:cs typeface="Comic Sans MS"/>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191500988" name="object 3"/>
          <p:cNvSpPr txBox="1"/>
          <p:nvPr/>
        </p:nvSpPr>
        <p:spPr bwMode="auto">
          <a:xfrm>
            <a:off x="380997" y="888075"/>
            <a:ext cx="12365721" cy="2034114"/>
          </a:xfrm>
          <a:prstGeom prst="rect">
            <a:avLst/>
          </a:prstGeom>
        </p:spPr>
        <p:txBody>
          <a:bodyPr vert="horz" wrap="square" lIns="0" tIns="154491" rIns="0" bIns="0" rtlCol="0">
            <a:spAutoFit/>
          </a:bodyPr>
          <a:lstStyle/>
          <a:p>
            <a:pPr>
              <a:defRPr/>
            </a:pPr>
            <a:r>
              <a:rPr sz="4000"/>
              <a:t>📌</a:t>
            </a:r>
            <a:r>
              <a:rPr lang="en-GB" sz="4000" b="1" spc="-16">
                <a:solidFill>
                  <a:schemeClr val="tx1"/>
                </a:solidFill>
                <a:latin typeface="Comic Sans MS"/>
              </a:rPr>
              <a:t> Note</a:t>
            </a:r>
            <a:endParaRPr lang="en-GB" sz="4000" b="1" spc="-16">
              <a:solidFill>
                <a:schemeClr val="tx1"/>
              </a:solidFill>
              <a:latin typeface="Comic Sans MS"/>
            </a:endParaRPr>
          </a:p>
          <a:p>
            <a:pPr>
              <a:defRPr/>
            </a:pPr>
            <a:endParaRPr/>
          </a:p>
          <a:p>
            <a:pPr>
              <a:defRPr/>
            </a:pPr>
            <a:endParaRPr lang="en-GB" sz="2400" b="0" i="0" u="none" strike="noStrike" cap="none" spc="0">
              <a:solidFill>
                <a:srgbClr val="000000"/>
              </a:solidFill>
              <a:latin typeface="Comic Sans MS"/>
              <a:ea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Autos Window is automatically populated by the debugger based on the current execution context.</a:t>
            </a:r>
            <a:endParaRPr lang="en-GB" sz="2400" b="0" i="0" u="none" strike="noStrike" cap="none" spc="0">
              <a:solidFill>
                <a:srgbClr val="000000"/>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499844273" name="object 3"/>
          <p:cNvSpPr txBox="1"/>
          <p:nvPr/>
        </p:nvSpPr>
        <p:spPr bwMode="auto">
          <a:xfrm>
            <a:off x="380997" y="888075"/>
            <a:ext cx="12366074" cy="1881713"/>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Warning</a:t>
            </a:r>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A Variable may not appear in the Autos Window if it is not relevant to the current execution point.</a:t>
            </a:r>
            <a:endParaRPr lang="en-GB" sz="2400">
              <a:latin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74308737" name="object 3"/>
          <p:cNvSpPr txBox="1"/>
          <p:nvPr/>
        </p:nvSpPr>
        <p:spPr bwMode="auto">
          <a:xfrm>
            <a:off x="380997" y="888075"/>
            <a:ext cx="12384792" cy="188920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Summary</a:t>
            </a:r>
            <a:endParaRPr lang="en-GB" sz="4000"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The Autos Window automatically displays relevant Variables.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It helps us monitor Values while stepping through the program.</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grpSp>
        <p:nvGrpSpPr>
          <p:cNvPr id="527288187" name="object 2"/>
          <p:cNvGrpSpPr/>
          <p:nvPr/>
        </p:nvGrpSpPr>
        <p:grpSpPr bwMode="auto">
          <a:xfrm>
            <a:off x="-10956" y="645358"/>
            <a:ext cx="13422156" cy="8767682"/>
            <a:chOff x="0" y="2209799"/>
            <a:chExt cx="7778750" cy="5081270"/>
          </a:xfrm>
        </p:grpSpPr>
        <p:pic>
          <p:nvPicPr>
            <p:cNvPr id="1336361501" name="object 3"/>
            <p:cNvPicPr/>
            <p:nvPr/>
          </p:nvPicPr>
          <p:blipFill rotWithShape="1">
            <a:blip r:embed="rId3"/>
            <a:stretch/>
          </p:blipFill>
          <p:spPr bwMode="auto">
            <a:xfrm>
              <a:off x="0" y="2209799"/>
              <a:ext cx="7772398" cy="5081015"/>
            </a:xfrm>
            <a:prstGeom prst="rect">
              <a:avLst/>
            </a:prstGeom>
          </p:spPr>
        </p:pic>
        <p:sp>
          <p:nvSpPr>
            <p:cNvPr id="2074345074" name="object 4"/>
            <p:cNvSpPr/>
            <p:nvPr/>
          </p:nvSpPr>
          <p:spPr bwMode="auto">
            <a:xfrm>
              <a:off x="60959" y="3901438"/>
              <a:ext cx="7711439" cy="1264919"/>
            </a:xfrm>
            <a:custGeom>
              <a:avLst/>
              <a:gdLst/>
              <a:ahLst/>
              <a:cxnLst/>
              <a:rect l="l" t="t" r="r" b="b"/>
              <a:pathLst>
                <a:path w="7711440" h="1264920" fill="norm" stroke="1" extrusionOk="0">
                  <a:moveTo>
                    <a:pt x="0" y="1264919"/>
                  </a:moveTo>
                  <a:lnTo>
                    <a:pt x="7711440" y="1264919"/>
                  </a:lnTo>
                  <a:lnTo>
                    <a:pt x="7711440" y="0"/>
                  </a:lnTo>
                  <a:lnTo>
                    <a:pt x="0" y="0"/>
                  </a:lnTo>
                  <a:lnTo>
                    <a:pt x="0" y="1264919"/>
                  </a:lnTo>
                  <a:close/>
                </a:path>
              </a:pathLst>
            </a:custGeom>
            <a:grpFill/>
            <a:ln w="12192">
              <a:solidFill>
                <a:srgbClr val="000000"/>
              </a:solidFill>
            </a:ln>
          </p:spPr>
          <p:txBody>
            <a:bodyPr wrap="square" lIns="0" tIns="0" rIns="0" bIns="0" rtlCol="0"/>
            <a:lstStyle/>
            <a:p>
              <a:pPr>
                <a:defRPr/>
              </a:pPr>
              <a:endParaRPr/>
            </a:p>
          </p:txBody>
        </p:sp>
      </p:grpSp>
      <p:sp>
        <p:nvSpPr>
          <p:cNvPr id="1802462811" name="object 8"/>
          <p:cNvSpPr txBox="1"/>
          <p:nvPr/>
        </p:nvSpPr>
        <p:spPr bwMode="auto">
          <a:xfrm>
            <a:off x="13091697" y="12746337"/>
            <a:ext cx="182979" cy="352971"/>
          </a:xfrm>
          <a:prstGeom prst="rect">
            <a:avLst/>
          </a:prstGeom>
        </p:spPr>
        <p:txBody>
          <a:bodyPr vert="horz" wrap="square" lIns="0" tIns="20817" rIns="0" bIns="0" rtlCol="0">
            <a:spAutoFit/>
          </a:bodyPr>
          <a:lstStyle/>
          <a:p>
            <a:pPr marL="21913">
              <a:spcBef>
                <a:spcPts val="162"/>
              </a:spcBef>
              <a:defRPr/>
            </a:pPr>
            <a:r>
              <a:rPr sz="2150" spc="-85">
                <a:latin typeface="Calibri"/>
                <a:cs typeface="Calibri"/>
              </a:rPr>
              <a:t>2</a:t>
            </a:r>
            <a:endParaRPr sz="2150">
              <a:latin typeface="Calibri"/>
              <a:cs typeface="Calibri"/>
            </a:endParaRPr>
          </a:p>
        </p:txBody>
      </p:sp>
      <p:sp>
        <p:nvSpPr>
          <p:cNvPr id="2098431765" name="object 30"/>
          <p:cNvSpPr txBox="1"/>
          <p:nvPr/>
        </p:nvSpPr>
        <p:spPr bwMode="auto">
          <a:xfrm flipH="0" flipV="0">
            <a:off x="106425" y="3084201"/>
            <a:ext cx="13278183" cy="1756008"/>
          </a:xfrm>
          <a:prstGeom prst="rect">
            <a:avLst/>
          </a:prstGeom>
          <a:ln w="12953">
            <a:noFill/>
          </a:ln>
        </p:spPr>
        <p:txBody>
          <a:bodyPr vert="horz" wrap="square" lIns="0" tIns="0" rIns="0" bIns="0" rtlCol="0">
            <a:spAutoFit/>
          </a:bodyPr>
          <a:lstStyle/>
          <a:p>
            <a:pPr marL="2786346" algn="ctr">
              <a:spcBef>
                <a:spcPts val="672"/>
              </a:spcBef>
              <a:defRPr/>
            </a:pPr>
            <a:r>
              <a:rPr lang="en-US" sz="4000" b="0" i="0" u="none" strike="noStrike" cap="none" spc="-15">
                <a:solidFill>
                  <a:srgbClr val="FFFFFF"/>
                </a:solidFill>
                <a:latin typeface="Comic Sans MS"/>
                <a:ea typeface="Comic Sans MS"/>
                <a:cs typeface="Comic Sans MS"/>
              </a:rPr>
              <a:t>Intoduction To Programming Using C++</a:t>
            </a:r>
            <a:endParaRPr/>
          </a:p>
          <a:p>
            <a:pPr marL="2786346" algn="ctr">
              <a:spcBef>
                <a:spcPts val="672"/>
              </a:spcBef>
              <a:defRPr/>
            </a:pPr>
            <a:r>
              <a:rPr lang="sv-SE" sz="2400" spc="-16">
                <a:solidFill>
                  <a:srgbClr val="FFFFFF"/>
                </a:solidFill>
                <a:latin typeface="Comic Sans MS"/>
                <a:cs typeface="Comic Sans MS"/>
              </a:rPr>
              <a:t>Level </a:t>
            </a:r>
            <a:r>
              <a:rPr sz="2400" spc="-15">
                <a:solidFill>
                  <a:srgbClr val="FFFFFF"/>
                </a:solidFill>
                <a:latin typeface="Comic Sans MS"/>
                <a:cs typeface="Comic Sans MS"/>
              </a:rPr>
              <a:t>2</a:t>
            </a:r>
            <a:endParaRPr/>
          </a:p>
          <a:p>
            <a:pPr marL="2786346" algn="ctr">
              <a:spcBef>
                <a:spcPts val="670"/>
              </a:spcBef>
              <a:defRPr/>
            </a:pPr>
            <a:r>
              <a:rPr lang="en-US" sz="4000" b="1" i="0" u="none" strike="noStrike" cap="none" spc="0">
                <a:solidFill>
                  <a:srgbClr val="FFCE53"/>
                </a:solidFill>
                <a:latin typeface="Comic Sans MS"/>
                <a:ea typeface="Comic Sans MS"/>
                <a:cs typeface="Comic Sans MS"/>
              </a:rPr>
              <a:t>#05 Quick Watch Window</a:t>
            </a:r>
            <a:endParaRPr lang="en-US" sz="4000" b="1" i="0" u="none" strike="noStrike" cap="none" spc="0">
              <a:solidFill>
                <a:srgbClr val="FFCE53"/>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028009861" name="object 3"/>
          <p:cNvSpPr txBox="1"/>
          <p:nvPr/>
        </p:nvSpPr>
        <p:spPr bwMode="auto">
          <a:xfrm>
            <a:off x="380997" y="888075"/>
            <a:ext cx="12368592" cy="2254967"/>
          </a:xfrm>
          <a:prstGeom prst="rect">
            <a:avLst/>
          </a:prstGeom>
        </p:spPr>
        <p:txBody>
          <a:bodyPr vert="horz" wrap="square" lIns="0" tIns="154491" rIns="0" bIns="0" rtlCol="0">
            <a:spAutoFit/>
          </a:bodyPr>
          <a:lstStyle/>
          <a:p>
            <a:pPr>
              <a:defRPr/>
            </a:pPr>
            <a:r>
              <a:rPr lang="en-GB" sz="4000" b="1" spc="-16">
                <a:solidFill>
                  <a:schemeClr val="tx1"/>
                </a:solidFill>
                <a:latin typeface="Comic Sans MS"/>
                <a:cs typeface="Comic Sans MS"/>
              </a:rPr>
              <a:t>🔎 Definition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Quick Watch is a debugging feature that allows us to inspect a selected Variable or Expression manually.</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It is useful when we want to investigate a specific value or calculation.</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865507259" name="object 3"/>
          <p:cNvSpPr txBox="1"/>
          <p:nvPr/>
        </p:nvSpPr>
        <p:spPr bwMode="auto">
          <a:xfrm>
            <a:off x="380997" y="888075"/>
            <a:ext cx="12387313" cy="3367234"/>
          </a:xfrm>
          <a:prstGeom prst="rect">
            <a:avLst/>
          </a:prstGeom>
        </p:spPr>
        <p:txBody>
          <a:bodyPr vert="horz" wrap="square" lIns="0" tIns="154491" rIns="0" bIns="0" rtlCol="0">
            <a:spAutoFit/>
          </a:bodyPr>
          <a:lstStyle/>
          <a:p>
            <a:pPr marL="0" marR="0" indent="0" algn="l">
              <a:lnSpc>
                <a:spcPct val="100000"/>
              </a:lnSpc>
              <a:spcBef>
                <a:spcPts val="0"/>
              </a:spcBef>
              <a:spcAft>
                <a:spcPts val="0"/>
              </a:spcAft>
              <a:defRPr/>
            </a:pPr>
            <a:r>
              <a:rPr lang="en-GB" sz="4000" b="1" spc="-16">
                <a:solidFill>
                  <a:schemeClr val="tx1"/>
                </a:solidFill>
                <a:latin typeface="Comic Sans MS"/>
                <a:cs typeface="Comic Sans MS"/>
              </a:rPr>
              <a:t>📖 Explanation</a:t>
            </a:r>
            <a:endParaRPr lang="en-GB" sz="2400" b="0" i="0" u="none" strike="noStrike" cap="none" spc="0">
              <a:solidFill>
                <a:srgbClr val="000000"/>
              </a:solidFill>
              <a:latin typeface="Comic Sans MS"/>
              <a:ea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Unlike the Autos Window, Quick Watch does not simply display Variables automatically.</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select the Variable or Expression that we want to investigate.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Quick Watch can evaluate Expressions and show their current Values.</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It can be used to check a Variable, part of an Expression, or the result of a calculation.</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663517922" name="object 3"/>
          <p:cNvSpPr txBox="1"/>
          <p:nvPr/>
        </p:nvSpPr>
        <p:spPr bwMode="auto">
          <a:xfrm>
            <a:off x="380997" y="888075"/>
            <a:ext cx="12389832" cy="3382220"/>
          </a:xfrm>
          <a:prstGeom prst="rect">
            <a:avLst/>
          </a:prstGeom>
        </p:spPr>
        <p:txBody>
          <a:bodyPr vert="horz" wrap="square" lIns="0" tIns="154491" rIns="0" bIns="0" rtlCol="0">
            <a:spAutoFit/>
          </a:bodyPr>
          <a:lstStyle/>
          <a:p>
            <a:pPr marL="0" marR="0" lvl="0" indent="0" defTabSz="914400">
              <a:lnSpc>
                <a:spcPct val="100000"/>
              </a:lnSpc>
              <a:spcBef>
                <a:spcPts val="0"/>
              </a:spcBef>
              <a:spcAft>
                <a:spcPts val="0"/>
              </a:spcAft>
              <a:buClrTx/>
              <a:buSzTx/>
              <a:buFontTx/>
              <a:buNone/>
              <a:defRPr/>
            </a:pPr>
            <a:r>
              <a:rPr lang="en-GB" sz="4000" b="1" spc="-16">
                <a:solidFill>
                  <a:prstClr val="black"/>
                </a:solidFill>
                <a:latin typeface="Comic Sans MS"/>
              </a:rPr>
              <a:t>🟦 </a:t>
            </a:r>
            <a:r>
              <a:rPr lang="en-GB" sz="4000" b="1" i="0" u="none" strike="noStrike" cap="none" spc="-16">
                <a:solidFill>
                  <a:prstClr val="black"/>
                </a:solidFill>
                <a:latin typeface="Comic Sans MS"/>
                <a:ea typeface="Comic Sans MS"/>
                <a:cs typeface="Comic Sans MS"/>
              </a:rPr>
              <a:t>Procedures</a:t>
            </a:r>
            <a:endParaRPr lang="en-GB" sz="4000"/>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1️⃣ Start Debugging.</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2️⃣ Stop the program at a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3️⃣ Select a Variable or Expression.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4️⃣ Press Shift + F9 to open Quick Watch.</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5️⃣ Inspect the current Value or Expression result.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6️⃣ Continue debugging when finished.</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53043782" name="object 3"/>
          <p:cNvSpPr txBox="1"/>
          <p:nvPr/>
        </p:nvSpPr>
        <p:spPr bwMode="auto">
          <a:xfrm>
            <a:off x="380997" y="888075"/>
            <a:ext cx="12375799" cy="4982673"/>
          </a:xfrm>
          <a:prstGeom prst="rect">
            <a:avLst/>
          </a:prstGeom>
        </p:spPr>
        <p:txBody>
          <a:bodyPr vert="horz" wrap="square" lIns="0" tIns="154491" rIns="0" bIns="0" rtlCol="0">
            <a:spAutoFit/>
          </a:bodyPr>
          <a:lstStyle/>
          <a:p>
            <a:pPr>
              <a:defRPr/>
            </a:pPr>
            <a:r>
              <a:rPr sz="4000" b="1">
                <a:latin typeface="Comic Sans MS"/>
              </a:rPr>
              <a:t>💡 </a:t>
            </a:r>
            <a:r>
              <a:rPr lang="sv-SE" sz="4000" b="1">
                <a:latin typeface="Comic Sans MS"/>
              </a:rPr>
              <a:t>Example</a:t>
            </a:r>
            <a:endParaRPr lang="en-GB" sz="4000" b="1"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Suppose we have: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x = 10;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y = 20;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result = x + y;</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Select x + y and open Quick Watch.</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debugger evaluates the Expression and shows the current result.</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Result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can quickly investigate a specific Expression without adding it permanently to a Watch Window.</a:t>
            </a:r>
            <a:endParaRPr lang="en-GB" sz="2400" b="0" i="0" u="none" strike="noStrike" cap="none" spc="0">
              <a:solidFill>
                <a:srgbClr val="000000"/>
              </a:solidFill>
              <a:latin typeface="Comic Sans MS"/>
              <a:cs typeface="Comic Sans MS"/>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024235828" name="object 3"/>
          <p:cNvSpPr txBox="1"/>
          <p:nvPr/>
        </p:nvSpPr>
        <p:spPr bwMode="auto">
          <a:xfrm>
            <a:off x="380997" y="888075"/>
            <a:ext cx="12366081" cy="2034114"/>
          </a:xfrm>
          <a:prstGeom prst="rect">
            <a:avLst/>
          </a:prstGeom>
        </p:spPr>
        <p:txBody>
          <a:bodyPr vert="horz" wrap="square" lIns="0" tIns="154491" rIns="0" bIns="0" rtlCol="0">
            <a:spAutoFit/>
          </a:bodyPr>
          <a:lstStyle/>
          <a:p>
            <a:pPr>
              <a:defRPr/>
            </a:pPr>
            <a:r>
              <a:rPr sz="4000"/>
              <a:t>📌</a:t>
            </a:r>
            <a:r>
              <a:rPr lang="en-GB" sz="4000" b="1" spc="-16">
                <a:solidFill>
                  <a:schemeClr val="tx1"/>
                </a:solidFill>
                <a:latin typeface="Comic Sans MS"/>
              </a:rPr>
              <a:t> Note</a:t>
            </a:r>
            <a:endParaRPr lang="en-GB" sz="4000" b="1" spc="-16">
              <a:solidFill>
                <a:schemeClr val="tx1"/>
              </a:solidFill>
              <a:latin typeface="Comic Sans MS"/>
            </a:endParaRPr>
          </a:p>
          <a:p>
            <a:pPr>
              <a:defRPr/>
            </a:pPr>
            <a:endParaRPr/>
          </a:p>
          <a:p>
            <a:pPr>
              <a:defRPr/>
            </a:pPr>
            <a:endParaRPr lang="en-GB" sz="2400" b="0" i="0" u="none" strike="noStrike" cap="none" spc="0">
              <a:solidFill>
                <a:srgbClr val="000000"/>
              </a:solidFill>
              <a:latin typeface="Comic Sans MS"/>
              <a:ea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An Array or Object address may be displayed in Hexadecimal notation because memory addresses are commonly represented in Hexadecimal.</a:t>
            </a:r>
            <a:endParaRPr lang="en-GB" sz="2400" b="0" i="0" u="none" strike="noStrike" cap="none" spc="0">
              <a:solidFill>
                <a:srgbClr val="000000"/>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527524010" name="object 3"/>
          <p:cNvSpPr txBox="1"/>
          <p:nvPr/>
        </p:nvSpPr>
        <p:spPr bwMode="auto">
          <a:xfrm>
            <a:off x="380997" y="888075"/>
            <a:ext cx="12366434" cy="1881713"/>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Warning</a:t>
            </a:r>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The Value shown by Quick Watch depends on the current debugging state and execution point.</a:t>
            </a:r>
            <a:endParaRPr lang="en-GB" sz="2400">
              <a:latin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058447156" name="object 3"/>
          <p:cNvSpPr txBox="1"/>
          <p:nvPr/>
        </p:nvSpPr>
        <p:spPr bwMode="auto">
          <a:xfrm>
            <a:off x="380997" y="888075"/>
            <a:ext cx="12378679" cy="449448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Comparison</a:t>
            </a:r>
            <a:endParaRPr/>
          </a:p>
          <a:p>
            <a:pPr marL="0" marR="0" indent="0" algn="l">
              <a:lnSpc>
                <a:spcPct val="100000"/>
              </a:lnSpc>
              <a:spcBef>
                <a:spcPts val="0"/>
              </a:spcBef>
              <a:spcAft>
                <a:spcPts val="0"/>
              </a:spcAft>
              <a:defRPr/>
            </a:pP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Autos Window</a:t>
            </a:r>
            <a:endParaRPr lang="en-GB" sz="2400" b="0" i="0" u="none" strike="noStrike" cap="none" spc="0">
              <a:solidFill>
                <a:srgbClr val="000000"/>
              </a:solidFill>
              <a:latin typeface="Comic Sans MS"/>
              <a:ea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 Automatically displays relevant Variables.</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 Changes as execution moves.</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 Useful for quickly observing the current program state.</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Quick Watch</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 Requires us to selec</a:t>
            </a:r>
            <a:r>
              <a:rPr lang="en-GB" sz="2400" b="0" i="0" u="none" strike="noStrike" cap="none" spc="0">
                <a:solidFill>
                  <a:srgbClr val="000000"/>
                </a:solidFill>
                <a:latin typeface="Comic Sans MS"/>
                <a:ea typeface="Comic Sans MS"/>
                <a:cs typeface="Comic Sans MS"/>
              </a:rPr>
              <a:t>t what we want to inspect.</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 Can evaluate specific Expressions.</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 Useful for investigating one particular Value or calculation.</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609924650" name="object 3"/>
          <p:cNvSpPr txBox="1"/>
          <p:nvPr/>
        </p:nvSpPr>
        <p:spPr bwMode="auto">
          <a:xfrm>
            <a:off x="380997" y="888075"/>
            <a:ext cx="12385152" cy="188920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Summary</a:t>
            </a:r>
            <a:endParaRPr lang="en-GB" sz="4000"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Autos shows relevant Values automatically.</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Quick Watch lets us manually inspect a specific Variable or Expression.</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grpSp>
        <p:nvGrpSpPr>
          <p:cNvPr id="2060045273" name="object 2"/>
          <p:cNvGrpSpPr/>
          <p:nvPr/>
        </p:nvGrpSpPr>
        <p:grpSpPr bwMode="auto">
          <a:xfrm>
            <a:off x="-10956" y="645358"/>
            <a:ext cx="13422156" cy="8767682"/>
            <a:chOff x="0" y="2209799"/>
            <a:chExt cx="7778750" cy="5081270"/>
          </a:xfrm>
        </p:grpSpPr>
        <p:pic>
          <p:nvPicPr>
            <p:cNvPr id="651066342" name="object 3"/>
            <p:cNvPicPr/>
            <p:nvPr/>
          </p:nvPicPr>
          <p:blipFill rotWithShape="1">
            <a:blip r:embed="rId3"/>
            <a:stretch/>
          </p:blipFill>
          <p:spPr bwMode="auto">
            <a:xfrm>
              <a:off x="0" y="2209799"/>
              <a:ext cx="7772398" cy="5081015"/>
            </a:xfrm>
            <a:prstGeom prst="rect">
              <a:avLst/>
            </a:prstGeom>
          </p:spPr>
        </p:pic>
        <p:sp>
          <p:nvSpPr>
            <p:cNvPr id="107642680" name="object 4"/>
            <p:cNvSpPr/>
            <p:nvPr/>
          </p:nvSpPr>
          <p:spPr bwMode="auto">
            <a:xfrm>
              <a:off x="60959" y="3901438"/>
              <a:ext cx="7711439" cy="1264919"/>
            </a:xfrm>
            <a:custGeom>
              <a:avLst/>
              <a:gdLst/>
              <a:ahLst/>
              <a:cxnLst/>
              <a:rect l="l" t="t" r="r" b="b"/>
              <a:pathLst>
                <a:path w="7711440" h="1264920" fill="norm" stroke="1" extrusionOk="0">
                  <a:moveTo>
                    <a:pt x="0" y="1264919"/>
                  </a:moveTo>
                  <a:lnTo>
                    <a:pt x="7711440" y="1264919"/>
                  </a:lnTo>
                  <a:lnTo>
                    <a:pt x="7711440" y="0"/>
                  </a:lnTo>
                  <a:lnTo>
                    <a:pt x="0" y="0"/>
                  </a:lnTo>
                  <a:lnTo>
                    <a:pt x="0" y="1264919"/>
                  </a:lnTo>
                  <a:close/>
                </a:path>
              </a:pathLst>
            </a:custGeom>
            <a:grpFill/>
            <a:ln w="12192">
              <a:solidFill>
                <a:srgbClr val="000000"/>
              </a:solidFill>
            </a:ln>
          </p:spPr>
          <p:txBody>
            <a:bodyPr wrap="square" lIns="0" tIns="0" rIns="0" bIns="0" rtlCol="0"/>
            <a:lstStyle/>
            <a:p>
              <a:pPr>
                <a:defRPr/>
              </a:pPr>
              <a:endParaRPr/>
            </a:p>
          </p:txBody>
        </p:sp>
      </p:grpSp>
      <p:sp>
        <p:nvSpPr>
          <p:cNvPr id="532615921" name="object 8"/>
          <p:cNvSpPr txBox="1"/>
          <p:nvPr/>
        </p:nvSpPr>
        <p:spPr bwMode="auto">
          <a:xfrm>
            <a:off x="13091697" y="12746337"/>
            <a:ext cx="182979" cy="352971"/>
          </a:xfrm>
          <a:prstGeom prst="rect">
            <a:avLst/>
          </a:prstGeom>
        </p:spPr>
        <p:txBody>
          <a:bodyPr vert="horz" wrap="square" lIns="0" tIns="20817" rIns="0" bIns="0" rtlCol="0">
            <a:spAutoFit/>
          </a:bodyPr>
          <a:lstStyle/>
          <a:p>
            <a:pPr marL="21913">
              <a:spcBef>
                <a:spcPts val="162"/>
              </a:spcBef>
              <a:defRPr/>
            </a:pPr>
            <a:r>
              <a:rPr sz="2150" spc="-85">
                <a:latin typeface="Calibri"/>
                <a:cs typeface="Calibri"/>
              </a:rPr>
              <a:t>2</a:t>
            </a:r>
            <a:endParaRPr sz="2150">
              <a:latin typeface="Calibri"/>
              <a:cs typeface="Calibri"/>
            </a:endParaRPr>
          </a:p>
        </p:txBody>
      </p:sp>
      <p:sp>
        <p:nvSpPr>
          <p:cNvPr id="370940806" name="object 30"/>
          <p:cNvSpPr txBox="1"/>
          <p:nvPr/>
        </p:nvSpPr>
        <p:spPr bwMode="auto">
          <a:xfrm flipH="0" flipV="0">
            <a:off x="106425" y="3084201"/>
            <a:ext cx="13279263" cy="2450824"/>
          </a:xfrm>
          <a:prstGeom prst="rect">
            <a:avLst/>
          </a:prstGeom>
          <a:ln w="12953">
            <a:noFill/>
          </a:ln>
        </p:spPr>
        <p:txBody>
          <a:bodyPr vert="horz" wrap="square" lIns="0" tIns="0" rIns="0" bIns="0" rtlCol="0">
            <a:spAutoFit/>
          </a:bodyPr>
          <a:lstStyle/>
          <a:p>
            <a:pPr marL="2786346" algn="ctr">
              <a:spcBef>
                <a:spcPts val="672"/>
              </a:spcBef>
              <a:defRPr/>
            </a:pPr>
            <a:r>
              <a:rPr lang="en-US" sz="4000" b="0" i="0" u="none" strike="noStrike" cap="none" spc="-15">
                <a:solidFill>
                  <a:srgbClr val="FFFFFF"/>
                </a:solidFill>
                <a:latin typeface="Comic Sans MS"/>
                <a:ea typeface="Comic Sans MS"/>
                <a:cs typeface="Comic Sans MS"/>
              </a:rPr>
              <a:t>Intoduction To Programming Using C++</a:t>
            </a:r>
            <a:endParaRPr/>
          </a:p>
          <a:p>
            <a:pPr marL="2786346" algn="ctr">
              <a:spcBef>
                <a:spcPts val="672"/>
              </a:spcBef>
              <a:defRPr/>
            </a:pPr>
            <a:r>
              <a:rPr lang="sv-SE" sz="2400" spc="-16">
                <a:solidFill>
                  <a:srgbClr val="FFFFFF"/>
                </a:solidFill>
                <a:latin typeface="Comic Sans MS"/>
                <a:cs typeface="Comic Sans MS"/>
              </a:rPr>
              <a:t>Level </a:t>
            </a:r>
            <a:r>
              <a:rPr sz="2400" spc="-15">
                <a:solidFill>
                  <a:srgbClr val="FFFFFF"/>
                </a:solidFill>
                <a:latin typeface="Comic Sans MS"/>
                <a:cs typeface="Comic Sans MS"/>
              </a:rPr>
              <a:t>2</a:t>
            </a:r>
            <a:endParaRPr/>
          </a:p>
          <a:p>
            <a:pPr marL="2786346" algn="ctr">
              <a:spcBef>
                <a:spcPts val="670"/>
              </a:spcBef>
              <a:defRPr/>
            </a:pPr>
            <a:r>
              <a:rPr lang="en-US" sz="4000" b="1" i="0" u="none" strike="noStrike" cap="none" spc="0">
                <a:solidFill>
                  <a:srgbClr val="FFCE53"/>
                </a:solidFill>
                <a:latin typeface="Comic Sans MS"/>
                <a:ea typeface="Comic Sans MS"/>
                <a:cs typeface="Comic Sans MS"/>
              </a:rPr>
              <a:t>#06 Changing Values in Debugging</a:t>
            </a:r>
            <a:endParaRPr lang="en-US" sz="4000" b="1" i="0" u="none" strike="noStrike" cap="none" spc="0">
              <a:solidFill>
                <a:srgbClr val="FFCE53"/>
              </a:solidFill>
              <a:latin typeface="Comic Sans MS"/>
              <a:ea typeface="Comic Sans MS"/>
              <a:cs typeface="Comic Sans MS"/>
            </a:endParaRPr>
          </a:p>
          <a:p>
            <a:pPr marL="2786346" algn="ctr">
              <a:spcBef>
                <a:spcPts val="670"/>
              </a:spcBef>
              <a:defRPr/>
            </a:pPr>
            <a:r>
              <a:rPr lang="en-US" sz="4000" b="1" i="0" u="none" strike="noStrike" cap="none" spc="0">
                <a:solidFill>
                  <a:srgbClr val="FFCE53"/>
                </a:solidFill>
                <a:latin typeface="Comic Sans MS"/>
                <a:ea typeface="Comic Sans MS"/>
                <a:cs typeface="Comic Sans MS"/>
              </a:rPr>
              <a:t>Mode</a:t>
            </a:r>
            <a:endParaRPr lang="en-US" sz="4000" b="1" i="0" u="none" strike="noStrike" cap="none" spc="0">
              <a:solidFill>
                <a:srgbClr val="FFCE53"/>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807939815" name="object 3"/>
          <p:cNvSpPr txBox="1"/>
          <p:nvPr/>
        </p:nvSpPr>
        <p:spPr bwMode="auto">
          <a:xfrm>
            <a:off x="380997" y="888075"/>
            <a:ext cx="12368952" cy="2254967"/>
          </a:xfrm>
          <a:prstGeom prst="rect">
            <a:avLst/>
          </a:prstGeom>
        </p:spPr>
        <p:txBody>
          <a:bodyPr vert="horz" wrap="square" lIns="0" tIns="154491" rIns="0" bIns="0" rtlCol="0">
            <a:spAutoFit/>
          </a:bodyPr>
          <a:lstStyle/>
          <a:p>
            <a:pPr>
              <a:defRPr/>
            </a:pPr>
            <a:r>
              <a:rPr lang="en-GB" sz="4000" b="1" spc="-16">
                <a:solidFill>
                  <a:schemeClr val="tx1"/>
                </a:solidFill>
                <a:latin typeface="Comic Sans MS"/>
                <a:cs typeface="Comic Sans MS"/>
              </a:rPr>
              <a:t>🔎 Definition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During debugging, we can inspect and sometimes modify the Values of Variables while the program is paused.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This allows us to test different scenarios without changing the source code.</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643775208" name="object 3"/>
          <p:cNvSpPr txBox="1"/>
          <p:nvPr/>
        </p:nvSpPr>
        <p:spPr bwMode="auto">
          <a:xfrm>
            <a:off x="380997" y="888075"/>
            <a:ext cx="12387673" cy="3001474"/>
          </a:xfrm>
          <a:prstGeom prst="rect">
            <a:avLst/>
          </a:prstGeom>
        </p:spPr>
        <p:txBody>
          <a:bodyPr vert="horz" wrap="square" lIns="0" tIns="154491" rIns="0" bIns="0" rtlCol="0">
            <a:spAutoFit/>
          </a:bodyPr>
          <a:lstStyle/>
          <a:p>
            <a:pPr marL="0" marR="0" indent="0" algn="l">
              <a:lnSpc>
                <a:spcPct val="100000"/>
              </a:lnSpc>
              <a:spcBef>
                <a:spcPts val="0"/>
              </a:spcBef>
              <a:spcAft>
                <a:spcPts val="0"/>
              </a:spcAft>
              <a:defRPr/>
            </a:pPr>
            <a:r>
              <a:rPr lang="en-GB" sz="4000" b="1" spc="-16">
                <a:solidFill>
                  <a:schemeClr val="tx1"/>
                </a:solidFill>
                <a:latin typeface="Comic Sans MS"/>
                <a:cs typeface="Comic Sans MS"/>
              </a:rPr>
              <a:t>📖 Explanation</a:t>
            </a:r>
            <a:endParaRPr lang="en-GB" sz="2400" b="0" i="0" u="none" strike="noStrike" cap="none" spc="0">
              <a:solidFill>
                <a:srgbClr val="000000"/>
              </a:solidFill>
              <a:latin typeface="Comic Sans MS"/>
              <a:ea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debugger allows us to see the current state of Variables.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 supported situations, we can change a Variable's Value while execution is paused.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This can be useful for testing how the program behaves with different Values.</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Values can be modified through debugging windows such as the Autos Window or Watch Window.</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095763222" name="object 3"/>
          <p:cNvSpPr txBox="1"/>
          <p:nvPr/>
        </p:nvSpPr>
        <p:spPr bwMode="auto">
          <a:xfrm>
            <a:off x="380997" y="888075"/>
            <a:ext cx="12390192" cy="3382220"/>
          </a:xfrm>
          <a:prstGeom prst="rect">
            <a:avLst/>
          </a:prstGeom>
        </p:spPr>
        <p:txBody>
          <a:bodyPr vert="horz" wrap="square" lIns="0" tIns="154491" rIns="0" bIns="0" rtlCol="0">
            <a:spAutoFit/>
          </a:bodyPr>
          <a:lstStyle/>
          <a:p>
            <a:pPr marL="0" marR="0" lvl="0" indent="0" defTabSz="914400">
              <a:lnSpc>
                <a:spcPct val="100000"/>
              </a:lnSpc>
              <a:spcBef>
                <a:spcPts val="0"/>
              </a:spcBef>
              <a:spcAft>
                <a:spcPts val="0"/>
              </a:spcAft>
              <a:buClrTx/>
              <a:buSzTx/>
              <a:buFontTx/>
              <a:buNone/>
              <a:defRPr/>
            </a:pPr>
            <a:r>
              <a:rPr lang="en-GB" sz="4000" b="1" spc="-16">
                <a:solidFill>
                  <a:prstClr val="black"/>
                </a:solidFill>
                <a:latin typeface="Comic Sans MS"/>
              </a:rPr>
              <a:t>🟦 </a:t>
            </a:r>
            <a:r>
              <a:rPr lang="en-GB" sz="4000" b="1" i="0" u="none" strike="noStrike" cap="none" spc="-16">
                <a:solidFill>
                  <a:prstClr val="black"/>
                </a:solidFill>
                <a:latin typeface="Comic Sans MS"/>
                <a:ea typeface="Comic Sans MS"/>
                <a:cs typeface="Comic Sans MS"/>
              </a:rPr>
              <a:t>Procedures</a:t>
            </a:r>
            <a:endParaRPr lang="en-GB" sz="4000"/>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1️⃣ Start Debugging.</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2️⃣ Stop the program at a Breakpoint.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3️⃣ Find the Variable in the Autos Window or Watch Window.</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4️⃣ Edit the current Value.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5️⃣ Continue program execution.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6️⃣ Observe how the program behaves with the new Value.</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623921032" name="object 3"/>
          <p:cNvSpPr txBox="1"/>
          <p:nvPr/>
        </p:nvSpPr>
        <p:spPr bwMode="auto">
          <a:xfrm>
            <a:off x="380997" y="888075"/>
            <a:ext cx="12374719" cy="4258647"/>
          </a:xfrm>
          <a:prstGeom prst="rect">
            <a:avLst/>
          </a:prstGeom>
        </p:spPr>
        <p:txBody>
          <a:bodyPr vert="horz" wrap="square" lIns="0" tIns="154491" rIns="0" bIns="0" rtlCol="0">
            <a:spAutoFit/>
          </a:bodyPr>
          <a:lstStyle/>
          <a:p>
            <a:pPr>
              <a:defRPr/>
            </a:pPr>
            <a:r>
              <a:rPr sz="4000" b="1">
                <a:latin typeface="Comic Sans MS"/>
              </a:rPr>
              <a:t>💡 </a:t>
            </a:r>
            <a:r>
              <a:rPr lang="sv-SE" sz="4000" b="1">
                <a:latin typeface="Comic Sans MS"/>
              </a:rPr>
              <a:t>Example</a:t>
            </a:r>
            <a:endParaRPr lang="en-GB" sz="4000" b="1"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Suppose we have: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age = 20;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debugger is paused before a condition checks age.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can temporarily change age to 30.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Then continue execution and observe how the program behaves.</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Result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can test different Values and scenarios without modifying the source code.</a:t>
            </a:r>
            <a:endParaRPr lang="en-GB" sz="2400" b="0" i="0" u="none" strike="noStrike" cap="none" spc="0">
              <a:solidFill>
                <a:srgbClr val="000000"/>
              </a:solidFill>
              <a:latin typeface="Comic Sans MS"/>
              <a:cs typeface="Comic Sans MS"/>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605808115" name="object 3"/>
          <p:cNvSpPr txBox="1"/>
          <p:nvPr/>
        </p:nvSpPr>
        <p:spPr bwMode="auto">
          <a:xfrm>
            <a:off x="380997" y="888075"/>
            <a:ext cx="12366441" cy="2034114"/>
          </a:xfrm>
          <a:prstGeom prst="rect">
            <a:avLst/>
          </a:prstGeom>
        </p:spPr>
        <p:txBody>
          <a:bodyPr vert="horz" wrap="square" lIns="0" tIns="154491" rIns="0" bIns="0" rtlCol="0">
            <a:spAutoFit/>
          </a:bodyPr>
          <a:lstStyle/>
          <a:p>
            <a:pPr>
              <a:defRPr/>
            </a:pPr>
            <a:r>
              <a:rPr sz="4000"/>
              <a:t>📌</a:t>
            </a:r>
            <a:r>
              <a:rPr lang="en-GB" sz="4000" b="1" spc="-16">
                <a:solidFill>
                  <a:schemeClr val="tx1"/>
                </a:solidFill>
                <a:latin typeface="Comic Sans MS"/>
              </a:rPr>
              <a:t> Note</a:t>
            </a:r>
            <a:endParaRPr lang="en-GB" sz="4000" b="1" spc="-16">
              <a:solidFill>
                <a:schemeClr val="tx1"/>
              </a:solidFill>
              <a:latin typeface="Comic Sans MS"/>
            </a:endParaRPr>
          </a:p>
          <a:p>
            <a:pPr>
              <a:defRPr/>
            </a:pPr>
            <a:endParaRPr/>
          </a:p>
          <a:p>
            <a:pPr>
              <a:defRPr/>
            </a:pPr>
            <a:endParaRPr lang="en-GB" sz="2400" b="0" i="0" u="none" strike="noStrike" cap="none" spc="0">
              <a:solidFill>
                <a:srgbClr val="000000"/>
              </a:solidFill>
              <a:latin typeface="Comic Sans MS"/>
              <a:ea typeface="Comic Sans MS"/>
              <a:cs typeface="Comic Sans MS"/>
            </a:endParaRPr>
          </a:p>
          <a:p>
            <a:pPr>
              <a:defRPr/>
            </a:pPr>
            <a:r>
              <a:rPr lang="en-GB" sz="2400" b="0" i="0" u="none" strike="noStrike" cap="none" spc="0">
                <a:solidFill>
                  <a:srgbClr val="000000"/>
                </a:solidFill>
                <a:latin typeface="Comic Sans MS"/>
                <a:ea typeface="Comic Sans MS"/>
                <a:cs typeface="Comic Sans MS"/>
              </a:rPr>
              <a:t>🔹 Changes made during debugging are generally temporary and are not the same as changing the source code.</a:t>
            </a:r>
            <a:endParaRPr lang="en-GB" sz="2400" b="0" i="0" u="none" strike="noStrike" cap="none" spc="0">
              <a:solidFill>
                <a:srgbClr val="000000"/>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824936039" name="object 3"/>
          <p:cNvSpPr txBox="1"/>
          <p:nvPr/>
        </p:nvSpPr>
        <p:spPr bwMode="auto">
          <a:xfrm>
            <a:off x="380997" y="888075"/>
            <a:ext cx="12366794" cy="188920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Warning</a:t>
            </a:r>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Not every Variable or situation can be modified during debugging.</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Some Values may be read-only, optimized, unavailable, or otherwise restricted.</a:t>
            </a:r>
            <a:endParaRPr lang="en-GB" sz="2400">
              <a:latin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67293183" name="object 3"/>
          <p:cNvSpPr txBox="1"/>
          <p:nvPr/>
        </p:nvSpPr>
        <p:spPr bwMode="auto">
          <a:xfrm>
            <a:off x="380997" y="888075"/>
            <a:ext cx="12385511" cy="188920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Summary</a:t>
            </a:r>
            <a:endParaRPr lang="en-GB" sz="4000"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Debugging allows us to inspect Variable Values.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can sometimes modify Values while the program is paused.</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grpSp>
        <p:nvGrpSpPr>
          <p:cNvPr id="668318867" name="object 2"/>
          <p:cNvGrpSpPr/>
          <p:nvPr/>
        </p:nvGrpSpPr>
        <p:grpSpPr bwMode="auto">
          <a:xfrm>
            <a:off x="-10956" y="645358"/>
            <a:ext cx="13422156" cy="8767682"/>
            <a:chOff x="0" y="2209799"/>
            <a:chExt cx="7778750" cy="5081270"/>
          </a:xfrm>
        </p:grpSpPr>
        <p:pic>
          <p:nvPicPr>
            <p:cNvPr id="613228085" name="object 3"/>
            <p:cNvPicPr/>
            <p:nvPr/>
          </p:nvPicPr>
          <p:blipFill rotWithShape="1">
            <a:blip r:embed="rId3"/>
            <a:stretch/>
          </p:blipFill>
          <p:spPr bwMode="auto">
            <a:xfrm>
              <a:off x="0" y="2209799"/>
              <a:ext cx="7772398" cy="5081015"/>
            </a:xfrm>
            <a:prstGeom prst="rect">
              <a:avLst/>
            </a:prstGeom>
          </p:spPr>
        </p:pic>
        <p:sp>
          <p:nvSpPr>
            <p:cNvPr id="346099163" name="object 4"/>
            <p:cNvSpPr/>
            <p:nvPr/>
          </p:nvSpPr>
          <p:spPr bwMode="auto">
            <a:xfrm>
              <a:off x="60959" y="3901438"/>
              <a:ext cx="7711439" cy="1264919"/>
            </a:xfrm>
            <a:custGeom>
              <a:avLst/>
              <a:gdLst/>
              <a:ahLst/>
              <a:cxnLst/>
              <a:rect l="l" t="t" r="r" b="b"/>
              <a:pathLst>
                <a:path w="7711440" h="1264920" fill="norm" stroke="1" extrusionOk="0">
                  <a:moveTo>
                    <a:pt x="0" y="1264919"/>
                  </a:moveTo>
                  <a:lnTo>
                    <a:pt x="7711440" y="1264919"/>
                  </a:lnTo>
                  <a:lnTo>
                    <a:pt x="7711440" y="0"/>
                  </a:lnTo>
                  <a:lnTo>
                    <a:pt x="0" y="0"/>
                  </a:lnTo>
                  <a:lnTo>
                    <a:pt x="0" y="1264919"/>
                  </a:lnTo>
                  <a:close/>
                </a:path>
              </a:pathLst>
            </a:custGeom>
            <a:grpFill/>
            <a:ln w="12192">
              <a:solidFill>
                <a:srgbClr val="000000"/>
              </a:solidFill>
            </a:ln>
          </p:spPr>
          <p:txBody>
            <a:bodyPr wrap="square" lIns="0" tIns="0" rIns="0" bIns="0" rtlCol="0"/>
            <a:lstStyle/>
            <a:p>
              <a:pPr>
                <a:defRPr/>
              </a:pPr>
              <a:endParaRPr/>
            </a:p>
          </p:txBody>
        </p:sp>
      </p:grpSp>
      <p:sp>
        <p:nvSpPr>
          <p:cNvPr id="1703254544" name="object 8"/>
          <p:cNvSpPr txBox="1"/>
          <p:nvPr/>
        </p:nvSpPr>
        <p:spPr bwMode="auto">
          <a:xfrm>
            <a:off x="13091697" y="12746337"/>
            <a:ext cx="182979" cy="352971"/>
          </a:xfrm>
          <a:prstGeom prst="rect">
            <a:avLst/>
          </a:prstGeom>
        </p:spPr>
        <p:txBody>
          <a:bodyPr vert="horz" wrap="square" lIns="0" tIns="20817" rIns="0" bIns="0" rtlCol="0">
            <a:spAutoFit/>
          </a:bodyPr>
          <a:lstStyle/>
          <a:p>
            <a:pPr marL="21913">
              <a:spcBef>
                <a:spcPts val="162"/>
              </a:spcBef>
              <a:defRPr/>
            </a:pPr>
            <a:r>
              <a:rPr sz="2150" spc="-85">
                <a:latin typeface="Calibri"/>
                <a:cs typeface="Calibri"/>
              </a:rPr>
              <a:t>2</a:t>
            </a:r>
            <a:endParaRPr sz="2150">
              <a:latin typeface="Calibri"/>
              <a:cs typeface="Calibri"/>
            </a:endParaRPr>
          </a:p>
        </p:txBody>
      </p:sp>
      <p:sp>
        <p:nvSpPr>
          <p:cNvPr id="1623628524" name="object 30"/>
          <p:cNvSpPr txBox="1"/>
          <p:nvPr/>
        </p:nvSpPr>
        <p:spPr bwMode="auto">
          <a:xfrm flipH="0" flipV="0">
            <a:off x="106425" y="3084201"/>
            <a:ext cx="13283223" cy="2450824"/>
          </a:xfrm>
          <a:prstGeom prst="rect">
            <a:avLst/>
          </a:prstGeom>
          <a:ln w="12953">
            <a:noFill/>
          </a:ln>
        </p:spPr>
        <p:txBody>
          <a:bodyPr vert="horz" wrap="square" lIns="0" tIns="0" rIns="0" bIns="0" rtlCol="0">
            <a:spAutoFit/>
          </a:bodyPr>
          <a:lstStyle/>
          <a:p>
            <a:pPr marL="2786346" algn="ctr">
              <a:spcBef>
                <a:spcPts val="672"/>
              </a:spcBef>
              <a:defRPr/>
            </a:pPr>
            <a:r>
              <a:rPr lang="en-US" sz="4000" b="0" i="0" u="none" strike="noStrike" cap="none" spc="-15">
                <a:solidFill>
                  <a:srgbClr val="FFFFFF"/>
                </a:solidFill>
                <a:latin typeface="Comic Sans MS"/>
                <a:ea typeface="Comic Sans MS"/>
                <a:cs typeface="Comic Sans MS"/>
              </a:rPr>
              <a:t>Intoduction To Programming Using C++</a:t>
            </a:r>
            <a:endParaRPr/>
          </a:p>
          <a:p>
            <a:pPr marL="2786346" algn="ctr">
              <a:spcBef>
                <a:spcPts val="672"/>
              </a:spcBef>
              <a:defRPr/>
            </a:pPr>
            <a:r>
              <a:rPr lang="sv-SE" sz="2400" spc="-16">
                <a:solidFill>
                  <a:srgbClr val="FFFFFF"/>
                </a:solidFill>
                <a:latin typeface="Comic Sans MS"/>
                <a:cs typeface="Comic Sans MS"/>
              </a:rPr>
              <a:t>Level </a:t>
            </a:r>
            <a:r>
              <a:rPr sz="2400" spc="-15">
                <a:solidFill>
                  <a:srgbClr val="FFFFFF"/>
                </a:solidFill>
                <a:latin typeface="Comic Sans MS"/>
                <a:cs typeface="Comic Sans MS"/>
              </a:rPr>
              <a:t>2</a:t>
            </a:r>
            <a:endParaRPr/>
          </a:p>
          <a:p>
            <a:pPr marL="2786346" algn="ctr">
              <a:spcBef>
                <a:spcPts val="670"/>
              </a:spcBef>
              <a:defRPr/>
            </a:pPr>
            <a:r>
              <a:rPr lang="en-US" sz="4000" b="1" i="0" u="none" strike="noStrike" cap="none" spc="0">
                <a:solidFill>
                  <a:srgbClr val="FFCE53"/>
                </a:solidFill>
                <a:latin typeface="Comic Sans MS"/>
                <a:ea typeface="Comic Sans MS"/>
                <a:cs typeface="Comic Sans MS"/>
              </a:rPr>
              <a:t>#07 Step Into / Step Over</a:t>
            </a:r>
            <a:endParaRPr lang="en-US" sz="4000" b="1" i="0" u="none" strike="noStrike" cap="none" spc="0">
              <a:solidFill>
                <a:srgbClr val="FFCE53"/>
              </a:solidFill>
              <a:latin typeface="Comic Sans MS"/>
              <a:ea typeface="Comic Sans MS"/>
              <a:cs typeface="Comic Sans MS"/>
            </a:endParaRPr>
          </a:p>
          <a:p>
            <a:pPr marL="2786346" algn="ctr">
              <a:spcBef>
                <a:spcPts val="670"/>
              </a:spcBef>
              <a:defRPr/>
            </a:pPr>
            <a:r>
              <a:rPr lang="en-US" sz="4000" b="1" i="0" u="none" strike="noStrike" cap="none" spc="0">
                <a:solidFill>
                  <a:srgbClr val="FFCE53"/>
                </a:solidFill>
                <a:latin typeface="Comic Sans MS"/>
                <a:ea typeface="Comic Sans MS"/>
                <a:cs typeface="Comic Sans MS"/>
              </a:rPr>
              <a:t>Step Out</a:t>
            </a:r>
            <a:endParaRPr lang="en-US" sz="4000" b="1" i="0" u="none" strike="noStrike" cap="none" spc="0">
              <a:solidFill>
                <a:srgbClr val="FFCE53"/>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844197060" name="object 3"/>
          <p:cNvSpPr txBox="1"/>
          <p:nvPr/>
        </p:nvSpPr>
        <p:spPr bwMode="auto">
          <a:xfrm>
            <a:off x="380997" y="888075"/>
            <a:ext cx="12369312" cy="1881713"/>
          </a:xfrm>
          <a:prstGeom prst="rect">
            <a:avLst/>
          </a:prstGeom>
        </p:spPr>
        <p:txBody>
          <a:bodyPr vert="horz" wrap="square" lIns="0" tIns="154491" rIns="0" bIns="0" rtlCol="0">
            <a:spAutoFit/>
          </a:bodyPr>
          <a:lstStyle/>
          <a:p>
            <a:pPr>
              <a:defRPr/>
            </a:pPr>
            <a:r>
              <a:rPr lang="en-GB" sz="4000" b="1" spc="-16">
                <a:solidFill>
                  <a:schemeClr val="tx1"/>
                </a:solidFill>
                <a:latin typeface="Comic Sans MS"/>
                <a:cs typeface="Comic Sans MS"/>
              </a:rPr>
              <a:t>🔎 Definition</a:t>
            </a:r>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Into, Step Over, and Step Out are debugging commands used to control how the debugger moves through the code.</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792764911" name="object 3"/>
          <p:cNvSpPr txBox="1"/>
          <p:nvPr/>
        </p:nvSpPr>
        <p:spPr bwMode="auto">
          <a:xfrm>
            <a:off x="380997" y="888075"/>
            <a:ext cx="12388033" cy="7450540"/>
          </a:xfrm>
          <a:prstGeom prst="rect">
            <a:avLst/>
          </a:prstGeom>
        </p:spPr>
        <p:txBody>
          <a:bodyPr vert="horz" wrap="square" lIns="0" tIns="154491" rIns="0" bIns="0" rtlCol="0">
            <a:spAutoFit/>
          </a:bodyPr>
          <a:lstStyle/>
          <a:p>
            <a:pPr marL="0" marR="0" indent="0" algn="l">
              <a:lnSpc>
                <a:spcPct val="100000"/>
              </a:lnSpc>
              <a:spcBef>
                <a:spcPts val="0"/>
              </a:spcBef>
              <a:spcAft>
                <a:spcPts val="0"/>
              </a:spcAft>
              <a:defRPr/>
            </a:pPr>
            <a:r>
              <a:rPr lang="en-GB" sz="4000" b="1" spc="-16">
                <a:solidFill>
                  <a:schemeClr val="tx1"/>
                </a:solidFill>
                <a:latin typeface="Comic Sans MS"/>
                <a:cs typeface="Comic Sans MS"/>
              </a:rPr>
              <a:t>📖 Explanation</a:t>
            </a:r>
            <a:endParaRPr lang="en-GB" sz="2400" b="0" i="0" u="none" strike="noStrike" cap="none" spc="0">
              <a:solidFill>
                <a:srgbClr val="000000"/>
              </a:solidFill>
              <a:latin typeface="Comic Sans MS"/>
              <a:ea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Into</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Step Into executes the current statement and enters a called Function when possible.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It allows us to investigate the internal details of a Function.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It can move through Variable assignments, conditions, loops, and Function Calls step by step.</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Over</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Step Over executes the current statement.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If the statement contains a Function Call, the debugger executes the Function without entering its internal lines.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Execution then moves to the next statement in the current Function.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Out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Step Out is used when we are currently inside a Function.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It executes the remaining part of the current Function and returns to the calling code.</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 It is useful when we no longer need to inspect the internal details of the current Function.</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016145264" name="object 3"/>
          <p:cNvSpPr txBox="1"/>
          <p:nvPr/>
        </p:nvSpPr>
        <p:spPr bwMode="auto">
          <a:xfrm>
            <a:off x="380997" y="888075"/>
            <a:ext cx="12390552" cy="3747980"/>
          </a:xfrm>
          <a:prstGeom prst="rect">
            <a:avLst/>
          </a:prstGeom>
        </p:spPr>
        <p:txBody>
          <a:bodyPr vert="horz" wrap="square" lIns="0" tIns="154491" rIns="0" bIns="0" rtlCol="0">
            <a:spAutoFit/>
          </a:bodyPr>
          <a:lstStyle/>
          <a:p>
            <a:pPr marL="0" marR="0" lvl="0" indent="0" defTabSz="914400">
              <a:lnSpc>
                <a:spcPct val="100000"/>
              </a:lnSpc>
              <a:spcBef>
                <a:spcPts val="0"/>
              </a:spcBef>
              <a:spcAft>
                <a:spcPts val="0"/>
              </a:spcAft>
              <a:buClrTx/>
              <a:buSzTx/>
              <a:buFontTx/>
              <a:buNone/>
              <a:defRPr/>
            </a:pPr>
            <a:r>
              <a:rPr lang="en-GB" sz="4000" b="1" spc="-16">
                <a:solidFill>
                  <a:prstClr val="black"/>
                </a:solidFill>
                <a:latin typeface="Comic Sans MS"/>
              </a:rPr>
              <a:t>🟦 </a:t>
            </a:r>
            <a:r>
              <a:rPr lang="en-GB" sz="4000" b="1" i="0" u="none" strike="noStrike" cap="none" spc="-16">
                <a:solidFill>
                  <a:prstClr val="black"/>
                </a:solidFill>
                <a:latin typeface="Comic Sans MS"/>
                <a:ea typeface="Comic Sans MS"/>
                <a:cs typeface="Comic Sans MS"/>
              </a:rPr>
              <a:t>Procedures</a:t>
            </a:r>
            <a:endParaRPr lang="en-GB" sz="4000"/>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1️⃣ Use Step Into when you want to investigate inside a Function.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2️⃣ Use Step Over when you want to execute a Function Call without entering it.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3️⃣ Use Step Out when you are inside a Function and want to return to the calling Function.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4️⃣ Use F11 for Step Into.</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5️⃣ Use F10 for Step Over.</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6️⃣ Use Shift + F11 for Step Out.</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038525267" name="object 3"/>
          <p:cNvSpPr txBox="1"/>
          <p:nvPr/>
        </p:nvSpPr>
        <p:spPr bwMode="auto">
          <a:xfrm>
            <a:off x="380997" y="888075"/>
            <a:ext cx="12375079" cy="5355927"/>
          </a:xfrm>
          <a:prstGeom prst="rect">
            <a:avLst/>
          </a:prstGeom>
        </p:spPr>
        <p:txBody>
          <a:bodyPr vert="horz" wrap="square" lIns="0" tIns="154491" rIns="0" bIns="0" rtlCol="0">
            <a:spAutoFit/>
          </a:bodyPr>
          <a:lstStyle/>
          <a:p>
            <a:pPr>
              <a:defRPr/>
            </a:pPr>
            <a:r>
              <a:rPr sz="4000" b="1">
                <a:latin typeface="Comic Sans MS"/>
              </a:rPr>
              <a:t>💡 </a:t>
            </a:r>
            <a:r>
              <a:rPr lang="sv-SE" sz="4000" b="1">
                <a:latin typeface="Comic Sans MS"/>
              </a:rPr>
              <a:t>Example</a:t>
            </a:r>
            <a:endParaRPr lang="en-GB" sz="4000" b="1"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Suppose we have: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int result = CalculateSum(10, 20);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If we use Step Into, the debugger can enter CalculateSum() and show its internal execution.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If we use Step Over, CalculateSum() is executed as one step without entering its internal code.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If we are already inside CalculateSum() and use Step Out, the debugger finishes the current Function and returns to the calling code.</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Result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We can control how deeply we move through the code during debugging.</a:t>
            </a:r>
            <a:r>
              <a:rPr lang="en-GB" sz="2400" b="0" i="0" u="none" strike="noStrike" cap="none" spc="0">
                <a:solidFill>
                  <a:srgbClr val="000000"/>
                </a:solidFill>
                <a:latin typeface="Comic Sans MS"/>
                <a:ea typeface="Comic Sans MS"/>
                <a:cs typeface="Comic Sans MS"/>
              </a:rPr>
              <a:t>.</a:t>
            </a:r>
            <a:endParaRPr lang="en-GB" sz="2400" b="0" i="0" u="none" strike="noStrike" cap="none" spc="0">
              <a:solidFill>
                <a:srgbClr val="000000"/>
              </a:solidFill>
              <a:latin typeface="Comic Sans MS"/>
              <a:cs typeface="Comic Sans MS"/>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80491746" name="object 3"/>
          <p:cNvSpPr txBox="1"/>
          <p:nvPr/>
        </p:nvSpPr>
        <p:spPr bwMode="auto">
          <a:xfrm>
            <a:off x="380997" y="888075"/>
            <a:ext cx="12366801" cy="2467604"/>
          </a:xfrm>
          <a:prstGeom prst="rect">
            <a:avLst/>
          </a:prstGeom>
        </p:spPr>
        <p:txBody>
          <a:bodyPr vert="horz" wrap="square" lIns="0" tIns="154491" rIns="0" bIns="0" rtlCol="0">
            <a:spAutoFit/>
          </a:bodyPr>
          <a:lstStyle/>
          <a:p>
            <a:pPr>
              <a:defRPr/>
            </a:pPr>
            <a:r>
              <a:rPr sz="4000"/>
              <a:t>📌</a:t>
            </a:r>
            <a:r>
              <a:rPr lang="en-GB" sz="4000" b="1" spc="-16">
                <a:solidFill>
                  <a:schemeClr val="tx1"/>
                </a:solidFill>
                <a:latin typeface="Comic Sans MS"/>
              </a:rPr>
              <a:t> Note</a:t>
            </a:r>
            <a:endParaRPr lang="en-GB" sz="4000" b="1" spc="-16">
              <a:solidFill>
                <a:schemeClr val="tx1"/>
              </a:solidFill>
              <a:latin typeface="Comic Sans MS"/>
            </a:endParaRPr>
          </a:p>
          <a:p>
            <a:pPr>
              <a:defRPr/>
            </a:pPr>
            <a:endParaRPr/>
          </a:p>
          <a:p>
            <a:pPr>
              <a:defRPr/>
            </a:pPr>
            <a:endParaRPr lang="en-GB" sz="2400" b="0" i="0" u="none" strike="noStrike" cap="none" spc="0">
              <a:solidFill>
                <a:srgbClr val="000000"/>
              </a:solidFill>
              <a:latin typeface="Comic Sans MS"/>
              <a:ea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Into → F11</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Over → F10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Out → Shift + F11</a:t>
            </a:r>
            <a:endParaRPr lang="en-GB" sz="2400" b="0" i="0" u="none" strike="noStrike" cap="none" spc="0">
              <a:solidFill>
                <a:srgbClr val="000000"/>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802263101" name="object 3"/>
          <p:cNvSpPr txBox="1"/>
          <p:nvPr/>
        </p:nvSpPr>
        <p:spPr bwMode="auto">
          <a:xfrm>
            <a:off x="380997" y="888075"/>
            <a:ext cx="12402074" cy="2254967"/>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Warning</a:t>
            </a:r>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Step Into can take us into library or framework code that we may not need to inspect.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 such cases, Step Over can make debugging easier.</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323037071" name="object 3"/>
          <p:cNvSpPr txBox="1"/>
          <p:nvPr/>
        </p:nvSpPr>
        <p:spPr bwMode="auto">
          <a:xfrm>
            <a:off x="380997" y="888075"/>
            <a:ext cx="12408559" cy="6353260"/>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Comparison</a:t>
            </a:r>
            <a:endParaRPr/>
          </a:p>
          <a:p>
            <a:pPr marL="0" marR="0" indent="0" algn="l">
              <a:lnSpc>
                <a:spcPct val="100000"/>
              </a:lnSpc>
              <a:spcBef>
                <a:spcPts val="0"/>
              </a:spcBef>
              <a:spcAft>
                <a:spcPts val="0"/>
              </a:spcAft>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Into</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Goes inside a Function Call.</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Shows the internal execution of the Function.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Useful when we need to understand what happens inside a Function.</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Over</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Executes a Function Call without entering it.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Keeps us in the current Function.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Useful when the Function's internal implementation is not relevant.</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Out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Used when we are already inside a Function.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Finishes the current Function and returns to the caller.</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 Useful when we want to leave the current Function quickly</a:t>
            </a:r>
            <a:r>
              <a:rPr sz="2400" b="0" i="0" u="none" strike="noStrike" cap="none" spc="0">
                <a:solidFill>
                  <a:srgbClr val="000000"/>
                </a:solidFill>
                <a:latin typeface="Comic Sans MS"/>
                <a:ea typeface="Comic Sans MS"/>
                <a:cs typeface="Comic Sans MS"/>
              </a:rPr>
              <a:t>.</a:t>
            </a:r>
            <a:endParaRPr lang="en-US" sz="1000" b="0" i="0" u="none" strike="noStrike" cap="none" spc="0">
              <a:solidFill>
                <a:srgbClr val="000000"/>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373751909" name="object 3"/>
          <p:cNvSpPr txBox="1"/>
          <p:nvPr/>
        </p:nvSpPr>
        <p:spPr bwMode="auto">
          <a:xfrm>
            <a:off x="380997" y="888075"/>
            <a:ext cx="12385872" cy="2315205"/>
          </a:xfrm>
          <a:prstGeom prst="rect">
            <a:avLst/>
          </a:prstGeom>
        </p:spPr>
        <p:txBody>
          <a:bodyPr vert="horz" wrap="square" lIns="0" tIns="154491" rIns="0" bIns="0" rtlCol="0">
            <a:spAutoFit/>
          </a:bodyPr>
          <a:lstStyle/>
          <a:p>
            <a:pPr>
              <a:defRPr/>
            </a:pPr>
            <a:r>
              <a:rPr lang="en-GB" sz="4000" b="1" spc="-16">
                <a:solidFill>
                  <a:schemeClr val="tx1"/>
                </a:solidFill>
                <a:latin typeface="Comic Sans MS"/>
              </a:rPr>
              <a:t>✨ Summary</a:t>
            </a:r>
            <a:endParaRPr lang="en-GB" sz="4000" spc="-16">
              <a:solidFill>
                <a:schemeClr val="tx1"/>
              </a:solidFill>
              <a:latin typeface="Comic Sans MS"/>
            </a:endParaRPr>
          </a:p>
          <a:p>
            <a:pPr>
              <a:defRPr/>
            </a:pPr>
            <a:endParaRPr lang="en-GB" sz="2400" spc="-16">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Step Into → Go inside the Function.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Over → Execute the Function without going inside it.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Step Out → Leave the current Function and return to the caller.</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7341235" name="object 4"/>
          <p:cNvSpPr txBox="1"/>
          <p:nvPr/>
        </p:nvSpPr>
        <p:spPr bwMode="auto">
          <a:xfrm>
            <a:off x="0" y="4712874"/>
            <a:ext cx="13411200" cy="632652"/>
          </a:xfrm>
          <a:prstGeom prst="rect">
            <a:avLst/>
          </a:prstGeom>
        </p:spPr>
        <p:txBody>
          <a:bodyPr vert="horz" wrap="square" lIns="0" tIns="16934" rIns="0" bIns="0" rtlCol="0">
            <a:spAutoFit/>
          </a:bodyPr>
          <a:lstStyle>
            <a:defPPr>
              <a:defRPr/>
            </a:defPPr>
            <a:lvl1pPr>
              <a:defRPr>
                <a:latin typeface="+mj-lt"/>
                <a:ea typeface="+mj-ea"/>
                <a:cs typeface="+mj-cs"/>
              </a:defRPr>
            </a:lvl1pPr>
          </a:lstStyle>
          <a:p>
            <a:pPr marL="16932" algn="ctr">
              <a:spcBef>
                <a:spcPts val="133"/>
              </a:spcBef>
              <a:defRPr/>
            </a:pPr>
            <a:r>
              <a:rPr lang="sv-SE" sz="4000" b="1" spc="-17">
                <a:solidFill>
                  <a:srgbClr val="FF0000"/>
                </a:solidFill>
                <a:latin typeface="Comic Sans MS"/>
              </a:rPr>
              <a:t>Thank you</a:t>
            </a:r>
            <a:r>
              <a:rPr lang="sv-SE" sz="4000" spc="-21">
                <a:solidFill>
                  <a:srgbClr val="FF0000"/>
                </a:solidFill>
              </a:rPr>
              <a:t> </a:t>
            </a:r>
            <a:r>
              <a:rPr lang="sv-SE" sz="4000" spc="-67">
                <a:solidFill>
                  <a:srgbClr val="FF0000"/>
                </a:solidFill>
                <a:latin typeface="Wingdings"/>
                <a:cs typeface="Wingdings"/>
              </a:rPr>
              <a:t></a:t>
            </a:r>
            <a:endParaRPr lang="sv-SE" sz="4000">
              <a:solidFill>
                <a:srgbClr val="FF0000"/>
              </a:solidFill>
              <a:latin typeface="Wingdings"/>
              <a:cs typeface="Wingding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ONLYOFFICE/9.4.0.129</Application>
  <PresentationFormat>On-screen Show (4:3)</PresentationFormat>
  <Paragraphs>0</Paragraphs>
  <Slides>63</Slides>
  <Notes>63</Notes>
  <HiddenSlides>0</HiddenSlides>
  <MMClips>2</MMClips>
  <ScaleCrop>0</ScaleCrop>
  <HeadingPairs>
    <vt:vector size="4" baseType="variant">
      <vt:variant>
        <vt:lpstr>Theme</vt:lpstr>
      </vt:variant>
      <vt:variant>
        <vt:i4>1</vt:i4>
      </vt:variant>
      <vt:variant>
        <vt:lpstr>Slide Titles</vt:lpstr>
      </vt:variant>
      <vt:variant>
        <vt:i4>63</vt:i4>
      </vt:variant>
    </vt:vector>
  </HeadingPairs>
  <TitlesOfParts>
    <vt:vector size="6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338</cp:revision>
  <dcterms:created xsi:type="dcterms:W3CDTF">2025-12-09T17:44:59Z</dcterms:created>
  <dcterms:modified xsi:type="dcterms:W3CDTF">2026-09-24T12:19:39Z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2025-12-09T00:00:00Z</vt:filetime>
  </property>
  <property fmtid="{D5CDD505-2E9C-101B-9397-08002B2CF9AE}" pid="3" name="Creator">
    <vt:lpwstr>Microsoft® PowerPoint® 2016</vt:lpwstr>
  </property>
  <property fmtid="{D5CDD505-2E9C-101B-9397-08002B2CF9AE}" pid="4" name="LastSaved">
    <vt:filetime>2025-12-09T00:00:00Z</vt:filetime>
  </property>
  <property fmtid="{D5CDD505-2E9C-101B-9397-08002B2CF9AE}" pid="5" name="Producer">
    <vt:lpwstr>www.ilovepdf.com</vt:lpwstr>
  </property>
</Properties>
</file>