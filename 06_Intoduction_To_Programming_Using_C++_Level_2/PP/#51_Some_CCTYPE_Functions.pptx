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21349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978508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0421651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0276074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8042041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2067634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3156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5939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316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2432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7874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891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0788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40446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428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5356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162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013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0552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7111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5533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7593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14558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52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3922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697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542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909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5165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1855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4233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1797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24753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5798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493059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472462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146585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3872348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31883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6452374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125105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26201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073932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0489655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76305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582991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5832511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6450407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304016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6547712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923647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49947683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685504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156781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89082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0915837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09720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154900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8628236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5662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811182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648592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978251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3125908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77315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6975713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53379435" name="object 30"/>
          <p:cNvSpPr txBox="1"/>
          <p:nvPr/>
        </p:nvSpPr>
        <p:spPr bwMode="auto">
          <a:xfrm>
            <a:off x="0" y="1143000"/>
            <a:ext cx="13112302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Some CCTYPE Functions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09307592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53864783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48389898" name="object 30"/>
          <p:cNvSpPr txBox="1"/>
          <p:nvPr/>
        </p:nvSpPr>
        <p:spPr bwMode="auto">
          <a:xfrm flipH="0" flipV="0">
            <a:off x="106425" y="3084201"/>
            <a:ext cx="13278180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Some CCTYPE Functions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357527" name="object 3"/>
          <p:cNvSpPr txBox="1"/>
          <p:nvPr/>
        </p:nvSpPr>
        <p:spPr bwMode="auto">
          <a:xfrm>
            <a:off x="380997" y="888075"/>
            <a:ext cx="12367870" cy="4098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`&lt;cctype&gt;`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`&lt;cctype&gt;` library in C++ provides a set of functions for working with individual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These functions can be used to check the type of a character or convert its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Examples include checking whether a character is uppercase, lowercase, a digit, or punctuation.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#include &lt;cctype&gt;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696430" name="object 3"/>
          <p:cNvSpPr txBox="1"/>
          <p:nvPr/>
        </p:nvSpPr>
        <p:spPr bwMode="auto">
          <a:xfrm>
            <a:off x="380997" y="888075"/>
            <a:ext cx="12389109" cy="4113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Include the `&lt;cctype&gt;` 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Choose the appropriate character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Pass a character to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For `toupper()` or `tolower()`, use the returned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For classification functions, use the result in an `if` condition or another expression.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Test the function with different characters such as uppercase, lowercase, digits, and punctuation.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108494" name="object 3"/>
          <p:cNvSpPr txBox="1"/>
          <p:nvPr/>
        </p:nvSpPr>
        <p:spPr bwMode="auto">
          <a:xfrm>
            <a:off x="380997" y="888075"/>
            <a:ext cx="12429077" cy="84653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char x = toupper('a');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char w = tolower('A');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"Converting a to A: " &lt;&lt; x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"Converting A to a: " &lt;&lt; w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"isupper('A'): " &lt;&lt; isupper('A')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"islower('A'): " &lt;&lt; islower('A')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"isdigit('A'): " &lt;&lt; isdigit('A')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"ispunct('!'): " &lt;&lt; ispunct('!')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Converting a to A: 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Converting A to a: 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isupper('A'):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islower('A'):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isdigit('A'):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ispunct('!'):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705520" name="object 3"/>
          <p:cNvSpPr txBox="1"/>
          <p:nvPr/>
        </p:nvSpPr>
        <p:spPr bwMode="auto">
          <a:xfrm>
            <a:off x="380997" y="888075"/>
            <a:ext cx="12363199" cy="4098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`toupper()` and `tolower()` are conversion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`isupper()`, `islower()`, `isdigit()`, and `ispunct()` are character classification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Although these functions return an integer type, their result can be used directly in an `if`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modern C++, these functions are commonly used with `char` values, but technically their parameter type is `int` and it should be either `EOF` or a value representable as `unsigned char`.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818831" name="object 3"/>
          <p:cNvSpPr txBox="1"/>
          <p:nvPr/>
        </p:nvSpPr>
        <p:spPr bwMode="auto">
          <a:xfrm>
            <a:off x="380997" y="888075"/>
            <a:ext cx="12365352" cy="4479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`&lt;cctype&gt;` functions with functions that work on complete `string`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`&lt;cctype&gt;` functions examine individual characters, not an entire `string`.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isdigit('5');       // ✔️ Character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isdigit("123");     // ❌ Not a character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 careful when passing a plain `char` containing a negative value to `&lt;cctype&gt;` functions; for arbitrary byte data, converting to `unsigned char` first avoids undefined behavior.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619417" name="object 3"/>
          <p:cNvSpPr txBox="1"/>
          <p:nvPr/>
        </p:nvSpPr>
        <p:spPr bwMode="auto">
          <a:xfrm>
            <a:off x="380997" y="888075"/>
            <a:ext cx="1238443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`&lt;cctype&gt;` provides ready-made functions for working with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`toupper()` converts a character to uppercase.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`tolower()` converts a character to lowercase.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`isupper()` checks for uppercase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`islower()` checks for lowercase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`isdigit()` checks for digits (`0-9`).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`ispunct()` checks for punctuation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Classification functions return zero for false and a non-zero value for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`&lt;cctype&gt;` functions are intended for individual characters, not complete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23961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342</cp:revision>
  <dcterms:created xsi:type="dcterms:W3CDTF">2025-12-09T17:44:59Z</dcterms:created>
  <dcterms:modified xsi:type="dcterms:W3CDTF">2026-09-25T12:58:08Z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