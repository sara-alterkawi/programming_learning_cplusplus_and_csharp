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46557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534623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3378055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020583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4825148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659582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303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620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950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2396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2949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975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631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9332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007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346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0860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835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4814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4806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17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26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304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878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118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081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311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27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764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391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1771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6994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145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53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270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0447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28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955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088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60883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785549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130117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97516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6383782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3884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7243469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71240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118631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898651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7279918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8695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366855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1545488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0977992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101039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320733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70152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8653768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704330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525083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125385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237040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3858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994427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771408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7454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57601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898701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158966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3470094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32118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5719741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24044156" name="object 30"/>
          <p:cNvSpPr txBox="1"/>
          <p:nvPr/>
        </p:nvSpPr>
        <p:spPr bwMode="auto">
          <a:xfrm>
            <a:off x="0" y="1143000"/>
            <a:ext cx="13130286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Pointers and Arrays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9233876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72249910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12718388" name="object 30"/>
          <p:cNvSpPr txBox="1"/>
          <p:nvPr/>
        </p:nvSpPr>
        <p:spPr bwMode="auto">
          <a:xfrm flipH="0" flipV="0">
            <a:off x="106425" y="3084201"/>
            <a:ext cx="1329616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Pointers and Arrays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268396" name="object 3"/>
          <p:cNvSpPr txBox="1"/>
          <p:nvPr/>
        </p:nvSpPr>
        <p:spPr bwMode="auto">
          <a:xfrm>
            <a:off x="380997" y="888075"/>
            <a:ext cx="12368228" cy="41238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Array is a collection of elements of the same type stored in contiguous memory locations.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array name can be used in most expressions as a pointer to the first element of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an array named arr, the array name represents the address of the first 	element: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arr → &amp;arr[0]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446773" name="object 3"/>
          <p:cNvSpPr txBox="1"/>
          <p:nvPr/>
        </p:nvSpPr>
        <p:spPr bwMode="auto">
          <a:xfrm>
            <a:off x="380997" y="888075"/>
            <a:ext cx="12382632" cy="5226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Connecting an Array to a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can create a pointer and make it point to the first element of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int arr[4] = {10, 20, 30, 40};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int* ptr;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ptr = arr;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Here, ptr points to arr[0].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 Arithmetic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we increase ptr by 1, it moves to the next element of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does not simply move to the next byte in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movement is based on the size of the pointer's type.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751971" name="object 3"/>
          <p:cNvSpPr txBox="1"/>
          <p:nvPr/>
        </p:nvSpPr>
        <p:spPr bwMode="auto">
          <a:xfrm>
            <a:off x="380997" y="888075"/>
            <a:ext cx="12389469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Store several values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Create a pointer of the same type as the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Assign the array name to the pointer: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ptr = arr;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The pointer now points to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ptr + 1 to move to the next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Use *(ptr + 1) to access the value of the next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Continue using pointer arithmetic to access other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568930" name="object 3"/>
          <p:cNvSpPr txBox="1"/>
          <p:nvPr/>
        </p:nvSpPr>
        <p:spPr bwMode="auto">
          <a:xfrm>
            <a:off x="380997" y="888075"/>
            <a:ext cx="12372917" cy="65310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Array and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arr[4] = {10, 20, 30, 40};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int* ptr;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ptr = arr;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ptr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ptr + 1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*ptr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*(ptr + 1)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ptr → Address of arr[0]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ptr + 1 → Address of arr[1]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*ptr →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*(ptr + 1) →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668912" name="object 3"/>
          <p:cNvSpPr txBox="1"/>
          <p:nvPr/>
        </p:nvSpPr>
        <p:spPr bwMode="auto">
          <a:xfrm>
            <a:off x="380997" y="888075"/>
            <a:ext cx="12363199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Pointer arithmetic is based on the type of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an int pointer: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int* ptr;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ptr + 1 moves to the next int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 different pointer type, the movement is based on the size of that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exact number of bytes depends on the size of the pointed-to type on the system.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39063" name="object 3"/>
          <p:cNvSpPr txBox="1"/>
          <p:nvPr/>
        </p:nvSpPr>
        <p:spPr bwMode="auto">
          <a:xfrm>
            <a:off x="380997" y="888075"/>
            <a:ext cx="12365352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name is not itself a modifiable pointer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 do: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ptr = arr;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ptr++;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But you cannot do: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name represents the array itself, and in most expressions it converts to a pointer to its first element.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414807" name="object 3"/>
          <p:cNvSpPr txBox="1"/>
          <p:nvPr/>
        </p:nvSpPr>
        <p:spPr bwMode="auto">
          <a:xfrm>
            <a:off x="380997" y="888075"/>
            <a:ext cx="12370401" cy="488532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Array 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 most expressions, represents the address of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arr → &amp;arr[0]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Cannot be incremented like a pointer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a separate variable that stores an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point to the first element of an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incremented or decremented to move between elements.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748148" name="object 3"/>
          <p:cNvSpPr txBox="1"/>
          <p:nvPr/>
        </p:nvSpPr>
        <p:spPr bwMode="auto">
          <a:xfrm>
            <a:off x="380997" y="888075"/>
            <a:ext cx="12384432" cy="4216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Array stores elements of the same type in contiguous memory locations.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array name usually represents the address of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arr → &amp;arr[0]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ptr = arr → The pointer points to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ptr + 1 → Points to the next array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*ptr → Accesses the value of the current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*(ptr + 1) → Accesses the value of the next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Pointer arithmetic moves according to the size of the pointed-to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97441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366</cp:revision>
  <dcterms:created xsi:type="dcterms:W3CDTF">2025-12-09T17:44:59Z</dcterms:created>
  <dcterms:modified xsi:type="dcterms:W3CDTF">2026-09-25T10:20:33Z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