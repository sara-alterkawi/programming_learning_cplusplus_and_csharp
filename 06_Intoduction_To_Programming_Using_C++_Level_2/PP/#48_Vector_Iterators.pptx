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9215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010869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02107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5269750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995530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112502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376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810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203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730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0152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3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3269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302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132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883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7542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452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823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141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630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700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904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0888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35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2276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737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435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634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56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97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440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312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14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3254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449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09016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29597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97322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82590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82147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566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020794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57016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126633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30701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38466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8522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809644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873633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201056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704236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661749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677197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1563272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456862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983913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121687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312285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27189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639148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908012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2678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15756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304979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779329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022956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17188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105253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7730961" name="object 30"/>
          <p:cNvSpPr txBox="1"/>
          <p:nvPr/>
        </p:nvSpPr>
        <p:spPr bwMode="auto">
          <a:xfrm>
            <a:off x="0" y="1143000"/>
            <a:ext cx="13133160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Vector Iterators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9949641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88021981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41510637" name="object 30"/>
          <p:cNvSpPr txBox="1"/>
          <p:nvPr/>
        </p:nvSpPr>
        <p:spPr bwMode="auto">
          <a:xfrm flipH="0" flipV="0">
            <a:off x="106425" y="3084201"/>
            <a:ext cx="1329904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Vector Iterators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62196" name="object 3"/>
          <p:cNvSpPr txBox="1"/>
          <p:nvPr/>
        </p:nvSpPr>
        <p:spPr bwMode="auto">
          <a:xfrm>
            <a:off x="380997" y="888075"/>
            <a:ext cx="12368587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Iterator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Iterator is an object that is used to navigate through the elements of a container, such as a `vector`, and access its elements one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Iterator works similarly to a pointer, but it is designed to work with containers.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08720" name="object 3"/>
          <p:cNvSpPr txBox="1"/>
          <p:nvPr/>
        </p:nvSpPr>
        <p:spPr bwMode="auto">
          <a:xfrm>
            <a:off x="380997" y="888075"/>
            <a:ext cx="12382992" cy="5606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Iterator with `vector`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iterator allows us to work with the elements of a `vector` without needing to know how the vector stores its elements internally.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provides a way to move from one element to the next.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`begin()`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`begin()` returns an iterator pointing to the first element of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`end()`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`end()` returns an iterator pointing to the position just after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does not point to the last element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Dereferencing Iterator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`*iter` to access the value of the element pointed to by the iterator.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903327" name="object 3"/>
          <p:cNvSpPr txBox="1"/>
          <p:nvPr/>
        </p:nvSpPr>
        <p:spPr bwMode="auto">
          <a:xfrm>
            <a:off x="380997" y="888075"/>
            <a:ext cx="12389468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`vector`.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Declare an iterator of the same vector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`begin()` to point to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`end()` as the stopping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`iter++` to move to the next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`*iter` to access the current element's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382648" name="object 3"/>
          <p:cNvSpPr txBox="1"/>
          <p:nvPr/>
        </p:nvSpPr>
        <p:spPr bwMode="auto">
          <a:xfrm>
            <a:off x="380997" y="888075"/>
            <a:ext cx="12373276" cy="6057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vector&lt;int&gt; num{ 1, 2, 3, 4, 5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vector&lt;int&gt;::iterator iter;    // Declare iterator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(iter = num.begin(); iter != num.end(); iter++)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*iter &lt;&lt; " ";      // Access element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1 2 3 4 5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485216" name="object 3"/>
          <p:cNvSpPr txBox="1"/>
          <p:nvPr/>
        </p:nvSpPr>
        <p:spPr bwMode="auto">
          <a:xfrm>
            <a:off x="380997" y="888075"/>
            <a:ext cx="1236571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`end()` as an element because it points to the position after the last element, not to an actual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Dereferencing `end()` such as `*num.end()` is invalid.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006546" name="object 3"/>
          <p:cNvSpPr txBox="1"/>
          <p:nvPr/>
        </p:nvSpPr>
        <p:spPr bwMode="auto">
          <a:xfrm>
            <a:off x="380997" y="888075"/>
            <a:ext cx="123707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`begin()`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Points to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dereferenced.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`*num.begin()`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`end()`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Points just after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as the stopping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Must not be dereferenced.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405395" name="object 3"/>
          <p:cNvSpPr txBox="1"/>
          <p:nvPr/>
        </p:nvSpPr>
        <p:spPr bwMode="auto">
          <a:xfrm>
            <a:off x="380997" y="888075"/>
            <a:ext cx="1238479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Iterator is used to navigate through container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`begin()` points to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`end()` points just after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`iter++` moves the iterator to the next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`*iter` accesses the current element's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`end()` is used as a boundary, not as an actual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71065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374</cp:revision>
  <dcterms:created xsi:type="dcterms:W3CDTF">2025-12-09T17:44:59Z</dcterms:created>
  <dcterms:modified xsi:type="dcterms:W3CDTF">2026-09-25T12:31:43Z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