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075645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7072030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836367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3858561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9757178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776622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564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2469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36168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43485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7351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36793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244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6343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9232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57386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80937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49218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27543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1383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042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83784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54245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40034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6567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03635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61478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921C72-19C4-967A-88FA-98CEC9F55C98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39231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5588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18324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41026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52265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85311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57907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26977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726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07713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32068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88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64589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5205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9230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557635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7433366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8950310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5862337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104893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06104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4594723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549648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7221396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4891380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9306382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80272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58401743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80235182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08560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8457918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4646941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5455739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935340479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5501401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7502178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6852613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9017832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884027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3071843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0661829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814865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4864642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4471431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5446274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2364523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09921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83384142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158745735" name="object 30"/>
          <p:cNvSpPr txBox="1"/>
          <p:nvPr/>
        </p:nvSpPr>
        <p:spPr bwMode="auto">
          <a:xfrm>
            <a:off x="0" y="1143000"/>
            <a:ext cx="13114818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Integer Format (printf)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71342216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406216593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634069228" name="object 30"/>
          <p:cNvSpPr txBox="1"/>
          <p:nvPr/>
        </p:nvSpPr>
        <p:spPr bwMode="auto">
          <a:xfrm flipH="0" flipV="0">
            <a:off x="106425" y="3084201"/>
            <a:ext cx="13280697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Integer Format (printf)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1511649" name="object 3"/>
          <p:cNvSpPr txBox="1"/>
          <p:nvPr/>
        </p:nvSpPr>
        <p:spPr bwMode="auto">
          <a:xfrm>
            <a:off x="380997" y="888075"/>
            <a:ext cx="12367511" cy="416648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`printf()` is a function from the C Standard Library that can also be used in C++ to print formatted output.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It uses Format Specifiers inside the text to determine how values should be displayed.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Common Format Specifiers include: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`%d` → prints an Integer (`int`)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`%f` → prints a Floating-Point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`%s` → prints a String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1054118" name="object 3"/>
          <p:cNvSpPr txBox="1"/>
          <p:nvPr/>
        </p:nvSpPr>
        <p:spPr bwMode="auto">
          <a:xfrm>
            <a:off x="380997" y="888075"/>
            <a:ext cx="12382272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basic syntax of `printf()`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printf("Text with Format Specifiers", values);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Format Specifier tells `printf()` what Type of value should be formatted and printed.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this lesson, we focus mainly on Integer Formatting using `%d`.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6272031" name="object 3"/>
          <p:cNvSpPr txBox="1"/>
          <p:nvPr/>
        </p:nvSpPr>
        <p:spPr bwMode="auto">
          <a:xfrm>
            <a:off x="380997" y="888075"/>
            <a:ext cx="12388750" cy="59650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`%d`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Used to print an Integer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printf("%d", Number);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`%0*d`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Used to specify the Width of the output and fill empty positions with zeros.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The number before the Integer Variable specifies the required Width.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printf("%0*d", 3, Page);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If `Page = 1`, the output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001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Multiple `%d` Specifiers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Multiple Integer values can be printed in the same statement.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You can also perform calculations directly inside the arguments.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printf("The Result of %d + %d = %d", Number1, Number2, Number1 + Number2);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5670150" name="object 3"/>
          <p:cNvSpPr txBox="1"/>
          <p:nvPr/>
        </p:nvSpPr>
        <p:spPr bwMode="auto">
          <a:xfrm>
            <a:off x="380997" y="888075"/>
            <a:ext cx="12372918" cy="91894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int Page = 1, TotalPages = 10;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// Print an Integer Variable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printf("The page number = %d\n", Page);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// Print multiple Integer Variables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printf("You are in Page %d of %d\n", Page, TotalPages);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// Width specification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printf("The page number = %0*d\n", 2, Page);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printf("The page number = %0*d\n", 3, Page);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printf("The page number = %0*d\n", 4, Page);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printf("The page number = %0*d\n", 5, Page);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int Number1 = 20, Number2 = 30;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// Print a calculation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printf(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"The Result of %d + %d = %d\n",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Number1,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Number2,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Number1 + Number2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return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122164" name="object 3"/>
          <p:cNvSpPr txBox="1"/>
          <p:nvPr/>
        </p:nvSpPr>
        <p:spPr bwMode="auto">
          <a:xfrm>
            <a:off x="380997" y="888075"/>
            <a:ext cx="12375078" cy="4807793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page number = 1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You are in Page 1 of 10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page number = 01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page number = 001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page number = 0001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page number = 00001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Result of 20 + 30 = 50</a:t>
            </a:r>
            <a:endParaRPr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sz="24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6393045" name="object 3"/>
          <p:cNvSpPr txBox="1"/>
          <p:nvPr/>
        </p:nvSpPr>
        <p:spPr bwMode="auto">
          <a:xfrm>
            <a:off x="380997" y="888075"/>
            <a:ext cx="12362840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`printf()` uses the Format Specifiers to determine how the provided arguments should be formatted.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number of Format Specifiers should correspond to the values provided after the Format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`\n` moves the cursor to a new line.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7518379" name="object 3"/>
          <p:cNvSpPr txBox="1"/>
          <p:nvPr/>
        </p:nvSpPr>
        <p:spPr bwMode="auto">
          <a:xfrm>
            <a:off x="380997" y="888075"/>
            <a:ext cx="12364994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Format Specifier must match the Type of the corresponding argument.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example, `%d` is intended for an `int`. Using an incompatible Format Specifier can lead to incorrect output or undefined behavior.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272365" name="object 3"/>
          <p:cNvSpPr txBox="1"/>
          <p:nvPr/>
        </p:nvSpPr>
        <p:spPr bwMode="auto">
          <a:xfrm>
            <a:off x="380997" y="888075"/>
            <a:ext cx="1237004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`%d`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Used to print an Integer.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`printf("%d", 25);`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add leading zeros by itself.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`%0*d`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Used when a specific Width with leading zeros is required.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`printf("%0*d", 4, 25);`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Result: `0025`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2718026" name="object 3"/>
          <p:cNvSpPr txBox="1"/>
          <p:nvPr/>
        </p:nvSpPr>
        <p:spPr bwMode="auto">
          <a:xfrm>
            <a:off x="380997" y="888075"/>
            <a:ext cx="1238407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`printf()` is used to produce formatted output.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`%d` is used to print Integer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`%0*d` allows you to specify the Width and fill empty positions with zeros.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Multiple `%d` Specifiers can be used in the same `printf()` statement.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Calculations can be performed directly inside the arguments.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`printf()` is commonly used in C and is also available in C++ through `&lt;cstdio&gt;`.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900041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2026-09-25T08:19:28Z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