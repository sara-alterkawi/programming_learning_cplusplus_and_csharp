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1690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570869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35105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727324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91184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387726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363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052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207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721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7485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97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5520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7748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023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455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677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10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1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9270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501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94346D-821E-B7AB-1772-6CC97CDDDAAE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081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2317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472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963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6200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483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748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1186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506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6BC052-665B-6B08-4609-1B12B3BA20E3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817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3138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480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145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517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659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6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7689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71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8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805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338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461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2886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69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84217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153062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30816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601196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96299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47175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8507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246646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01401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659608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0257479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4221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371925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272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8401248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715463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614127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753259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0170328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655841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103040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664670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8375128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42556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823819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0620658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2147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254575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317023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731937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061117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97288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881313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96145122" name="object 30"/>
          <p:cNvSpPr txBox="1"/>
          <p:nvPr/>
        </p:nvSpPr>
        <p:spPr bwMode="auto">
          <a:xfrm>
            <a:off x="0" y="1143000"/>
            <a:ext cx="1311445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Date-time Structure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5485840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16763250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57414112" name="object 30"/>
          <p:cNvSpPr txBox="1"/>
          <p:nvPr/>
        </p:nvSpPr>
        <p:spPr bwMode="auto">
          <a:xfrm flipH="0" flipV="0">
            <a:off x="106425" y="3084201"/>
            <a:ext cx="1328033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Date-time Structure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302661" name="object 3"/>
          <p:cNvSpPr txBox="1"/>
          <p:nvPr/>
        </p:nvSpPr>
        <p:spPr bwMode="auto">
          <a:xfrm>
            <a:off x="380997" y="888075"/>
            <a:ext cx="12368229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`tm` is a structure used to store a broken-down representation of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contains separate values for the year, month, day, hour, minute, second, and other date/time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Broken-down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Instead of storing time as one large numerical value, the `tm` structure separates it into individual components.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38449" name="object 3"/>
          <p:cNvSpPr txBox="1"/>
          <p:nvPr/>
        </p:nvSpPr>
        <p:spPr bwMode="auto">
          <a:xfrm>
            <a:off x="380997" y="888075"/>
            <a:ext cx="12383352" cy="82120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Getting the Current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first use `time()` to get the current time as a `time_t`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time_t t = time(0);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`localtime()`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`localtime()` converts the `time_t` value into a `tm` structure representing the local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tm* nowHere = localtime(&amp;t);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`tm_year`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the number of years since 1900.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Add 1900 to get the actual year.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`tm_mon`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the month from 0 to 11.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Add 1 to get the actual month.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`tm_mday`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the day of the month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Values are normally from 1 to 31.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`tm_hour`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the hour of the day.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Values are from 0 to 23.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698622" name="object 3"/>
          <p:cNvSpPr txBox="1"/>
          <p:nvPr/>
        </p:nvSpPr>
        <p:spPr bwMode="auto">
          <a:xfrm>
            <a:off x="380997" y="888075"/>
            <a:ext cx="12384431" cy="821952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`tm_min`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the minutes.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Values are from 0 to 59.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`tm_sec`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the seconds.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Values are from 0 to 60 depending on implementation and leap-second handling.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`tm_wday`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the day of the week.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0 = Sunday, 1 = Monday, ..., 6 = Saturday.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`tm_yday`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the number of days since January 1.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Values are from 0 to 365.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`tm_isdst`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Indicates whether daylight saving time is in effect.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Positive = daylight saving time is in effect.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0 = daylight saving time is not in effect.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Negative = information is not available.</a:t>
            </a:r>
            <a:endParaRPr sz="24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887468" name="object 3"/>
          <p:cNvSpPr txBox="1"/>
          <p:nvPr/>
        </p:nvSpPr>
        <p:spPr bwMode="auto">
          <a:xfrm>
            <a:off x="380997" y="888075"/>
            <a:ext cx="12389468" cy="4852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Include the `&lt;ctime&gt;`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If using Visual Studio and warning C4996 appears, it can be disabled: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#pragma warning(disable : 4996)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Get the current time: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time_t t = time(0);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it into local time: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tm* nowHere = localtime(&amp;t);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Access the individual members of the `tm`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Adjust `tm_year` by adding 1900.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Adjust `tm_mon` by adding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008570" name="object 3"/>
          <p:cNvSpPr txBox="1"/>
          <p:nvPr/>
        </p:nvSpPr>
        <p:spPr bwMode="auto">
          <a:xfrm>
            <a:off x="380997" y="888075"/>
            <a:ext cx="12430156" cy="8092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#include &lt;iostream&gt;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#include &lt;ctime&gt;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namespace std;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#pragma warning(disable : 4996)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time_t t = time(0);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tm* nowHere = localtime(&amp;t);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"Year: " &lt;&lt; nowHere-&gt;tm_year + 1900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"Month: " &lt;&lt; nowHere-&gt;tm_mon + 1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"Day: " &lt;&lt; nowHere-&gt;tm_mday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"Hour: " &lt;&lt; nowHere-&gt;tm_hour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"Minutes: " &lt;&lt; nowHere-&gt;tm_min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"Seconds: " &lt;&lt; nowHere-&gt;tm_sec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"Week Day: " &lt;&lt; nowHere-&gt;tm_wday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"Year Day: " &lt;&lt; nowHere-&gt;tm_yday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"Daylight Saving Time: " &lt;&lt; nowHere-&gt;tm_isdst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893178" name="object 3"/>
          <p:cNvSpPr txBox="1"/>
          <p:nvPr/>
        </p:nvSpPr>
        <p:spPr bwMode="auto">
          <a:xfrm>
            <a:off x="380997" y="888075"/>
            <a:ext cx="12431236" cy="55393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Year: 2025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Month: 10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Day: 9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Hour: 14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Minutes: 30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Seconds: 22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Week Day: 4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Year Day: 281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Daylight Saving Time: 1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543529" name="object 3"/>
          <p:cNvSpPr txBox="1"/>
          <p:nvPr/>
        </p:nvSpPr>
        <p:spPr bwMode="auto">
          <a:xfrm>
            <a:off x="380997" y="888075"/>
            <a:ext cx="12363199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 use `gmtime()` instead of `localtime()` if you want the `tm` structure to represent UTC instead of local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`tm` structure stores the components separately, which makes it easier to work with individual parts of a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Some values use zero-based counting, such as `tm_mon` and `tm_wday`.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215846" name="object 3"/>
          <p:cNvSpPr txBox="1"/>
          <p:nvPr/>
        </p:nvSpPr>
        <p:spPr bwMode="auto">
          <a:xfrm>
            <a:off x="380997" y="888075"/>
            <a:ext cx="1236535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forget to add 1900 to `tm_year` when displaying the actual year.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forget to add 1 to `tm_mon` when displaying the actual month.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`tm_wday` is not the day of the month; it represents the day of the week.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310978" name="object 3"/>
          <p:cNvSpPr txBox="1"/>
          <p:nvPr/>
        </p:nvSpPr>
        <p:spPr bwMode="auto">
          <a:xfrm>
            <a:off x="380997" y="888075"/>
            <a:ext cx="123704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`localtime()`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`time_t` to local date/time.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system's local time zone.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`tm`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`gmtime()`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`time_t` to UTC date/time.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use the local time zone.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`tm` structure.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183601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`tm` stores date and time as separate components.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`localtime()` converts `time_t` to local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`gmtime()` converts `time_t` to UTC.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`tm_year` starts from 1900.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`tm_mon` starts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`tm_wday` represents the day of the week.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`tm_yday` represents the day of the year starting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12862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2026-09-25T13:54:41Z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