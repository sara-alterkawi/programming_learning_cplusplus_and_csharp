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86258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5654995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2111979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680068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8541038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855904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21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0543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7585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703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8825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47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63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0889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78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7386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03937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1516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687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591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9112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628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2228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608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6685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9762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3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F9EBD-144F-8FC5-9F00-A88059CA41A7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3291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0274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5050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4814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2954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360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70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522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301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8169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518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84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1489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4047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857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11558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86843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856347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341934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4298620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94064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8726851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426411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78173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101423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0502401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674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348930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6977681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179764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052949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3296120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666760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6558395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182818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868832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456823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8258505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33721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446153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9496327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80985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497151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658330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129864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6631369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74089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9025249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44443020" name="object 30"/>
          <p:cNvSpPr txBox="1"/>
          <p:nvPr/>
        </p:nvSpPr>
        <p:spPr bwMode="auto">
          <a:xfrm>
            <a:off x="0" y="1143000"/>
            <a:ext cx="13113379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Read Mode: Print File Content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49427443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27919529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96212906" name="object 30"/>
          <p:cNvSpPr txBox="1"/>
          <p:nvPr/>
        </p:nvSpPr>
        <p:spPr bwMode="auto">
          <a:xfrm flipH="0" flipV="0">
            <a:off x="106425" y="3084201"/>
            <a:ext cx="1327925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Read Mode: Print File Content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187040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Read Mode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Read Mode in C++ is used to read the contents of an existing file and display the data on the console.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used for reading data from the file, not for modifying, deleting, or appending data to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183424" name="object 3"/>
          <p:cNvSpPr txBox="1"/>
          <p:nvPr/>
        </p:nvSpPr>
        <p:spPr bwMode="auto">
          <a:xfrm>
            <a:off x="380997" y="888075"/>
            <a:ext cx="12382632" cy="92793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`ios::in`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`ios::in` means input and opens the file for reading.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File.open("FileName.txt", ios::in);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can also specify the complete path of the file: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File.open("C:/Documents/CPP/files/MyFile.txt", ios::in);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`is_open()`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`is_open()` to check whether the file was opened successfully.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if (File.is_open())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`string Line`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create a string variable to store each line read from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string Line;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`getline()`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`getline(File, Line)` reads one complete line from the file and stores it in `Line`.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`while` loop continues reading until there are no more lines to read.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while (getline(File, Line))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    cout &lt;&lt; Line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`close()`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finishing the reading operation, we close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File.close();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657402" name="object 3"/>
          <p:cNvSpPr txBox="1"/>
          <p:nvPr/>
        </p:nvSpPr>
        <p:spPr bwMode="auto">
          <a:xfrm>
            <a:off x="380997" y="888075"/>
            <a:ext cx="123891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Open the file using `ios::in`.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Check that the file was opened successfully using `is_open()`.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Create a string variable to store each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`getline()` inside a `while` loop to read the file line by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each line using `cout`.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Close the file using `close()`.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642663" name="object 3"/>
          <p:cNvSpPr txBox="1"/>
          <p:nvPr/>
        </p:nvSpPr>
        <p:spPr bwMode="auto">
          <a:xfrm>
            <a:off x="380997" y="888075"/>
            <a:ext cx="12429437" cy="91894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PrintFileContent(string FileName)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fstream MyFile;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MyFile.open(FileName, ios::in);    // Read Mode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if (MyFile.is_open())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string Line;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while (getline(MyFile, Line))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cout &lt;&lt; Line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MyFile.close();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PrintFileContent("MyFile.txt");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15613" name="object 3"/>
          <p:cNvSpPr txBox="1"/>
          <p:nvPr/>
        </p:nvSpPr>
        <p:spPr bwMode="auto">
          <a:xfrm>
            <a:off x="380997" y="888075"/>
            <a:ext cx="12430877" cy="480779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`MyFile.txt` contains: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the first line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the second line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the third line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program prints: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the first line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the second line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the third line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669039" name="object 3"/>
          <p:cNvSpPr txBox="1"/>
          <p:nvPr/>
        </p:nvSpPr>
        <p:spPr bwMode="auto">
          <a:xfrm>
            <a:off x="380997" y="888075"/>
            <a:ext cx="12363199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Reading from a file is similar to using `cin`, but instead of receiving input from the keyboard, we receive input from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`getline()` reads a complete line, including 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`while` loop continues as long as `getline()` successfully reads another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file acts as a data source for the program.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19319" name="object 3"/>
          <p:cNvSpPr txBox="1"/>
          <p:nvPr/>
        </p:nvSpPr>
        <p:spPr bwMode="auto">
          <a:xfrm>
            <a:off x="380997" y="888075"/>
            <a:ext cx="1236535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you try to open a file that does not exist using `ios::in`, the file is not created.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Always check `is_open()` before trying to read from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use `ios::in` when your intention is to modify or append data to the file.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867261" name="object 3"/>
          <p:cNvSpPr txBox="1"/>
          <p:nvPr/>
        </p:nvSpPr>
        <p:spPr bwMode="auto">
          <a:xfrm>
            <a:off x="380997" y="888075"/>
            <a:ext cx="1237040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`ios::in`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for reading.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modify the file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create a missing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Commonly used with `getline()`.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`ios::out`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for writing.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create the file if it does not exist.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Opening an existing file for output may truncate its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Commonly used with `&lt;&lt;`.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650194" name="object 3"/>
          <p:cNvSpPr txBox="1"/>
          <p:nvPr/>
        </p:nvSpPr>
        <p:spPr bwMode="auto">
          <a:xfrm>
            <a:off x="380997" y="888075"/>
            <a:ext cx="1238443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`ios::in` = Read Mode.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Used to read data from an existing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`is_open()` checks whether the file opened successfully.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`getline()` reads the file line by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`while (getline(...))` continues until the end of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`cout` displays the read data on the console.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`close()` closes the file after reading.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`ios::in` does not create a file if it does not exist.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02583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345</cp:revision>
  <dcterms:created xsi:type="dcterms:W3CDTF">2025-12-09T17:44:59Z</dcterms:created>
  <dcterms:modified xsi:type="dcterms:W3CDTF">2026-09-25T13:22:05Z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