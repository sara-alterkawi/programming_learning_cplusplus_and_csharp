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004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804005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437421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688321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106211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84453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236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840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5823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0863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706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84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540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201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466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07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185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907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33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28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9535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672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5007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714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7546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2986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2254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601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478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474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898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3432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61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69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6550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417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8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679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24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5042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67294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69243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77284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23474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6426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92334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33755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99083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877676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8639849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2679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57804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982870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933376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574840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101146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32845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2439146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3725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723623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6325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83482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482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40320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6334561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621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91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51468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989441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342559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0889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291606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68809300" name="object 30"/>
          <p:cNvSpPr txBox="1"/>
          <p:nvPr/>
        </p:nvSpPr>
        <p:spPr bwMode="auto">
          <a:xfrm>
            <a:off x="0" y="1143000"/>
            <a:ext cx="1311266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OR Operator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7911258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8872907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35661400" name="object 30"/>
          <p:cNvSpPr txBox="1"/>
          <p:nvPr/>
        </p:nvSpPr>
        <p:spPr bwMode="auto">
          <a:xfrm flipH="0" flipV="0">
            <a:off x="106425" y="3084201"/>
            <a:ext cx="13278539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Bitwise OR Operator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950309" name="object 3"/>
          <p:cNvSpPr txBox="1"/>
          <p:nvPr/>
        </p:nvSpPr>
        <p:spPr bwMode="auto">
          <a:xfrm>
            <a:off x="380997" y="888075"/>
            <a:ext cx="1236751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Bitwise OR Operator `|` compares two numbers bit by 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returns `1` when at least one of the corresponding bits is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returns `0` only when both corresponding bits are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095276" name="object 3"/>
          <p:cNvSpPr txBox="1"/>
          <p:nvPr/>
        </p:nvSpPr>
        <p:spPr bwMode="auto">
          <a:xfrm>
            <a:off x="380997" y="888075"/>
            <a:ext cx="1238227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Computers represent integer values using Binary numbers made of `0` and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Bitwise OR Operator compares the corresponding bits of two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Each bit is processed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If either input bit is `1`, the result for that position is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722446" name="object 3"/>
          <p:cNvSpPr txBox="1"/>
          <p:nvPr/>
        </p:nvSpPr>
        <p:spPr bwMode="auto">
          <a:xfrm>
            <a:off x="380997" y="888075"/>
            <a:ext cx="1238875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Convert the numbers to Binary.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Write the Binary values one below the 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Compare the corresponding bits from left to 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at least one bit is `1`, write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both bits are `0`, write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Convert the resulting Binary number back to Decimal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003407" name="object 3"/>
          <p:cNvSpPr txBox="1"/>
          <p:nvPr/>
        </p:nvSpPr>
        <p:spPr bwMode="auto">
          <a:xfrm>
            <a:off x="380997" y="888075"/>
            <a:ext cx="12372558" cy="791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Suppose we have: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Result = 25 | 12;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Result;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Binary: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 = 00011001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 = 00001100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--------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 00011101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corresponding bits are compared: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00011001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| 00001100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--------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00011101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`00011101` in Decimal is `29`.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result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110235" name="object 3"/>
          <p:cNvSpPr txBox="1"/>
          <p:nvPr/>
        </p:nvSpPr>
        <p:spPr bwMode="auto">
          <a:xfrm>
            <a:off x="380997" y="888075"/>
            <a:ext cx="1236284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Bitwise OR Operator works directly on the individual bits of integer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operator used for Bitwise OR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`|`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842683" name="object 3"/>
          <p:cNvSpPr txBox="1"/>
          <p:nvPr/>
        </p:nvSpPr>
        <p:spPr bwMode="auto">
          <a:xfrm>
            <a:off x="380997" y="888075"/>
            <a:ext cx="12364994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Bitwise OR `|` is different from Logical OR `||`.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`|` works on individual bits, while `||` is used to evaluate logical conditions.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844694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Bitwise OR `|`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individual bits.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`1` when at least one corresponding bit is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for bit manipulation and bit masks.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Logical OR `||`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with logical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Evaluates whether at least one condition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in `if` statements and other logical expressions.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330790" name="object 3"/>
          <p:cNvSpPr txBox="1"/>
          <p:nvPr/>
        </p:nvSpPr>
        <p:spPr bwMode="auto">
          <a:xfrm>
            <a:off x="380997" y="888075"/>
            <a:ext cx="1238407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Bitwise OR `|` compares numbers bit by bit.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bit becomes `1` when at least one corresponding bit is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`25 | 12` produces `29`.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85557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343</cp:revision>
  <dcterms:created xsi:type="dcterms:W3CDTF">2025-12-09T17:44:59Z</dcterms:created>
  <dcterms:modified xsi:type="dcterms:W3CDTF">2026-09-25T06:03:32Z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