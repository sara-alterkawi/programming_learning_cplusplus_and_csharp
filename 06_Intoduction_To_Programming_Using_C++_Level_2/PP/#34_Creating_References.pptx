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092978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0342875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8090366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6655380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4981082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094504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4463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6826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803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4242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68808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1267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15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61026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1888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3684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1889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1955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671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29505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33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6181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42960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06653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3806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6294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952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EC6FB8-D8FE-7782-0884-8444B6CE1B54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5185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847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436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82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8659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0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794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5593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736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211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8323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0864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4810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61219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0425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73299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807113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922408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404791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8332079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27490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9515323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62363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97962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358459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404400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90688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642704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5306705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1017465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496798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2647687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971170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6989543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4815113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538189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220290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4337986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21754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120569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706375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19747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706256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979417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400344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1821130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11234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20252509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04962406" name="object 30"/>
          <p:cNvSpPr txBox="1"/>
          <p:nvPr/>
        </p:nvSpPr>
        <p:spPr bwMode="auto">
          <a:xfrm>
            <a:off x="0" y="1143000"/>
            <a:ext cx="13128129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Creating References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4359376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08609397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25405465" name="object 30"/>
          <p:cNvSpPr txBox="1"/>
          <p:nvPr/>
        </p:nvSpPr>
        <p:spPr bwMode="auto">
          <a:xfrm flipH="0" flipV="0">
            <a:off x="106425" y="3084201"/>
            <a:ext cx="13294009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Creating References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643045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Reference is another name (Alias) for an existing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Reference refers to the same variable in memory and does not create a separate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74056" name="object 3"/>
          <p:cNvSpPr txBox="1"/>
          <p:nvPr/>
        </p:nvSpPr>
        <p:spPr bwMode="auto">
          <a:xfrm>
            <a:off x="380997" y="888075"/>
            <a:ext cx="12382272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Creating a Reference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reference is created using the &amp; symbol.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reference must be initialized when it is declared.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Once a reference is bound to a variable, it cannot be changed to refer to another variable.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85432" name="object 3"/>
          <p:cNvSpPr txBox="1"/>
          <p:nvPr/>
        </p:nvSpPr>
        <p:spPr bwMode="auto">
          <a:xfrm>
            <a:off x="380997" y="888075"/>
            <a:ext cx="12388750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variable in main().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Assign a value to the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Create a reference using the &amp; symbol: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int&amp; x = a;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the reference to access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Modify the reference.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Check the value of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Modify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Check the value through the reference.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5755" name="object 3"/>
          <p:cNvSpPr txBox="1"/>
          <p:nvPr/>
        </p:nvSpPr>
        <p:spPr bwMode="auto">
          <a:xfrm>
            <a:off x="380997" y="888075"/>
            <a:ext cx="12372918" cy="73681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Creating a Reference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int a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int&amp; x = a;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&amp;a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&amp;x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a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x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x = 20;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a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x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a = 30;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a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x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390686" name="object 3"/>
          <p:cNvSpPr txBox="1"/>
          <p:nvPr/>
        </p:nvSpPr>
        <p:spPr bwMode="auto">
          <a:xfrm>
            <a:off x="380997" y="888075"/>
            <a:ext cx="12373998" cy="553931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Initially: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 = 10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x = 10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After x = 20: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 = 20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x = 20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After a = 30: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 = 30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x = 30</a:t>
            </a:r>
            <a:endParaRPr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sz="24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414619" name="object 3"/>
          <p:cNvSpPr txBox="1"/>
          <p:nvPr/>
        </p:nvSpPr>
        <p:spPr bwMode="auto">
          <a:xfrm>
            <a:off x="380997" y="888075"/>
            <a:ext cx="12362840" cy="4106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reference must be initialized when it is declared: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int&amp; x = a;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following is incorrect because the reference is not initialized: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int&amp; x;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reference cannot be null because it must refer to an existing variable or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reference cannot be changed later to refer to another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You can use &amp;Name with cout to print the memory address of a variable: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 &lt;&lt; &amp;Name &lt;&lt; endl;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693579" name="object 3"/>
          <p:cNvSpPr txBox="1"/>
          <p:nvPr/>
        </p:nvSpPr>
        <p:spPr bwMode="auto">
          <a:xfrm>
            <a:off x="380997" y="888075"/>
            <a:ext cx="12364994" cy="3740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the &amp; used for references with the &amp; used to get a memory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int&amp; x = a;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&amp; is used to declare x as a reference.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&amp;a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&amp; is the address-of operator and returns the memory address of a.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386086" name="object 3"/>
          <p:cNvSpPr txBox="1"/>
          <p:nvPr/>
        </p:nvSpPr>
        <p:spPr bwMode="auto">
          <a:xfrm>
            <a:off x="380997" y="888075"/>
            <a:ext cx="123700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Reference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Acts as another name (Alias) for an existing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Must be initialized when declared.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Cannot be null or changed to refer to another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the memory address of a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changed later to point to another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null.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138273" name="object 3"/>
          <p:cNvSpPr txBox="1"/>
          <p:nvPr/>
        </p:nvSpPr>
        <p:spPr bwMode="auto">
          <a:xfrm>
            <a:off x="380997" y="888075"/>
            <a:ext cx="12384072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Reference is another name (Alias) for an existing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Reference refers to the same variable in memory and does not create a separate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Changing the reference changes the original variable, and changing the original variable is reflected through the reference.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40806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360</cp:revision>
  <dcterms:created xsi:type="dcterms:W3CDTF">2025-12-09T17:44:59Z</dcterms:created>
  <dcterms:modified xsi:type="dcterms:W3CDTF">2026-09-25T09:44:18Z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