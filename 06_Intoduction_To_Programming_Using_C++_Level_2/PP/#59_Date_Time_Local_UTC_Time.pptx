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009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200085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8525790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5827555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423929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187161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605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3705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460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089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8840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0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561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9773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556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221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0013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263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327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058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470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24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0602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3073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986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14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754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682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3045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145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044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1151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22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55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4426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849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899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237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783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7572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258542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260784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26614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098982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00463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598886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54820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13908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8557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45122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7783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155438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2796412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5727026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670548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186950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206412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8370992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8348378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414958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606780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7360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77656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493488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207617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6179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04237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9246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57035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6529659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5020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6847266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13688374" name="object 30"/>
          <p:cNvSpPr txBox="1"/>
          <p:nvPr/>
        </p:nvSpPr>
        <p:spPr bwMode="auto">
          <a:xfrm>
            <a:off x="0" y="1143000"/>
            <a:ext cx="13114458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Date-time: Local/UTC Time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6593552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85767255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07194459" name="object 30"/>
          <p:cNvSpPr txBox="1"/>
          <p:nvPr/>
        </p:nvSpPr>
        <p:spPr bwMode="auto">
          <a:xfrm flipH="0" flipV="0">
            <a:off x="106425" y="3084201"/>
            <a:ext cx="1328033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Date-time: Local/UTC Time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841064" name="object 3"/>
          <p:cNvSpPr txBox="1"/>
          <p:nvPr/>
        </p:nvSpPr>
        <p:spPr bwMode="auto">
          <a:xfrm>
            <a:off x="380997" y="888075"/>
            <a:ext cx="12402789" cy="66965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Getting the Current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`time()` to get the current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returned value is stored in a `time_t`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time_t t = time(0);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Local Date and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`ctime()` to convert the current time into readable local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char* dt = ctime(&amp;t);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UTC Date and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`gmtime()` to convert the current time into a `tm` structure containing UTC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tm* gmtm = gmtime(&amp;t);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Converting UTC to 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`asctime()` to convert the `tm` structure into readable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dt = asctime(gmtm);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169935" name="object 3"/>
          <p:cNvSpPr txBox="1"/>
          <p:nvPr/>
        </p:nvSpPr>
        <p:spPr bwMode="auto">
          <a:xfrm>
            <a:off x="380997" y="888075"/>
            <a:ext cx="12382632" cy="85628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Saving Vector 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the previous lesson, we loaded data from a file into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Now we do the opposite: we take the data from the vector and write it back to a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Creating the Vector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first create a `vector&lt;string&gt;` containing the data we want to save.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vector&lt;string&gt; vFileContent{"Ali", "Shadi", "Maher", "Fadi", "Lama"};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Opening the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open the file using `ios::out`.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an existing file is opened with `ios::out` alone, its previous contents are normally truncated before 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MyFile.open(FileName, ios::out);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Writing Vector Elements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a range-based `for` loop to go through every element in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`MyFile &lt;&lt; Line &lt;&lt; endl;` writes each element to the file on a separate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`const string&amp;` form avoids copying each string because we only need to read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Closing the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finishing the writing operation, we close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MyFile.close();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018754" name="object 3"/>
          <p:cNvSpPr txBox="1"/>
          <p:nvPr/>
        </p:nvSpPr>
        <p:spPr bwMode="auto">
          <a:xfrm>
            <a:off x="380997" y="888075"/>
            <a:ext cx="12389468" cy="70548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Include the `&lt;ctime&gt;`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If using Visual Studio and the older C-style time functions produce warning C4996, the warning can be disabled: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#pragma warning(disable : 4996)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Get the current time: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time_t t = time(0);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the current time to local readable text: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char* dt = ctime(&amp;t);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Display the local date and time: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"Local date and time is: " &lt;&lt; dt;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Convert the current time to UTC: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tm* gmtm = gmtime(&amp;t);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Convert UTC time to readable text: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dt = asctime(gmtm);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Display the UTC date and time: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"UTC date and time is: " &lt;&lt; dt;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060964" name="object 3"/>
          <p:cNvSpPr txBox="1"/>
          <p:nvPr/>
        </p:nvSpPr>
        <p:spPr bwMode="auto">
          <a:xfrm>
            <a:off x="380997" y="888075"/>
            <a:ext cx="12429796" cy="7733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#include &lt;iostream&gt;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#include &lt;ctime&gt;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namespace std;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#pragma warning(disable : 4996)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time_t t = time(0);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char* dt = ctime(&amp;t);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"Local date and time is: " &lt;&lt; dt;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tm* gmtm = gmtime(&amp;t);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dt = asctime(gmtm);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"UTC date and time is: " &lt;&lt; dt;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Local date and time is: Thu Oct 09 15:45:20 2025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UTC date and time is: Thu Oct 09 13:45:20 2025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302459" name="object 3"/>
          <p:cNvSpPr txBox="1"/>
          <p:nvPr/>
        </p:nvSpPr>
        <p:spPr bwMode="auto">
          <a:xfrm>
            <a:off x="380997" y="888075"/>
            <a:ext cx="1236319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`#pragma warning(disable : 4996)` is mainly relevant to Visual Studio when using these older C-style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is not needed in VS Code unless the compiler itself produces a relevant warning.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`time(0)` is equivalent to `time(nullptr)` in modern C++.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548513" name="object 3"/>
          <p:cNvSpPr txBox="1"/>
          <p:nvPr/>
        </p:nvSpPr>
        <p:spPr bwMode="auto">
          <a:xfrm>
            <a:off x="380997" y="888075"/>
            <a:ext cx="1236535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`ctime()`, `gmtime()`, and `asctime()` are older C-style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modern C++, `&lt;chrono&gt;` provides more modern date/time facilities.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returned text from `ctime()` and `asctime()` typically contains a trailing newline.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684046" name="object 3"/>
          <p:cNvSpPr txBox="1"/>
          <p:nvPr/>
        </p:nvSpPr>
        <p:spPr bwMode="auto">
          <a:xfrm>
            <a:off x="380997" y="888075"/>
            <a:ext cx="123704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`ctime()`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`time_t` to readable local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`Thu Oct 09 15:45:20 2025`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`gmtime()`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`time_t` to UTC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pointer to a `tm`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`tm` structure contains separate date/time components.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123718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`&lt;ctime&gt;` provides functions for working with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`time_t` represents a point in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`time()` gets the current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`ctime()` converts the time to readable local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`gmtime()` converts the time to UTC inside a `tm`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`asctime()` converts a `tm` structure into readable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33259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2026-09-25T13:50:00Z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