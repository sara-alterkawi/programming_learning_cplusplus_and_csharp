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9198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4512655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4693545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7469162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238059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8605466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825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4793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7953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56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906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8425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18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7697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6825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1258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81299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426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4581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919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9690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0477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0302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215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3845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0505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60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8838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8577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588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328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34938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26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7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0462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290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06402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028754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071960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639252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1827148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15463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1357053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581048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324065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353233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2210355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71384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198905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9522816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5603245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97073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8499617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49835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8729252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40326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635463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546546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0534057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58727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783526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0148227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09936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765423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104547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985019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933448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14497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9211048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457696625" name="object 30"/>
          <p:cNvSpPr txBox="1"/>
          <p:nvPr/>
        </p:nvSpPr>
        <p:spPr bwMode="auto">
          <a:xfrm>
            <a:off x="0" y="1143000"/>
            <a:ext cx="13116615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Introduction, Declaration and Initialization (Vectors)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49091088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67958125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07002193" name="object 30"/>
          <p:cNvSpPr txBox="1"/>
          <p:nvPr/>
        </p:nvSpPr>
        <p:spPr bwMode="auto">
          <a:xfrm flipH="0" flipV="0">
            <a:off x="106425" y="3084201"/>
            <a:ext cx="13282495" cy="23653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Introduction, Declaration and Initialization (Vectors)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4794846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`Vector` is a dynamic array provided by the C++ Standard 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Unlike a regular Array, a Vector can automatically grow or shrink when elements are added or removed.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Vector is useful when the number of elements is not known in advance.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10064" name="object 3"/>
          <p:cNvSpPr txBox="1"/>
          <p:nvPr/>
        </p:nvSpPr>
        <p:spPr bwMode="auto">
          <a:xfrm>
            <a:off x="380997" y="888075"/>
            <a:ext cx="12382272" cy="52185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Regular Arrays vs Dynamic Data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a regular Array, the size is fixed when the Array is defined.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cannot change the number of elements of a built-in Array after its definition.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Sometimes, however, we do not know the required size at Compile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C++ provides several ways to handle dynamic data. One traditional approach is Dynamic Arrays using Pointers, but manually managing them can be more complicated.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`Vector` provides a safer and easier way to work with a dynamically sized sequence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Declaration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vector&lt;type&gt; VectorName;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081441" name="object 3"/>
          <p:cNvSpPr txBox="1"/>
          <p:nvPr/>
        </p:nvSpPr>
        <p:spPr bwMode="auto">
          <a:xfrm>
            <a:off x="380997" y="888075"/>
            <a:ext cx="12372558" cy="6057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vector&lt;int&gt; vNumbers = {10, 20, 30, 40};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for (int number : vNumbers)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number &lt;&lt; " 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10 20 30 40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27683" name="object 3"/>
          <p:cNvSpPr txBox="1"/>
          <p:nvPr/>
        </p:nvSpPr>
        <p:spPr bwMode="auto">
          <a:xfrm>
            <a:off x="380997" y="888075"/>
            <a:ext cx="12362840" cy="51960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small data types such as `int`, copying an element is usually inexpensive.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large objects such as large `struct` or `class` objects, repeated copying can have a greater performance and memory cost.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you only want to read the elements without modifying them, a `const` reference is often preferable: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 (const int &amp;number : vNumbers)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number &lt;&lt; " 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`const` prevents the loop from modifying the original elements.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21895" name="object 3"/>
          <p:cNvSpPr txBox="1"/>
          <p:nvPr/>
        </p:nvSpPr>
        <p:spPr bwMode="auto">
          <a:xfrm>
            <a:off x="380997" y="888075"/>
            <a:ext cx="1236499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 careful when using a non-`const` Reference: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 (int &amp;number : vNumbers)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Any modification made to `number` modifies the original element in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 a Reference when you intentionally want to work with the original elements or avoid copying large objects.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066782" name="object 3"/>
          <p:cNvSpPr txBox="1"/>
          <p:nvPr/>
        </p:nvSpPr>
        <p:spPr bwMode="auto">
          <a:xfrm>
            <a:off x="380997" y="888075"/>
            <a:ext cx="12370041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Regular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Fixed size.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Size is determined when the Array is defined.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number of elements cannot be changed after definition.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`int numbers[5];`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Vector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Dynamic size.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grow or shrink as elements are added or removed.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require the size to be specified when declared.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`vector&lt;int&gt; numbers;`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418116" name="object 3"/>
          <p:cNvSpPr txBox="1"/>
          <p:nvPr/>
        </p:nvSpPr>
        <p:spPr bwMode="auto">
          <a:xfrm>
            <a:off x="380997" y="888075"/>
            <a:ext cx="12384072" cy="5233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regular Array has a fixed size, while a `Vector` has a dynamic size.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Vector can automatically grow or shrink as elements are added or removed.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`vector&lt;type&gt; VectorName;` to declare a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`push_back()` to add an element to the end of a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Ranged `for` Loop can be used to iterate through Vector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`for (int number : vNumbers)` creates a copy of each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`for (int &amp;number : vNumbers)` uses a Reference to the original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a Reference when you want to avoid unnecessary copying or intentionally modify the original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`const` Reference when you want to avoid copying while preventing modification.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9490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354</cp:revision>
  <dcterms:created xsi:type="dcterms:W3CDTF">2025-12-09T17:44:59Z</dcterms:created>
  <dcterms:modified xsi:type="dcterms:W3CDTF">2026-09-25T08:54:48Z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