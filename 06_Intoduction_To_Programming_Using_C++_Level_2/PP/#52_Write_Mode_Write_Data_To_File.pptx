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5959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804921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870963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515064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2458704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709828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922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8538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728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250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1816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260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99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291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020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716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269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9315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602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3364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7654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7841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1866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486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596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1735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485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435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232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158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627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13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036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2293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4486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66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116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967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619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7005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908170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63439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72767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91136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7104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222296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98122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80998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10040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896991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4109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219934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4347067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791306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046938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235649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568468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009282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36072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607756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766587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678966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29604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791210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423912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86012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89157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881704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61246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420588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43462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452762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78956448" name="object 30"/>
          <p:cNvSpPr txBox="1"/>
          <p:nvPr/>
        </p:nvSpPr>
        <p:spPr bwMode="auto">
          <a:xfrm>
            <a:off x="0" y="1143000"/>
            <a:ext cx="13112661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Write Mode: Write Data To File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4414045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66601432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06164037" name="object 30"/>
          <p:cNvSpPr txBox="1"/>
          <p:nvPr/>
        </p:nvSpPr>
        <p:spPr bwMode="auto">
          <a:xfrm flipH="0" flipV="0">
            <a:off x="106425" y="3084201"/>
            <a:ext cx="13278539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Write Mode: Write Data To File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101991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Write Data To File	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Writing data to a text file in C++ means opening a file in write mode and storing data inside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`&lt;fstream&gt;` library provides the classes and functions needed to work with files, including opening, writing, reading, and closing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600593" name="object 3"/>
          <p:cNvSpPr txBox="1"/>
          <p:nvPr/>
        </p:nvSpPr>
        <p:spPr bwMode="auto">
          <a:xfrm>
            <a:off x="380997" y="888075"/>
            <a:ext cx="12382632" cy="96675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`&lt;fstream&gt;`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include the `&lt;fstream&gt;` library to work with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#include &lt;fstream&gt;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`fstream`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`fstream` is a stream class that can be used for both reading from and writing to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create an object such 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fstream MyFile;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Opening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`open()` to open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MyFile.open("MyFile.txt", ios::out);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`ios::out` opens the file for output (writing).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`is_open()`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`is_open()` checks whether the file was successfully opened.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(MyFile.is_open())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Writing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the insertion operator `&lt;&lt;` to write data into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works similarly to `cout`, but the output is written to the file instead of the screen.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MyFile &lt;&lt; "Hi, this is the first line\n";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Closing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`close()` after finishing the file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MyFile.close();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050577" name="object 3"/>
          <p:cNvSpPr txBox="1"/>
          <p:nvPr/>
        </p:nvSpPr>
        <p:spPr bwMode="auto">
          <a:xfrm>
            <a:off x="380997" y="888075"/>
            <a:ext cx="123891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Include the `&lt;fstream&gt;`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an `fstream`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Open the file using `open()` with `ios::out`.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the file opened successfully using `is_open()`.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Write data using the `&lt;&lt;`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Close the file using `close()`.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393691" name="object 3"/>
          <p:cNvSpPr txBox="1"/>
          <p:nvPr/>
        </p:nvSpPr>
        <p:spPr bwMode="auto">
          <a:xfrm>
            <a:off x="380997" y="888075"/>
            <a:ext cx="12429077" cy="80996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fstream MyFile;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MyFile.open("MyFile.txt", ios::out);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(MyFile.is_open())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 &lt;&lt; "Hi, this is the first line\n";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 &lt;&lt; "Hi, this is the second line\n";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 &lt;&lt; "Hi, this is the third line\n";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MyFile.close();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file named `MyFile.txt` is created or opened, and it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first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second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third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755655" name="object 3"/>
          <p:cNvSpPr txBox="1"/>
          <p:nvPr/>
        </p:nvSpPr>
        <p:spPr bwMode="auto">
          <a:xfrm>
            <a:off x="380997" y="888075"/>
            <a:ext cx="12363199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specify a complete file path,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E:/MyDataFolder/CppProjects/Lesson-52.txt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provide only the file name, such 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MyFile.txt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file is opened relative to the program's current working directory.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`&lt;&lt;` is the correct operator for writing data to a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`&gt;&gt;` is normally used for extracting data from a stream, such as reading data from a file.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553438" name="object 3"/>
          <p:cNvSpPr txBox="1"/>
          <p:nvPr/>
        </p:nvSpPr>
        <p:spPr bwMode="auto">
          <a:xfrm>
            <a:off x="380997" y="888075"/>
            <a:ext cx="1236535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 careful when using `ios::out` with an existing file because opening for output with truncation can erase the previous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want to preserve existing content and add new data at the end, use `ios::app` instead.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check whether the file opened successfully before writing to it.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023951" name="object 3"/>
          <p:cNvSpPr txBox="1"/>
          <p:nvPr/>
        </p:nvSpPr>
        <p:spPr bwMode="auto">
          <a:xfrm>
            <a:off x="380997" y="888075"/>
            <a:ext cx="123704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`ios::out`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Opens a file for output/writing.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when replacing the existing file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Existing contents can be truncated when the file is opened.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`ios::app`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Opens a file for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existing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New data is written at the end of the file.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335895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`&lt;fstream&gt;` provides tools for working with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`fstream` creates a file stream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`ios::out` opens a file for 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`is_open()` checks whether the file opened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`&lt;&lt;` writes data into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`close()` closes the file after finishing.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Be careful with `ios::out` because existing file contents may be erased.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1998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343</cp:revision>
  <dcterms:created xsi:type="dcterms:W3CDTF">2025-12-09T17:44:59Z</dcterms:created>
  <dcterms:modified xsi:type="dcterms:W3CDTF">2026-09-25T13:05:06Z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