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18908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6728680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8962008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6464296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11292691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8107454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1788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0824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71473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87841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29222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92037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65696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33201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39171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67769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5658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8882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62274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73257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7366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47613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77920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6067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9105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7570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8857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46585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7651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67679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71338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6514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5495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44753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94101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0305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4353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72796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7412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896866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60870438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1754212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6885299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012368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8956785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3225971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3633296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7120156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0488415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9690563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01439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8600011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95454146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42007531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62917273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4920814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5937263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808493894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8528728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774803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3181507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863441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05631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3021253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51016211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442906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214464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3712101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27884252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0817788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685648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082322414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903955109" name="object 30"/>
          <p:cNvSpPr txBox="1"/>
          <p:nvPr/>
        </p:nvSpPr>
        <p:spPr bwMode="auto">
          <a:xfrm>
            <a:off x="0" y="1143000"/>
            <a:ext cx="13115178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Float Format (printf)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06043122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129135604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667479222" name="object 30"/>
          <p:cNvSpPr txBox="1"/>
          <p:nvPr/>
        </p:nvSpPr>
        <p:spPr bwMode="auto">
          <a:xfrm flipH="0" flipV="0">
            <a:off x="106425" y="3084201"/>
            <a:ext cx="13281057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Float Format (printf)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8907610" name="object 3"/>
          <p:cNvSpPr txBox="1"/>
          <p:nvPr/>
        </p:nvSpPr>
        <p:spPr bwMode="auto">
          <a:xfrm>
            <a:off x="380997" y="888075"/>
            <a:ext cx="12367511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`%f` Format Specifier is used with `printf()` to print Floating-Point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You can control the number of digits displayed after the Decimal Point using a Precision Specification.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Precision can be provided directly or dynamically through another argument.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945580" name="object 3"/>
          <p:cNvSpPr txBox="1"/>
          <p:nvPr/>
        </p:nvSpPr>
        <p:spPr bwMode="auto">
          <a:xfrm>
            <a:off x="380997" y="888075"/>
            <a:ext cx="12382272" cy="3374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There are two useful forms of Float Formatting: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`%.3f`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✔️ Prints exactly 3 digits after the Decimal Point.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`%.*f`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✔️ The number of digits after the Decimal Point is provided through another argument.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8809751" name="object 3"/>
          <p:cNvSpPr txBox="1"/>
          <p:nvPr/>
        </p:nvSpPr>
        <p:spPr bwMode="auto">
          <a:xfrm>
            <a:off x="380997" y="888075"/>
            <a:ext cx="12388750" cy="37030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%   .   *   f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│   │   │   │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│   │   │   │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│   │   │   └── Floating-Point Number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│   │   └────── Precision comes from an argument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│   └────────── Decimal Point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└────────────── Format begins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424941" name="object 3"/>
          <p:cNvSpPr txBox="1"/>
          <p:nvPr/>
        </p:nvSpPr>
        <p:spPr bwMode="auto">
          <a:xfrm>
            <a:off x="380997" y="888075"/>
            <a:ext cx="12372558" cy="6788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using namespace std;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float PI = 3.14159265;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// Precision specification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printf("Precision specification of %.*f\n", 1, PI);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double d = 12.45;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// Fixed precision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printf("The double value is : %.3f\n", d);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return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Precision specification of 3.1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double value is : 12.450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665087" name="object 3"/>
          <p:cNvSpPr txBox="1"/>
          <p:nvPr/>
        </p:nvSpPr>
        <p:spPr bwMode="auto">
          <a:xfrm>
            <a:off x="380997" y="888075"/>
            <a:ext cx="12362840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Precision specifies the number of digits displayed after the Decimal Point.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original value has fewer digits than the requested Precision, `printf()` adds zeros.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5799740" name="object 3"/>
          <p:cNvSpPr txBox="1"/>
          <p:nvPr/>
        </p:nvSpPr>
        <p:spPr bwMode="auto">
          <a:xfrm>
            <a:off x="380997" y="888075"/>
            <a:ext cx="12364994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confuse Precision with the total number of digits in the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`%.3f`, the `3` means 3 digits after the Decimal Point, not 3 digits in total.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9828546" name="object 3"/>
          <p:cNvSpPr txBox="1"/>
          <p:nvPr/>
        </p:nvSpPr>
        <p:spPr bwMode="auto">
          <a:xfrm>
            <a:off x="380997" y="888075"/>
            <a:ext cx="12370041" cy="45296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`%.3f`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a fixed Precision.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Always displays 3 digits after the Decimal Point.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`12.45` → `12.450`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`%.*f`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a dynamic Precision.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Precision is provided as an additional argument.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`printf("%.*f", 1, PI)` → `3.1`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560866" name="object 3"/>
          <p:cNvSpPr txBox="1"/>
          <p:nvPr/>
        </p:nvSpPr>
        <p:spPr bwMode="auto">
          <a:xfrm>
            <a:off x="380997" y="888075"/>
            <a:ext cx="12384072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`%f` is used to print Floating-Point Numbers with `printf()`.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`%.3f` prints exactly 3 digits after the Decimal Point.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`%.*f` allows the Precision to be provided dynamically.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`*` means that the Precision comes from an additional argument.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Precision controls the number of digits displayed after the Decimal Point.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`printf()` can add trailing zeros when necessary.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3334552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350</cp:revision>
  <dcterms:created xsi:type="dcterms:W3CDTF">2025-12-09T17:44:59Z</dcterms:created>
  <dcterms:modified xsi:type="dcterms:W3CDTF">2026-09-25T08:24:35Z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