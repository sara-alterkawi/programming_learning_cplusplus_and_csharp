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1372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87975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624052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549943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3033128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2962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079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61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926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136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423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9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81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2595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749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980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0589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3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171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549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442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787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106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311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925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776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923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270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042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9334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313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22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105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6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320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192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324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447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58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00212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55645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32066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28176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26951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27224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47425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38942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85214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88688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4401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9324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5298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241658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8223626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38960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864358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8923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5310016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518073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921319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090401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3102850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13816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483422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85216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0273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90231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99914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271112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645521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17237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799780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84353160" name="object 30"/>
          <p:cNvSpPr txBox="1"/>
          <p:nvPr/>
        </p:nvSpPr>
        <p:spPr bwMode="auto">
          <a:xfrm>
            <a:off x="0" y="1143000"/>
            <a:ext cx="1311266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Declaration Vs Definition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1144794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4464716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79353089" name="object 30"/>
          <p:cNvSpPr txBox="1"/>
          <p:nvPr/>
        </p:nvSpPr>
        <p:spPr bwMode="auto">
          <a:xfrm flipH="0" flipV="0">
            <a:off x="106425" y="3084201"/>
            <a:ext cx="13278539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Declaration Vs Definition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666772" name="object 3"/>
          <p:cNvSpPr txBox="1"/>
          <p:nvPr/>
        </p:nvSpPr>
        <p:spPr bwMode="auto">
          <a:xfrm>
            <a:off x="380997" y="888075"/>
            <a:ext cx="12367511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Function Declaration tells the compiler that a function exists and provides its name, return type, and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 Function Definition contains the actual implementation, including the function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you want to call a function before its Definition, you must declare it before `main()` so the compiler knows about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function Definition is written after `main()`, a Declaration before `main()` is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271476" name="object 3"/>
          <p:cNvSpPr txBox="1"/>
          <p:nvPr/>
        </p:nvSpPr>
        <p:spPr bwMode="auto">
          <a:xfrm>
            <a:off x="380997" y="888075"/>
            <a:ext cx="12382272" cy="48302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Declaration: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add(int, int);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tells the compiler that a function named `add` exists, returns `void`, and takes two `int`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Definition: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add(int a, int 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(a +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contains the actual code that the function executes.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71065" name="object 3"/>
          <p:cNvSpPr txBox="1"/>
          <p:nvPr/>
        </p:nvSpPr>
        <p:spPr bwMode="auto">
          <a:xfrm>
            <a:off x="380997" y="888075"/>
            <a:ext cx="1238875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the Function Declaration before `main()` if the function Definition will be written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the function inside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Write the Function Definition after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345401" name="object 3"/>
          <p:cNvSpPr txBox="1"/>
          <p:nvPr/>
        </p:nvSpPr>
        <p:spPr bwMode="auto">
          <a:xfrm>
            <a:off x="380997" y="888075"/>
            <a:ext cx="12372558" cy="790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add(int, int);    //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add(10, 20);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add(int a, int b) //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(a +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compiler sees the Declaration before `main()`, so it knows that `add()`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actual implementation of `add()` is provided later in its Definition.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function is called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output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352084" name="object 3"/>
          <p:cNvSpPr txBox="1"/>
          <p:nvPr/>
        </p:nvSpPr>
        <p:spPr bwMode="auto">
          <a:xfrm>
            <a:off x="380997" y="888075"/>
            <a:ext cx="1236284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Declaration tells the compiler "this function exists."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Definition tells the compiler "this is what the function does."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Function Definition is already written before `main()`, a separate Declaration is not required.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243754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Declaration and Definition must match in the function name, return type, and parameter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Declaration alone does not provide the function's implementation.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925383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Declaration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Tells the compiler that the function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Usually written before `main()` when the Definition comes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contain the function body.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actual implementation of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function body `{ 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Specifies what the function actually does.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581572" name="object 3"/>
          <p:cNvSpPr txBox="1"/>
          <p:nvPr/>
        </p:nvSpPr>
        <p:spPr bwMode="auto">
          <a:xfrm>
            <a:off x="380997" y="888075"/>
            <a:ext cx="1238407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Declaration tells the compiler about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Definition contains the implementation.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function can be declared before `main()` and defined after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73433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343</cp:revision>
  <dcterms:created xsi:type="dcterms:W3CDTF">2025-12-09T17:44:59Z</dcterms:created>
  <dcterms:modified xsi:type="dcterms:W3CDTF">2026-09-25T06:37:10Z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