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6411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85463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760799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93383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424075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918162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666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8164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159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515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2181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34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088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0572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625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139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699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36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72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579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1227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242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142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974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876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3094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3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572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3201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31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495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811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061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368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373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17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80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2335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710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65418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217032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33302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961855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770924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7575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441696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32835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887764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695216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37162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4221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306401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777548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038779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948284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105907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776119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0701023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964067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14078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202526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957154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1612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94702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65313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603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353836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598884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873083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734535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19380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4911988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89063563" name="object 30"/>
          <p:cNvSpPr txBox="1"/>
          <p:nvPr/>
        </p:nvSpPr>
        <p:spPr bwMode="auto">
          <a:xfrm>
            <a:off x="0" y="1143000"/>
            <a:ext cx="13131004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 to Void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51648519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80881815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58430953" name="object 30"/>
          <p:cNvSpPr txBox="1"/>
          <p:nvPr/>
        </p:nvSpPr>
        <p:spPr bwMode="auto">
          <a:xfrm flipH="0" flipV="0">
            <a:off x="106425" y="3084201"/>
            <a:ext cx="1329688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 to Void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515378" name="object 3"/>
          <p:cNvSpPr txBox="1"/>
          <p:nvPr/>
        </p:nvSpPr>
        <p:spPr bwMode="auto">
          <a:xfrm>
            <a:off x="380997" y="888075"/>
            <a:ext cx="1236822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Void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Void Pointer (`void*`) is a special type of pointer that can store the address of a variable of almost any data type, such as `int`, `float`, or `struct`.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However, a `void*` does not know the data type of the object it points to.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338798" name="object 3"/>
          <p:cNvSpPr txBox="1"/>
          <p:nvPr/>
        </p:nvSpPr>
        <p:spPr bwMode="auto">
          <a:xfrm>
            <a:off x="380997" y="888075"/>
            <a:ext cx="12382632" cy="5599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General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normal pointer has a specific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int* 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pointer is designed to point to an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Void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`void*` can point to objects of different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useful when we need a general-purpose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However, because the data type is unknown, we cannot directly dereference a `void*`.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Before accessing the value, we need to cast the pointer to the correct pointer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845941" name="object 3"/>
          <p:cNvSpPr txBox="1"/>
          <p:nvPr/>
        </p:nvSpPr>
        <p:spPr bwMode="auto">
          <a:xfrm>
            <a:off x="380997" y="888075"/>
            <a:ext cx="12389109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variables with different data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`void*`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address of an `int` variable in the `void*`.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address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Cast the `void*` to `int*`.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Dereference it to access the `int`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Store the address of a `float` variable in the same `void*`.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Cast the `void*` to `float*`.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Dereference it to access the `float`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964089" name="object 3"/>
          <p:cNvSpPr txBox="1"/>
          <p:nvPr/>
        </p:nvSpPr>
        <p:spPr bwMode="auto">
          <a:xfrm>
            <a:off x="380997" y="888075"/>
            <a:ext cx="12372917" cy="7162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Void Pointer with `int` and `float`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Number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fNumber = 10.53;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void* pointer;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pointer = &amp;Number;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"Number address: " &lt;&lt; pointer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"Number value: " &lt;&lt; *(static_cast&lt;int*&gt;(pointer))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pointer = &amp;fNumber;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"fNumber address: " &lt;&lt; pointer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"fNumber value: " &lt;&lt; *(static_cast&lt;float*&gt;(pointer))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address: 0x...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value: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fNumber address: 0x...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fNumber value: 10.53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950180" name="object 3"/>
          <p:cNvSpPr txBox="1"/>
          <p:nvPr/>
        </p:nvSpPr>
        <p:spPr bwMode="auto">
          <a:xfrm>
            <a:off x="380997" y="888075"/>
            <a:ext cx="12363199" cy="4472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 A `void*` cannot be directly dereferenced because the compiler does not know the pointed-to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 Pointer arithmetic cannot normally be performed directly on a `void*` in standard C++: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++pointer;   // ❌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 The reason is that the compiler does not know the size of the object to which the `void*` points.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 After converting it to the correct pointer type, pointer arithmetic can be performed according to that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54163" name="object 3"/>
          <p:cNvSpPr txBox="1"/>
          <p:nvPr/>
        </p:nvSpPr>
        <p:spPr bwMode="auto">
          <a:xfrm>
            <a:off x="380997" y="888075"/>
            <a:ext cx="12365352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 The cast must match the actual type of the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Number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void* pointer = &amp;Number;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*(static_cast&lt;int*&gt;(pointer)) &lt;&lt; endl;   // ✔️ Correct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*(static_cast&lt;float*&gt;(pointer)) &lt;&lt; endl; // ❌ Wrong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 Casting a `void*` to the wrong pointer type and then dereferencing it can lead to undefined behavior.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298158" name="object 3"/>
          <p:cNvSpPr txBox="1"/>
          <p:nvPr/>
        </p:nvSpPr>
        <p:spPr bwMode="auto">
          <a:xfrm>
            <a:off x="380997" y="888075"/>
            <a:ext cx="12370401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C-Style Cast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`(int\*)pointer`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Older C/C++ casting style.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perform several different kinds of conversions.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it less clear what kind of conversion is intended.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Generally avoided in modern C++ when a specific cast is available.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`static\_cast`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`static\_cast&lt;int\*&gt;(pointer)`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Explicitly shows the intended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compiler checks whether the conversion is permitted by `static\_cast`.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Preferred over C-style casting when `static\_cast` is appropriate.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is not automatically "safe" if the pointer is cast to the wrong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757603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`void*` can store the address of objects of different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`void*` does not know the type of the object it points to.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`void*` cannot be directly dereferenced.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Cast the `void*` to the correct pointer type before dereferencing.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`static_cast` is preferred over C-style casts when it is appropriate.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Always make sure the cast matches the actual type of the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965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368</cp:revision>
  <dcterms:created xsi:type="dcterms:W3CDTF">2025-12-09T17:44:59Z</dcterms:created>
  <dcterms:modified xsi:type="dcterms:W3CDTF">2026-09-25T11:54:38Z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