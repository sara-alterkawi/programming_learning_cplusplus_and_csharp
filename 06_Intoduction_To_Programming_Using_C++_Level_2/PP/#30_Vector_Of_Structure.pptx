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0625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4655721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2134002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751991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5538528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5541755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152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36347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871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98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11740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14794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10303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67820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31575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9493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5017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6182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35002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93789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023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6871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9891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3480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8BE55B-C35C-79C9-F428-F72BE754B00E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0740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1864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9350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525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6253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16391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976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49990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741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30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68531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68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0303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66097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323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67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684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33433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18253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422919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146786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84166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3024530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81215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8066392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162403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6165939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42927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2584270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41724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360297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2633894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709886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792270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2621231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382500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98961206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7445583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1905611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526827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321550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08780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786389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9777876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39750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783147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956232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912979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2144284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96968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38329151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16350957" name="object 30"/>
          <p:cNvSpPr txBox="1"/>
          <p:nvPr/>
        </p:nvSpPr>
        <p:spPr bwMode="auto">
          <a:xfrm>
            <a:off x="0" y="1143000"/>
            <a:ext cx="13120933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Vector of Structure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  <p:sp>
        <p:nvSpPr>
          <p:cNvPr id="310879081" name=""/>
          <p:cNvSpPr txBox="1"/>
          <p:nvPr/>
        </p:nvSpPr>
        <p:spPr bwMode="auto">
          <a:xfrm rot="0" flipH="0" flipV="0">
            <a:off x="6112492" y="4907279"/>
            <a:ext cx="1186215" cy="243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#29_Add_Elements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91830564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682025304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50917453" name="object 30"/>
          <p:cNvSpPr txBox="1"/>
          <p:nvPr/>
        </p:nvSpPr>
        <p:spPr bwMode="auto">
          <a:xfrm flipH="0" flipV="0">
            <a:off x="106425" y="3084201"/>
            <a:ext cx="13286813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Vector of Structure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293657" name="object 3"/>
          <p:cNvSpPr txBox="1"/>
          <p:nvPr/>
        </p:nvSpPr>
        <p:spPr bwMode="auto">
          <a:xfrm>
            <a:off x="380997" y="888075"/>
            <a:ext cx="12367870" cy="3359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Vector can store elements of any valid C++ type, including user-defined `struct`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allows us to store multiple related pieces of data together inside each Vector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an Employee can have a `FirstName`, `LastName`, and `Salary`, and each Employee can be stored as one element in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699554" name="object 3"/>
          <p:cNvSpPr txBox="1"/>
          <p:nvPr/>
        </p:nvSpPr>
        <p:spPr bwMode="auto">
          <a:xfrm>
            <a:off x="380997" y="888075"/>
            <a:ext cx="12382272" cy="48227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Defining a Structure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struct stEmployee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string FirstName;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string LastName;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float Salary;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Creating a Vector of Structures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vector&lt;stEmployee&gt; vEmployees;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Each element of `vEmployees` is an `stEmployee` object containing all three fields.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9126306" name="object 3"/>
          <p:cNvSpPr txBox="1"/>
          <p:nvPr/>
        </p:nvSpPr>
        <p:spPr bwMode="auto">
          <a:xfrm>
            <a:off x="380997" y="888075"/>
            <a:ext cx="12388750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the `struct`.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Create a Vector using the Structure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Create a temporary Structure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Assign values to its members.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Use `push_back()` to add the Structure object to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Repeat the process for additional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Use a Ranged `for` Loop to process the stored Structures.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802462" name="object 3"/>
          <p:cNvSpPr txBox="1"/>
          <p:nvPr/>
        </p:nvSpPr>
        <p:spPr bwMode="auto">
          <a:xfrm>
            <a:off x="380997" y="888075"/>
            <a:ext cx="12372918" cy="9189420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struct stEmployee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string FirstName;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string LastName;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float Salary;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vector&lt;stEmployee&gt; vEmployees;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stEmployee tempEmployee;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tempEmployee.FirstName = "Ahmad";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tempEmployee.LastName = "Aljasem";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tempEmployee.Salary = 5000;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vEmployees.push_back(tempEmployee);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tempEmployee.FirstName = "Sara";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tempEmployee.LastName = "Alterkawi";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tempEmployee.Salary = 300;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vEmployees.push_back(tempEmployee);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tempEmployee.FirstName = "Aya";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tempEmployee.LastName = "Alterkoui";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tempEmployee.Salary = 1000;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vEmployees.push_back(tempEmployee);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327241" name="object 3"/>
          <p:cNvSpPr txBox="1"/>
          <p:nvPr/>
        </p:nvSpPr>
        <p:spPr bwMode="auto">
          <a:xfrm>
            <a:off x="380997" y="888075"/>
            <a:ext cx="12373998" cy="93493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"Employees Vector:\n\n";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for (stEmployee &amp;Employee : vEmployees)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cout &lt;&lt; "FirstName: " &lt;&lt; Employee.FirstName &lt;&lt; endl;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cout &lt;&lt; "LastName : " &lt;&lt; Employee.LastName &lt;&lt; endl;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cout &lt;&lt; "Salary   : " &lt;&lt; Employee.Salary &lt;&lt; endl;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cout &lt;&lt; endl;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Employees Vector: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FirstName: Ahmad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LastName : Aljasem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Salary   : 5000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FirstName: Sara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LastName :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Salary   : 300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FirstName: Aya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LastName : Alterkoui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Salary   : 1000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249262" name="object 3"/>
          <p:cNvSpPr txBox="1"/>
          <p:nvPr/>
        </p:nvSpPr>
        <p:spPr bwMode="auto">
          <a:xfrm>
            <a:off x="380997" y="888075"/>
            <a:ext cx="12362840" cy="3725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Vector can store Structures just like it can store simple types such as `int`, `float`, or `string`.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type inside the angle brackets determines what each Vector element contains: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vector&lt;int&gt; vNumbers;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vector&lt;string&gt; vNames;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vector&lt;stEmployee&gt; vEmployees;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the last example, every element of `vEmployees` is an `stEmployee`.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9277" name="object 3"/>
          <p:cNvSpPr txBox="1"/>
          <p:nvPr/>
        </p:nvSpPr>
        <p:spPr bwMode="auto">
          <a:xfrm>
            <a:off x="380997" y="888075"/>
            <a:ext cx="12364994" cy="4479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automatically use a non-`const` Reference everywhere.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Use: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const vector&lt;stEmployee&gt; &amp;vEmployees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the function only needs to read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Use: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vector&lt;stEmployee&gt; &amp;vEmployees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the function intentionally needs to modify the original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Passing by Reference avoids copying the Vector object itself, which is especially useful when the Vector contains many elements.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103922" name="object 3"/>
          <p:cNvSpPr txBox="1"/>
          <p:nvPr/>
        </p:nvSpPr>
        <p:spPr bwMode="auto">
          <a:xfrm>
            <a:off x="380997" y="888075"/>
            <a:ext cx="12370041" cy="5233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Array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Built-in Arrays have a fixed size.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size is normally specified when the Array is declared.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When passed to a function, an Array parameter commonly behaves like a pointer to its first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Vector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 Vector has a dynamic size.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It can grow or shrink as elements are added or removed.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Passing a Vector by value creates a copy.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Passing it by Reference avoids copying the Vector itself.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047084" name="object 3"/>
          <p:cNvSpPr txBox="1"/>
          <p:nvPr/>
        </p:nvSpPr>
        <p:spPr bwMode="auto">
          <a:xfrm>
            <a:off x="380997" y="888075"/>
            <a:ext cx="12384072" cy="5233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Vector can store Structures as its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`vector&lt;stEmployee&gt; vEmployees;` creates a Vector of `stEmployee` objects.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Each Vector element can contain multiple related fields.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`push_back()` adds a new Structure object to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same temporary Structure object can be reused to create multiple Vector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Passing a Vector by value creates a copy.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Passing a Vector by Reference avoids copying the Vector itself.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`const` Reference when you only need to read the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a non-`const` Reference when you intentionally need to modify the original Vector.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21894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356</cp:revision>
  <dcterms:created xsi:type="dcterms:W3CDTF">2025-12-09T17:44:59Z</dcterms:created>
  <dcterms:modified xsi:type="dcterms:W3CDTF">2026-09-25T09:06:56Z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