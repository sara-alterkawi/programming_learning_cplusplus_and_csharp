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5790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887469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226686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973772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929193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629685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18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66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42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338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539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101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425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665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859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210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273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78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9039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3031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832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105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235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922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94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214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398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3970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615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081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8020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730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508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5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803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442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093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900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15770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45405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00394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01499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80865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1966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96257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302689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4574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28688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785167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1006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23125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6700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6014202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687919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368312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610198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5169266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79286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97703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155646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700298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64963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70502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4062432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6030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12422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973239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797127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42769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37439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496212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91141648" name="object 30"/>
          <p:cNvSpPr txBox="1"/>
          <p:nvPr/>
        </p:nvSpPr>
        <p:spPr bwMode="auto">
          <a:xfrm>
            <a:off x="0" y="1143000"/>
            <a:ext cx="13116256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 Dimensional Arrays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38188161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13969903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83324970" name="object 30"/>
          <p:cNvSpPr txBox="1"/>
          <p:nvPr/>
        </p:nvSpPr>
        <p:spPr bwMode="auto">
          <a:xfrm flipH="0" flipV="0">
            <a:off x="106425" y="3084201"/>
            <a:ext cx="13282136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Two Dimensional Arrays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857745" name="object 3"/>
          <p:cNvSpPr txBox="1"/>
          <p:nvPr/>
        </p:nvSpPr>
        <p:spPr bwMode="auto">
          <a:xfrm>
            <a:off x="380997" y="888075"/>
            <a:ext cx="1236751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Two Dimensional Array is an array that contains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used to store data in a table-like structure, such as a multiplication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element is accessed using two indexes: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`[row][col]`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965174" name="object 3"/>
          <p:cNvSpPr txBox="1"/>
          <p:nvPr/>
        </p:nvSpPr>
        <p:spPr bwMode="auto">
          <a:xfrm>
            <a:off x="380997" y="888075"/>
            <a:ext cx="12382272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type arrayName[rows][cols];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`rows` = Number of Rows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`cols` = Number of Columns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Data Storage in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Rows are stored one after another in contiguous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fewer values than required are provided during initialization, the remaining elements are automatically initialized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Columns are mainly a logical organization for the programmer. In memory, the elements are stored sequentially, row by row.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457348" name="object 3"/>
          <p:cNvSpPr txBox="1"/>
          <p:nvPr/>
        </p:nvSpPr>
        <p:spPr bwMode="auto">
          <a:xfrm>
            <a:off x="380997" y="888075"/>
            <a:ext cx="12388750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array using the number of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the array with values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the Row index to select a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the Column index to select an element inside that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nested `for` loops to access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624673" name="object 3"/>
          <p:cNvSpPr txBox="1"/>
          <p:nvPr/>
        </p:nvSpPr>
        <p:spPr bwMode="auto">
          <a:xfrm>
            <a:off x="380997" y="888075"/>
            <a:ext cx="1237291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x[3][4] 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{1, 2, 3, 4},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{5, 6, 7, 8},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{9, 10, 11, 12}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row = 0; row &lt; 3; row++)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for (int col = 0; col &lt; 4; col++)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cout &lt;&lt; x[row][col] &lt;&lt; "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1 2 3 4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5 6 7 8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9 10 11 12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480730" name="object 3"/>
          <p:cNvSpPr txBox="1"/>
          <p:nvPr/>
        </p:nvSpPr>
        <p:spPr bwMode="auto">
          <a:xfrm>
            <a:off x="380997" y="888075"/>
            <a:ext cx="12362840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Two Dimensional Array can have a Row containing zero values, but in a regular C++ built-in 2D array, the number of Columns must be specified.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Column size is part of the array's type and is required by the compiler for a built-in multidimensional array.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155781" name="object 3"/>
          <p:cNvSpPr txBox="1"/>
          <p:nvPr/>
        </p:nvSpPr>
        <p:spPr bwMode="auto">
          <a:xfrm>
            <a:off x="380997" y="888075"/>
            <a:ext cx="12364994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 indexes start from `0`, not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 `int x[3][4]`: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Valid Row indexes: `0` to `2`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Valid Column indexes: `0` to `3`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an index outside these ranges causes undefined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723861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One Dimensional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one index: `array[index]`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a simple sequence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`int numbers[5];`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Two Dimensional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two indexes: `array[row][col]`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data organized into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`int matrix[3][4];`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219459" name="object 3"/>
          <p:cNvSpPr txBox="1"/>
          <p:nvPr/>
        </p:nvSpPr>
        <p:spPr bwMode="auto">
          <a:xfrm>
            <a:off x="380997" y="888075"/>
            <a:ext cx="1238407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Two Dimensional Array stores data using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syntax is `type arrayName[rows][cols];`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Elements are accessed using `[row][col]`.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Data is stored sequentially in memory, Row by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`for` loops are commonly used to process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Understanding `row` and `col` indexing is essential when working with Two Dimensional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7724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353</cp:revision>
  <dcterms:created xsi:type="dcterms:W3CDTF">2025-12-09T17:44:59Z</dcterms:created>
  <dcterms:modified xsi:type="dcterms:W3CDTF">2026-09-25T08:49:14Z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