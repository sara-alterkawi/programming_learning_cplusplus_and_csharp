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941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884874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87116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882738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564884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132088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4055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6534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18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7818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516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2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567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8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975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3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337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124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883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8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954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056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6041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13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601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7971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0763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962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2844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21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022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0950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8910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6538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0962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84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688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2646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758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53751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470162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843575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131158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904172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28710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32993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77969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717645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898079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37653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854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908585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2920942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669795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734601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736354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25043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7759992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279859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850406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500971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908762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85591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983893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649083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2862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123469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387846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024895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299911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19310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858301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68317366" name="object 30"/>
          <p:cNvSpPr txBox="1"/>
          <p:nvPr/>
        </p:nvSpPr>
        <p:spPr bwMode="auto">
          <a:xfrm>
            <a:off x="0" y="1143000"/>
            <a:ext cx="1311230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Bitwise AND Operator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5074735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86904064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26930839" name="object 30"/>
          <p:cNvSpPr txBox="1"/>
          <p:nvPr/>
        </p:nvSpPr>
        <p:spPr bwMode="auto">
          <a:xfrm flipH="0" flipV="0">
            <a:off x="106425" y="3084201"/>
            <a:ext cx="13278180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Bitwise AND Operator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497303" name="object 3"/>
          <p:cNvSpPr txBox="1"/>
          <p:nvPr/>
        </p:nvSpPr>
        <p:spPr bwMode="auto">
          <a:xfrm>
            <a:off x="380997" y="888075"/>
            <a:ext cx="1236751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Bitwise AND Operator `&amp;` compares two numbers bit by bit.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returns `1` only when both corresponding bits are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either bit is `0`, the result for that position is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164" name="object 3"/>
          <p:cNvSpPr txBox="1"/>
          <p:nvPr/>
        </p:nvSpPr>
        <p:spPr bwMode="auto">
          <a:xfrm>
            <a:off x="380997" y="888075"/>
            <a:ext cx="1238227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Computers represent integer values using Binary numbers made of `0` and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Bitwise AND Operator compares the corresponding bits of two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Each bit is processed independently.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result contains `1` only in positions where both input numbers contain `1`.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300540" name="object 3"/>
          <p:cNvSpPr txBox="1"/>
          <p:nvPr/>
        </p:nvSpPr>
        <p:spPr bwMode="auto">
          <a:xfrm>
            <a:off x="380997" y="888075"/>
            <a:ext cx="1238875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Convert the numbers to Binary.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Write the Binary values one below the 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Compare the corresponding bits from left to right.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both bits are `1`, write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either bit is `0`, write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Convert the resulting Binary number back to Decimal if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363334" name="object 3"/>
          <p:cNvSpPr txBox="1"/>
          <p:nvPr/>
        </p:nvSpPr>
        <p:spPr bwMode="auto">
          <a:xfrm>
            <a:off x="380997" y="888075"/>
            <a:ext cx="12372558" cy="791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Suppose we have: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Result = 25 &amp; 12;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Result;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Binary: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25 = 00011001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12 = 00001100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--------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00001000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corresponding bits are compared: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00011001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&amp; 00001100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--------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00001000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`00001000` in Decimal is `8`.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result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010998" name="object 3"/>
          <p:cNvSpPr txBox="1"/>
          <p:nvPr/>
        </p:nvSpPr>
        <p:spPr bwMode="auto">
          <a:xfrm>
            <a:off x="380997" y="888075"/>
            <a:ext cx="1236284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Bitwise AND Operator works directly on the individual bits of integer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operator used for Bitwise AND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`&amp;`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468003" name="object 3"/>
          <p:cNvSpPr txBox="1"/>
          <p:nvPr/>
        </p:nvSpPr>
        <p:spPr bwMode="auto">
          <a:xfrm>
            <a:off x="380997" y="888075"/>
            <a:ext cx="12364994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Bitwise AND `&amp;` is different from Logical AND `&amp;&amp;`.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`&amp;` works on individual bits, while `&amp;&amp;` is used for logical conditions.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648040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Bitwise AND `&amp;`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Compares individual bits.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`1` when both corresponding bits are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for bit manipulation and bit masks.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Logical AND `&amp;&amp;`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with logical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Evaluates whether two conditions are both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in `if` statements and other logical expressions.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8324" name="object 3"/>
          <p:cNvSpPr txBox="1"/>
          <p:nvPr/>
        </p:nvSpPr>
        <p:spPr bwMode="auto">
          <a:xfrm>
            <a:off x="380997" y="888075"/>
            <a:ext cx="1238407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Bitwise AND `&amp;` compares numbers bit by bit.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bit becomes `1` only when both corresponding bits are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`25 &amp; 12` produces `8`.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311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342</cp:revision>
  <dcterms:created xsi:type="dcterms:W3CDTF">2025-12-09T17:44:59Z</dcterms:created>
  <dcterms:modified xsi:type="dcterms:W3CDTF">2026-09-25T05:59:39Z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