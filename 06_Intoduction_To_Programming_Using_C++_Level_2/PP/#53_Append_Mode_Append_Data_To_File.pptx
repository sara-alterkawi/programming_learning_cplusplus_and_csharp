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8170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960521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880756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3770157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9429682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111555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435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05550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42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181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858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3291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1135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33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647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604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2153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557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080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9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598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829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900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425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296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275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66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39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6522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622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386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214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897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9116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2221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39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365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70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61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30127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003054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463039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26934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100427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51261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41973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8558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82009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284393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4774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41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222468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5314413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7806404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359369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165873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188538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5132440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473643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53725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185084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342559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30257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151543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75986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0698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539522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023367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936063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4998985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32739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2399394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02532043" name="object 30"/>
          <p:cNvSpPr txBox="1"/>
          <p:nvPr/>
        </p:nvSpPr>
        <p:spPr bwMode="auto">
          <a:xfrm>
            <a:off x="0" y="1143000"/>
            <a:ext cx="13113020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Append Mode: Append Data to File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33221247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39035446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117529647" name="object 30"/>
          <p:cNvSpPr txBox="1"/>
          <p:nvPr/>
        </p:nvSpPr>
        <p:spPr bwMode="auto">
          <a:xfrm flipH="0" flipV="0">
            <a:off x="106425" y="3084201"/>
            <a:ext cx="1327889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Append Mode: Append Data to File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047157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Append Mode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Append Mode in C++ allows new data to be added to the end of a file without removing the existing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useful when we want to keep previous data and continuously add new data to the same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978140" name="object 3"/>
          <p:cNvSpPr txBox="1"/>
          <p:nvPr/>
        </p:nvSpPr>
        <p:spPr bwMode="auto">
          <a:xfrm>
            <a:off x="380997" y="888075"/>
            <a:ext cx="12382632" cy="6719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`ios::app`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`ios::app` opens the file in append mode.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New data is written at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Existing data is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file.open("PATH/file.extension", ios::app);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Combining `ios::out` and `ios::app`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can combine `ios::out` and `ios::app` using the bitwise OR operator `|`.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file.open("PATH/file.extension", ios::out | ios::app);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`ios::out` enables output/writing.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`ios::app` makes every write operation occur at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file is created if it does not already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Append Mode vs Write Mode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`ios::out` is commonly used when writing a new version of the file and may truncate existing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`ios::app` preserves the existing contents and adds new data at the end.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171903" name="object 3"/>
          <p:cNvSpPr txBox="1"/>
          <p:nvPr/>
        </p:nvSpPr>
        <p:spPr bwMode="auto">
          <a:xfrm>
            <a:off x="380997" y="888075"/>
            <a:ext cx="123891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`fstream`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Open the file using `ios::app` or `ios::out | ios::app`.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whether the file opened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Write the new data using `&lt;&lt;`.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The new data is added to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Close the file using `close()`.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265864" name="object 3"/>
          <p:cNvSpPr txBox="1"/>
          <p:nvPr/>
        </p:nvSpPr>
        <p:spPr bwMode="auto">
          <a:xfrm>
            <a:off x="380997" y="888075"/>
            <a:ext cx="12443477" cy="919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fstream MyFile;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MyFile.open("MyFile.txt", ios::out | ios::app);    // Append Mode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(MyFile.is_open())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 &lt;&lt; "Hi, this is a new line\n";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 &lt;&lt; "Hi, this is another new line\n";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MyFile.close();    // Always close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the file already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first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second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After running the program, the new data is added to the end: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first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the second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a new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Hi, this is another new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71076" name="object 3"/>
          <p:cNvSpPr txBox="1"/>
          <p:nvPr/>
        </p:nvSpPr>
        <p:spPr bwMode="auto">
          <a:xfrm>
            <a:off x="380997" y="888075"/>
            <a:ext cx="12363199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Append Mode is similar to adding a new item to the end of a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Existing data is preserved, and new data is added after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`ios::app` ensures that output is always written at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`ios::out | ios::app` can be used when explicitly specifying output mode together with append mode.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25743" name="object 3"/>
          <p:cNvSpPr txBox="1"/>
          <p:nvPr/>
        </p:nvSpPr>
        <p:spPr bwMode="auto">
          <a:xfrm>
            <a:off x="380997" y="888075"/>
            <a:ext cx="1236535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`ios::out` alone when you want to preserve existing file contents, because opening an existing file for output can truncate its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`ios::app` is intended for adding data to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close the file after finishing the writing operation.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389545" name="object 3"/>
          <p:cNvSpPr txBox="1"/>
          <p:nvPr/>
        </p:nvSpPr>
        <p:spPr bwMode="auto">
          <a:xfrm>
            <a:off x="380997" y="888075"/>
            <a:ext cx="1237040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Append Mode (`ios::app`)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existing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New data is written at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continuously adding new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If the file does not exist, it can be created when opened for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Write Mode (`ios::out`)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Opens a file for output/writing.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Existing contents may be truncated when the file is opened.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replacing the previous file contents.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88682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`ios::app` = append data without removing existing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`ios::out` = output/write mode.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`ios::out | ios::app` = explicitly combines output and append modes.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Append mode writes new data at the end of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Existing data remains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file can be created if it does not already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Close the file after writing using `file.close();`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84133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344</cp:revision>
  <dcterms:created xsi:type="dcterms:W3CDTF">2025-12-09T17:44:59Z</dcterms:created>
  <dcterms:modified xsi:type="dcterms:W3CDTF">2026-09-25T13:16:45Z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