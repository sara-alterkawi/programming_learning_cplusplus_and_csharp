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0732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981019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4698426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4859956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135625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396207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454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7041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758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779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049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761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10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572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298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6517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5090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431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447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446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293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142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078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384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733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216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4655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589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28902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413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67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1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132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379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27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1815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05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3944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785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36804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928781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248332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93572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30782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81279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045152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008430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052477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932019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43684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999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766930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08440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3085227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77554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56543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299885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4389627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99253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5397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353733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856461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52302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772268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4633710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3091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03911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929228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13747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815326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41373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9971921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78612016" name="object 30"/>
          <p:cNvSpPr txBox="1"/>
          <p:nvPr/>
        </p:nvSpPr>
        <p:spPr bwMode="auto">
          <a:xfrm>
            <a:off x="0" y="1143000"/>
            <a:ext cx="13113020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 Overloading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14129971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14722189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54953258" name="object 30"/>
          <p:cNvSpPr txBox="1"/>
          <p:nvPr/>
        </p:nvSpPr>
        <p:spPr bwMode="auto">
          <a:xfrm flipH="0" flipV="0">
            <a:off x="106425" y="3084201"/>
            <a:ext cx="1327889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Function Overloading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201182" name="object 3"/>
          <p:cNvSpPr txBox="1"/>
          <p:nvPr/>
        </p:nvSpPr>
        <p:spPr bwMode="auto">
          <a:xfrm>
            <a:off x="380997" y="888075"/>
            <a:ext cx="12367511" cy="3740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Function Overloading in C++ means having multiple Functions with the same name but different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Functions can have the same name but differ in: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number of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types of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Function Overloading is a form of Polymorphism because the same Function name can represent different implementations depending on the Parameters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298111" name="object 3"/>
          <p:cNvSpPr txBox="1"/>
          <p:nvPr/>
        </p:nvSpPr>
        <p:spPr bwMode="auto">
          <a:xfrm>
            <a:off x="380997" y="888075"/>
            <a:ext cx="12382272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compiler determines which Function to call based on the number and types of the Arguments provided.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 following differences are not enough for Function Overloading: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Different Parameter names only.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Different Return Types only.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Functions with the same name and exactly the same Parameters cannot be overloaded because the compiler cannot distinguish between them.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C++ supports Function Overloading, which allows us to use the same Function name for related operations.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760259" name="object 3"/>
          <p:cNvSpPr txBox="1"/>
          <p:nvPr/>
        </p:nvSpPr>
        <p:spPr bwMode="auto">
          <a:xfrm>
            <a:off x="380997" y="888075"/>
            <a:ext cx="1238875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multiple Functions with the same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Change the number or types of their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Call the Function with the required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The compiler selects the matching Function based on the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25592" name="object 3"/>
          <p:cNvSpPr txBox="1"/>
          <p:nvPr/>
        </p:nvSpPr>
        <p:spPr bwMode="auto">
          <a:xfrm>
            <a:off x="380997" y="888075"/>
            <a:ext cx="12383718" cy="790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double MySum(double a, double 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return (a + b);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MySum(int a, int 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return (a + b);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MySum(int a, int b, int c)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return (a + b + c);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MySum(int a, int b, int c, int d)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return (a + b + c + d);</a:t>
            </a:r>
            <a:r>
              <a:rPr/>
              <a:t> 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 Functions have the same name: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MySum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But they have different Parameter lists.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30.2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551310" name="object 3"/>
          <p:cNvSpPr txBox="1"/>
          <p:nvPr/>
        </p:nvSpPr>
        <p:spPr bwMode="auto">
          <a:xfrm>
            <a:off x="380997" y="888075"/>
            <a:ext cx="12362840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Function Overloading allows us to use one meaningful name for several related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also has Built-in overloaded Functions, such as `max()`, which can work with different types.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853971" name="object 3"/>
          <p:cNvSpPr txBox="1"/>
          <p:nvPr/>
        </p:nvSpPr>
        <p:spPr bwMode="auto">
          <a:xfrm>
            <a:off x="380997" y="888075"/>
            <a:ext cx="12364994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Changing only the Parameter names does not create an overload.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MySum(int a, int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MySum(int x, int y);   // ❌ Conflict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Changing only the Return Type does not create an overload.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MySum(int a, int b);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 MySum(int a, int b);   // ❌ Conflict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310050" name="object 3"/>
          <p:cNvSpPr txBox="1"/>
          <p:nvPr/>
        </p:nvSpPr>
        <p:spPr bwMode="auto">
          <a:xfrm>
            <a:off x="380997" y="888075"/>
            <a:ext cx="1237004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Function Overloading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Same Function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Different number or types of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compiler selects the appropriate Function based on the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related operations easier to read and use.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 Function Overloading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Function needs a different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Similar operations may require several different Function 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code can become less consistent when many related operations exist.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627913" name="object 3"/>
          <p:cNvSpPr txBox="1"/>
          <p:nvPr/>
        </p:nvSpPr>
        <p:spPr bwMode="auto">
          <a:xfrm>
            <a:off x="380997" y="888075"/>
            <a:ext cx="1238479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 Overloading means using the same Function name with different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differ by the number or types of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Type alone cannot be used for Overloading.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Parameter names alone cannot be used for Overloading.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C++ supports Function Overloading.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 Overloading is a form of Polymorphism.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12192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344</cp:revision>
  <dcterms:created xsi:type="dcterms:W3CDTF">2025-12-09T17:44:59Z</dcterms:created>
  <dcterms:modified xsi:type="dcterms:W3CDTF">2026-09-25T07:31:02Z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