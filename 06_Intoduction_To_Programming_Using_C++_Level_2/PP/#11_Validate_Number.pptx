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988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1662991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7499926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295575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086288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9620322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2352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482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0049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468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9374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605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910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92990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48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122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34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874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09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714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5620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9704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3258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749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225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9952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0132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3704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2266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548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1613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885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211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425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797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4496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409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6933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955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01223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062258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042364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640186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2722975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16988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501046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603532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167538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047909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651983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4452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477696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9783480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0612568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746740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4394632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014281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3724455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343907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424676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139637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118781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18220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939401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7010004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8806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703878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784261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629471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583979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80802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9172776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55503040" name="object 30"/>
          <p:cNvSpPr txBox="1"/>
          <p:nvPr/>
        </p:nvSpPr>
        <p:spPr bwMode="auto">
          <a:xfrm>
            <a:off x="0" y="1143000"/>
            <a:ext cx="13112302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Validate Number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6045688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81516713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68921957" name="object 30"/>
          <p:cNvSpPr txBox="1"/>
          <p:nvPr/>
        </p:nvSpPr>
        <p:spPr bwMode="auto">
          <a:xfrm flipH="0" flipV="0">
            <a:off x="106425" y="3084201"/>
            <a:ext cx="13278180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Validate Number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846522" name="object 3"/>
          <p:cNvSpPr txBox="1"/>
          <p:nvPr/>
        </p:nvSpPr>
        <p:spPr bwMode="auto">
          <a:xfrm>
            <a:off x="380997" y="888075"/>
            <a:ext cx="12367511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Number Validation is the process of checking whether the value entered by the user is valid for the expected Variable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C++, `cin` reads input from the Input Buffer and attempts to convert it to the type of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971105" name="object 3"/>
          <p:cNvSpPr txBox="1"/>
          <p:nvPr/>
        </p:nvSpPr>
        <p:spPr bwMode="auto">
          <a:xfrm>
            <a:off x="380997" y="888075"/>
            <a:ext cx="12382272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If the user enters a valid value, `cin` successfully stores the value in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If the user enters an invalid value, `cin` enters an Error State.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We can check this using `cin.fail()`.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When an input error occurs, `cin.fail()` returns `true`.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Before reading new input, we need to clear the Error State and remove the invalid input from the Input Buffer.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488667" name="object 3"/>
          <p:cNvSpPr txBox="1"/>
          <p:nvPr/>
        </p:nvSpPr>
        <p:spPr bwMode="auto">
          <a:xfrm>
            <a:off x="380997" y="888075"/>
            <a:ext cx="12388750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user's input using `cin`.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Check whether the input is 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`cin.fail()` to detect an input error.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`cin.fail()` is `true`, clear the Error State using `cin.clear()`.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Remove the invalid input from the Input Buffer using `cin.ignore()`.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Ask the user to enter the value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583600" name="object 3"/>
          <p:cNvSpPr txBox="1"/>
          <p:nvPr/>
        </p:nvSpPr>
        <p:spPr bwMode="auto">
          <a:xfrm>
            <a:off x="380997" y="888075"/>
            <a:ext cx="12372918" cy="81371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Suppose we want the user to enter a Number: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Number;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"Enter a number: 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cin &gt;&gt; Number;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(cin.fail())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cin.clear();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cin.ignore(1000, '\n');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cout &lt;&lt; "Invalid Number!";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input is valid and `Number` receives the value `25`.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Hello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input is invalid, so `cin.fail()` becomes `true`.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We can then use: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cin.clear();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cin.ignore(1000, '\n');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3546" name="object 3"/>
          <p:cNvSpPr txBox="1"/>
          <p:nvPr/>
        </p:nvSpPr>
        <p:spPr bwMode="auto">
          <a:xfrm>
            <a:off x="380997" y="888075"/>
            <a:ext cx="1236284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`cin.clear()` and `cin.ignore()` do two different jobs.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`cin.clear()` clears the Error State.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`cin.ignore(1000, '\n')` removes unwanted characters from the Input Buffer.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642570" name="object 3"/>
          <p:cNvSpPr txBox="1"/>
          <p:nvPr/>
        </p:nvSpPr>
        <p:spPr bwMode="auto">
          <a:xfrm>
            <a:off x="380997" y="888075"/>
            <a:ext cx="12364994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Calling only `cin.clear()` is not enough when invalid characters remain in the Input Buffer.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invalid input is not removed, the next `cin` operation may encounter the same invalid characters again.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047619" name="object 3"/>
          <p:cNvSpPr txBox="1"/>
          <p:nvPr/>
        </p:nvSpPr>
        <p:spPr bwMode="auto">
          <a:xfrm>
            <a:off x="380997" y="888075"/>
            <a:ext cx="123700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Valid Input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input can be converted to the expected Variable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`cin.fail()` remains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Variable receives the entered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Invalid Input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input cannot be converted to the expected Variable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`cin.fail()` becomes `true`.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We need to clear the Error State and handle the invalid input.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94923" name="object 3"/>
          <p:cNvSpPr txBox="1"/>
          <p:nvPr/>
        </p:nvSpPr>
        <p:spPr bwMode="auto">
          <a:xfrm>
            <a:off x="380997" y="888075"/>
            <a:ext cx="12384792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`cin` reads input from the Input Buffer and attempts to convert it to the expected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`cin.fail()` checks whether an input error occurred.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`cin.clear()` clears the Error State.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`cin.ignore()` removes unwanted input from the Input Buffer.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48296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342</cp:revision>
  <dcterms:created xsi:type="dcterms:W3CDTF">2025-12-09T17:44:59Z</dcterms:created>
  <dcterms:modified xsi:type="dcterms:W3CDTF">2026-09-24T14:34:45Z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