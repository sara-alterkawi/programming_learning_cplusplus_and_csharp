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30055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888040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782681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78635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715758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58551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882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862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902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63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476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600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348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8386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927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417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10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7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9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5185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40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990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2820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787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119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06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39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18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4838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126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686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27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27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02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189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6611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417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453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781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9780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776340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51137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50384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800804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75970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259480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85833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78896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29543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36590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6398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813153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569176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2728030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582894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020263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26563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3537392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45367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790627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76218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832118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18669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581664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691077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744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27895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67071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323098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320195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9538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972855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05275020" name="object 30"/>
          <p:cNvSpPr txBox="1"/>
          <p:nvPr/>
        </p:nvSpPr>
        <p:spPr bwMode="auto">
          <a:xfrm>
            <a:off x="0" y="1143000"/>
            <a:ext cx="13129927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Call by Reference: Using Pointers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573576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01945185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46329372" name="object 30"/>
          <p:cNvSpPr txBox="1"/>
          <p:nvPr/>
        </p:nvSpPr>
        <p:spPr bwMode="auto">
          <a:xfrm flipH="0" flipV="0">
            <a:off x="106425" y="3084201"/>
            <a:ext cx="1329580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Call by Reference: Using Pointers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275248" name="object 3"/>
          <p:cNvSpPr txBox="1"/>
          <p:nvPr/>
        </p:nvSpPr>
        <p:spPr bwMode="auto">
          <a:xfrm>
            <a:off x="380997" y="888075"/>
            <a:ext cx="12368229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Call by Reference Using Pointers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Call by Reference means allowing a function to modify the original variables instead of working with copies of their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pointers are used, the function receives the addresses of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can then use dereferencing (*) to access and modify the values stored at those addresses.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711848" name="object 3"/>
          <p:cNvSpPr txBox="1"/>
          <p:nvPr/>
        </p:nvSpPr>
        <p:spPr bwMode="auto">
          <a:xfrm>
            <a:off x="380997" y="888075"/>
            <a:ext cx="12382632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stores the address of a variable, not its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* operator is used to access the value stored at the address held by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 stores the address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*P accesses the value of 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425267" name="object 3"/>
          <p:cNvSpPr txBox="1"/>
          <p:nvPr/>
        </p:nvSpPr>
        <p:spPr bwMode="auto">
          <a:xfrm>
            <a:off x="380997" y="888075"/>
            <a:ext cx="123891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function that receives pointers as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addresses of the original variables using &amp;.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Inside the function, use * to access the original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Modify the values through the pointers.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to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Check the original variables and observe that their values have 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91918" name="object 3"/>
          <p:cNvSpPr txBox="1"/>
          <p:nvPr/>
        </p:nvSpPr>
        <p:spPr bwMode="auto">
          <a:xfrm>
            <a:off x="380997" y="888075"/>
            <a:ext cx="12372917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Swap Using References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Swap(int&amp; Num1, int&amp; Num2)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Temp = Num1;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Num1 = Num2;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Num2 = Temp;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A = 0, B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Swap(A,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233157" name="object 3"/>
          <p:cNvSpPr txBox="1"/>
          <p:nvPr/>
        </p:nvSpPr>
        <p:spPr bwMode="auto">
          <a:xfrm>
            <a:off x="380997" y="888075"/>
            <a:ext cx="12363199" cy="5591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Passing an Address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pass the address of 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&amp;A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Storing an Address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store the address in a pointer: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the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access the value through the pointer: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*P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Changing the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change the original variable through the pointer: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*P = 20;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723046" name="object 3"/>
          <p:cNvSpPr txBox="1"/>
          <p:nvPr/>
        </p:nvSpPr>
        <p:spPr bwMode="auto">
          <a:xfrm>
            <a:off x="380997" y="888075"/>
            <a:ext cx="12365353" cy="68043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Mistake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&amp;A;    // ❌ Incorrect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incorrect because *p represents the value stored at the address held by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&amp;A represents an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You cannot assign an address to a location that expects an int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 = &amp;A;     // ✅ Stores the address of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A;     // ✅ Copies the value of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20;    // ✅ Changes the value of A to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Remember: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 → Address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→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&amp;A → Address of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→ Value of A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48963" name="object 3"/>
          <p:cNvSpPr txBox="1"/>
          <p:nvPr/>
        </p:nvSpPr>
        <p:spPr bwMode="auto">
          <a:xfrm>
            <a:off x="380997" y="888075"/>
            <a:ext cx="12370401" cy="89285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Call by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function receives references to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Swap(A,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Parameters use &amp;: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void Swap(int&amp; Num1, int&amp; Num2)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Variables are accessed directly through the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* is needed to access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reference cannot be redirected to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Call by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function receives pointers containing the addresses of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Swap(&amp;A, &amp;B);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Parameters use *: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void Swap(int* Num1, int* Num2)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* is needed to dereference the pointers and access the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pointer can be changed to point to another compatible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pointer can also be nullptr, so the function can represent the absence of an object.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609967" name="object 3"/>
          <p:cNvSpPr txBox="1"/>
          <p:nvPr/>
        </p:nvSpPr>
        <p:spPr bwMode="auto">
          <a:xfrm>
            <a:off x="380997" y="888075"/>
            <a:ext cx="12384432" cy="53741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→ Another name (Alias) for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 → A separate variable that stores the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by Reference using references → Pass the variables directly to parameters declared with &amp;.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by Reference using pointers → Pass the addresses of variables using &amp; and access their values using 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&amp;A → Gets the address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 = &amp;A → Stores the address of A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*P → Accesses the value stored at the address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*P = 20 → Changes the original variable to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Pointers allow a function to modify the original variables through their addresses.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59726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365</cp:revision>
  <dcterms:created xsi:type="dcterms:W3CDTF">2025-12-09T17:44:59Z</dcterms:created>
  <dcterms:modified xsi:type="dcterms:W3CDTF">2026-09-25T10:13:34Z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