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3236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24417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9699723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9857260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8235860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51046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593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5629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920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30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4959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850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810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601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4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873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6420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753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279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8694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162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593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8508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39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8859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93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718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432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56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0497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276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7831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530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898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5270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579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19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84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3477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0073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696482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08164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390490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479068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32824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24085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27775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834840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78677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054249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0081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844534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8307063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6567925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272478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869112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574883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4964422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193866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50540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634894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1895455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2569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44893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639409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3555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73409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71678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957118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224694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83409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3809053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01480184" name="object 30"/>
          <p:cNvSpPr txBox="1"/>
          <p:nvPr/>
        </p:nvSpPr>
        <p:spPr bwMode="auto">
          <a:xfrm>
            <a:off x="0" y="1143000"/>
            <a:ext cx="13129209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Common Mistakes with Pointers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6773297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29953875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54166149" name="object 30"/>
          <p:cNvSpPr txBox="1"/>
          <p:nvPr/>
        </p:nvSpPr>
        <p:spPr bwMode="auto">
          <a:xfrm flipH="0" flipV="0">
            <a:off x="106425" y="3084201"/>
            <a:ext cx="1329508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Common Mistakes with Pointers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817257" name="object 3"/>
          <p:cNvSpPr txBox="1"/>
          <p:nvPr/>
        </p:nvSpPr>
        <p:spPr bwMode="auto">
          <a:xfrm>
            <a:off x="380997" y="888075"/>
            <a:ext cx="12367870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Address and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working with pointers, it is easy to confuse an address with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must always pay attention to what a pointer expects: an address or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pointer itself stores an address, while dereferencing the pointer gives us the value stored at that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677443" name="object 3"/>
          <p:cNvSpPr txBox="1"/>
          <p:nvPr/>
        </p:nvSpPr>
        <p:spPr bwMode="auto">
          <a:xfrm>
            <a:off x="380997" y="888075"/>
            <a:ext cx="12382272" cy="5599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 and Address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p is a pointer to x, then p stores the address of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 = &amp;x;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 and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p points to x, then *p accesses the value stored in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*p = 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Address of a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&amp; operator is used to get the address of a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&amp;x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28973" name="object 3"/>
          <p:cNvSpPr txBox="1"/>
          <p:nvPr/>
        </p:nvSpPr>
        <p:spPr bwMode="auto">
          <a:xfrm>
            <a:off x="380997" y="888075"/>
            <a:ext cx="12388750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normal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pointer of the same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Assign the address of the variable to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Remember that the pointer stores an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*p to access the value stored at that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&amp;x to get the address of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Do not confuse p with *p or x with &amp;x.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860698" name="object 3"/>
          <p:cNvSpPr txBox="1"/>
          <p:nvPr/>
        </p:nvSpPr>
        <p:spPr bwMode="auto">
          <a:xfrm>
            <a:off x="380997" y="888075"/>
            <a:ext cx="12372558" cy="42361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Correct and Incorrect Pointer Usage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 = &amp;x;        // ✅ Correct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p &lt;&lt; endl;     // Address of 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&amp;x &lt;&lt; endl;    // Address of 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*p &lt;&lt; endl;    // Value of 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x &lt;&lt; endl;     // Value of x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988803" name="object 3"/>
          <p:cNvSpPr txBox="1"/>
          <p:nvPr/>
        </p:nvSpPr>
        <p:spPr bwMode="auto">
          <a:xfrm>
            <a:off x="380997" y="888075"/>
            <a:ext cx="12362840" cy="307929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simple way to remember the relationship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x  →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&amp;x → Address of 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  → Address stored in the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→ Value at the address stored in 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003700" name="object 3"/>
          <p:cNvSpPr txBox="1"/>
          <p:nvPr/>
        </p:nvSpPr>
        <p:spPr bwMode="auto">
          <a:xfrm>
            <a:off x="380997" y="888075"/>
            <a:ext cx="12364994" cy="528365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p with *p.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 represents the address stored in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*p represents the value stored at that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x with &amp;x.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x represents the value of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&amp;x represents the address of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Also remember that * has different uses depending on the context: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int* 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→ Declares p as a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*p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→ Dereferences p and accesses the value.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55740" name="object 3"/>
          <p:cNvSpPr txBox="1"/>
          <p:nvPr/>
        </p:nvSpPr>
        <p:spPr bwMode="auto">
          <a:xfrm>
            <a:off x="380997" y="888075"/>
            <a:ext cx="12370041" cy="81820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the address of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 = &amp;x;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*p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the value stored at the address in 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*p = 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&amp;x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Gives the address of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 = &amp;x;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the value stored in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*p = x;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368697" name="object 3"/>
          <p:cNvSpPr txBox="1"/>
          <p:nvPr/>
        </p:nvSpPr>
        <p:spPr bwMode="auto">
          <a:xfrm>
            <a:off x="380997" y="888075"/>
            <a:ext cx="12384072" cy="42342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 → Address stored in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*p → Value at the address stored in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x → Value stored in variable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&amp;x → Address of variable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 = &amp;x → Stores the address of x in 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*p = x → Accesses the same value stored in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&amp; when you need the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* when you need to dereference a pointer and access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13967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363</cp:revision>
  <dcterms:created xsi:type="dcterms:W3CDTF">2025-12-09T17:44:59Z</dcterms:created>
  <dcterms:modified xsi:type="dcterms:W3CDTF">2026-09-25T10:02:34Z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