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71812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23590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77233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8917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356781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61595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331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9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318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1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1814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0928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58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45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409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441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49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051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807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716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930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036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137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95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920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2069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395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481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7477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632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784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047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035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90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4345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096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49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876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837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12648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460609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219584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53002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623755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62918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560356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1154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16593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34336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7691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2835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469781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37379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18684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027852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42866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991658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257271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323027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317621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820662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7057464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927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936597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847073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270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57485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963146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059439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468698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60260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9635156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30958087" name="object 30"/>
          <p:cNvSpPr txBox="1"/>
          <p:nvPr/>
        </p:nvSpPr>
        <p:spPr bwMode="auto">
          <a:xfrm>
            <a:off x="0" y="1143000"/>
            <a:ext cx="13111943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Ranged Loop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13896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7934865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65843616" name="object 30"/>
          <p:cNvSpPr txBox="1"/>
          <p:nvPr/>
        </p:nvSpPr>
        <p:spPr bwMode="auto">
          <a:xfrm flipH="0" flipV="0">
            <a:off x="106425" y="3084201"/>
            <a:ext cx="13277821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Ranged Loop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477707" name="object 3"/>
          <p:cNvSpPr txBox="1"/>
          <p:nvPr/>
        </p:nvSpPr>
        <p:spPr bwMode="auto">
          <a:xfrm>
            <a:off x="380997" y="888075"/>
            <a:ext cx="1236751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Ranged `for` Loop is a loop used to iterate through the elements of a collection, such as an Array or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allows us to access each element directly without using an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408432" name="object 3"/>
          <p:cNvSpPr txBox="1"/>
          <p:nvPr/>
        </p:nvSpPr>
        <p:spPr bwMode="auto">
          <a:xfrm>
            <a:off x="380997" y="888075"/>
            <a:ext cx="12382272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 Ranged `for` Loop uses a variable that represents the current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loop automatically moves from one element to the next.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 can be used with Arrays, Vectors, and other suitable collections.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 is useful when we want to process every element without manually managing the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We do not need to know or manually calculate the number of elements when using a suitable collection with ranged iteration.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911356" name="object 3"/>
          <p:cNvSpPr txBox="1"/>
          <p:nvPr/>
        </p:nvSpPr>
        <p:spPr bwMode="auto">
          <a:xfrm>
            <a:off x="380997" y="888075"/>
            <a:ext cx="12388750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Array, Vector, or another suitable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Write the `for` keyword.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Declare a variable that will represent the current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the `:`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Specify the collection that we want to iterate through.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Write the code that should execute for each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The loop automatically moves to the next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The loop stops after all elements have been processed.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860258" name="object 3"/>
          <p:cNvSpPr txBox="1"/>
          <p:nvPr/>
        </p:nvSpPr>
        <p:spPr bwMode="auto">
          <a:xfrm>
            <a:off x="380997" y="888075"/>
            <a:ext cx="12372558" cy="830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Suppose we have: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arr[] = {1, 2, 3, 4};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n : arr)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cout &lt;&lt; n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each iteration, `n` contains the current element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will process: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program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999267" name="object 3"/>
          <p:cNvSpPr txBox="1"/>
          <p:nvPr/>
        </p:nvSpPr>
        <p:spPr bwMode="auto">
          <a:xfrm>
            <a:off x="380997" y="888075"/>
            <a:ext cx="1236284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Ranged `for` Loop is especially useful when we want to access every element without using an Index such as `arr[i]`.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can be used with different collections, including Arrays and Vectors.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649391" name="object 3"/>
          <p:cNvSpPr txBox="1"/>
          <p:nvPr/>
        </p:nvSpPr>
        <p:spPr bwMode="auto">
          <a:xfrm>
            <a:off x="380997" y="888075"/>
            <a:ext cx="12364994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need the Index of each element, a traditional `for` Loop may be more appropriate, or you can use another technique to track the Index.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564804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Ranged `for`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elements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require manually managing an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simple iteration shorter and easier to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Traditional `for`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Gives direct control over the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we need the position of each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we need more control over the iteration process.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318919" name="object 3"/>
          <p:cNvSpPr txBox="1"/>
          <p:nvPr/>
        </p:nvSpPr>
        <p:spPr bwMode="auto">
          <a:xfrm>
            <a:off x="380997" y="888075"/>
            <a:ext cx="123847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Ranged `for` Loop iterates directly through the elements of a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can be used with Arrays, Vectors, and other suitable collections.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useful when we want to process every element without manually using an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74912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341</cp:revision>
  <dcterms:created xsi:type="dcterms:W3CDTF">2025-12-09T17:44:59Z</dcterms:created>
  <dcterms:modified xsi:type="dcterms:W3CDTF">2026-09-24T12:57:21Z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