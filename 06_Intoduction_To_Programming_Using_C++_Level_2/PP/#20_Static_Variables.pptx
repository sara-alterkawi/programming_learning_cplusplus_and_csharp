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00214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918790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3524053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306690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2746406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1830151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931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983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540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483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22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287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54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685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96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2493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5078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9663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9197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154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543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1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0932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5917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287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6450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0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164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1008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0210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83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5756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738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838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721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5191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27260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740616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01520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238948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8708491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42013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903442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603520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284975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308472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5492186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1591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205593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5660123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4589512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399228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2728799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99641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1193501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9544193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467076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982926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019924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151911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602157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5845671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2894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668361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007088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000746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2704850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59523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9826013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2487811" name="object 30"/>
          <p:cNvSpPr txBox="1"/>
          <p:nvPr/>
        </p:nvSpPr>
        <p:spPr bwMode="auto">
          <a:xfrm>
            <a:off x="0" y="1143000"/>
            <a:ext cx="13113738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Static Variables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97362476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0193378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90609067" name="object 30"/>
          <p:cNvSpPr txBox="1"/>
          <p:nvPr/>
        </p:nvSpPr>
        <p:spPr bwMode="auto">
          <a:xfrm flipH="0" flipV="0">
            <a:off x="106425" y="3084201"/>
            <a:ext cx="1327961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Static Variables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596509" name="object 3"/>
          <p:cNvSpPr txBox="1"/>
          <p:nvPr/>
        </p:nvSpPr>
        <p:spPr bwMode="auto">
          <a:xfrm>
            <a:off x="380997" y="888075"/>
            <a:ext cx="12367511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 Static Variable is a variable that keeps its value throughout the lifetime of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 local `static` variable has Local Scope, but its lifetime is extended until the program ends.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Unlike a normal Local Variable, a Static Variable is not created and initialized again every time the Function is called.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479026" name="object 3"/>
          <p:cNvSpPr txBox="1"/>
          <p:nvPr/>
        </p:nvSpPr>
        <p:spPr bwMode="auto">
          <a:xfrm>
            <a:off x="380997" y="888075"/>
            <a:ext cx="12382272" cy="4098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a normal Local Variable is declared inside a Function, it is created when the Function is called and its lifetime ends when the Function finishes.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every new Function Call starts with a new Local Variable and its initial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the `static` keyword is used, the variable keeps its value between Function Calls.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variable is initialized only once, and later Function Calls continue using the same stored value.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615640" name="object 3"/>
          <p:cNvSpPr txBox="1"/>
          <p:nvPr/>
        </p:nvSpPr>
        <p:spPr bwMode="auto">
          <a:xfrm>
            <a:off x="380997" y="888075"/>
            <a:ext cx="12372558" cy="82595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Normal Local Variable: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 MyFunc()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 Number = 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"Value of Number: " &lt;&lt; Number &lt;&lt; "\n";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Number++;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MyFunc();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MyFunc();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MyFunc();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Value of Number: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Value of Number: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Value of Number: 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464757" name="object 3"/>
          <p:cNvSpPr txBox="1"/>
          <p:nvPr/>
        </p:nvSpPr>
        <p:spPr bwMode="auto">
          <a:xfrm>
            <a:off x="380997" y="888075"/>
            <a:ext cx="12363560" cy="848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Now we add the `static` keyword: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complete example becomes: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 MyFunc()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static int Number = 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"Value of Number: " &lt;&lt; Number &lt;&lt; "\n";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Number++;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MyFunc();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MyFunc();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MyFunc();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Value of Number: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Value of Number: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Value of Number: 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32291" name="object 3"/>
          <p:cNvSpPr txBox="1"/>
          <p:nvPr/>
        </p:nvSpPr>
        <p:spPr bwMode="auto">
          <a:xfrm>
            <a:off x="380997" y="888075"/>
            <a:ext cx="12364994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Static Variable can make code harder to understand if its changing value is not obvious.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Avoid using Static Variables when the same behavior can be handled more clearly by passing a value through Parameters.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12966" name="object 3"/>
          <p:cNvSpPr txBox="1"/>
          <p:nvPr/>
        </p:nvSpPr>
        <p:spPr bwMode="auto">
          <a:xfrm>
            <a:off x="380997" y="888075"/>
            <a:ext cx="12370041" cy="5987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Local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Local Scope inside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Created when the Function is called.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Its lifetime ends when the Function finishes.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Reinitialized each time the Function is called.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keep its value between Function Calls.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Static Local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Local Scope inside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Initialized only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Keeps its value between Function Calls.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Remains in memory until the program ends.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a Function needs to remember information from previous Calls.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642672" name="object 3"/>
          <p:cNvSpPr txBox="1"/>
          <p:nvPr/>
        </p:nvSpPr>
        <p:spPr bwMode="auto">
          <a:xfrm>
            <a:off x="380997" y="888075"/>
            <a:ext cx="12416471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`static` allows a Local Variable to keep its value between Function Calls.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Static Variable is initialized only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Its Scope remains Local to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Its lifetime continues until the program ends.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normal Local Variable is reinitialized on every Function Call.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Static Variables are useful when a Function needs to remember a previous state.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63747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346</cp:revision>
  <dcterms:created xsi:type="dcterms:W3CDTF">2025-12-09T17:44:59Z</dcterms:created>
  <dcterms:modified xsi:type="dcterms:W3CDTF">2026-09-25T08:04:02Z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