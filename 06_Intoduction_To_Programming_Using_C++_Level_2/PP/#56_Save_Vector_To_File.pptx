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0047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87096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10776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64218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032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43655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612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615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219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358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325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772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128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124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0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913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289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0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32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845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037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3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860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67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572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384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090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BC052-665B-6B08-4609-1B12B3BA20E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89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6092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63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171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508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806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43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696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129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258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870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345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879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92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283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8288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26862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79612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43860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79310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177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509498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86535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9699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28417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60874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4732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8496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7482932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218631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47441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210208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39316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77551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4285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530592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601534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70363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60662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902051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960536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554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2444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73861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639272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600161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3801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4609596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05960481" name="object 30"/>
          <p:cNvSpPr txBox="1"/>
          <p:nvPr/>
        </p:nvSpPr>
        <p:spPr bwMode="auto">
          <a:xfrm>
            <a:off x="0" y="1143000"/>
            <a:ext cx="1311409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Save Vector to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604879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5779211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07546235" name="object 30"/>
          <p:cNvSpPr txBox="1"/>
          <p:nvPr/>
        </p:nvSpPr>
        <p:spPr bwMode="auto">
          <a:xfrm flipH="0" flipV="0">
            <a:off x="106425" y="3084201"/>
            <a:ext cx="1327997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Save Vector to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463769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`SaveVectorToFile()`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`SaveVectorToFile()` is a function that writes the elements of a vector into a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vector element can be written as a separate line in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164049" name="object 3"/>
          <p:cNvSpPr txBox="1"/>
          <p:nvPr/>
        </p:nvSpPr>
        <p:spPr bwMode="auto">
          <a:xfrm>
            <a:off x="380997" y="888075"/>
            <a:ext cx="12382632" cy="8562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Saving Vector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the previous lesson, we loaded data from a file into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Now we do the opposite: we take the data from the vector and write it back to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the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first create a `vector&lt;string&gt;` containing the data we want to save.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vector&lt;string&gt; vFileContent{"Ali", "Shadi", "Maher", "Fadi", "Lama"};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open the file using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an existing file is opened with `ios::out` alone, its previous contents are normally truncated before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MyFile.open(FileName, ios::out);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Writing Vector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a range-based `for` loop to go through every element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`MyFile &lt;&lt; Line &lt;&lt; endl;` writes each element to the file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`const string&amp;` form avoids copying each string because we only need to read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Closing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finishing the writing operation, we close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MyFile.close();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847507" name="object 3"/>
          <p:cNvSpPr txBox="1"/>
          <p:nvPr/>
        </p:nvSpPr>
        <p:spPr bwMode="auto">
          <a:xfrm>
            <a:off x="380997" y="888075"/>
            <a:ext cx="123891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`vector&lt;string&gt;` containing the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file name and vector to `SaveVectorToFile()`.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Open the file using `ios::out`.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Loop through the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Write each non-empty element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Close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961432" name="object 3"/>
          <p:cNvSpPr txBox="1"/>
          <p:nvPr/>
        </p:nvSpPr>
        <p:spPr bwMode="auto">
          <a:xfrm>
            <a:off x="380997" y="888075"/>
            <a:ext cx="12429437" cy="736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SaveVectorToFile(string FileName, vector&lt;string&gt;&amp;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MyFile.open(FileName, ios::out);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for (const string&amp; Line :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if (Line != "")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 MyFile &lt;&lt; Line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46486" name="object 3"/>
          <p:cNvSpPr txBox="1"/>
          <p:nvPr/>
        </p:nvSpPr>
        <p:spPr bwMode="auto">
          <a:xfrm>
            <a:off x="380997" y="888075"/>
            <a:ext cx="12430517" cy="66365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vector&lt;string&gt; vNames{"Ali", "Shadi", "Maher"};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SaveVectorToFile("Names.txt", vNames);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When `Names.txt` is opened, it contains: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336951" name="object 3"/>
          <p:cNvSpPr txBox="1"/>
          <p:nvPr/>
        </p:nvSpPr>
        <p:spPr bwMode="auto">
          <a:xfrm>
            <a:off x="380997" y="888075"/>
            <a:ext cx="12363199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`ios::out` is used when we want to write the vector data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Opening an existing file with `ios::out` alone normally replaces its previous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want to preserve the existing contents and add new data at the end, use `ios::app`.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the vector by reference avoids copying the entire vector. Since the function does not modify the vector, `const` is also appropriate.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05121" name="object 3"/>
          <p:cNvSpPr txBox="1"/>
          <p:nvPr/>
        </p:nvSpPr>
        <p:spPr bwMode="auto">
          <a:xfrm>
            <a:off x="380997" y="888075"/>
            <a:ext cx="12365352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Writing to a file does not display the saved data on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 verify the result, open the file from its location or read it again using a file-reading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using `ios::out` because existing file contents may be truncated.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use `ios::app`, new data will be added instead of replacing the existing contents.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035220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`ios::out`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Opens the file for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Existing contents may be truncated.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saving the current vector as the new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`ios::app`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Opens the file for appending.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existing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New data is added at the end of the file.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599320" name="object 3"/>
          <p:cNvSpPr txBox="1"/>
          <p:nvPr/>
        </p:nvSpPr>
        <p:spPr bwMode="auto">
          <a:xfrm>
            <a:off x="380997" y="888075"/>
            <a:ext cx="12384432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`SaveVectorToFile()` writes vector data to a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`ios::out` is used for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`for` loop processes each vector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`&lt;&lt;` writes each element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element can be written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`close()` closes the file after writing.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`ios::out` can replace existing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`ios::app` can be used when we want to add data without removing existing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1443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2026-09-25T13:34:13Z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