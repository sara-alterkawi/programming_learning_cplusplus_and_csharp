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572190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4477868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82658118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92208949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07635683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41531642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38665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83948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12175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38082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75214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84755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98DE46-8DAF-B5B7-2366-A8D1CEBF0DDC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8579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95346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74193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59827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16164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84005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5070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0064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62222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99329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20917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52398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26028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4382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52117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10909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644228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58852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51431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24157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54390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3730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827119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02948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2202495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32123146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6337929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85073604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32144201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0815802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09932523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232072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2060957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05159173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77423092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931431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64698052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106252259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58663292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55837266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90019537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43857212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275082706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57777945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69824028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22125231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53578133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3307095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62626375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46226978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08682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82871722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62580810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75541084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17019246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8686875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120081241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729264926" name="object 30"/>
          <p:cNvSpPr txBox="1"/>
          <p:nvPr/>
        </p:nvSpPr>
        <p:spPr bwMode="auto">
          <a:xfrm>
            <a:off x="0" y="1143000"/>
            <a:ext cx="13128489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Intoduction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To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Programming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Using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What is Pointer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5886599" name="object 2"/>
          <p:cNvGrpSpPr/>
          <p:nvPr/>
        </p:nvGrpSpPr>
        <p:grpSpPr bwMode="auto">
          <a:xfrm>
            <a:off x="-10956" y="645358"/>
            <a:ext cx="13422156" cy="8767681"/>
            <a:chOff x="0" y="2209799"/>
            <a:chExt cx="7778749" cy="5081269"/>
          </a:xfrm>
        </p:grpSpPr>
        <p:pic>
          <p:nvPicPr>
            <p:cNvPr id="1694131946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853377854" name="object 4"/>
            <p:cNvSpPr/>
            <p:nvPr/>
          </p:nvSpPr>
          <p:spPr bwMode="auto">
            <a:xfrm>
              <a:off x="60959" y="3901438"/>
              <a:ext cx="7711438" cy="1264918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2002650207" name="object 8"/>
          <p:cNvSpPr txBox="1"/>
          <p:nvPr/>
        </p:nvSpPr>
        <p:spPr bwMode="auto">
          <a:xfrm>
            <a:off x="13091697" y="12746336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>
              <a:spcBef>
                <a:spcPts val="162"/>
              </a:spcBef>
              <a:defRPr/>
            </a:pPr>
            <a:r>
              <a:rPr sz="2150" spc="-85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43569477" name="object 30"/>
          <p:cNvSpPr txBox="1"/>
          <p:nvPr/>
        </p:nvSpPr>
        <p:spPr bwMode="auto">
          <a:xfrm flipH="0" flipV="0">
            <a:off x="106425" y="3084201"/>
            <a:ext cx="13294368" cy="175575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2"/>
              </a:spcBef>
              <a:defRPr/>
            </a:pPr>
            <a:r>
              <a:rPr lang="en-US" sz="4000" b="0" i="0" u="none" strike="noStrike" cap="none" spc="-15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Intoduction To Programming Using C++</a:t>
            </a:r>
            <a:endParaRPr/>
          </a:p>
          <a:p>
            <a:pPr marL="2786346" algn="ctr">
              <a:spcBef>
                <a:spcPts val="672"/>
              </a:spcBef>
              <a:defRPr/>
            </a:pPr>
            <a:r>
              <a:rPr lang="sv-SE" sz="2400" spc="-16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5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0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What is Pointer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7200325" name="object 3"/>
          <p:cNvSpPr txBox="1"/>
          <p:nvPr/>
        </p:nvSpPr>
        <p:spPr bwMode="auto">
          <a:xfrm>
            <a:off x="380997" y="888075"/>
            <a:ext cx="12367870" cy="33672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Pointer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 Pointer is a variable that stores the memory address of another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Instead of storing the actual value of another variable, a pointer stores its address in memory.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 pointer allows us to access and modify the value stored at that memory address.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447132" name="object 3"/>
          <p:cNvSpPr txBox="1"/>
          <p:nvPr/>
        </p:nvSpPr>
        <p:spPr bwMode="auto">
          <a:xfrm>
            <a:off x="380997" y="888075"/>
            <a:ext cx="12382632" cy="67190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Pointers in C++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Pointers are an important concept in C++ because they allow direct interaction with memory.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In C and C++, pointers can be used explicitly to access memory addresses.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This gives the programmer more control and flexibility, but it also requires careful use.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Declaring a Pointer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 pointer is declared using the * symbol.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pointer type should match the type of variable whose address it stores.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Example: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int* p;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This declares p as a pointer to an int.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At this point, p does not point to a valid variable yet.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Getting an Address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&amp; operator is used to get the memory address of a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6554715" name="object 3"/>
          <p:cNvSpPr txBox="1"/>
          <p:nvPr/>
        </p:nvSpPr>
        <p:spPr bwMode="auto">
          <a:xfrm>
            <a:off x="380997" y="888075"/>
            <a:ext cx="12388750" cy="37554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Create a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Assign a value to the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Declare a pointer of the same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Use &amp; to get the address of the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Store the address inside the pointer.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Use the pointer to access the value using *.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The pointer can later be changed to point to another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8180200" name="object 3"/>
          <p:cNvSpPr txBox="1"/>
          <p:nvPr/>
        </p:nvSpPr>
        <p:spPr bwMode="auto">
          <a:xfrm>
            <a:off x="380997" y="888075"/>
            <a:ext cx="12372558" cy="753550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Suppose we have: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Basic Pointer Example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int main()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int a = 10;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cout &lt;&lt; "a value = " &lt;&lt; a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cout &lt;&lt; "a address = " &lt;&lt; &amp;a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int* p;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p = &amp;a;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cout &lt;&lt; "Pointer Value = " &lt;&lt; p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return 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 value = 10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 address = 0x61fef8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Pointer Value = 0x61fef8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2694164" name="object 3"/>
          <p:cNvSpPr txBox="1"/>
          <p:nvPr/>
        </p:nvSpPr>
        <p:spPr bwMode="auto">
          <a:xfrm>
            <a:off x="380997" y="888075"/>
            <a:ext cx="12363200" cy="7435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Pointer Types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pointer type should be compatible with the type of variable whose address it stores.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Example: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int a = 10;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int* p = &amp;a;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This is correct because p is a pointer to int.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Incorrect Example: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float a = 10.5;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int* p = &amp;a;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An int pointer should not be used to store the address of a float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Pointer Declaration Without Initialization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Declaring a pointer does not automatically make it point to a valid memory location.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Example: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int* p;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At this point, p does not point to a valid object.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6691437" name="object 3"/>
          <p:cNvSpPr txBox="1"/>
          <p:nvPr/>
        </p:nvSpPr>
        <p:spPr bwMode="auto">
          <a:xfrm>
            <a:off x="380997" y="888075"/>
            <a:ext cx="12364994" cy="48377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Do not use an uninitialized pointer.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Incorrect: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int* p;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*p = 10;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p does not point to a valid variable, so dereferencing it causes undefined behavior.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Correct: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int a = 10;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int* p = &amp;a;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Always make sure that a pointer contains a valid address before dereferencing it.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826524" name="object 3"/>
          <p:cNvSpPr txBox="1"/>
          <p:nvPr/>
        </p:nvSpPr>
        <p:spPr bwMode="auto">
          <a:xfrm>
            <a:off x="380997" y="888075"/>
            <a:ext cx="12384072" cy="410624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 Pointer is a variable that stores the memory address of another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&amp; operator is used to get the address of a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* operator is used to declare a pointer and to dereference it to access the value at the stored address.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 pointer can be changed during program execution to point to another compatible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Pointers provide powerful control over memory, but they must be used carefully to avoid errors such as accessing invalid memory.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6205645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361</cp:revision>
  <dcterms:created xsi:type="dcterms:W3CDTF">2025-12-09T17:44:59Z</dcterms:created>
  <dcterms:modified xsi:type="dcterms:W3CDTF">2026-09-25T09:53:03Z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