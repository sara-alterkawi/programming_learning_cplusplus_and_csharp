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7621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01083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452227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564057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7411874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133495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273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0394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201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251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1076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385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451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8392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372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683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0646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246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585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2863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95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137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464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03021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674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9090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0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83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712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453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545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6645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7375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051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6096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83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282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576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846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7821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089340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58141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40956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554135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03038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111664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20153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26344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685856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0832886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65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089336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4967991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8595048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242104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916114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806106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8729956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578628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438596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258500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880231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8526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946678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576286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4278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108192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00631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047851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434442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7141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5790180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94902560" name="object 30"/>
          <p:cNvSpPr txBox="1"/>
          <p:nvPr/>
        </p:nvSpPr>
        <p:spPr bwMode="auto">
          <a:xfrm>
            <a:off x="0" y="1143000"/>
            <a:ext cx="13131363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Memory Management: new and delete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3503109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59141417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66321761" name="object 30"/>
          <p:cNvSpPr txBox="1"/>
          <p:nvPr/>
        </p:nvSpPr>
        <p:spPr bwMode="auto">
          <a:xfrm flipH="0" flipV="0">
            <a:off x="106425" y="3084201"/>
            <a:ext cx="1329724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Memory Management: new and delete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45293" name="object 3"/>
          <p:cNvSpPr txBox="1"/>
          <p:nvPr/>
        </p:nvSpPr>
        <p:spPr bwMode="auto">
          <a:xfrm>
            <a:off x="380997" y="888075"/>
            <a:ext cx="12368587" cy="34098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Dynamic Memory Allocation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Dynamic Memory Allocation means allocating memory during run-time instead of having the memory size fixed at compile-time.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C++, we use the following keywords: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`new` → to allocate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`delete` → to deallocate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770656" name="object 3"/>
          <p:cNvSpPr txBox="1"/>
          <p:nvPr/>
        </p:nvSpPr>
        <p:spPr bwMode="auto">
          <a:xfrm>
            <a:off x="380997" y="888075"/>
            <a:ext cx="12382992" cy="5965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`new`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using `new`, the program allocates memory dynamically and returns its address to a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allocated memory is typically taken from the Heap.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`delete`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finishing with dynamically allocated memory, we should release it using `delete`.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helps prevent memory leaks.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`nullptr`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deleting the memory, it is a good practice to set the pointer to `nullptr`.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helps prevent accidentally using the pointer as if it still pointed to a valid object.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807943" name="object 3"/>
          <p:cNvSpPr txBox="1"/>
          <p:nvPr/>
        </p:nvSpPr>
        <p:spPr bwMode="auto">
          <a:xfrm>
            <a:off x="380997" y="888075"/>
            <a:ext cx="12389468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pointer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`new` to allocate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returned address in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`*pointer` to access the allocated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Assign a value to the allocated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the value when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Use `delete` to release the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Set the pointer to `nullptr`.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679603" name="object 3"/>
          <p:cNvSpPr txBox="1"/>
          <p:nvPr/>
        </p:nvSpPr>
        <p:spPr bwMode="auto">
          <a:xfrm>
            <a:off x="380997" y="888075"/>
            <a:ext cx="12373276" cy="7154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int* ptrX;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float* ptrY;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ptrX = new int;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ptrY = new float;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*ptrX = 45;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*ptrY = 58.35f;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*ptrX &lt;&lt; endl;    // 45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*ptrY &lt;&lt; endl;    // 58.35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delete ptrX;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delete ptrY;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ptrX = nullptr;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ptrY = nullptr;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58.35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24754" name="object 3"/>
          <p:cNvSpPr txBox="1"/>
          <p:nvPr/>
        </p:nvSpPr>
        <p:spPr bwMode="auto">
          <a:xfrm>
            <a:off x="380997" y="888075"/>
            <a:ext cx="12363558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`new` dynamically allocates memory and returns its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`delete` releases memory that was allocated with `new`.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`delete`, setting the pointer to `nullptr` is a good safety practice.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modern C++, manually using `new` and `delete` is usually avoided when smart pointers can manage the lifetime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Smart Pointers such as `std::unique_ptr` and `std::shared_ptr` are commonly preferred for managing dynamic objects.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405722" name="object 3"/>
          <p:cNvSpPr txBox="1"/>
          <p:nvPr/>
        </p:nvSpPr>
        <p:spPr bwMode="auto">
          <a:xfrm>
            <a:off x="380997" y="888075"/>
            <a:ext cx="12365712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`delete` twice on the same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delete ptrX;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delete ptrX;   // ❌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Forgetting to release dynamically allocated memory can cause a memory leak.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dereference a pointer after the memory it points to has been deleted.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Setting the pointer to `nullptr` after `delete` helps prevent accidental use of the invalid pointer.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025937" name="object 3"/>
          <p:cNvSpPr txBox="1"/>
          <p:nvPr/>
        </p:nvSpPr>
        <p:spPr bwMode="auto">
          <a:xfrm>
            <a:off x="380997" y="888075"/>
            <a:ext cx="1237076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`new`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Allocates memory dynamically.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address of the allocated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address is usually stored in a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`ptr = new int;`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`delete`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Releases memory previously allocated with `new`.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Should be used when the dynamically allocated object is no longer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`delete ptr;`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94497" name="object 3"/>
          <p:cNvSpPr txBox="1"/>
          <p:nvPr/>
        </p:nvSpPr>
        <p:spPr bwMode="auto">
          <a:xfrm>
            <a:off x="380997" y="888075"/>
            <a:ext cx="12384792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`new` is used to allocate dynamic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`delete` is used to release memory allocated with `new`.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Dynamically allocated memory is typically located in the Heap.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pointer stores the address of the allocated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`*ptr` is used to access the value stored in the allocated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Set the pointer to `nullptr` after `delete` as a safety practice.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Smart Pointers such as `std::unique_ptr` and `std::shared_ptr` are preferred in many modern C++ situations.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26261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369</cp:revision>
  <dcterms:created xsi:type="dcterms:W3CDTF">2025-12-09T17:44:59Z</dcterms:created>
  <dcterms:modified xsi:type="dcterms:W3CDTF">2026-09-25T11:59:04Z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