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421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08974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28842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52395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773575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09826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98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444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17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585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696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93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199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504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38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44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81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917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5197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037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205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800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37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607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9003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730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856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661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113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35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399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5712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218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40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62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069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061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359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23384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010765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67481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0614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395772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3433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67236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59944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166571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19118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857466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0498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3922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1199055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3173892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058719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02147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30253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4851419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3840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88401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8222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06661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2217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61254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677611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569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96305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81724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169682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725864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5532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89685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45682938" name="object 30"/>
          <p:cNvSpPr txBox="1"/>
          <p:nvPr/>
        </p:nvSpPr>
        <p:spPr bwMode="auto">
          <a:xfrm>
            <a:off x="0" y="1143000"/>
            <a:ext cx="1311266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Parameters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2571533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1822012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28188069" name="object 30"/>
          <p:cNvSpPr txBox="1"/>
          <p:nvPr/>
        </p:nvSpPr>
        <p:spPr bwMode="auto">
          <a:xfrm flipH="0" flipV="0">
            <a:off x="106425" y="3084201"/>
            <a:ext cx="13278539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Default Parameters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932531" name="object 3"/>
          <p:cNvSpPr txBox="1"/>
          <p:nvPr/>
        </p:nvSpPr>
        <p:spPr bwMode="auto">
          <a:xfrm>
            <a:off x="380997" y="888075"/>
            <a:ext cx="1236751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Default Parameter in C++ is a parameter that has a predefined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 is an optional parameter. If the user does not provide a value for it when calling the Function, the predefined Default Value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programming, Default means the value that is automatically used when another value is not provided.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39476" name="object 3"/>
          <p:cNvSpPr txBox="1"/>
          <p:nvPr/>
        </p:nvSpPr>
        <p:spPr bwMode="auto">
          <a:xfrm>
            <a:off x="380997" y="888075"/>
            <a:ext cx="12382272" cy="55842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 C++, if a Function has Default Parameters, the user does not have to provide values for all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a value is not provided, C++ uses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a value is provided, the provided value replaces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 the following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MySum(int a, int b, int c = 0, int d 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(a + b + c + 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`a` and `b` are required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`c` and `d` are optional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Default Value of both `c` and `d` is `0`.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651599" name="object 3"/>
          <p:cNvSpPr txBox="1"/>
          <p:nvPr/>
        </p:nvSpPr>
        <p:spPr bwMode="auto">
          <a:xfrm>
            <a:off x="380997" y="888075"/>
            <a:ext cx="1238875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required Parameters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Default Values to the optional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When calling the Function, provide only the values you need.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a Default Parameter is not given a value, C++ uses its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945005" name="object 3"/>
          <p:cNvSpPr txBox="1"/>
          <p:nvPr/>
        </p:nvSpPr>
        <p:spPr bwMode="auto">
          <a:xfrm>
            <a:off x="380997" y="888075"/>
            <a:ext cx="12380478" cy="7886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MySum(int a, int b, int c = 0, int d 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(a + b + c + 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MySum(10, 20)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MySum(10, 20, 30)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MySum(10, 20, 30, 40)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044045" name="object 3"/>
          <p:cNvSpPr txBox="1"/>
          <p:nvPr/>
        </p:nvSpPr>
        <p:spPr bwMode="auto">
          <a:xfrm>
            <a:off x="380997" y="888075"/>
            <a:ext cx="12362840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Parameters with Default Values must be placed at the end of the Parameter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invalid: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Test(int a = 1, int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❌ `b` is a required Parameter after a Default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Test(int a, int b = 1);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✔️ The required Parameter comes first, followed by the Default Parameter.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765321" name="object 3"/>
          <p:cNvSpPr txBox="1"/>
          <p:nvPr/>
        </p:nvSpPr>
        <p:spPr bwMode="auto">
          <a:xfrm>
            <a:off x="380997" y="888075"/>
            <a:ext cx="1236499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Once you start using Default Parameters, the Parameters to their right must also have Default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this is invalid: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Test(int a = 1, int b = 2, int c);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`c` is a required Parameter after Default Parameters.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818161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With Default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Some Parameters can be optional.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Missing values are automatically replaced with Default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reduce the need for multiple Function Overloads.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Default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caller must provide all required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Different combinations may require Function Overloading.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result in more Function Definitions for similar cases.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100979" name="object 3"/>
          <p:cNvSpPr txBox="1"/>
          <p:nvPr/>
        </p:nvSpPr>
        <p:spPr bwMode="auto">
          <a:xfrm>
            <a:off x="380997" y="888075"/>
            <a:ext cx="1238407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Default Parameter has a predefined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no value is provided, the Default Value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a value is provided, it replaces the Default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Required Parameters must come before Default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Default Parameters can reduce the need for Function Overloading.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96693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343</cp:revision>
  <dcterms:created xsi:type="dcterms:W3CDTF">2025-12-09T17:44:59Z</dcterms:created>
  <dcterms:modified xsi:type="dcterms:W3CDTF">2026-09-25T07:17:18Z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