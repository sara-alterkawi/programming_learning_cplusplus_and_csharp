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41147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8884668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1460535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401432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1894038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5969956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3247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4820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60604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6768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9696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39284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44179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2499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2995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086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8773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1991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1223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5236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65245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72504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01223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0785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88017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510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83439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66981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6927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518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48028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92922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54230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0723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65453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14322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649787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985252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244002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5409741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9472367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37545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4776732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0981178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0606666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2752685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3207567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47609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785642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2007609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3032563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7042432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9313901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2448929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77177522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8038832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9875516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4733766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5966015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04102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7219244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1841064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70157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8882199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3924015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4137943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5705807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73717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95014188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856075480" name="object 30"/>
          <p:cNvSpPr txBox="1"/>
          <p:nvPr/>
        </p:nvSpPr>
        <p:spPr bwMode="auto">
          <a:xfrm>
            <a:off x="0" y="1143000"/>
            <a:ext cx="13114458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Register Variable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56378377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386271249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07243456" name="object 30"/>
          <p:cNvSpPr txBox="1"/>
          <p:nvPr/>
        </p:nvSpPr>
        <p:spPr bwMode="auto">
          <a:xfrm flipH="0" flipV="0">
            <a:off x="106425" y="3084201"/>
            <a:ext cx="13280337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Register Variable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3845165" name="object 3"/>
          <p:cNvSpPr txBox="1"/>
          <p:nvPr/>
        </p:nvSpPr>
        <p:spPr bwMode="auto">
          <a:xfrm>
            <a:off x="380997" y="888075"/>
            <a:ext cx="12367511" cy="2986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Register Variable is a Variable that was traditionally requested to be stored in a CPU Register instead of regular RAM, with the goal of providing faster access during program execution.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Register Variables were commonly associated with Variables that are accessed very frequently, such as Loop Counters.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545679" name="object 3"/>
          <p:cNvSpPr txBox="1"/>
          <p:nvPr/>
        </p:nvSpPr>
        <p:spPr bwMode="auto">
          <a:xfrm>
            <a:off x="380997" y="888075"/>
            <a:ext cx="12382272" cy="40987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a typical program, Variables are stored in memory managed by the system, and the Compiler decides how they are actually placed during execution.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`register` Keyword was historically used to suggest to the Compiler that a Variable should be kept in a CPU Register because Registers are very fast.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However, modern C++ Compilers perform their own optimization and usually decide automatically which Variables should be placed in Registers.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Therefore, the `register` Keyword is obsolete in modern C++ and should not be used.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6229061" name="object 3"/>
          <p:cNvSpPr txBox="1"/>
          <p:nvPr/>
        </p:nvSpPr>
        <p:spPr bwMode="auto">
          <a:xfrm>
            <a:off x="380997" y="888075"/>
            <a:ext cx="12388750" cy="5621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Disk / SSD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Used for persistent storage.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Much slower than RAM and CPU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RAM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Used as the main working memory of a running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Faster than persistent storage but slower than CPU Registers and Cache.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CPU Cache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Very fast memory located close to or inside the CPU.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Stores frequently accessed data to reduce access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CPU Registers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Very small and extremely fast storage locations inside the CPU.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Used by the processor to hold values that are actively being processed.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042639" name="object 3"/>
          <p:cNvSpPr txBox="1"/>
          <p:nvPr/>
        </p:nvSpPr>
        <p:spPr bwMode="auto">
          <a:xfrm>
            <a:off x="380997" y="888075"/>
            <a:ext cx="12372918" cy="93493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register int Counter =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for (Counter = 0; Counter &lt; 10; Counter++)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cout &lt;&lt; Counter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6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8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9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3263867" name="object 3"/>
          <p:cNvSpPr txBox="1"/>
          <p:nvPr/>
        </p:nvSpPr>
        <p:spPr bwMode="auto">
          <a:xfrm>
            <a:off x="380997" y="888075"/>
            <a:ext cx="12364994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modern C++, `register` is deprecated and should not be used in new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important concept to understand is the role of CPU Registers and Compiler Optimization, rather than using the `register` Keyword itself.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913388" name="object 3"/>
          <p:cNvSpPr txBox="1"/>
          <p:nvPr/>
        </p:nvSpPr>
        <p:spPr bwMode="auto">
          <a:xfrm>
            <a:off x="380997" y="888075"/>
            <a:ext cx="12370041" cy="5233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Register Variable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Historically used to request CPU Register storage.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Intended for frequently accessed Variables.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Could potentially reduce access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Compiler was not required to follow the request.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Modern C++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Compiler automatically performs Register Allocation.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Programmer normally does not need to specify `register`.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Modern optimization is generally more effective than manually requesting Register storage.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02124" name="object 3"/>
          <p:cNvSpPr txBox="1"/>
          <p:nvPr/>
        </p:nvSpPr>
        <p:spPr bwMode="auto">
          <a:xfrm>
            <a:off x="380997" y="888075"/>
            <a:ext cx="12384072" cy="4113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CPU Registers are very small and extremely fast storage locations inside the CPU.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`register` Keyword was historically used to suggest storing a Variable in a CPU Register.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It was commonly associated with frequently accessed Variables such as Loop Counters.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`register` never guaranteed Register storage.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Modern Compilers automatically decide how to optimize Variable storage.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`register` is deprecated in modern C++ and should not be used in new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772336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2026-09-25T08:12:44Z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