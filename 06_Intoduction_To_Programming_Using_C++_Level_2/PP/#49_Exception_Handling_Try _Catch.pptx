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04285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5302893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7678833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2404386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9380994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4454316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684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03591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10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90590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59451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8220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56908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41270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24157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3673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1501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169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0352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09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9832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4035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2734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892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832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5758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2353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5468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6929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2897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26409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4311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68895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9776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78746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85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735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639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501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92083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17088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142164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807816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0043148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81394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6001950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152586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810066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418975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7672876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89604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774305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3720197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47051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186995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7903145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732059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8650736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9084123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47459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300345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264811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35118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857057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5643636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7278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016474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800882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625479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5590407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9719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36090940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752718568" name="object 30"/>
          <p:cNvSpPr txBox="1"/>
          <p:nvPr/>
        </p:nvSpPr>
        <p:spPr bwMode="auto">
          <a:xfrm>
            <a:off x="0" y="1143000"/>
            <a:ext cx="13111584" cy="49805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Exception Handling (Try-Catch)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3265667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09153268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29826527" name="object 30"/>
          <p:cNvSpPr txBox="1"/>
          <p:nvPr/>
        </p:nvSpPr>
        <p:spPr bwMode="auto">
          <a:xfrm flipH="0" flipV="0">
            <a:off x="106425" y="3084201"/>
            <a:ext cx="13277462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Exception Handling (Try-Catch)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609036" name="object 3"/>
          <p:cNvSpPr txBox="1"/>
          <p:nvPr/>
        </p:nvSpPr>
        <p:spPr bwMode="auto">
          <a:xfrm>
            <a:off x="380997" y="888075"/>
            <a:ext cx="12367870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Exception Handling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Exception Handling is a mechanism in C++ used to handle unexpected errors that occur during program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allows the program to detect an exception and handle it instead of terminating unexpectedly.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Example: trying to access an element outside the valid range of a `vector`.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709443" name="object 3"/>
          <p:cNvSpPr txBox="1"/>
          <p:nvPr/>
        </p:nvSpPr>
        <p:spPr bwMode="auto">
          <a:xfrm>
            <a:off x="380997" y="888075"/>
            <a:ext cx="12382632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`try`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`try` block contains code that may throw an exception.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`catch`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`catch` block contains the code that handles the exception if one occurs.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`catch(...)`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`...` means that the `catch` block can catch an exception of any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`at()`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`vector::at()` checks whether the requested index is within the valid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the index is invalid, `at()` throws a `std::out_of_range` exception.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455076" name="object 3"/>
          <p:cNvSpPr txBox="1"/>
          <p:nvPr/>
        </p:nvSpPr>
        <p:spPr bwMode="auto">
          <a:xfrm>
            <a:off x="380997" y="888075"/>
            <a:ext cx="1238946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Identify code that may throw an exception.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Place that code inside a `try` block.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Use `catch` to handle the exception.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`at()` instead of `[]` when you want `vector` bounds checking.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Handle the exception appropriately.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3762967" name="object 3"/>
          <p:cNvSpPr txBox="1"/>
          <p:nvPr/>
        </p:nvSpPr>
        <p:spPr bwMode="auto">
          <a:xfrm>
            <a:off x="380997" y="888075"/>
            <a:ext cx="12429077" cy="70023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vector&lt;int&gt; num = { 1, 2, 3, 4, 5 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try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cout &lt;&lt; num.at(5);    // Accessing a non-existing element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catch (...)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cout &lt;&lt; "Out of bounds";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Out of bounds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675533" name="object 3"/>
          <p:cNvSpPr txBox="1"/>
          <p:nvPr/>
        </p:nvSpPr>
        <p:spPr bwMode="auto">
          <a:xfrm>
            <a:off x="380997" y="888075"/>
            <a:ext cx="12363199" cy="48302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`catch(...)` can catch an exception of any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larger programs, it is generally better to catch a specific exception type when possible.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catch (const out_of_range&amp;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cout &lt;&lt; e.what();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`std::out_of_range` is the exception type commonly thrown by `vector::at()` when the index is invalid.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907959" name="object 3"/>
          <p:cNvSpPr txBox="1"/>
          <p:nvPr/>
        </p:nvSpPr>
        <p:spPr bwMode="auto">
          <a:xfrm>
            <a:off x="380997" y="888075"/>
            <a:ext cx="12365353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use exceptions unnecessarily for normal program flow.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Exception handling has runtime overhead when exceptions are actually thrown.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`[]` does not perform bounds checking for `vector`; an invalid index results in undefined behavior rather than a catchable `out_of_range` exception.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255686" name="object 3"/>
          <p:cNvSpPr txBox="1"/>
          <p:nvPr/>
        </p:nvSpPr>
        <p:spPr bwMode="auto">
          <a:xfrm>
            <a:off x="380997" y="888075"/>
            <a:ext cx="1237040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`at()`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Performs bounds checking.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Throws `std::out_of_range` when the index is invalid.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handled using `try`-`catch`.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`operator[]`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perform bounds checking.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Invalid index results in undefined behavior.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throw `std::out_of_range` for an invalid index.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485297" name="object 3"/>
          <p:cNvSpPr txBox="1"/>
          <p:nvPr/>
        </p:nvSpPr>
        <p:spPr bwMode="auto">
          <a:xfrm>
            <a:off x="380997" y="888075"/>
            <a:ext cx="1238443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`try` contains code that may throw an exception.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`catch` handles the exception.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`catch(...)` can catch exceptions of any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`vector::at()` checks the index and can throw `std::out_of_range`.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`vector::operator[]` does not perform bounds checking.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Catching a specific exception type is generally preferable when possible.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757915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340</cp:revision>
  <dcterms:created xsi:type="dcterms:W3CDTF">2025-12-09T17:44:59Z</dcterms:created>
  <dcterms:modified xsi:type="dcterms:W3CDTF">2026-09-25T12:36:39Z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