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895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142683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849736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13904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365237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5687834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863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403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472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982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761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969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5199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1548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597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035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0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79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175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229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830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077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851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399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791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665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530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FAEE3A-04D0-B3FA-9692-C13DFA5C707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40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6098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809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396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476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76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622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5376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08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205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841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117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27024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13060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16817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138399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057253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2847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160057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19826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97940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067300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69151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33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02373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3736767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7679431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788712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16375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254666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8379721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216875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44462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595447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774347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02156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35057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4410583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2908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05336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36825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89781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48623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19167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3998411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47568976" name="object 30"/>
          <p:cNvSpPr txBox="1"/>
          <p:nvPr/>
        </p:nvSpPr>
        <p:spPr bwMode="auto">
          <a:xfrm>
            <a:off x="0" y="1143000"/>
            <a:ext cx="13113738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Load Data From File to Vector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8814815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82444807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33029596" name="object 30"/>
          <p:cNvSpPr txBox="1"/>
          <p:nvPr/>
        </p:nvSpPr>
        <p:spPr bwMode="auto">
          <a:xfrm flipH="0" flipV="0">
            <a:off x="106425" y="3084201"/>
            <a:ext cx="1327961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Load Data From File to Vector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20315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Load Data From File to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Loading data from a file into a `vector&lt;string&gt;` means reading the text file line by line and storing each line as an element inside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allows us to work with the data inside the program, such as modifying, deleting, adding, or processing elements, and later saving the data back to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104755" name="object 3"/>
          <p:cNvSpPr txBox="1"/>
          <p:nvPr/>
        </p:nvSpPr>
        <p:spPr bwMode="auto">
          <a:xfrm>
            <a:off x="380997" y="697574"/>
            <a:ext cx="12383352" cy="936465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Required Libraries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`&lt;iostream&gt;` → input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`&lt;fstream&gt;` → working with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`&lt;string&gt;` → using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`&lt;vector&gt;` → storing the file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#include &lt;iostream&gt;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#include &lt;fstream&gt;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#include &lt;string&gt;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#include &lt;vector&gt;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receives the file name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also receives the vector by reference `&amp;` so the function can directly modify the original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LoadDataFromFileToVector(string fileName, vector&lt;string&gt;&amp;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Opening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open the file using `ios::in` because we want to read its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MyFile.open(fileName, ios::in);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Reading the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`getline()` to read the file one line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line is stored in `Line`.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`push_back()` adds the line to the end of the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924299" name="object 3"/>
          <p:cNvSpPr txBox="1"/>
          <p:nvPr/>
        </p:nvSpPr>
        <p:spPr bwMode="auto">
          <a:xfrm>
            <a:off x="380997" y="888075"/>
            <a:ext cx="123891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required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`vector&lt;string&gt;` to store the file contents.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Pass the vector by reference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Open the file using `ios::in`.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whether the file opened successfully.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Read each line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Add each line to the vector using `push_back()`.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Close the file after finishing.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438170" name="object 3"/>
          <p:cNvSpPr txBox="1"/>
          <p:nvPr/>
        </p:nvSpPr>
        <p:spPr bwMode="auto">
          <a:xfrm>
            <a:off x="380997" y="888075"/>
            <a:ext cx="12429437" cy="9555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void LoadDataFromFileToVector(string fileName, vector&lt;string&gt;&amp;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fstream MyFile;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MyFile.open(fileName, ios::in);    // Read Mode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if (MyFile.is_open())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string Line;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while (getline(MyFile, Line))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vFileContent.push_back(Line);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MyFile.close();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vector&lt;string&gt; vFileContent;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LoadDataFromFileToVector("MyFile.txt", vFileContent);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(string vElement : vFileContent)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vElement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201015" name="object 3"/>
          <p:cNvSpPr txBox="1"/>
          <p:nvPr/>
        </p:nvSpPr>
        <p:spPr bwMode="auto">
          <a:xfrm>
            <a:off x="380997" y="888075"/>
            <a:ext cx="12430157" cy="663659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`MyFile.txt`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vector will contain: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{"Ali", "Shadi", "Maher", "Fadi", "Lama"}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And the program prints: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Ali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Maher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Fadi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Lama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561120" name="object 3"/>
          <p:cNvSpPr txBox="1"/>
          <p:nvPr/>
        </p:nvSpPr>
        <p:spPr bwMode="auto">
          <a:xfrm>
            <a:off x="380997" y="888075"/>
            <a:ext cx="12363199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vector is passed by reference using `&amp;` so the function modifies the original vector from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`getline()` reads one complete line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`push_back()` adds each read line to the end of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approach separates file storage from the data we work with inside the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332206" name="object 3"/>
          <p:cNvSpPr txBox="1"/>
          <p:nvPr/>
        </p:nvSpPr>
        <p:spPr bwMode="auto">
          <a:xfrm>
            <a:off x="380997" y="888075"/>
            <a:ext cx="12365352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file does not exist, `ios::in` does not create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check `is_open()` before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the vector by value would create a copy, so changes made inside the function would not affect the original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same vector is loaded multiple times without clearing it, the new data will be added to its existing elements.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80366" name="object 3"/>
          <p:cNvSpPr txBox="1"/>
          <p:nvPr/>
        </p:nvSpPr>
        <p:spPr bwMode="auto">
          <a:xfrm>
            <a:off x="380997" y="888075"/>
            <a:ext cx="1238443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Open the file using `ios::in`.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each line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Store each line using `push_back()`.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 the vector by reference when the function needs to modify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Close the file after reading.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result is a `vector&lt;string&gt;` containing the file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vector can then be modified or processed inside the program before being saved again.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3488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346</cp:revision>
  <dcterms:created xsi:type="dcterms:W3CDTF">2025-12-09T17:44:59Z</dcterms:created>
  <dcterms:modified xsi:type="dcterms:W3CDTF">2026-09-25T13:29:35Z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