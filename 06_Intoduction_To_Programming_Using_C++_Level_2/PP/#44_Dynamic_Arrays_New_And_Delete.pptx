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22868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4494214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443282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509573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990750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446232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697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94986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427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94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75202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857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2131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819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074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8705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0875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0873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2803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333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615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3121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206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1702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93055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36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964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205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146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7163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3591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407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49696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112464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757340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704516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6925034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65746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9714586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489797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577407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796794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252951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6980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798893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4006641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9367921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655668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666950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906083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829669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8863481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724329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927724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8030997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71688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055233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0786082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91290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885954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17509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974338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2180229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89386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3666884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815085117" name="object 30"/>
          <p:cNvSpPr txBox="1"/>
          <p:nvPr/>
        </p:nvSpPr>
        <p:spPr bwMode="auto">
          <a:xfrm>
            <a:off x="0" y="1143000"/>
            <a:ext cx="13131722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Dynamic Arrays: new and delete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3938650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07085686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6451877" name="object 30"/>
          <p:cNvSpPr txBox="1"/>
          <p:nvPr/>
        </p:nvSpPr>
        <p:spPr bwMode="auto">
          <a:xfrm flipH="0" flipV="0">
            <a:off x="106425" y="3084201"/>
            <a:ext cx="1329760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Dynamic Arrays: new and delete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655665" name="object 3"/>
          <p:cNvSpPr txBox="1"/>
          <p:nvPr/>
        </p:nvSpPr>
        <p:spPr bwMode="auto">
          <a:xfrm>
            <a:off x="380997" y="888075"/>
            <a:ext cx="12368587" cy="30366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Dynamic Arrays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Dynamic Arrays are arrays whose size is determined during run-time using a pointer and the following operations: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`new[]` → to allocate memory for a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`delete[]` → to deallocate the array after finishing with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124463" name="object 3"/>
          <p:cNvSpPr txBox="1"/>
          <p:nvPr/>
        </p:nvSpPr>
        <p:spPr bwMode="auto">
          <a:xfrm>
            <a:off x="380997" y="888075"/>
            <a:ext cx="1238299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main advantage is that you do not need to determine the array size in advance.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You can allocate the number of elements based on user input or program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allows the program to allocate only the memory it needs at run-time.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430803" name="object 3"/>
          <p:cNvSpPr txBox="1"/>
          <p:nvPr/>
        </p:nvSpPr>
        <p:spPr bwMode="auto">
          <a:xfrm>
            <a:off x="380997" y="888075"/>
            <a:ext cx="12373276" cy="141041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int num;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"Enter total number of students: 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cin &gt;&gt; num;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float* ptr;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// Allocate dynamic memory for the number of students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ptr = new float[num];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"Enter grades of students:"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 (int i = 0; i &lt; num;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"Student " &lt;&lt; i + 1 &lt;&lt; ": 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cin &gt;&gt; *(ptr + i);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"\nDisplaying grades of students:"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 (int i = 0; i &lt; num;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"Student " &lt;&lt; i + 1 &lt;&lt; ": 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 &lt;&lt; *(ptr + i)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// Deallocate the dynamic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delete[] ptr;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total number of students: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grades of students: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Student 1: 85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Student 2: 90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Student 3: 78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Displaying grades of students: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Student 1: 85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Student 2: 90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Student 3: 78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06076" name="object 3"/>
          <p:cNvSpPr txBox="1"/>
          <p:nvPr/>
        </p:nvSpPr>
        <p:spPr bwMode="auto">
          <a:xfrm>
            <a:off x="380997" y="888075"/>
            <a:ext cx="12363558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Modern languages such as Java and Python do not normally expose direct pointer manipulation like C++.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C++ provides this low-level control, but it requires careful memory management.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modern C++, containers such as `std::vector` are often preferred over manually managed dynamic arrays.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792237" name="object 3"/>
          <p:cNvSpPr txBox="1"/>
          <p:nvPr/>
        </p:nvSpPr>
        <p:spPr bwMode="auto">
          <a:xfrm>
            <a:off x="380997" y="888075"/>
            <a:ext cx="1236571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Forgetting to use `delete[]` can cause a memory leak.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use regular `delete` with a dynamically allocated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memory allocated with `new[]`, always use `delete[]`.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Incorrect pointer usage can lead to serious memory errors and undefined behavior.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724297" name="object 3"/>
          <p:cNvSpPr txBox="1"/>
          <p:nvPr/>
        </p:nvSpPr>
        <p:spPr bwMode="auto">
          <a:xfrm>
            <a:off x="380997" y="888075"/>
            <a:ext cx="1238479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`new[]` is used to create a dynamic array with a size determined at run-time.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`delete[]` is required to release the memory allocated by `new[]`.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array size can be determined based on user input or program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Elements can be accessed using `ptr[i]` or `*(ptr + i)`.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Dynamic arrays provide flexibility, but manual memory management requires care.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98716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370</cp:revision>
  <dcterms:created xsi:type="dcterms:W3CDTF">2025-12-09T17:44:59Z</dcterms:created>
  <dcterms:modified xsi:type="dcterms:W3CDTF">2026-09-25T12:11:21Z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