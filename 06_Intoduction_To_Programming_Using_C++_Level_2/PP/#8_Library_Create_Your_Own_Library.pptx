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87586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394951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685117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561388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7922621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757561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586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013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38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291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6481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889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1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2340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8387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231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9114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145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645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2797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47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599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8075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355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3073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2199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690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4385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90106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00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389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3055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079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961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586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867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951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695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399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22040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295509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21337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39342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197976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23830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142658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65759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85117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03357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3330405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8370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91321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8499376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889990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85395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8233314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276969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5926796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970161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64256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07196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94157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1586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386194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1282774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743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27194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97436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0061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666226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3550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298982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74021124" name="object 30"/>
          <p:cNvSpPr txBox="1"/>
          <p:nvPr/>
        </p:nvSpPr>
        <p:spPr bwMode="auto">
          <a:xfrm>
            <a:off x="0" y="1143000"/>
            <a:ext cx="13111225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Library Create Your Own Library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7656131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35083879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25169600" name="object 30"/>
          <p:cNvSpPr txBox="1"/>
          <p:nvPr/>
        </p:nvSpPr>
        <p:spPr bwMode="auto">
          <a:xfrm flipH="0" flipV="0">
            <a:off x="106425" y="3084201"/>
            <a:ext cx="13277103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Library Create Your Own Library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769231" name="object 3"/>
          <p:cNvSpPr txBox="1"/>
          <p:nvPr/>
        </p:nvSpPr>
        <p:spPr bwMode="auto">
          <a:xfrm>
            <a:off x="380997" y="888075"/>
            <a:ext cx="12367511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Library is a collection of reusable Functions and code organized in one or more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Library allows us to reuse Functions instead of writing the same code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Local Library is a library created inside our project and used within that project.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241586" name="object 3"/>
          <p:cNvSpPr txBox="1"/>
          <p:nvPr/>
        </p:nvSpPr>
        <p:spPr bwMode="auto">
          <a:xfrm>
            <a:off x="380997" y="888075"/>
            <a:ext cx="1238227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 C++, we can create our own Header File to store reusable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Header Files usually have the `.h` extension.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We can organize related Functions inside a Namespace.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Namespace helps group related Functions and prevents naming conflicts.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Header File can then be included in another source file using `#include`.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332463" name="object 3"/>
          <p:cNvSpPr txBox="1"/>
          <p:nvPr/>
        </p:nvSpPr>
        <p:spPr bwMode="auto">
          <a:xfrm>
            <a:off x="380997" y="888075"/>
            <a:ext cx="12388750" cy="45195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Open the Solution Explorer.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Go to Header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Right-click Header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Select Add → New Item → Header File (.h).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Give the Header File a suitable name, such as `Arrays.h`.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Visual Studio creates the Header File with `#pragma once`.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Create the required Functions inside a Namespace.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Include the Header File in the source file using `#include`.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Call the Functions using the Namespace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153031" name="object 3"/>
          <p:cNvSpPr txBox="1"/>
          <p:nvPr/>
        </p:nvSpPr>
        <p:spPr bwMode="auto">
          <a:xfrm>
            <a:off x="380997" y="888075"/>
            <a:ext cx="12428718" cy="9219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Create a Header File called: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`Arrays.h`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Add the following code: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#pragma once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namespace Arr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void ReadArr(int arr[], int length)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cout &lt;&lt; "Enter the elements:\n";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for (int i = 0; i &lt; 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	cin &gt;&gt; arr[i];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void PrintArr(int arr[], int length)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for (int i = 0; i &lt; length;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	cout &lt;&lt; arr[i] &lt;&lt; ' ';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 include the Library in the source file: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#include "Arrays.h"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We can then call the Functions using the Namespace: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Arr::ReadArr(arr, 6);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Arr::PrintArr(arr, 6);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980853" name="object 3"/>
          <p:cNvSpPr txBox="1"/>
          <p:nvPr/>
        </p:nvSpPr>
        <p:spPr bwMode="auto">
          <a:xfrm>
            <a:off x="380997" y="888075"/>
            <a:ext cx="12362840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`#pragma once` helps prevent the Header File from being included multiple times in the same compilation unit.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`::` operator is called the Scope Resolution Operator and is used here to access Functions inside the `Arr` Namespace.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668214" name="object 3"/>
          <p:cNvSpPr txBox="1"/>
          <p:nvPr/>
        </p:nvSpPr>
        <p:spPr bwMode="auto">
          <a:xfrm>
            <a:off x="380997" y="888075"/>
            <a:ext cx="12364994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Local Library created inside a project is not automatically available to other projects.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another project needs the same Functions, the Library or its source code must be made available to that project.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656530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a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Functions can be written once and reused.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Related Functions can be organized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the code easier to maintain and reuse.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Writing Everything in the Main File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Simple for very small programs.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become difficult to manage as the project grows.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Repeated code may need to be written multiple times.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716145" name="object 3"/>
          <p:cNvSpPr txBox="1"/>
          <p:nvPr/>
        </p:nvSpPr>
        <p:spPr bwMode="auto">
          <a:xfrm>
            <a:off x="380997" y="888075"/>
            <a:ext cx="1238407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Library is a collection of reusable code and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We can create our own Header File such as `Arrays.h`.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Namespace can be used to organize the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`#include` allows us to use the Header File in another source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16826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339</cp:revision>
  <dcterms:created xsi:type="dcterms:W3CDTF">2025-12-09T17:44:59Z</dcterms:created>
  <dcterms:modified xsi:type="dcterms:W3CDTF">2026-09-24T12:27:07Z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