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57598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838236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688748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502626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1291964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008495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770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8603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554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429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792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578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977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3045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798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967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3346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265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574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7735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35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6539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200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445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77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43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514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786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890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684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33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189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55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41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493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11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832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9477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88486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366509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982277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91961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894860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40778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282056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8211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83096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996810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20902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9970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155470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1137499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959849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090480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48297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1891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4289367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505341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001202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004600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182462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11054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729859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594589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8928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020418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076118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919320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999496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40582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1298420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31180561" name="object 30"/>
          <p:cNvSpPr txBox="1"/>
          <p:nvPr/>
        </p:nvSpPr>
        <p:spPr bwMode="auto">
          <a:xfrm>
            <a:off x="0" y="1143000"/>
            <a:ext cx="1312956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Pointers vs References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2187540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23312438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74309591" name="object 30"/>
          <p:cNvSpPr txBox="1"/>
          <p:nvPr/>
        </p:nvSpPr>
        <p:spPr bwMode="auto">
          <a:xfrm flipH="0" flipV="0">
            <a:off x="106425" y="3084201"/>
            <a:ext cx="1329544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Pointers vs References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018691" name="object 3"/>
          <p:cNvSpPr txBox="1"/>
          <p:nvPr/>
        </p:nvSpPr>
        <p:spPr bwMode="auto">
          <a:xfrm>
            <a:off x="380997" y="888075"/>
            <a:ext cx="12367870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Reference is another name (Alias) for an existing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reference refers directly to the same variable and does not create a separate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Pointer is a separate variable that stores the memory address of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pointer has its own memory address and stores the address of the variable it points to.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084026" name="object 3"/>
          <p:cNvSpPr txBox="1"/>
          <p:nvPr/>
        </p:nvSpPr>
        <p:spPr bwMode="auto">
          <a:xfrm>
            <a:off x="380997" y="888075"/>
            <a:ext cx="1238227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reference is created using the &amp; symbol.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Once a reference is initialized, it remains bound to the same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reference is used like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You do not need to use * to access the value through a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pointer is declared using the * symbol.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pointer stores the address of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pointer can be changed to point to another compatible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* operator is used to dereference the pointer and access the value.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744993" name="object 3"/>
          <p:cNvSpPr txBox="1"/>
          <p:nvPr/>
        </p:nvSpPr>
        <p:spPr bwMode="auto">
          <a:xfrm>
            <a:off x="380997" y="888075"/>
            <a:ext cx="12388750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reference to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Create a pointer to the same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Compare the addresses of the original variable and the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pointer to see the stored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*p to access the value through the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Create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Change the pointer to point to the new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Observe that the reference remains bound to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79209" name="object 3"/>
          <p:cNvSpPr txBox="1"/>
          <p:nvPr/>
        </p:nvSpPr>
        <p:spPr bwMode="auto">
          <a:xfrm>
            <a:off x="380997" y="888075"/>
            <a:ext cx="12372558" cy="11185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Reference and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a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int&amp; x = a;       //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int* p = &amp;a;      //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"&amp;a = " &lt;&lt; &amp;a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"&amp;x = " &lt;&lt; &amp;x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"p = " &lt;&lt; p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"*p = " &lt;&lt; *p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int b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p = &amp;b;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"After p = &amp;b:"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"*p = " &lt;&lt; *p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"a = " &lt;&lt; a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"x = " &lt;&lt; x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&amp;a and &amp;x have the same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 contains the address of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After p = &amp;b: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*p =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x =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593376" name="object 3"/>
          <p:cNvSpPr txBox="1"/>
          <p:nvPr/>
        </p:nvSpPr>
        <p:spPr bwMode="auto">
          <a:xfrm>
            <a:off x="380997" y="888075"/>
            <a:ext cx="12362840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References are commonly useful for function parameters because they allow a function to work with the original variable without making a copy.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Pointers are useful when we need to change what is being pointed to, work with dynamically allocated objects, or represent an optional absence of an object using nullptr.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853729" name="object 3"/>
          <p:cNvSpPr txBox="1"/>
          <p:nvPr/>
        </p:nvSpPr>
        <p:spPr bwMode="auto">
          <a:xfrm>
            <a:off x="380997" y="888075"/>
            <a:ext cx="1236499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think that a reference and a pointer are exactly the same thing.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reference is an alias for an existing object, while a pointer is a separate object that stores an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 careful with pointers because dereferencing an invalid or null pointer causes undefined behavior.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9820" name="object 3"/>
          <p:cNvSpPr txBox="1"/>
          <p:nvPr/>
        </p:nvSpPr>
        <p:spPr bwMode="auto">
          <a:xfrm>
            <a:off x="380997" y="888075"/>
            <a:ext cx="12370041" cy="6360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An alias for an existing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Refers directly to the same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Must be initialized when declared.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Cannot be changed to refer to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like a normal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use * for normal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Pointer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separate variable that stores an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its own memory address.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changed to point to another compatible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* to dereference and access the pointed-to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initialized with nullptr when it should point to nothing.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528317" name="object 3"/>
          <p:cNvSpPr txBox="1"/>
          <p:nvPr/>
        </p:nvSpPr>
        <p:spPr bwMode="auto">
          <a:xfrm>
            <a:off x="380997" y="888075"/>
            <a:ext cx="12384072" cy="42693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→ Another name (Alias) for an existing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Pointer → A separate variable that stores the address of another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→ Cannot be redirected to another variable after initialization.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Pointer → Can be redirected to another compatible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→ Used like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Pointer → Use * to dereference and access the pointed-to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→ Directly refers to the same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Pointer → Stores the address of the variable it points to.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47889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364</cp:revision>
  <dcterms:created xsi:type="dcterms:W3CDTF">2025-12-09T17:44:59Z</dcterms:created>
  <dcterms:modified xsi:type="dcterms:W3CDTF">2026-09-25T10:07:05Z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