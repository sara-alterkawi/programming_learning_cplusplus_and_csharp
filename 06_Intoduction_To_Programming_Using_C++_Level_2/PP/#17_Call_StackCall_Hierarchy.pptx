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1635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88647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79664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936258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01395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46117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103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239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910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026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03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98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737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8392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8987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339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937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986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325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602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066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470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432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646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06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3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25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95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442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424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70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44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145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817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346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857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897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605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82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7807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4804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28888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08936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36936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19020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11144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54743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01844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73262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48153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268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715029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392451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90474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020777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30366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9445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3124572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17509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626600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05192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905661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6519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309621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184705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8720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61668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89772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549398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58442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88038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8871439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55695167" name="object 30"/>
          <p:cNvSpPr txBox="1"/>
          <p:nvPr/>
        </p:nvSpPr>
        <p:spPr bwMode="auto">
          <a:xfrm>
            <a:off x="0" y="1143000"/>
            <a:ext cx="1311302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Call Stack / Call Hierarchy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2905170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06215064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64527006" name="object 30"/>
          <p:cNvSpPr txBox="1"/>
          <p:nvPr/>
        </p:nvSpPr>
        <p:spPr bwMode="auto">
          <a:xfrm flipH="0" flipV="0">
            <a:off x="106425" y="3084201"/>
            <a:ext cx="1327889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Call Stack / Call Hierarchy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843748" name="object 3"/>
          <p:cNvSpPr txBox="1"/>
          <p:nvPr/>
        </p:nvSpPr>
        <p:spPr bwMode="auto">
          <a:xfrm>
            <a:off x="380997" y="888075"/>
            <a:ext cx="1236751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 Stack is the stack that keeps track of the active Function Calls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 Hierarchy shows the relationship between Functions and which Function calls another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716723" name="object 3"/>
          <p:cNvSpPr txBox="1"/>
          <p:nvPr/>
        </p:nvSpPr>
        <p:spPr bwMode="auto">
          <a:xfrm>
            <a:off x="380997" y="888075"/>
            <a:ext cx="12382272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we have several Functions, and one Function calls another Function, which then calls another Function, this creates a Call Stack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Each Function that calls another Function waits for the called Function to finish before continuing its own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Each active Function has a Stack Frame that contains information related to its current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Call Stack follows the Last In, First Out (LIFO) principle.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618120" name="object 3"/>
          <p:cNvSpPr txBox="1"/>
          <p:nvPr/>
        </p:nvSpPr>
        <p:spPr bwMode="auto">
          <a:xfrm>
            <a:off x="380997" y="888075"/>
            <a:ext cx="12388750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`main()` starts executing.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`main()` calls `Function1()`.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`Function1()` calls `Function2()`.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`Function2()` calls `Function3()`.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`Function3()` calls `Function4()`.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`Function4()` finishes execution and is removed from the Call Stack.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The program returns to `Function3()`, then `Function2()`, then `Function1()`, and finally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156113" name="object 3"/>
          <p:cNvSpPr txBox="1"/>
          <p:nvPr/>
        </p:nvSpPr>
        <p:spPr bwMode="auto">
          <a:xfrm>
            <a:off x="380997" y="888075"/>
            <a:ext cx="12386958" cy="7154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Function4()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"Hi I'm function4 " &lt;&lt; endl;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Function3()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Function4();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Function2()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Function3();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Function1()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Function2();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Function1();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Hi I'm function4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522119" name="object 3"/>
          <p:cNvSpPr txBox="1"/>
          <p:nvPr/>
        </p:nvSpPr>
        <p:spPr bwMode="auto">
          <a:xfrm>
            <a:off x="380997" y="697574"/>
            <a:ext cx="12362840" cy="94124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There is normally one active Stack Frame at the top of the Call Stack at any given moment.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order of entering the Call Stack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Function2()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Function3()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Function4()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order of leaving the Call Stack is the reverse: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Function4()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Function3()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Function2()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Function1()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main()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592464" name="object 3"/>
          <p:cNvSpPr txBox="1"/>
          <p:nvPr/>
        </p:nvSpPr>
        <p:spPr bwMode="auto">
          <a:xfrm>
            <a:off x="380997" y="888075"/>
            <a:ext cx="1236499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 Stack and Call Hierarchy are related but not exactly the same.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Call Stack shows the Functions that are currently active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Call Hierarchy shows the relationships between Function Calls in the code.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482962" name="object 3"/>
          <p:cNvSpPr txBox="1"/>
          <p:nvPr/>
        </p:nvSpPr>
        <p:spPr bwMode="auto">
          <a:xfrm>
            <a:off x="380997" y="888075"/>
            <a:ext cx="1237004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Call Stack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Tracks active Function Calls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Follows Last In, First Out (LIFO).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as Functions are called and return.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during Debugging.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Call Hierarchy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Shows the calling relationships between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Helps identify which Function calls another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viewed in Visual Studio using `View Call Hierarchy`.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Helps understand the structure and flow of a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495825" name="object 3"/>
          <p:cNvSpPr txBox="1"/>
          <p:nvPr/>
        </p:nvSpPr>
        <p:spPr bwMode="auto">
          <a:xfrm>
            <a:off x="380997" y="888075"/>
            <a:ext cx="12413591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Stack keeps track of active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Function Call creates a Stack Frame.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last Function to enter the Call Stack is the first to leave.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Stack follows Last In, First Out (LIFO).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Call Hierarchy shows the relationships between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34317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344</cp:revision>
  <dcterms:created xsi:type="dcterms:W3CDTF">2025-12-09T17:44:59Z</dcterms:created>
  <dcterms:modified xsi:type="dcterms:W3CDTF">2026-09-25T07:45:17Z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