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00531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1875016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7608598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1675126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9828808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5627174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96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3462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78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1198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24393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304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58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59019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9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752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09482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224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8891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897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0934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4725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0938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616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6980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797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696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9302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1947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960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5746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0165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6252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2780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0216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725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811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53107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639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46897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975619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351084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604015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5811956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18771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090306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45488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391542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129349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8214234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33643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08970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7958630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9336765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732924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5032417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627604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9823464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6188158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721273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415266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6457914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21428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605238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3274221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49040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59818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40816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854503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6081121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04746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10307680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522157106" name="object 30"/>
          <p:cNvSpPr txBox="1"/>
          <p:nvPr/>
        </p:nvSpPr>
        <p:spPr bwMode="auto">
          <a:xfrm>
            <a:off x="0" y="1143000"/>
            <a:ext cx="13128849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Dereferencing Pointer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35779910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98730679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33335456" name="object 30"/>
          <p:cNvSpPr txBox="1"/>
          <p:nvPr/>
        </p:nvSpPr>
        <p:spPr bwMode="auto">
          <a:xfrm flipH="0" flipV="0">
            <a:off x="106425" y="3084201"/>
            <a:ext cx="13294728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Dereferencing Pointer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592436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Dereferencing a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Dereferencing means using the * operator with a pointer to access the value stored at the memory address held by that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p stores the address of a, then *p gives us the value stored in 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343956" name="object 3"/>
          <p:cNvSpPr txBox="1"/>
          <p:nvPr/>
        </p:nvSpPr>
        <p:spPr bwMode="auto">
          <a:xfrm>
            <a:off x="380997" y="888075"/>
            <a:ext cx="1238227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pointer stores the memory address of another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 example, if p = &amp;a, then p contains the address of 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Dereferencing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we use *p, we access the value stored at the address contained in 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a contains 10, then *p is also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can also use *p to modify the original variable.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3725" name="object 3"/>
          <p:cNvSpPr txBox="1"/>
          <p:nvPr/>
        </p:nvSpPr>
        <p:spPr bwMode="auto">
          <a:xfrm>
            <a:off x="380997" y="888075"/>
            <a:ext cx="12388750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variable and assign it a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a pointer of the same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Store the address of the variable inside the pointer using &amp;.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the variable's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the pointer's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Use *p to access the value stored at the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Use *p to modify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769572" name="object 3"/>
          <p:cNvSpPr txBox="1"/>
          <p:nvPr/>
        </p:nvSpPr>
        <p:spPr bwMode="auto">
          <a:xfrm>
            <a:off x="380997" y="888075"/>
            <a:ext cx="12372918" cy="100883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Dereferencing a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int a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int* p;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p = &amp;a;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"Address of A = " &lt;&lt; &amp;a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"P = " &lt;&lt; p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"*P = " &lt;&lt; *p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"Address of P = " &lt;&lt; &amp;p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*p = 20;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"A after *p = 20: " &lt;&lt; a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"*P after *p = 20: " &lt;&lt; *p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Address of A = 0x...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 = 0x...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*P =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Address of P = 0x...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After: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*p =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 =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*p = 20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044834" name="object 3"/>
          <p:cNvSpPr txBox="1"/>
          <p:nvPr/>
        </p:nvSpPr>
        <p:spPr bwMode="auto">
          <a:xfrm>
            <a:off x="380997" y="888075"/>
            <a:ext cx="12362840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value of 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 contains the memory address of 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Therefore, p and &amp;a contain the same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value of *p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*p gives the value stored at the address contained in 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p points to a, then *p gives the value of 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address of 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&amp;p gives the memory address of the pointer variable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is different from the address stored inside p.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172802" name="object 3"/>
          <p:cNvSpPr txBox="1"/>
          <p:nvPr/>
        </p:nvSpPr>
        <p:spPr bwMode="auto">
          <a:xfrm>
            <a:off x="380997" y="888075"/>
            <a:ext cx="12364994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dereference an uninitialized or invalid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int* p;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*p = 20;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incorrect because p does not point to a valid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pointer should contain a valid address before using *p.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441253" name="object 3"/>
          <p:cNvSpPr txBox="1"/>
          <p:nvPr/>
        </p:nvSpPr>
        <p:spPr bwMode="auto">
          <a:xfrm>
            <a:off x="380997" y="888075"/>
            <a:ext cx="12370041" cy="5233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 the address of the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If p points to a, then p is equivalent to the address of 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*p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Accesses the value stored at the address contained in 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If p points to a, then *p gives the value of 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&amp;p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Gives the address of the pointer variable p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This is different from p.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402067" name="object 3"/>
          <p:cNvSpPr txBox="1"/>
          <p:nvPr/>
        </p:nvSpPr>
        <p:spPr bwMode="auto">
          <a:xfrm>
            <a:off x="380997" y="888075"/>
            <a:ext cx="12384072" cy="381830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 → The address stored in the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*p → The value stored at the address held by the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&amp;a → The address of variable 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&amp;p → The address of the pointer variable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If p points to a, changing *p changes 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Dereferencing allows us to access and modify the original variable through its memory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232639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362</cp:revision>
  <dcterms:created xsi:type="dcterms:W3CDTF">2025-12-09T17:44:59Z</dcterms:created>
  <dcterms:modified xsi:type="dcterms:W3CDTF">2026-09-25T09:57:44Z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