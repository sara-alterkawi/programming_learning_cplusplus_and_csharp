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4212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722425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39914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7700772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732093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130484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257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26291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272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8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2778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648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969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082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105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858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5718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198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470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6492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7425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35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7259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635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006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312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81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BC052-665B-6B08-4609-1B12B3BA20E3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280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427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725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323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991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4548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482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95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823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553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0689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854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022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909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47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96255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411966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59614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15422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64226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811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647312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1294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7278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389048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10609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4783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164080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926725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742407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995937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48539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676316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1061949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51059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476957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315089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376344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12945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498713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234353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0727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723055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618874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807435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691604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405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5258191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73713759" name="object 30"/>
          <p:cNvSpPr txBox="1"/>
          <p:nvPr/>
        </p:nvSpPr>
        <p:spPr bwMode="auto">
          <a:xfrm>
            <a:off x="0" y="1143000"/>
            <a:ext cx="1311445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Delete Record From File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8899525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6485727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53202463" name="object 30"/>
          <p:cNvSpPr txBox="1"/>
          <p:nvPr/>
        </p:nvSpPr>
        <p:spPr bwMode="auto">
          <a:xfrm flipH="0" flipV="0">
            <a:off x="106425" y="3084201"/>
            <a:ext cx="1328033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Delete Record From File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785110" name="object 3"/>
          <p:cNvSpPr txBox="1"/>
          <p:nvPr/>
        </p:nvSpPr>
        <p:spPr bwMode="auto">
          <a:xfrm>
            <a:off x="380997" y="888075"/>
            <a:ext cx="12368229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`DeleteRecordFromFile()`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`DeleteRecordFromFile()` is a function used to delete a specific record from a text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loads the file contents into a vector, finds the record that should be deleted, removes it from the data, and then saves the remaining data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805644" name="object 3"/>
          <p:cNvSpPr txBox="1"/>
          <p:nvPr/>
        </p:nvSpPr>
        <p:spPr bwMode="auto">
          <a:xfrm>
            <a:off x="380997" y="888075"/>
            <a:ext cx="12382992" cy="8219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Modifying File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these lessons, we do not directly remove a line from the middle of a text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Instead, we load the file contents into a `vector&lt;string&gt;`, modify the vector in memory, and then rewrite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`PrintFileContent()`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Reads and displays the file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mainly used here to show the contents before and after deletion.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`LoadDataFromFileToVector()`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Reads the file line by line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line is stored as an element inside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`SaveVectorToFile()`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Opens the file using `ios::out`.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Writes the remaining vector elements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Existing file contents are replaced by the new vector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`DeleteRecordFromFile()`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Searches for the requested record inside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the record is found, its value is changed to an empty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`SaveVectorToFile()` skips empty strings when rewriting the file.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709220" name="object 3"/>
          <p:cNvSpPr txBox="1"/>
          <p:nvPr/>
        </p:nvSpPr>
        <p:spPr bwMode="auto">
          <a:xfrm>
            <a:off x="380997" y="888075"/>
            <a:ext cx="1238946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Load the file contents into a `vector&lt;string&gt;`.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Loop through all vector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Compare each element with the record we want to delete.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a match is found, set that element to an empty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Save the modified vector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The empty element is skipped when the file is rewritten.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073254" name="object 3"/>
          <p:cNvSpPr txBox="1"/>
          <p:nvPr/>
        </p:nvSpPr>
        <p:spPr bwMode="auto">
          <a:xfrm>
            <a:off x="380997" y="888075"/>
            <a:ext cx="12430156" cy="9189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DeleteRecordFromFile(string FileName, string Record)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vector&lt;string&gt; vFileContent;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LoadDataFromFileToVector(FileName, vFileContent);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(string&amp; Line : vFileContent)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if (Line == Record)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Line = "";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SaveVectorToFile(FileName, vFileContent);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"File Content Before Delete:\n";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PrintFileContent("MyFile.txt");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DeleteRecordFromFile("MyFile.txt", "Ali");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"\n\nFile Content After Delete:\n";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PrintFileContent("MyFile.txt");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29230" name="object 3"/>
          <p:cNvSpPr txBox="1"/>
          <p:nvPr/>
        </p:nvSpPr>
        <p:spPr bwMode="auto">
          <a:xfrm>
            <a:off x="380997" y="888075"/>
            <a:ext cx="12432316" cy="590507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Before deletion: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Shadi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Maher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Lama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 deleting `Ali`: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Shadi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Maher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Lama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230478" name="object 3"/>
          <p:cNvSpPr txBox="1"/>
          <p:nvPr/>
        </p:nvSpPr>
        <p:spPr bwMode="auto">
          <a:xfrm>
            <a:off x="380997" y="888075"/>
            <a:ext cx="12363199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record is not physically removed directly from the file; the vector is modified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`Line = ""` marks the record as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`SaveVectorToFile()` ignores empty strings when writing the vector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technique is useful for simple text-file record management.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595230" name="object 3"/>
          <p:cNvSpPr txBox="1"/>
          <p:nvPr/>
        </p:nvSpPr>
        <p:spPr bwMode="auto">
          <a:xfrm>
            <a:off x="380997" y="888075"/>
            <a:ext cx="1236535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record does not exist, no element is 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same record appears more than once, this function will remove all matching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file should be successfully loaded before attempting to modify and save its contents.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462094" name="object 3"/>
          <p:cNvSpPr txBox="1"/>
          <p:nvPr/>
        </p:nvSpPr>
        <p:spPr bwMode="auto">
          <a:xfrm>
            <a:off x="380997" y="888075"/>
            <a:ext cx="1237040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Delete Record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the requested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the matching element to `""`.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Empty elements are skipped when saving.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record disappears from the rewritten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Update Record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the requested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Replaces the matching element with a new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updated element is written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record remains in the file with a different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062904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Load the file into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 for the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Set the matching element to an empty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Save the modified vector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`SaveVectorToFile()` skips empty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record is therefore removed from the resulting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21588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2026-09-25T13:40:25Z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