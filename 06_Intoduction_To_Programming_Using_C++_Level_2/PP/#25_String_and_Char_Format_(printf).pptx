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0476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448007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70371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77047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477159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551332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508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07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8711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268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053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9757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820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799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12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994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1520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8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9835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3058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85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852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0810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55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7865F3-2F52-92B9-3F00-6F1067A4667F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385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3360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29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8475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7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393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947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4628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009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105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1061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91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349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491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34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395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5552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346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68361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567864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432292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46188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12514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60509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600115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65654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49294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659601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538841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0049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357056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0700280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560603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545843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9082506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67978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9054373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200896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57668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41602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134521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1567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995113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519628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5733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2591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935198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478168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689210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6099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8578766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82893436" name="object 30"/>
          <p:cNvSpPr txBox="1"/>
          <p:nvPr/>
        </p:nvSpPr>
        <p:spPr bwMode="auto">
          <a:xfrm>
            <a:off x="0" y="1143000"/>
            <a:ext cx="13115538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 and Char Format (printf)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1915576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30853356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09312623" name="object 30"/>
          <p:cNvSpPr txBox="1"/>
          <p:nvPr/>
        </p:nvSpPr>
        <p:spPr bwMode="auto">
          <a:xfrm flipH="0" flipV="0">
            <a:off x="106425" y="3084201"/>
            <a:ext cx="1328141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 and Char Format (printf)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631923" name="object 3"/>
          <p:cNvSpPr txBox="1"/>
          <p:nvPr/>
        </p:nvSpPr>
        <p:spPr bwMode="auto">
          <a:xfrm>
            <a:off x="380997" y="888075"/>
            <a:ext cx="1236751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`printf()` is a formatted output function from the C Standard Library that can also be used in C++.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using `printf()` for text, `%s` is used to print a C-Style String, which is a character array ending with the null character `'\0'`.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`%c` is used to print a single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354036" name="object 3"/>
          <p:cNvSpPr txBox="1"/>
          <p:nvPr/>
        </p:nvSpPr>
        <p:spPr bwMode="auto">
          <a:xfrm>
            <a:off x="380997" y="888075"/>
            <a:ext cx="1238227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`printf()` does not directly understand the C++ `std::string` Type through `%s`.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`%s` expects a pointer to a Null-Terminated Character Array, such as a `char[]` or a C-Style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`std::string` Type belongs to C++, so it should normally be printed using `cout`.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170161" name="object 3"/>
          <p:cNvSpPr txBox="1"/>
          <p:nvPr/>
        </p:nvSpPr>
        <p:spPr bwMode="auto">
          <a:xfrm>
            <a:off x="380997" y="507074"/>
            <a:ext cx="12395230" cy="9637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5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🟦 String Format - `%s`</a:t>
            </a:r>
            <a:endParaRPr lang="en-GB" sz="4000"/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`%s`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`%s` is used to print a C-Style String until the Null Character `'\0'` is reached.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char Name[] = "Sara 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printf("Dear %s, How are you?\n", 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Dear Sara Alterkawi, How are you?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Format Structure: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%s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│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│ └──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└──── Format begins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`%.3s`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`%.3s` limits the maximum number of Characters printed to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printf("%.3s\n", 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Here, `3` specifies the maximum number of Characters to print.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`%.*s`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`%.*s` allows the maximum number of Characters to be specified dynamically through an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printf("%.*s\n", 3, 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846454" name="object 3"/>
          <p:cNvSpPr txBox="1"/>
          <p:nvPr/>
        </p:nvSpPr>
        <p:spPr bwMode="auto">
          <a:xfrm>
            <a:off x="380997" y="507074"/>
            <a:ext cx="12396670" cy="631579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5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🟦 Character Format - `%c`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`%c`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`%c` is used to print a single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char c = 'S';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printf("%c\n", c);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`%*c`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`%*c` allows the Field Width to be specified dynamically through an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char c = 'S';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printf("Setting the width of c :%*c\n", 3, c);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Setting the width of c :  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Width is `3`, and because `S` occupies one position, two spaces appear before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295828" name="object 3"/>
          <p:cNvSpPr txBox="1"/>
          <p:nvPr/>
        </p:nvSpPr>
        <p:spPr bwMode="auto">
          <a:xfrm>
            <a:off x="380997" y="888075"/>
            <a:ext cx="12373278" cy="8983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char Name[] = "Sara 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Print C-Style Strings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printf("Dear %s, How are you?\n\n", 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Print a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char c = 'S';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printf("Setting the width of c :%*c\n", 1, c);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printf("Setting the width of c :%*c\n", 2, c);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printf("Setting the width of c :%*c\n", 3, c);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// Limit the number of Characters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printf("First 3 characters: %.3s\n", 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Dear Sara Alterkawi, How are you?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Setting the width of c :S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Setting the width of c : 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Setting the width of c :  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 3 characters: Sar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587962" name="object 3"/>
          <p:cNvSpPr txBox="1"/>
          <p:nvPr/>
        </p:nvSpPr>
        <p:spPr bwMode="auto">
          <a:xfrm>
            <a:off x="380997" y="888075"/>
            <a:ext cx="1236284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C-Style String is a Character Array terminated by the Null Character `'\0'`.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Name[]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Internally, this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  a  r  a  \0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`printf("%s", Name)` keeps printing Characters until it reaches `'\0'`.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816241" name="object 3"/>
          <p:cNvSpPr txBox="1"/>
          <p:nvPr/>
        </p:nvSpPr>
        <p:spPr bwMode="auto">
          <a:xfrm>
            <a:off x="380997" y="888075"/>
            <a:ext cx="12364994" cy="4464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pass a C++ `std::string` directly to `printf("%s", ...)`.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Name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printf("%s", Name); // Incorrect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`%s` expects a C-Style String, not a `std::string`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have a `std::string`, you can use `.c_str()`: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Name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printf("%s", Name.c_str());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Or, in normal C++ code, simply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Name;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429129" name="object 3"/>
          <p:cNvSpPr txBox="1"/>
          <p:nvPr/>
        </p:nvSpPr>
        <p:spPr bwMode="auto">
          <a:xfrm>
            <a:off x="380997" y="888075"/>
            <a:ext cx="12370041" cy="78312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`%.3s`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maximum number of Characters is fixed.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`printf("%.3s", Name);`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Always prints up to 3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`%.*s`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maximum number of Characters is dynamic.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`printf("%.*s", 3, Name);`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number is provided as an additional argument.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`%c`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one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`printf("%c", c);`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`%*c`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one Character with a dynamically specified Field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`printf("%*c", 3, c);`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534360" name="object 3"/>
          <p:cNvSpPr txBox="1"/>
          <p:nvPr/>
        </p:nvSpPr>
        <p:spPr bwMode="auto">
          <a:xfrm>
            <a:off x="380997" y="888075"/>
            <a:ext cx="12384072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`%s` is used to print C-Style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C-Style String is a Character Array terminated by `'\0'`.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`%.3s` limits the output to a maximum of 3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`%.*s` allows the maximum number of Characters to be specified dynamically.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`%c` is used to print a single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`%*c` allows the Character's Field Width to be specified dynamically.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`printf()` does not directly accept `std::string` with `%s`; use `.c_str()` or `cout`.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4657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2026-09-25T08:37:34Z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