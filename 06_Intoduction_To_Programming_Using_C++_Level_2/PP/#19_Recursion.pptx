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6979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12876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241839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4021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40074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851687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97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6295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846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180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6383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924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158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145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308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877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191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5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22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105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951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264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741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85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627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316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956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07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2671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288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781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43379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588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623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8380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269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513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404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162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50623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806551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84911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289200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25736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1287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556679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46957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319802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72622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71339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8516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244075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9659502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6103177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971937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7327116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918376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0822264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954150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373120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320555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394054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38655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604507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052596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090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17343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185584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381268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289394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76002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2024150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72112137" name="object 30"/>
          <p:cNvSpPr txBox="1"/>
          <p:nvPr/>
        </p:nvSpPr>
        <p:spPr bwMode="auto">
          <a:xfrm>
            <a:off x="0" y="1143000"/>
            <a:ext cx="1311337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Recursion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764736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41970359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3166179" name="object 30"/>
          <p:cNvSpPr txBox="1"/>
          <p:nvPr/>
        </p:nvSpPr>
        <p:spPr bwMode="auto">
          <a:xfrm flipH="0" flipV="0">
            <a:off x="106425" y="3084201"/>
            <a:ext cx="1327925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Recursion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77166" name="object 3"/>
          <p:cNvSpPr txBox="1"/>
          <p:nvPr/>
        </p:nvSpPr>
        <p:spPr bwMode="auto">
          <a:xfrm>
            <a:off x="380997" y="888075"/>
            <a:ext cx="1236751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Recursion is a technique where a Function calls itself from within its own body.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is used to repeat an operation in a structured way without necessarily using traditional loops such as `for` or `while`.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Base Case is essential because it defines when the Recursive Calls must stop.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204030" name="object 3"/>
          <p:cNvSpPr txBox="1"/>
          <p:nvPr/>
        </p:nvSpPr>
        <p:spPr bwMode="auto">
          <a:xfrm>
            <a:off x="380997" y="888075"/>
            <a:ext cx="12382272" cy="41489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 Recursive Function usually consists of two important parts: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Base Case → The condition that stops the Recursion.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Recursive Case → The part where the Function calls itself with a new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Each Recursive Call creates a new Stack Frame in the Call Stack.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current Function Call waits for the next Recursive Call to finish before it can continue.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Because the Call Stack follows Last In, First Out (LIFO), the last Recursive Call is the first one to complete when the Functions start returning.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384636" name="object 3"/>
          <p:cNvSpPr txBox="1"/>
          <p:nvPr/>
        </p:nvSpPr>
        <p:spPr bwMode="auto">
          <a:xfrm>
            <a:off x="380997" y="888075"/>
            <a:ext cx="12388750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a Base Case to determine when the Recursion stops.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Add the Recursive Call.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Make sure each Recursive Call moves closer to the Base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When the Base Case is reached, the Recursive Calls stop.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876735" name="object 3"/>
          <p:cNvSpPr txBox="1"/>
          <p:nvPr/>
        </p:nvSpPr>
        <p:spPr bwMode="auto">
          <a:xfrm>
            <a:off x="380997" y="888075"/>
            <a:ext cx="12379038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PrintNumbersFromNtoM(int N, int 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(N &lt;= 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N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PrintNumbersFromNtoM(N + 1, M);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PrintNumbersFromNtoM(1, 10);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641824" name="object 3"/>
          <p:cNvSpPr txBox="1"/>
          <p:nvPr/>
        </p:nvSpPr>
        <p:spPr bwMode="auto">
          <a:xfrm>
            <a:off x="380997" y="888075"/>
            <a:ext cx="1236284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Base Case in this example is the condition: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(N &lt;= 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More precisely, the Recursion stops when `N &gt; 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Recursive Call must move toward the stopping condition. Here, `N` increases by `1` each time.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114019" name="object 3"/>
          <p:cNvSpPr txBox="1"/>
          <p:nvPr/>
        </p:nvSpPr>
        <p:spPr bwMode="auto">
          <a:xfrm>
            <a:off x="380997" y="888075"/>
            <a:ext cx="12364994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 Recursive Function never reaches its Base Case, it can continue creating Stack Frames until a Stack Overflow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Recursion can also use significant memory when the number of Recursive Calls becomes very large.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problems where the number of Calls can become very large, an iterative solution using a `for` or `while` loop may be more appropriate.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789070" name="object 3"/>
          <p:cNvSpPr txBox="1"/>
          <p:nvPr/>
        </p:nvSpPr>
        <p:spPr bwMode="auto">
          <a:xfrm>
            <a:off x="380997" y="888075"/>
            <a:ext cx="12370041" cy="5606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Recursion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Function calls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Call Stack to keep track of Recursive Calls.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 Base Case to stop.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problems that naturally have recursive structures, such as tree traversal and certain search algorithms.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Iteration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loops such as `for` and `while`.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create a new Function Call for every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more memory-efficient for simple repetitive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the number of repetitions can be handled naturally with a loop.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764762" name="object 3"/>
          <p:cNvSpPr txBox="1"/>
          <p:nvPr/>
        </p:nvSpPr>
        <p:spPr bwMode="auto">
          <a:xfrm>
            <a:off x="380997" y="888075"/>
            <a:ext cx="12415751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Recursion means a Function calls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Base Case is necessary to stop the Recursion.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Recursive Call creates a new Stack Frame.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Recursive Calls follow the Call Stack's LIFO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Recursive Call should move closer to the Base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Too many Recursive Calls can cause Stack Overflow.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68006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345</cp:revision>
  <dcterms:created xsi:type="dcterms:W3CDTF">2025-12-09T17:44:59Z</dcterms:created>
  <dcterms:modified xsi:type="dcterms:W3CDTF">2026-09-25T07:57:42Z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