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502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686610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15545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76401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333473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32416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408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5813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27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755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721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062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37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272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952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602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638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59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507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815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8425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6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28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357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853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109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89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171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685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72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367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807186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16132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78740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00562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33569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999835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31034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10093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3565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93428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6825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1688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6419739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27086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82079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99154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707583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2402000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252070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35208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63734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022908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95387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455769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209289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5278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0728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647162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35953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421186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5035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04768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65734676" name="object 30"/>
          <p:cNvSpPr txBox="1"/>
          <p:nvPr/>
        </p:nvSpPr>
        <p:spPr bwMode="auto">
          <a:xfrm>
            <a:off x="0" y="1143000"/>
            <a:ext cx="1313208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Stack vs Heap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1285812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4188516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89657916" name="object 30"/>
          <p:cNvSpPr txBox="1"/>
          <p:nvPr/>
        </p:nvSpPr>
        <p:spPr bwMode="auto">
          <a:xfrm flipH="0" flipV="0">
            <a:off x="106425" y="3084201"/>
            <a:ext cx="1329796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Stack vs Heap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174545" name="object 3"/>
          <p:cNvSpPr txBox="1"/>
          <p:nvPr/>
        </p:nvSpPr>
        <p:spPr bwMode="auto">
          <a:xfrm>
            <a:off x="380997" y="888075"/>
            <a:ext cx="12368587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Stack and Heap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Stack and Heap are two important areas of memory used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one works differently and is used for different purposes.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511202" name="object 3"/>
          <p:cNvSpPr txBox="1"/>
          <p:nvPr/>
        </p:nvSpPr>
        <p:spPr bwMode="auto">
          <a:xfrm>
            <a:off x="380997" y="888075"/>
            <a:ext cx="12382992" cy="8219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💻 Memory (RAM)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Source Code / Instructions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Stores the program instructions (compiled code).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takes a relatively small amount of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Static &amp; Global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global and static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These variables generally remain available for the lifetime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for local variables and function call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Works using LIFO (Last In, First Out).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Very fast to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Its available size is limited compared with the Heap.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Heap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for dynamic memory allocation.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C++, dynamic memory can be allocated using `new` and released using `delete`.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provide a larger and more flexible memory area than the Stack.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Dynamic allocation and deallocation generally have more overhead than Stack allocation.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788753" name="object 3"/>
          <p:cNvSpPr txBox="1"/>
          <p:nvPr/>
        </p:nvSpPr>
        <p:spPr bwMode="auto">
          <a:xfrm>
            <a:off x="380997" y="888075"/>
            <a:ext cx="12363558" cy="3352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the distinction between Stack and Heap is useful for understanding memory management, but the exact implementation and memory layout depend on the compiler, operating system, and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C++ often uses RAII, containers such as `std::vector`, and smart pointers such as `std::unique_ptr` instead of manually managing memory with raw `new` and `delete`.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865399" name="object 3"/>
          <p:cNvSpPr txBox="1"/>
          <p:nvPr/>
        </p:nvSpPr>
        <p:spPr bwMode="auto">
          <a:xfrm>
            <a:off x="380997" y="888075"/>
            <a:ext cx="12370761" cy="78312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Stack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Mainly used for local variables and function call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Follows LIFO.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Very fast allocation and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Limited in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Memory lifetime is generally managed automatically according to scope and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temporary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Heap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dynamic memory allocation.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Memory can be allocated during run-time.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flexible for objects whose lifetime or size needs to be determined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Allocation can be slower and have more overhead than Stack allocation.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With raw `new`/`delete`, the programmer is responsible for releasing the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used for dynamically allocated data structures.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497039" name="object 3"/>
          <p:cNvSpPr txBox="1"/>
          <p:nvPr/>
        </p:nvSpPr>
        <p:spPr bwMode="auto">
          <a:xfrm>
            <a:off x="380997" y="888075"/>
            <a:ext cx="1238479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Stack is fast and automatically managed, but its available size is limited.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Heap provides flexible dynamic memory allocation.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Stack is commonly used for local variables and function call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Heap is commonly used for dynamically allocated objects and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`new` allocates memory dynamically on the Heap.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`delete` releases memory allocated with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Incorrect Heap management can cause memory leaks.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Excessive Stack usage, such as very deep recursion, can cause Stack Overflow.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7667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371</cp:revision>
  <dcterms:created xsi:type="dcterms:W3CDTF">2025-12-09T17:44:59Z</dcterms:created>
  <dcterms:modified xsi:type="dcterms:W3CDTF">2026-09-25T12:16:10Z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