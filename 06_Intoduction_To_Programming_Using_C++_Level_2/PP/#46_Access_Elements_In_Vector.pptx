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65091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219919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0012703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131389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7436535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9463597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425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481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6549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3033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367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000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791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4286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453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8954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430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2508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208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7098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10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2802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8729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258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9904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4758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252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3500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686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4965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72368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985636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57426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643780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772541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2189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563323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73913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517290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135144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640427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07781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022268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4444703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981671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555701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0741124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012466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6518616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794997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082041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909117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6488795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15346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04887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7525009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212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680075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093227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231396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2854422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727930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8554060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81434701" name="object 30"/>
          <p:cNvSpPr txBox="1"/>
          <p:nvPr/>
        </p:nvSpPr>
        <p:spPr bwMode="auto">
          <a:xfrm>
            <a:off x="0" y="1143000"/>
            <a:ext cx="13132440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Access Elements in Vector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12408477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93026732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27778613" name="object 30"/>
          <p:cNvSpPr txBox="1"/>
          <p:nvPr/>
        </p:nvSpPr>
        <p:spPr bwMode="auto">
          <a:xfrm flipH="0" flipV="0">
            <a:off x="106425" y="3084201"/>
            <a:ext cx="13298328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Access Elements in Vector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161589" name="object 3"/>
          <p:cNvSpPr txBox="1"/>
          <p:nvPr/>
        </p:nvSpPr>
        <p:spPr bwMode="auto">
          <a:xfrm>
            <a:off x="380997" y="888075"/>
            <a:ext cx="12368587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Accessing Vector Elements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C++, there are two main ways to access elements in a `vector`: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1️⃣ `.at(index)`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2️⃣ `[index]`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705468" name="object 3"/>
          <p:cNvSpPr txBox="1"/>
          <p:nvPr/>
        </p:nvSpPr>
        <p:spPr bwMode="auto">
          <a:xfrm>
            <a:off x="380997" y="888075"/>
            <a:ext cx="12382992" cy="5233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Using `.at(index)`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`.at(index)` is used to access the element at a specific position inside the `vector`.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checks whether the index is within the valid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index is out of range, it throws an `out_of_range` exception.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Using `[index]`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`[]` operator provides direct access to an element at a specific 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does not perform bounds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makes it slightly faster because no range check is performed.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If the index is outside the valid range, using `[]` results in undefined behavior.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122972" name="object 3"/>
          <p:cNvSpPr txBox="1"/>
          <p:nvPr/>
        </p:nvSpPr>
        <p:spPr bwMode="auto">
          <a:xfrm>
            <a:off x="380997" y="888075"/>
            <a:ext cx="12373636" cy="93493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vector&lt;int&gt; num{1, 2, 3, 4, 5};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"\nUsing .at(i):\n";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"Element at Index 0: " &lt;&lt; num.at(0)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"Element at Index 2: " &lt;&lt; num.at(2)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"Element at Index 4: " &lt;&lt; num.at(4)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"\nUsing [i]:\n";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"Element at Index 0: " &lt;&lt; num[0]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"Element at Index 2: " &lt;&lt; num[2]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"Element at Index 4: " &lt;&lt; num[4]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Using .at(i):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 at Index 0: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 at Index 2: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 at Index 4: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Using [i]: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 at Index 0: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 at Index 2: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Element at Index 4: 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756243" name="object 3"/>
          <p:cNvSpPr txBox="1"/>
          <p:nvPr/>
        </p:nvSpPr>
        <p:spPr bwMode="auto">
          <a:xfrm>
            <a:off x="380997" y="888075"/>
            <a:ext cx="12370761" cy="5614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`.at(index)`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whether the index is within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Throws an `out_of_range` exception if the index is invalid.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Slightly more overhead because it performs a bounds check.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you want bounds checking.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`[index]`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check whether the index is within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direct access to the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Slightly less overhead.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Using an invalid index results in undefined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you know the index is valid.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163622" name="object 3"/>
          <p:cNvSpPr txBox="1"/>
          <p:nvPr/>
        </p:nvSpPr>
        <p:spPr bwMode="auto">
          <a:xfrm>
            <a:off x="380997" y="888075"/>
            <a:ext cx="1238479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`.at()` when you want bounds checking and safer access.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`[]` when you are sure that the index is valid and want direct access.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`.at()` throws an `out_of_range` exception when the index is invalid.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`[]` does not check the index, and an invalid index results in undefined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88569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372</cp:revision>
  <dcterms:created xsi:type="dcterms:W3CDTF">2025-12-09T17:44:59Z</dcterms:created>
  <dcterms:modified xsi:type="dcterms:W3CDTF">2026-09-25T12:22:51Z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