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3080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53966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227424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239277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462974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56005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7504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430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368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843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1942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764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836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704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959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388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7962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439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3094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2742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567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665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521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342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54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24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226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541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6622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305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78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3132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682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33740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297857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97018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9891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417305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08164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79031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035706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304145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42813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518321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5312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088499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3679377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738396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520912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692886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7912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7611064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041774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843318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7770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097606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84270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789888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069533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5302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44334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186548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83985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781142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0090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1755574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96833276" name="object 30"/>
          <p:cNvSpPr txBox="1"/>
          <p:nvPr/>
        </p:nvSpPr>
        <p:spPr bwMode="auto">
          <a:xfrm>
            <a:off x="0" y="1143000"/>
            <a:ext cx="13132800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Change Elements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9008222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41921984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33378629" name="object 30"/>
          <p:cNvSpPr txBox="1"/>
          <p:nvPr/>
        </p:nvSpPr>
        <p:spPr bwMode="auto">
          <a:xfrm flipH="0" flipV="0">
            <a:off x="106425" y="3084201"/>
            <a:ext cx="1329868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Change Elements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020890" name="object 3"/>
          <p:cNvSpPr txBox="1"/>
          <p:nvPr/>
        </p:nvSpPr>
        <p:spPr bwMode="auto">
          <a:xfrm>
            <a:off x="380997" y="888075"/>
            <a:ext cx="12368587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Changing Vector Elements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Vector elements can be modified using a range-based `for` loop with a reference or by accessing a specific element using its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353930" name="object 3"/>
          <p:cNvSpPr txBox="1"/>
          <p:nvPr/>
        </p:nvSpPr>
        <p:spPr bwMode="auto">
          <a:xfrm>
            <a:off x="380997" y="888075"/>
            <a:ext cx="1238299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There are two common ways to change elements in a `vector`: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Using a reference (`&amp;`) in a range-based `for` loop to modify every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Using an index or `.at()` to modify a specific element.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91723" name="object 3"/>
          <p:cNvSpPr txBox="1"/>
          <p:nvPr/>
        </p:nvSpPr>
        <p:spPr bwMode="auto">
          <a:xfrm>
            <a:off x="380997" y="888075"/>
            <a:ext cx="12373276" cy="7154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vector&lt;int&gt; num{1, 2, 3, 4, 5};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// Change all elements to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(int&amp; i : num)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// Change specific elements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num[1] = 40;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num.at(2) = 80;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num.at(4) = 90;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 can modify all vector elements using a range-based `for` loop with a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 can modify specific elements using `index` or `.at()`.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Using `&amp;` is important when you want changes to affect the original elements.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320465" name="object 3"/>
          <p:cNvSpPr txBox="1"/>
          <p:nvPr/>
        </p:nvSpPr>
        <p:spPr bwMode="auto">
          <a:xfrm>
            <a:off x="380997" y="888075"/>
            <a:ext cx="12363558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using a reference (`int&amp;`) inside a range-based `for` loop, you can modify the original elements directly inside the `vector`.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use `int i` without `&amp;`, `i` is only a copy, so changing it does not change the original vector element.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113648" name="object 3"/>
          <p:cNvSpPr txBox="1"/>
          <p:nvPr/>
        </p:nvSpPr>
        <p:spPr bwMode="auto">
          <a:xfrm>
            <a:off x="380997" y="888075"/>
            <a:ext cx="1237076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`num[index]`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 access to a specific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check whether the index is 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Slightly less overhead.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 when you are sure the index is 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`num.at(index)`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a specific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whether the index is within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Throws an `out_of_range` exception if the index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Slightly more overhead.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209604" name="object 3"/>
          <p:cNvSpPr txBox="1"/>
          <p:nvPr/>
        </p:nvSpPr>
        <p:spPr bwMode="auto">
          <a:xfrm>
            <a:off x="380997" y="888075"/>
            <a:ext cx="1238479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range-based `for` with `&amp;` to modify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`index` or `.at()` to modify specific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`int&amp; i` refers to the original vector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`int i` creates a copy and does not modify the original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83047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373</cp:revision>
  <dcterms:created xsi:type="dcterms:W3CDTF">2025-12-09T17:44:59Z</dcterms:created>
  <dcterms:modified xsi:type="dcterms:W3CDTF">2026-09-25T12:27:11Z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