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501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77854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637178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996537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9970409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281257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229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043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01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124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7406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0597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0199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9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29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6195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6024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440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4895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1440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870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379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9480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799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401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1301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9956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268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222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190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4504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99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71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2781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1577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920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43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39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20815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38989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56799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300657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311260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25337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981396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230079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881148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571678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592330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9297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316444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6464798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6723094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424250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5315277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673985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092028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680478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525609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551629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8548163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42272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381358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6514574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1448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402868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138151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502387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140176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12894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4497265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523805632" name="object 30"/>
          <p:cNvSpPr txBox="1"/>
          <p:nvPr/>
        </p:nvSpPr>
        <p:spPr bwMode="auto">
          <a:xfrm>
            <a:off x="0" y="1143000"/>
            <a:ext cx="13111584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Ternary Operator - Short Hand IF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07455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5412432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22772904" name="object 30"/>
          <p:cNvSpPr txBox="1"/>
          <p:nvPr/>
        </p:nvSpPr>
        <p:spPr bwMode="auto">
          <a:xfrm flipH="0" flipV="0">
            <a:off x="106425" y="3084201"/>
            <a:ext cx="13277462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Ternary Operator - Short Hand IF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134325" name="object 3"/>
          <p:cNvSpPr txBox="1"/>
          <p:nvPr/>
        </p:nvSpPr>
        <p:spPr bwMode="auto">
          <a:xfrm>
            <a:off x="380997" y="888075"/>
            <a:ext cx="1236751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Ternary Operator is a short form of an `if-else` statement.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is called "Ternary" because it uses three parts: a Condition, an expression for True, and an expression for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573487" name="object 3"/>
          <p:cNvSpPr txBox="1"/>
          <p:nvPr/>
        </p:nvSpPr>
        <p:spPr bwMode="auto">
          <a:xfrm>
            <a:off x="380997" y="888075"/>
            <a:ext cx="12382272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Ternary Operator uses the following syntax: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Condition ? expressionIfTrue : expressionIfFalse;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`?` separates the Condition from the expression that is executed when the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`:` separates the True expression from the expression that is executed when the Condition is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result of the Ternary Operator can be assigned directly to a Variable.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101093" name="object 3"/>
          <p:cNvSpPr txBox="1"/>
          <p:nvPr/>
        </p:nvSpPr>
        <p:spPr bwMode="auto">
          <a:xfrm>
            <a:off x="380997" y="888075"/>
            <a:ext cx="1238875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Write the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the `?`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Write the expression that should be used if the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Add the `:`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Write the expression that should be used if the Condition is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Store or use the resulting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98436" name="object 3"/>
          <p:cNvSpPr txBox="1"/>
          <p:nvPr/>
        </p:nvSpPr>
        <p:spPr bwMode="auto">
          <a:xfrm>
            <a:off x="380997" y="888075"/>
            <a:ext cx="12372558" cy="57216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Suppose we have: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Mark = 50;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Result;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Result = (Mark &gt;= 50) ? "Pass" : "Fail";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Mark &gt;= 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Condition is True, `"Pass"` is assigned to `Result`.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Condition is False, `"Fail"` is assigned to `Result`.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Because `Mark` is 50, the Condition `Mark &gt;= 50`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Therefore, `Result` will contain `"Pass"`.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61476" name="object 3"/>
          <p:cNvSpPr txBox="1"/>
          <p:nvPr/>
        </p:nvSpPr>
        <p:spPr bwMode="auto">
          <a:xfrm>
            <a:off x="380997" y="888075"/>
            <a:ext cx="1236284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Ternary Operator is useful when the `if-else` logic is simple and produces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can make short conditions more concise.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065579" name="object 3"/>
          <p:cNvSpPr txBox="1"/>
          <p:nvPr/>
        </p:nvSpPr>
        <p:spPr bwMode="auto">
          <a:xfrm>
            <a:off x="380997" y="888075"/>
            <a:ext cx="12364994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Avoid using deeply nested or complicated Ternary Operators because they can make the code difficult to read.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388328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Ternary Operator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Shorter syntax for simple `if-else`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directly return or assign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simple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if-else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More suitable for complex logic.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Easier to read when multiple statements are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Allows different blocks of code to be executed.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359925" name="object 3"/>
          <p:cNvSpPr txBox="1"/>
          <p:nvPr/>
        </p:nvSpPr>
        <p:spPr bwMode="auto">
          <a:xfrm>
            <a:off x="380997" y="888075"/>
            <a:ext cx="1238407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Ternary Operator is a short form of `if-else`.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Its syntax is `Condition ? expressionIfTrue : expressionIfFalse`.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is useful for simple conditions that produce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4510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340</cp:revision>
  <dcterms:created xsi:type="dcterms:W3CDTF">2025-12-09T17:44:59Z</dcterms:created>
  <dcterms:modified xsi:type="dcterms:W3CDTF">2026-09-24T12:32:43Z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