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615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023367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996467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260043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628896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57966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92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91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881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061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51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3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1618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732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646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011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4511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668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781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991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749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15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7771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4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66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1901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364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30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75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65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47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817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39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512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731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638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7814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903797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45009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4025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56003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08023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58519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07990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65224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1862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86224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7198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545025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9490689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9628118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56009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60072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23801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437103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14629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29842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13547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23602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29148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35905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99294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54289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80616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242992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64954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011492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73421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311345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2440920" name="object 30"/>
          <p:cNvSpPr txBox="1"/>
          <p:nvPr/>
        </p:nvSpPr>
        <p:spPr bwMode="auto">
          <a:xfrm>
            <a:off x="0" y="1143000"/>
            <a:ext cx="13111943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Object (Common Methods)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0037434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38268850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91512869" name="object 30"/>
          <p:cNvSpPr txBox="1"/>
          <p:nvPr/>
        </p:nvSpPr>
        <p:spPr bwMode="auto">
          <a:xfrm flipH="0" flipV="0">
            <a:off x="106425" y="3084201"/>
            <a:ext cx="13277821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Object (Common Methods)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60636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`string` in C++ is an object of the `std::string` class that represents a sequence of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many built-in methods that make working with text easier, such as adding, deleting, searching, and extracting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89757" name="object 3"/>
          <p:cNvSpPr txBox="1"/>
          <p:nvPr/>
        </p:nvSpPr>
        <p:spPr bwMode="auto">
          <a:xfrm>
            <a:off x="380997" y="888075"/>
            <a:ext cx="12382632" cy="68847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`string` as an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`string` is a good practical example of Object-Oriented Programming (OOP).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you create a `string` object, it provides methods that can be called using the dot operator (`.`).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Methods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`length()` → returns the number of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`at(index)` → accesses a character at a specific position with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`append(text)` → adds text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`insert(index, text)` → inserts text at a specific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`substr(index, count)` → extracts part of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`push_back(char)` → adds one character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`pop_back()` → removes the last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`find(text)` → searches for text and returns its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`clear()` → removes all characters.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13310" name="object 3"/>
          <p:cNvSpPr txBox="1"/>
          <p:nvPr/>
        </p:nvSpPr>
        <p:spPr bwMode="auto">
          <a:xfrm>
            <a:off x="380997" y="888075"/>
            <a:ext cx="12429077" cy="92721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string S1 = "My Name is Mohammed Abu-Hadhoud, I Love Programming.";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S1.length()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S1.at(3)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S1.append(" @ProgrammingAdvices");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S1.insert(7, "Ali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S1.substr(16, 8)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S1.push_back('X');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S1.pop_back();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S1.find("Ali")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(S1.find("ali") == S1.npos)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"ali is not found";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S1.clear();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`S1.find("Ali")` → returns the position where `"Ali"` starts.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`S1.find("ali")` → `std::string::npos` if `"ali"` does not exist.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`S1.clear()` → removes all text from `S1`.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744894" name="object 3"/>
          <p:cNvSpPr txBox="1"/>
          <p:nvPr/>
        </p:nvSpPr>
        <p:spPr bwMode="auto">
          <a:xfrm>
            <a:off x="380997" y="888075"/>
            <a:ext cx="12363199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`find()`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`"Ali"` and `"ali"` are different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`std::string::npos` is a special constant used to indicate that a search did not find the requested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`npos` does not simply mean "a very large number"; it is the special value returned by string search functions when the requested position cannot be found.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944351" name="object 3"/>
          <p:cNvSpPr txBox="1"/>
          <p:nvPr/>
        </p:nvSpPr>
        <p:spPr bwMode="auto">
          <a:xfrm>
            <a:off x="380997" y="888075"/>
            <a:ext cx="123653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Using `[]` to access a character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`at()` performs bounds checking and throws an exception when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when using the result of `find()` as an index, because `find()` may return `std::string::npos`.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873821" name="object 3"/>
          <p:cNvSpPr txBox="1"/>
          <p:nvPr/>
        </p:nvSpPr>
        <p:spPr bwMode="auto">
          <a:xfrm>
            <a:off x="380997" y="888075"/>
            <a:ext cx="123704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`at(index)`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Throws `std::out_of_range` if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safer access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`operator[]`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Invalid index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the index is known to be valid.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777280" name="object 3"/>
          <p:cNvSpPr txBox="1"/>
          <p:nvPr/>
        </p:nvSpPr>
        <p:spPr bwMode="auto">
          <a:xfrm>
            <a:off x="380997" y="888075"/>
            <a:ext cx="12384432" cy="5248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`std::string` is an object used to work with text in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`length()` returns the number of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`at()` accesses a character with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`append()` adds text to the end.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`insert()` inserts text at a specific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`substr()` extracts part of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adds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`pop_back()` removes the last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`find()` searches for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`npos` indicates that the searched text was not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`clear()` removes all characters from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79583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341</cp:revision>
  <dcterms:created xsi:type="dcterms:W3CDTF">2025-12-09T17:44:59Z</dcterms:created>
  <dcterms:modified xsi:type="dcterms:W3CDTF">2026-09-25T12:47:52Z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