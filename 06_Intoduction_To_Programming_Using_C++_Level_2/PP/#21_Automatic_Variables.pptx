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51578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3337492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9444377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8964273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2005512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1155719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081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150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6451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0230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73054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0070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4788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24453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8930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8305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44927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1580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1084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3817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22454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3118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1869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679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263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13032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890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4681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0236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8108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9116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5277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833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9397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95006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0361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4452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4620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7606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59049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611522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644563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439120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9293487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8769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393378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672582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651307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459917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9870625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18714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925089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9491795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6264683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263028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0534066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990391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5034127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8211180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026990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549171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6681290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68926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056374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3959709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0473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832519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495242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42120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1390959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008042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1256338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969971591" name="object 30"/>
          <p:cNvSpPr txBox="1"/>
          <p:nvPr/>
        </p:nvSpPr>
        <p:spPr bwMode="auto">
          <a:xfrm>
            <a:off x="0" y="1143000"/>
            <a:ext cx="13114098" cy="49805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Automatic Variables (auto Keyword)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4512758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16842328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38284364" name="object 30"/>
          <p:cNvSpPr txBox="1"/>
          <p:nvPr/>
        </p:nvSpPr>
        <p:spPr bwMode="auto">
          <a:xfrm flipH="0" flipV="0">
            <a:off x="106425" y="3084201"/>
            <a:ext cx="13279977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Automatic Variables (auto Keyword)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667811" name="object 3"/>
          <p:cNvSpPr txBox="1"/>
          <p:nvPr/>
        </p:nvSpPr>
        <p:spPr bwMode="auto">
          <a:xfrm>
            <a:off x="380997" y="888075"/>
            <a:ext cx="12367511" cy="2986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`auto` Keyword allows the Compiler to automatically deduce the Type of a Variable from the value assigned to it at Compile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Instead of explicitly writing the Type such as `int`, `double`, or another Type, the Programmer can use `auto`, and the Compiler determines the appropriate Type automatically.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165881" name="object 3"/>
          <p:cNvSpPr txBox="1"/>
          <p:nvPr/>
        </p:nvSpPr>
        <p:spPr bwMode="auto">
          <a:xfrm>
            <a:off x="380997" y="888075"/>
            <a:ext cx="12382272" cy="3732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In C++, Variables normally require an explicitly specified Type when they are declared.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With the `auto` Keyword, the Compiler determines the Variable's Type based on its initializer.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This can make the code shorter and easier to read, especially when working with long or complex Types such as Iterators.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 Type is determined at Compile Time, not while the program is running.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340044" name="object 3"/>
          <p:cNvSpPr txBox="1"/>
          <p:nvPr/>
        </p:nvSpPr>
        <p:spPr bwMode="auto">
          <a:xfrm>
            <a:off x="380997" y="888075"/>
            <a:ext cx="1238875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Use the `auto` Keyword instead of explicitly writing the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Assign a value to the Variable when declaring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The Compiler deduces the Type from the assigned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38481" name="object 3"/>
          <p:cNvSpPr txBox="1"/>
          <p:nvPr/>
        </p:nvSpPr>
        <p:spPr bwMode="auto">
          <a:xfrm>
            <a:off x="380997" y="888075"/>
            <a:ext cx="12372558" cy="75205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auto x = 10;                       // Type = int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auto y = 12.5;                     // Type = double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auto z = "Mohammed Abu-Hadhoud";   // Type = const char*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x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y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z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12.5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Mohammed Abu-Hadhoud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776347" name="object 3"/>
          <p:cNvSpPr txBox="1"/>
          <p:nvPr/>
        </p:nvSpPr>
        <p:spPr bwMode="auto">
          <a:xfrm>
            <a:off x="380997" y="888075"/>
            <a:ext cx="1236284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`auto` does not mean that the Variable can change its Type later.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Once the Compiler deduces the Type, the Variable has that Type normally.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Variable must be initialized when it is declared because the Compiler needs a value from which to deduce the Type.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275683" name="object 3"/>
          <p:cNvSpPr txBox="1"/>
          <p:nvPr/>
        </p:nvSpPr>
        <p:spPr bwMode="auto">
          <a:xfrm>
            <a:off x="380997" y="888075"/>
            <a:ext cx="12364994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You cannot declare an `auto` Variable without an initializer: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auto a; // Error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Compiler cannot determine the Type because no value was provided.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065742" name="object 3"/>
          <p:cNvSpPr txBox="1"/>
          <p:nvPr/>
        </p:nvSpPr>
        <p:spPr bwMode="auto">
          <a:xfrm>
            <a:off x="380997" y="888075"/>
            <a:ext cx="12370041" cy="56067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Using `auto`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`auto x = 10;`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Compiler deduces the Type automatically.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Code can be shorter, especially with complex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resulting Type and performance are determined at Compile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Using an Explicit Type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`int x = 10;`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Programmer specifies the Type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Type is immediately visible to the reader.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sometimes make the code clearer when the Type is important for understanding the logic.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542534" name="object 3"/>
          <p:cNvSpPr txBox="1"/>
          <p:nvPr/>
        </p:nvSpPr>
        <p:spPr bwMode="auto">
          <a:xfrm>
            <a:off x="380997" y="888075"/>
            <a:ext cx="1238407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`auto` allows the Compiler to automatically deduce a Variable's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Type is determined from the initializer at Compile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An `auto` Variable must be initialized when it is declared.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`auto` is especially useful for complex Types and can make code shorter.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Using `auto` does not eliminate the need to understand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`auto` does not make a Variable dynamically change its Type.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15389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347</cp:revision>
  <dcterms:created xsi:type="dcterms:W3CDTF">2025-12-09T17:44:59Z</dcterms:created>
  <dcterms:modified xsi:type="dcterms:W3CDTF">2026-09-25T08:08:13Z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