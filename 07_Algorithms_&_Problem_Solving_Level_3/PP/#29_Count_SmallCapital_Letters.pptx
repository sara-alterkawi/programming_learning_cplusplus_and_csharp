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397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3920036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3362533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2044234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5967918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8116997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42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23244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61810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6008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766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278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097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4573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7506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781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60526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471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4501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3832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8916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6456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1898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906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4905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7738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3440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12808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3039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74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818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0663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9123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2411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2623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729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1565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10133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544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48687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074861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7755019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202134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5195917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04528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847025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424217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904802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744895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6025894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67829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007088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5550372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11815676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390884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1994166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40752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6397253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2602748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383847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589697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2705894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152670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141000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68436230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48067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183062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626044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991129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0485198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79635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33654633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128466011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Count Small Capital Letters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044938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3403349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721890229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Count Small Capital Letters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291201" name="object 3"/>
          <p:cNvSpPr txBox="1"/>
          <p:nvPr/>
        </p:nvSpPr>
        <p:spPr bwMode="auto">
          <a:xfrm>
            <a:off x="380997" y="888075"/>
            <a:ext cx="1236787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Character Case Statistics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analyzes a string and counts uppercase letters, lowercase letters, and total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demonstrates character classification using standard `&lt;cctype&gt;`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670178" name="object 3"/>
          <p:cNvSpPr txBox="1"/>
          <p:nvPr/>
        </p:nvSpPr>
        <p:spPr bwMode="auto">
          <a:xfrm>
            <a:off x="380997" y="888075"/>
            <a:ext cx="12382632" cy="5233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Uppercase and Lowercase Classification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character is tested using `isupper()` and `islower()`.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Separate counters are incremented according to the character category.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Total Length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`str.length()` returns the total number of characters in the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includes spaces, digits, punctuation, and other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Category Difference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uppercase and lowercase counts do not necessarily add up to the total string length.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Characters that are neither uppercase nor lowercase account for the difference.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318753" name="object 3"/>
          <p:cNvSpPr txBox="1"/>
          <p:nvPr/>
        </p:nvSpPr>
        <p:spPr bwMode="auto">
          <a:xfrm>
            <a:off x="380997" y="888075"/>
            <a:ext cx="12396309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complete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Initialize uppercase and lowercase counters to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Traverse the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Count uppercase letters.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Count lowercase letters.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Obtain the total string length.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Display all statistics.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164385" name="object 3"/>
          <p:cNvSpPr txBox="1"/>
          <p:nvPr/>
        </p:nvSpPr>
        <p:spPr bwMode="auto">
          <a:xfrm>
            <a:off x="380997" y="888075"/>
            <a:ext cx="12372918" cy="38629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Sara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String Length = 14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Capital Letters Count =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Small Letters Count = 12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497476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Spaces are included in `str.length()` but are not counted as letters.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Digits and punctuation are also included in the total length but not in upper/lowercase counts.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same traversal can be extended to count digits, spaces, or punctuation.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75189" name="object 3"/>
          <p:cNvSpPr txBox="1"/>
          <p:nvPr/>
        </p:nvSpPr>
        <p:spPr bwMode="auto">
          <a:xfrm>
            <a:off x="380997" y="888075"/>
            <a:ext cx="12365714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assume `capitalCount + smallCount == str.length()`.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input must be read as a complete string when spaces need to be included.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Character classification should use the appropriate `&lt;cctype&gt;` functions.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816523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`CountLetters()` with Modes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use an enum or parameter to select which character category to count.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Centralizes the traversal logic.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Reduces duplicated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Separate Counter Functions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independent functions for uppercase, lowercase, and other categories.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easier to understand for very small programs.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May duplicate string traversal logic.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773535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Traverses a complete string character by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Counts uppercase letters.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Counts lowercase letters.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Reports the total string length independently of letter counts.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66108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2026-09-28T11:23:51Z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