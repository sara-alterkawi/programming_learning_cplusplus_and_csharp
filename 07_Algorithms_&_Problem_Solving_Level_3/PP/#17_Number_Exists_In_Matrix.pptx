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89074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4371180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2257640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2870289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86213682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6280878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28146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16165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0445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9728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4245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39894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9941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069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9374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8798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5660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165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30272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04521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989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5876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24781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443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4214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53263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62104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44080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6492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6982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56100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8096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744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66537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9455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7824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313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00447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182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3660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2347851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194771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69734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4522980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30171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7173323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736141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3081766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897424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7492839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35334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75126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0470937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7334813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60183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7941555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940868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38408104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1611551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222543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0782701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2624058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536883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168563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7057434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852983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8560331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2418621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645190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3370405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44921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46418326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745655968" name="object 30"/>
          <p:cNvSpPr txBox="1"/>
          <p:nvPr/>
        </p:nvSpPr>
        <p:spPr bwMode="auto">
          <a:xfrm>
            <a:off x="0" y="1143000"/>
            <a:ext cx="1310294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 Exists in Matrix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36512140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40688829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933592136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 Exists in Matrix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578787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Membership Search in 2D Matrix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searches a matrix to determine whether a specific target number exists.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function returns a boolean result instead of counting all occurrences.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466228" name="object 3"/>
          <p:cNvSpPr txBox="1"/>
          <p:nvPr/>
        </p:nvSpPr>
        <p:spPr bwMode="auto">
          <a:xfrm>
            <a:off x="380997" y="888075"/>
            <a:ext cx="12382632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Linear Search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matrix is scanned row by row and column by column.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element is compared against the requested target.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Early Exit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As soon as a matching value is found, the function returns `true`.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Remaining elements do not need to be inspected.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Boolean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If the complete matrix is scanned without finding the value, the function returns `false`.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5088119" name="object 3"/>
          <p:cNvSpPr txBox="1"/>
          <p:nvPr/>
        </p:nvSpPr>
        <p:spPr bwMode="auto">
          <a:xfrm>
            <a:off x="380997" y="888075"/>
            <a:ext cx="12396309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Fill the matrix with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Ask the user for the target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Call `IsNumberInMatrix()`.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Traverse the matrix until a match is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Display the corresponding YES or NO message.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1588853" name="object 3"/>
          <p:cNvSpPr txBox="1"/>
          <p:nvPr/>
        </p:nvSpPr>
        <p:spPr bwMode="auto">
          <a:xfrm>
            <a:off x="380997" y="888075"/>
            <a:ext cx="12372918" cy="459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Matrix1: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10  20  30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15  25  35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27  29  37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Please enter the number to look for in the matrix ? 30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Yes it is there.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2823714" name="object 3"/>
          <p:cNvSpPr txBox="1"/>
          <p:nvPr/>
        </p:nvSpPr>
        <p:spPr bwMode="auto">
          <a:xfrm>
            <a:off x="380997" y="888075"/>
            <a:ext cx="12363559" cy="27806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is a linear search because the matrix is not assumed to be sorted.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Best-case time complexity is O(1) when the target is found at the first position.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Worst-case time complexity is O(N×M) when the target is absent or appears at the last position.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17931" name="object 3"/>
          <p:cNvSpPr txBox="1"/>
          <p:nvPr/>
        </p:nvSpPr>
        <p:spPr bwMode="auto">
          <a:xfrm>
            <a:off x="380997" y="888075"/>
            <a:ext cx="12365714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continue scanning after finding a match when only existence is required.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Passing a large matrix by value creates an unnecessary copy; prefer `const` reference where appropriate.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An unsorted matrix generally requires a complete scan in the worst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7661222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`IsNumberInMatrix()`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Answers whether a value exists.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stop immediately after the first match.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a boolean.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`CountNumberInMatrix()`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Determines the exact number of occurrences.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Must continue scanning after finding matches.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an integer count.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2611049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Performs a linear membership search across a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Uses early exit when the target is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Returns a boolean existence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Avoids unnecessary scanning when the answer is already known.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018555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2026-09-28T09:51:29Z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