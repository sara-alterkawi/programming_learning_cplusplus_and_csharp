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9581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98140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57759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102139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962629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43352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05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08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281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858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29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235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173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265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8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99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551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400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31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6897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336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859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025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28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67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630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8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780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2086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475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503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581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860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1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191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5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152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726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03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1151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79335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867111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01418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34835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5552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99851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4527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58419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999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04112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0531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575427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422577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025206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1857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91251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45108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9149814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35224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683427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438795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719750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4799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8291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588552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106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5694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119325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10854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773667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35389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931765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04567378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Show All Clients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059831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8863293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978894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Show All Clients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809660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File-Based Record Loading and Display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reads all client records from a text file, converts each line into an `sClient`, and displays the records in a formatted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combines file reading, deserialization, and console formatting.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182866" name="object 3"/>
          <p:cNvSpPr txBox="1"/>
          <p:nvPr/>
        </p:nvSpPr>
        <p:spPr bwMode="auto">
          <a:xfrm>
            <a:off x="380997" y="888075"/>
            <a:ext cx="12382632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File Reading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client file is opened in input mode.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`getline()` reads the file one record line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Record Deserialization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valid line is passed to `ConvertLineToRecord()`.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serialized text is reconstructed into an `sClient`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Tabular Formatting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Client fields are displayed using formatting tools such as `setw()`.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Consistent column widths make the output easier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End-of-File Processing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preferred pattern is to process a line only when `getline()` succeeds.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avoids the common problem of attempting to process an extra record after reaching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55902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Open the client file for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Verify that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table header.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each line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each line into an `sClient`.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client's fields using formatted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Close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012550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## Account Number | Pin Code | Client Name | Phone | Balance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A150            | 1234     | Mohammed    | 079   | 5000.00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A151            | 5678     | Ali         | 078   | 3200.00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736720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`setw()` is useful for creating readable console tables.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Empty or malformed lines should be handled before deserialization.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File-reading logic can be separated from display logic for cleaner program design.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545556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rely on `while (!MyFile.eof())` as the primary file-reading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check that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Invalid records can cause parsing errors if field validation is not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5037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Loading and Displaying Clients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records from persistent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Deserializes each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Presents the resulting structures to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Saving Clients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structures into serialized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Writes records to disk.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the opposite data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428998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Opens the client file for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Processes records one line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text records into structures.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Displays all loaded clients in a formatted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5211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