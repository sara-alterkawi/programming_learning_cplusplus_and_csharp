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718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55826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683483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878241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97332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894740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3388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1007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26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719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650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807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942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2765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8979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412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583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845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349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41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61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045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444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996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376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8476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525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755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7873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741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191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5011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242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708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974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345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3661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5794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2854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12215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546168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181319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868734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838621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03333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34736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525214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22697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09764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570138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9947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661411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2177937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214700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094202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614959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29915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2475608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342989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248945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61611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783443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15342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349073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83448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722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57386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634523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186203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49899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24154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2989541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30818950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Sparse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26219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5886733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02272748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Sparse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954847" name="object 3"/>
          <p:cNvSpPr txBox="1"/>
          <p:nvPr/>
        </p:nvSpPr>
        <p:spPr bwMode="auto">
          <a:xfrm>
            <a:off x="380997" y="888075"/>
            <a:ext cx="1236787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Sparse Matrix Detection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determines whether a matrix contains enough zero elements to satisfy the chosen sparsity rule.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this implementation, the matrix is considered sparse when the number of zeros is at least half of its total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423978" name="object 3"/>
          <p:cNvSpPr txBox="1"/>
          <p:nvPr/>
        </p:nvSpPr>
        <p:spPr bwMode="auto">
          <a:xfrm>
            <a:off x="380997" y="888075"/>
            <a:ext cx="12382632" cy="6719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Zero Counting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`CountNumberInMatrix()` is reused with `0` as the target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returned count represents the number of zero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Matrix Size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Total matrix capacity is calculated using `rows * cols`.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value represents the total number of positions that may contain zero or non-zero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Sparsity Threshold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implementation compares the zero count with half of the matrix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Using `ceil(size / 2.0)` avoids losing the fractional half when the total number of elements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Boolean Decision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zero count satisfies the selected threshold, the function returns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Otherwise, it returns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183721" name="object 3"/>
          <p:cNvSpPr txBox="1"/>
          <p:nvPr/>
        </p:nvSpPr>
        <p:spPr bwMode="auto">
          <a:xfrm>
            <a:off x="380997" y="888075"/>
            <a:ext cx="1239631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`CountNumberInMatrix()`.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Count all zero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`MatrixSize = rows * cols`.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zero threshold.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`true` when the zero count reaches the threshold.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whether the matrix is sparse.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726447" name="object 3"/>
          <p:cNvSpPr txBox="1"/>
          <p:nvPr/>
        </p:nvSpPr>
        <p:spPr bwMode="auto">
          <a:xfrm>
            <a:off x="380997" y="888075"/>
            <a:ext cx="12372919" cy="2765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 = { {0,0,12}, {0,0,1}, {0,0,9}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Yes: It is Sparse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115677" name="object 3"/>
          <p:cNvSpPr txBox="1"/>
          <p:nvPr/>
        </p:nvSpPr>
        <p:spPr bwMode="auto">
          <a:xfrm>
            <a:off x="380997" y="888075"/>
            <a:ext cx="12363560" cy="3512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"Sparse matrix" is a broader mathematical/computational concept and different applications may use different practical density thresholds.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specific exercise defines sparse as zero elements being at least half of the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Sparse data can benefit from specialized storage formats such as CSR or CSC when matrices become large.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840588" name="object 3"/>
          <p:cNvSpPr txBox="1"/>
          <p:nvPr/>
        </p:nvSpPr>
        <p:spPr bwMode="auto">
          <a:xfrm>
            <a:off x="380997" y="888075"/>
            <a:ext cx="12365715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Integer division such as `MatrixSize / 2` can lose the fractional part for odd matrix sizes.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assume that every sparse-matrix definition uses exactly the same threshold.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matrix being sparse does not automatically mean that compressed storage is beneficial for every small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302775" name="object 3"/>
          <p:cNvSpPr txBox="1"/>
          <p:nvPr/>
        </p:nvSpPr>
        <p:spPr bwMode="auto">
          <a:xfrm>
            <a:off x="380997" y="888075"/>
            <a:ext cx="12370760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`IsSparseMatrix()`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Evaluates the number of zero elements relative to total matrix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the density of non-zero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threshold defined by the current exercise.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`IsZeroMatrix()`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every element to be exactly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strongest possible zero-density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Every zero matrix satisfies the sparse condition used here.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472228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Counts zero elements inside a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Calculates the total number of matrix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Compares zero density against the selected sparsity threshold.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how density rules can be used to classify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44711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2026-09-28T09:48:08Z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