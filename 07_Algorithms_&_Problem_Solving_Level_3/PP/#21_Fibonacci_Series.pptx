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6217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512213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157118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321730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353216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881392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159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401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75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816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7484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778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422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718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187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046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244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667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429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466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672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659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776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408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316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98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423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645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8685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697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45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473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0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252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0214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369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892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23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96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19234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383230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77075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31419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5565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9801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89892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74262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064775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52424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69010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1601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381914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943730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4310521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958257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493443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19186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156194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69766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33097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785420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294624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94937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028809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896186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6353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070594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28852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155626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684773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5539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3740615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49013709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Fibonacci Series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083849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1634298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55219533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Fibonacci Series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905134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Iterative Fibonacci Sequence Generation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generates the first Fibonacci terms using a loop instead of recursive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new value is calculated from the two preceding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692118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Fibonacci Formula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sequence follows `F(n) = F(n-1) + F(n-2)`.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exercise the sequence begins with `1,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Sliding Window State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Two variables keep the previous two Fibonacci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calculating the next value, the variables are shifted forward.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Iterative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loop controls how many Fibonacci terms are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additional stack frames are created for every term.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042078" name="object 3"/>
          <p:cNvSpPr txBox="1"/>
          <p:nvPr/>
        </p:nvSpPr>
        <p:spPr bwMode="auto">
          <a:xfrm>
            <a:off x="380997" y="888075"/>
            <a:ext cx="12396309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the first two values as `1` and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Print the initial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Loop until the required number of terms is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`next = prev1 + prev2`.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Shift the previous values forward.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new term.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76849" name="object 3"/>
          <p:cNvSpPr txBox="1"/>
          <p:nvPr/>
        </p:nvSpPr>
        <p:spPr bwMode="auto">
          <a:xfrm>
            <a:off x="380997" y="888075"/>
            <a:ext cx="12372918" cy="3504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1   1   2   3   5   8   13   21   34   55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first 10 Fibonacci terms are generated iteratively.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315647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exact starting values depend on the Fibonacci convention being used; this exercise uses `1,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a small fixed number of variables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Time complexity is O(N) for N generated terms.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91583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order of updating `prev1` and `prev2` is important because the old values are needed to calculate the next term.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Fibonacci numbers grow quickly and can overflow fixed-width integer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must account correctly for the two initial terms.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901735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Iterative Fibonacci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O(1) auxiliary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in O(N)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Avoids recursive call-stack growth.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Naive Recursive Fibonacci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follows the mathematical recursive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Recomputes many previously calculated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exponential time complexity without memoization.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04846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Generates Fibonacci values using a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Maintains only the two previous terms.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Produces O(N) time and O(1) auxiliary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efficient state updates in iterative algorithms.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03637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2026-09-28T10:56:34Z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