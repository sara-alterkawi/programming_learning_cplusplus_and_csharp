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75783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0991926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93731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014955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793259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66649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062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6652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1933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5112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1876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23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59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3571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7748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6112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4634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39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748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5233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8748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924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6178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4781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C1995B-7799-CC21-379A-94B8DDB225DF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403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522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881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4077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3598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26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080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1567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37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432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00298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402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863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99318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835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9531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4777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1049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13480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580895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43497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856000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8891739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41403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081383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16666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169299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985524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4092694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6328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645055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5863806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2480483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504521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2455010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053038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3948718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975423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39469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03613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8171178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39564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90889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145973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3791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311452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837527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264147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6570243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57688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0807447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09036592" name="object 30"/>
          <p:cNvSpPr txBox="1"/>
          <p:nvPr/>
        </p:nvSpPr>
        <p:spPr bwMode="auto">
          <a:xfrm>
            <a:off x="0" y="1143000"/>
            <a:ext cx="1310042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Each Row in Separate 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705266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008034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5818937" name="object 30"/>
          <p:cNvSpPr txBox="1"/>
          <p:nvPr/>
        </p:nvSpPr>
        <p:spPr bwMode="auto">
          <a:xfrm flipH="0" flipV="0">
            <a:off x="106425" y="3084201"/>
            <a:ext cx="13268822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Each Row in Separate 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302083" name="object 3"/>
          <p:cNvSpPr txBox="1"/>
          <p:nvPr/>
        </p:nvSpPr>
        <p:spPr bwMode="auto">
          <a:xfrm>
            <a:off x="380997" y="888075"/>
            <a:ext cx="12367152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Sum Each Row in Separate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program creates a 3x3 matrix filled with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calculates the sum of each row and stores the results in a separate vector called `rowSums`.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original matrix and the row sums are then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346588" name="object 3"/>
          <p:cNvSpPr txBox="1"/>
          <p:nvPr/>
        </p:nvSpPr>
        <p:spPr bwMode="auto">
          <a:xfrm>
            <a:off x="380997" y="888075"/>
            <a:ext cx="12381912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`rowSums`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row has its own element in the `rowSums`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sum of row `i` is stored in `rowSums[i]`.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Separating Calculation and Printing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calculation of the row sums is separated from the printing operation.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makes the code more organized and allows the calculated sums to be reused later.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`RowSums()`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Calculates the sum of every row and returns a separate vector containing the results.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181364" name="object 3"/>
          <p:cNvSpPr txBox="1"/>
          <p:nvPr/>
        </p:nvSpPr>
        <p:spPr bwMode="auto">
          <a:xfrm>
            <a:off x="380997" y="888075"/>
            <a:ext cx="12388390" cy="70623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3x3 matrix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vector&lt;vector&lt;int&gt;&gt; matrix(3, vector&lt;int&gt;(3));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the matrix with random numbers between 1 and 100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FillMatrixWithRandomNumber(matrix, 3, 3);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the original matrix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PrintMatrix(matrix, 3, 3);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Calculate the sum of each row inside `RowSums()` and store the results in a new vector: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vector&lt;int&gt; rowSums = RowSums(matrix, 3, 3);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the row sums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PrintRowSums(rowSums);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`FillMatrixWithRandomNumber()`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Generates random numbers and fills the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matrix[i][j] = rand() % 100 + 1;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`PrintMatrix()`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Prints the matrix in a formatted way using `setw()` from `&lt;iomanip&gt;`.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741409" name="object 3"/>
          <p:cNvSpPr txBox="1"/>
          <p:nvPr/>
        </p:nvSpPr>
        <p:spPr bwMode="auto">
          <a:xfrm>
            <a:off x="380997" y="888075"/>
            <a:ext cx="12389110" cy="5935047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6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5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`RowSums()`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Calculates the sum of each row: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for (int i = 0; i &lt; rows; i++)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{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for (int j = 0; j &lt; columns; j++)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{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	rowSums[i] += matrix[i][j];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}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}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Then returns the `rowSums` vector.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`PrintRowSums()`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Prints the sum stored for each row in the `rowSums` vector.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229045" name="object 3"/>
          <p:cNvSpPr txBox="1"/>
          <p:nvPr/>
        </p:nvSpPr>
        <p:spPr bwMode="auto">
          <a:xfrm>
            <a:off x="380997" y="888075"/>
            <a:ext cx="12372199" cy="5691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following is a 3x3 random matrix: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53  43   6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65  83  48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64  30  36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following are the sum of each row in the matrix: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Row 1 Sum = 102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Row 2 Sum = 196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Row 3 Sum = 130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`rowSums` vector contains: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102 196 130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739233" name="object 3"/>
          <p:cNvSpPr txBox="1"/>
          <p:nvPr/>
        </p:nvSpPr>
        <p:spPr bwMode="auto">
          <a:xfrm>
            <a:off x="380997" y="888075"/>
            <a:ext cx="12362481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`srand(time(0))` initializes the random number generator so different runs normally produce different sequences.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`rowSums` vector should contain one element for each row in the original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`vector` provides flexible dynamic storage and can grow when needed.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33592" name="object 3"/>
          <p:cNvSpPr txBox="1"/>
          <p:nvPr/>
        </p:nvSpPr>
        <p:spPr bwMode="auto">
          <a:xfrm>
            <a:off x="380997" y="888075"/>
            <a:ext cx="12364635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Make sure `rowSums` contains enough elements before using `rowSums[i]`.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`rowSums` is empty, accessing `rowSums[i]` is invalid.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creating the sums vector, initialize it with the number of rows,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vector&lt;int&gt; rowSums(rows, 0);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237503" name="object 3"/>
          <p:cNvSpPr txBox="1"/>
          <p:nvPr/>
        </p:nvSpPr>
        <p:spPr bwMode="auto">
          <a:xfrm>
            <a:off x="380997" y="888075"/>
            <a:ext cx="1236968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Problem #02 - Sum Each Row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Calculates the sum of each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`rowSum` temporarily.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Prints each result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separate storage for all row sums.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Problem #03 - Sum Each Row in Separate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Calculates the sum of each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the results in `rowSums`.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Prints the stored results afterward.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sums can be reused later for additional calculations.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054069" name="object 3"/>
          <p:cNvSpPr txBox="1"/>
          <p:nvPr/>
        </p:nvSpPr>
        <p:spPr bwMode="auto">
          <a:xfrm>
            <a:off x="380997" y="888075"/>
            <a:ext cx="1238371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Calculate the sum of each row in a 2D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Store each row's sum in a separate `rowSums`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`rowSums[i]` corresponds to row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Separate calculation from printing to improve code organization.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Storing the results allows them to be reused later.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2594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340</cp:revision>
  <dcterms:created xsi:type="dcterms:W3CDTF">2025-12-09T17:44:59Z</dcterms:created>
  <dcterms:modified xsi:type="dcterms:W3CDTF">2026-09-28T07:02:34Z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