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928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76418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31749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052032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664923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10912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23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3394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029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32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283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255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489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8986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150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810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42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60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982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26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663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098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97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650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842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693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216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9300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19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029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2587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381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768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559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20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583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4003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698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746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333020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33559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413773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62530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81445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8396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9434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9007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88261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04159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2223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238793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940314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6937441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81234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49864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727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1370570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21639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557156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30779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13787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5568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56814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41186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3895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59854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20185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360632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03657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5385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8452601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9992122" name="object 30"/>
          <p:cNvSpPr txBox="1"/>
          <p:nvPr/>
        </p:nvSpPr>
        <p:spPr bwMode="auto">
          <a:xfrm>
            <a:off x="0" y="1143000"/>
            <a:ext cx="1310006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Row in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543939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010409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13092095" name="object 30"/>
          <p:cNvSpPr txBox="1"/>
          <p:nvPr/>
        </p:nvSpPr>
        <p:spPr bwMode="auto">
          <a:xfrm flipH="0" flipV="0">
            <a:off x="106425" y="3084201"/>
            <a:ext cx="1326846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Row in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147116" name="object 3"/>
          <p:cNvSpPr txBox="1"/>
          <p:nvPr/>
        </p:nvSpPr>
        <p:spPr bwMode="auto">
          <a:xfrm>
            <a:off x="380997" y="888075"/>
            <a:ext cx="123671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 Each Row in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creates a 3x3 matrix containing random numbers between 1 and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then calculates and prints the sum of each row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719449" name="object 3"/>
          <p:cNvSpPr txBox="1"/>
          <p:nvPr/>
        </p:nvSpPr>
        <p:spPr bwMode="auto">
          <a:xfrm>
            <a:off x="380997" y="888075"/>
            <a:ext cx="12381912" cy="5248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2D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matrix is a two-dimensional data structure consisting of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`vector&lt;vector&lt;int&gt;&gt;` to store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Filling the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matrix is filled with random numbers using `rand()`.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Calculating Row Sums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calculate the sum of the elements in each row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`rowSum` variable is reset to `0` for every new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Nested `for` Loops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outer loop moves through the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inner loop moves through the columns of the current row.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083123" name="object 3"/>
          <p:cNvSpPr txBox="1"/>
          <p:nvPr/>
        </p:nvSpPr>
        <p:spPr bwMode="auto">
          <a:xfrm>
            <a:off x="380997" y="888075"/>
            <a:ext cx="12388031" cy="81745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3x3 matrix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vector&lt;vector&lt;int&gt;&gt; matrix(3, vector&lt;int&gt;(3));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matrix with random numbers from 1 to 100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FillMatrixWithRandomNumber(matrix,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original matrix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PrintMatrix(matrix,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and print the sum of each row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PrintRowSums(matrix,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`FillMatrixWithRandomNumber()`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Fills the matrix with random numbers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rand() % 100 + 1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Prints the matrix in a formatted way.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`setw()` can be used to align the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`PrintRowSums()`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Calculates the sum of each row and prints it in the following format: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Row 1 Sum = 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Row 2 Sum = 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Row 3 Sum = 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73165" name="object 3"/>
          <p:cNvSpPr txBox="1"/>
          <p:nvPr/>
        </p:nvSpPr>
        <p:spPr bwMode="auto">
          <a:xfrm>
            <a:off x="380997" y="888075"/>
            <a:ext cx="12372199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random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53  43   6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65  83  48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64  30  36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are the sum of each row in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1 Sum = 102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2 Sum = 196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3 Sum = 130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Row 1: 53 + 43 + 6 = 102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Row 2: 65 + 83 + 48 = 196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Row 3: 64 + 30 + 36 = 130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63658" name="object 3"/>
          <p:cNvSpPr txBox="1"/>
          <p:nvPr/>
        </p:nvSpPr>
        <p:spPr bwMode="auto">
          <a:xfrm>
            <a:off x="380997" y="888075"/>
            <a:ext cx="1236248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calculating the sum of each row, `rowSum` should be declared or reset inside the outer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`rowSum` is kept outside the outer loop without resetting it, the values from previous rows will be included in later sums.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986253" name="object 3"/>
          <p:cNvSpPr txBox="1"/>
          <p:nvPr/>
        </p:nvSpPr>
        <p:spPr bwMode="auto">
          <a:xfrm>
            <a:off x="380997" y="888075"/>
            <a:ext cx="1236463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sum of each row with the sum of the entire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`rowSum` is not reset for every row, the results will be cumulative instead of separate row sums.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68006" name="object 3"/>
          <p:cNvSpPr txBox="1"/>
          <p:nvPr/>
        </p:nvSpPr>
        <p:spPr bwMode="auto">
          <a:xfrm>
            <a:off x="380997" y="888075"/>
            <a:ext cx="12370040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Sum of Each Row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`rowSum` for each individual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`rowSum` is reset when a new row starts.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separate result for every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`102`, `196`, `130`.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Sum of Entire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one total sum for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sum is not reset between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one final result for the entire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`102 + 196 + 130 = 428`.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159632" name="object 3"/>
          <p:cNvSpPr txBox="1"/>
          <p:nvPr/>
        </p:nvSpPr>
        <p:spPr bwMode="auto">
          <a:xfrm>
            <a:off x="380997" y="888075"/>
            <a:ext cx="1238371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nested `for` loops to process a 2D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outer loop processes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inner loop processes the elements inside the current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`rowSum` to calculate the sum of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Reset `rowSum` for every new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`rand() % 100 + 1` generates values from 1 to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84834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339</cp:revision>
  <dcterms:created xsi:type="dcterms:W3CDTF">2025-12-09T17:44:59Z</dcterms:created>
  <dcterms:modified xsi:type="dcterms:W3CDTF">2026-09-28T06:56:10Z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