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666171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9756072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97690665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70278960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494117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21466626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2510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9906381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054371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6563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3939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6964262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0945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00736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36940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86158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566825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783318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92529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659367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837492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169696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859061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0418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7609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9062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5995894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54235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24366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783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0029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1416783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9863762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82057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88791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663828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03996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97373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4092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609339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5408516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9392198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110993002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23040050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069693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6580157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4924528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2788980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910399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368657933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18540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5567746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41077303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9827095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354080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7008643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6584058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5193000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3491724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8603598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4940743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75577763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80560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66581649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8877575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14451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3677119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42030123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4173947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44468614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7030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88951577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990938349" name="object 30"/>
          <p:cNvSpPr txBox="1"/>
          <p:nvPr/>
        </p:nvSpPr>
        <p:spPr bwMode="auto">
          <a:xfrm>
            <a:off x="0" y="1143000"/>
            <a:ext cx="13102947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3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 Letters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2011845018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2563981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954610189" name="object 30"/>
          <p:cNvSpPr txBox="1"/>
          <p:nvPr/>
        </p:nvSpPr>
        <p:spPr bwMode="auto">
          <a:xfrm flipH="0" flipV="0">
            <a:off x="106425" y="3084201"/>
            <a:ext cx="13272777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3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Count Letters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9567548" name="object 3"/>
          <p:cNvSpPr txBox="1"/>
          <p:nvPr/>
        </p:nvSpPr>
        <p:spPr bwMode="auto">
          <a:xfrm>
            <a:off x="380997" y="888075"/>
            <a:ext cx="12367870" cy="2993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string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then reads a character and counts how many times that character appears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checks every character in the string and increases the counter when a 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094219" name="object 3"/>
          <p:cNvSpPr txBox="1"/>
          <p:nvPr/>
        </p:nvSpPr>
        <p:spPr bwMode="auto">
          <a:xfrm>
            <a:off x="380997" y="888075"/>
            <a:ext cx="123826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`ReadString()` uses `getline()` to read the complete line, including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`ReadCharacter()` reads the character that the user wants to search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`CountCharacter()` receives the string and the character to search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`for` loop uses a range-based loop to examine every character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`current` represents the character currently being checked.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`current == ch`, the counter is increased by one.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Finally, the function returns the total number of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3604170" name="object 3"/>
          <p:cNvSpPr txBox="1"/>
          <p:nvPr/>
        </p:nvSpPr>
        <p:spPr bwMode="auto">
          <a:xfrm>
            <a:off x="380997" y="888075"/>
            <a:ext cx="12396309" cy="4128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the complete string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Read the character that should be counted.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Set `count` to `0`.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Loop through every character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Compare the current character with the requested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If they are equal, increase `count`.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Return the final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Print the number of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3759826" name="object 3"/>
          <p:cNvSpPr txBox="1"/>
          <p:nvPr/>
        </p:nvSpPr>
        <p:spPr bwMode="auto">
          <a:xfrm>
            <a:off x="380997" y="888075"/>
            <a:ext cx="12372918" cy="42436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Input string: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Character to count: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character `a` appears four times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Letter 'a' Count = 4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8083785" name="object 3"/>
          <p:cNvSpPr txBox="1"/>
          <p:nvPr/>
        </p:nvSpPr>
        <p:spPr bwMode="auto">
          <a:xfrm>
            <a:off x="380997" y="888075"/>
            <a:ext cx="12363559" cy="4631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`getline(cin, input)` is used instead of `cin &gt;&gt; input` because the string can contain spaces.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`CountCharacter()` uses a range-based `for` loop: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for (char current : str)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`count` starts from `0` because no characters have been matched initially.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comparison `current == ch` is case-sensitive.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`a` and `A` are treated as different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parameter `string&amp; str` is passed by reference, but the function does not modify the string. `const string&amp; str` would be more appropriate here.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3330319" name="object 3"/>
          <p:cNvSpPr txBox="1"/>
          <p:nvPr/>
        </p:nvSpPr>
        <p:spPr bwMode="auto">
          <a:xfrm>
            <a:off x="380997" y="888075"/>
            <a:ext cx="12365714" cy="300147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program counts only exact character matches.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Searching for `a` does not count `A`.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header `&lt;sstream&gt;` is included but is not used in this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 more than one character when `ReadCharacter()` is called, `cin &gt;&gt; ch` reads only the first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2165459" name="object 3"/>
          <p:cNvSpPr txBox="1"/>
          <p:nvPr/>
        </p:nvSpPr>
        <p:spPr bwMode="auto">
          <a:xfrm>
            <a:off x="380997" y="888075"/>
            <a:ext cx="12370759" cy="83644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`ReadString()`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Reads a complete line of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read spaces inside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`ReadCharacter()`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Reads a single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`cin &gt;&gt; ch`.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Used to determine which character should be counted.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`CountCharacter()`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Searches through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Counts matching characters.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Returns the final count.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`ReadCharacter()`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Gets the character to search for.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perform the counting.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Its result is passed to `CountCharacter()`.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78800" name="object 3"/>
          <p:cNvSpPr txBox="1"/>
          <p:nvPr/>
        </p:nvSpPr>
        <p:spPr bwMode="auto">
          <a:xfrm>
            <a:off x="380997" y="888075"/>
            <a:ext cx="123844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a complete string using `getline()`.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Read the character that should be counted.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Loop through every character in the string.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Compare each character with the requested character.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Increase the counter when a match is found.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Return and print the total number of occurrences.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Character comparison is case-sensitive.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542680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348</cp:revision>
  <dcterms:created xsi:type="dcterms:W3CDTF">2025-12-09T17:44:59Z</dcterms:created>
  <dcterms:modified xsi:type="dcterms:W3CDTF">2026-09-28T11:37:20Z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