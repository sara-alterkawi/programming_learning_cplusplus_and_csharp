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002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93462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188579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72372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317191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185533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946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391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28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41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716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61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494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268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284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503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8735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017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12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9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07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105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939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40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435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61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749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901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1879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74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843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062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05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116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334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0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794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079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513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46895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3732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80153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05268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48693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19726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84958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75760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82740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49915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64079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2505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137622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978433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40170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68827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362660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188234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151219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31381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8432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299088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852001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45910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938822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93302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527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11041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899782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282621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609957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3500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486669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50592017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Upper First Letter of Each Word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217692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3788044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10609767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Upper First Letter of Each Word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98105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Word-Initial Capitalization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converts the first letter of every word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Characters after the first letter of each word remain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683138" name="object 3"/>
          <p:cNvSpPr txBox="1"/>
          <p:nvPr/>
        </p:nvSpPr>
        <p:spPr bwMode="auto">
          <a:xfrm>
            <a:off x="380997" y="888075"/>
            <a:ext cx="12382632" cy="5599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 Start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boolean state such as `isFirstLetter` identifies when the next alphabetic character begins a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state becomes active at the beginning of the string and after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the first character of a word is detected, `toupper()` converts it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Afterward, the state changes so subsequent characters are not modified.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Mutation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string can be modified directly by changing individual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Alternatively, the function can return a modified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927643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the word-start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each word's first letter using `toupper()`.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Update the state after processing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Output the modified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5128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650255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Existing uppercase and lowercase letters after the first character remain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`toupper()` operates on individual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operation is similar to a limited form of title formatting, not full language-aware title casing.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390680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`toupper()` does not directly accept a complete `std::string`.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Non-alphabetic characters at the start of a token are not converted into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portable use with `&lt;cctype&gt;`, character values should be handled appropriately when passing signed `char`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31324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`UpperFirstLetterOfEachWord()`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only the first letter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the remaining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word-initial capitalization.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`UpperAllString()`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every applicable letter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internal letters as well.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an all-uppercase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763682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Detects the first character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applicable word initials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the rest of the original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character-level string transformation.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02427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