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5027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80745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818235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951779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5487688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241972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940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109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92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842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7450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4884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704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2521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02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869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12017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267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7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813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668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3166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6935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656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1559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034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12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099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9877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6237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918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602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41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4756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1795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8707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488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72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449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63619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93122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749507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64540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031011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37021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784701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8363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52588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045103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345904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8085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441291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7418325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3534457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665522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4155374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95165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7147908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402875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587120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08945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050656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63957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6598024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8947104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7228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23384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547551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4583830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8720178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70126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763446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365601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Matrices Equality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562452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7416903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19205320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Check Matrices Equality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432087" name="object 3"/>
          <p:cNvSpPr txBox="1"/>
          <p:nvPr/>
        </p:nvSpPr>
        <p:spPr bwMode="auto">
          <a:xfrm>
            <a:off x="380997" y="888075"/>
            <a:ext cx="1236715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Sum-Based Matrix Comparison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generates two 3×3 matrices and compares them by calculating the total sum of all their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comparison reduces each matrix to one scalar value and checks whether those two sums are equal.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832892" name="object 3"/>
          <p:cNvSpPr txBox="1"/>
          <p:nvPr/>
        </p:nvSpPr>
        <p:spPr bwMode="auto">
          <a:xfrm>
            <a:off x="380997" y="888075"/>
            <a:ext cx="12381912" cy="5965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Matrix Sum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element in Matrix1 and Matrix2 is visited using nested loops.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values are accumulated into separate sum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Scalar Equality Check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After both totals are calculated, the program compares the two sums using a boolean condition.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sums are equal, the function returns `true`; otherwise, it returns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Aggregate Comparison Concept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approach compares the overall numerical value of each matrix rather than comparing individual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therefore an aggregate comparison, not a true structural matrix equality test.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071143" name="object 3"/>
          <p:cNvSpPr txBox="1"/>
          <p:nvPr/>
        </p:nvSpPr>
        <p:spPr bwMode="auto">
          <a:xfrm>
            <a:off x="380997" y="888075"/>
            <a:ext cx="12388030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two 3×3 matrices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Print both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each matrix sum using `SumOfMatrix()`.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Compare the two sums inside `AreMatricesEqual()`.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Display YES if the sums are equal; otherwise display NO.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659593" name="object 3"/>
          <p:cNvSpPr txBox="1"/>
          <p:nvPr/>
        </p:nvSpPr>
        <p:spPr bwMode="auto">
          <a:xfrm>
            <a:off x="380997" y="888075"/>
            <a:ext cx="12372199" cy="53259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6  3  6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4  5  9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3  4  4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Matrix2: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8  9  6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6  8  6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9  3  5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No: matrices are NOT equal.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946322" name="object 3"/>
          <p:cNvSpPr txBox="1"/>
          <p:nvPr/>
        </p:nvSpPr>
        <p:spPr bwMode="auto">
          <a:xfrm>
            <a:off x="380997" y="888075"/>
            <a:ext cx="1236248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Sum comparison can be useful when only the aggregate value of a matrix matters.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two matrices may contain completely different elements and still produce the same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comparison itself is O(1) after both sums have already been calculated, while calculating the sums is O(N×M).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481565" name="object 3"/>
          <p:cNvSpPr txBox="1"/>
          <p:nvPr/>
        </p:nvSpPr>
        <p:spPr bwMode="auto">
          <a:xfrm>
            <a:off x="380997" y="888075"/>
            <a:ext cx="12364635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Equal sums do NOT prove that two matrices contain equal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Matrices such as `[1, 2]` and `[2, 1]` have the same sum but different element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use sum equality when exact matrix identity or structural equality is required.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815700" name="object 3"/>
          <p:cNvSpPr txBox="1"/>
          <p:nvPr/>
        </p:nvSpPr>
        <p:spPr bwMode="auto">
          <a:xfrm>
            <a:off x="380997" y="888075"/>
            <a:ext cx="1236968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`AreMatricesEqual()` by Sum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Compares only the total scalar sum of each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useful when aggregate totals are the actual requirement.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May return `true` for completely different matrices with equal sums.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`AreMatricesIdentical()` by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Compares corresponding elements at the same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Detects differences in both values and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true content equality when dimensions are also equal.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648715" name="object 3"/>
          <p:cNvSpPr txBox="1"/>
          <p:nvPr/>
        </p:nvSpPr>
        <p:spPr bwMode="auto">
          <a:xfrm>
            <a:off x="380997" y="888075"/>
            <a:ext cx="12383712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Calculates the total value of every element in each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Reduces each matrix to a single scalar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Compares the resulting sums using boolean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why aggregate equality is different from element-by-element equality.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06448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347</cp:revision>
  <dcterms:created xsi:type="dcterms:W3CDTF">2025-12-09T17:44:59Z</dcterms:created>
  <dcterms:modified xsi:type="dcterms:W3CDTF">2026-09-28T09:30:48Z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