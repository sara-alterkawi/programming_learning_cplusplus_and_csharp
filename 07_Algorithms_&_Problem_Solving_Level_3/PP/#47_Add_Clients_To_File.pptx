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796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445416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11792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737949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7568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98040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05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7083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16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9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71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369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262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599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809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136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8254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74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375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441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806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74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857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542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187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822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29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219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56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336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565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9694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389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70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327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457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775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64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644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51470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099654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12029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22968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422690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96851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49736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0287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90457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23480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75246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1722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8623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084659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866678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363225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350433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74231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312214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791387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715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28739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50040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14617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8260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14329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119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29001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18715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68631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898301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4635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1564302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53644615" name="object 30"/>
          <p:cNvSpPr txBox="1"/>
          <p:nvPr/>
        </p:nvSpPr>
        <p:spPr bwMode="auto">
          <a:xfrm>
            <a:off x="0" y="1143000"/>
            <a:ext cx="1310330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 Clients to File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25076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1013199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85904478" name="object 30"/>
          <p:cNvSpPr txBox="1"/>
          <p:nvPr/>
        </p:nvSpPr>
        <p:spPr bwMode="auto">
          <a:xfrm flipH="0" flipV="0">
            <a:off x="106425" y="3084201"/>
            <a:ext cx="1327313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Add Clients to File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238587" name="object 3"/>
          <p:cNvSpPr txBox="1"/>
          <p:nvPr/>
        </p:nvSpPr>
        <p:spPr bwMode="auto">
          <a:xfrm>
            <a:off x="380997" y="888075"/>
            <a:ext cx="1236822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Interactive Batch Client Entry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allows the user to enter multiple client records during one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client is saved to the file before the program asks whether another client should be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852805" name="object 3"/>
          <p:cNvSpPr txBox="1"/>
          <p:nvPr/>
        </p:nvSpPr>
        <p:spPr bwMode="auto">
          <a:xfrm>
            <a:off x="380997" y="888075"/>
            <a:ext cx="12382992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Repetition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`do-while` loop is suitable because at least one client entry should occur before asking whether to continue.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loop repeats based on the user's `Y/N` response.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Client Creation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`ReadNewClient()` collects the fields required to create one client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resulting structure is passed to the file-saving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Persistent Storage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`SaveClientDataToFile()` serializes and appends the current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process is repeated for every additional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Termination Decision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each successful entry, the user is asked whether another record should be added.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loop terminates when the response is not a continuation response.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710076" name="object 3"/>
          <p:cNvSpPr txBox="1"/>
          <p:nvPr/>
        </p:nvSpPr>
        <p:spPr bwMode="auto">
          <a:xfrm>
            <a:off x="380997" y="888075"/>
            <a:ext cx="1239666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Start the client-entry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`ReadNewClient()`.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Save the new client to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Ask `Do you want to add more clients? (Y/N)`.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Continue for `Y` or `y`.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Stop for `N` or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129554" name="object 3"/>
          <p:cNvSpPr txBox="1"/>
          <p:nvPr/>
        </p:nvSpPr>
        <p:spPr bwMode="auto">
          <a:xfrm>
            <a:off x="380997" y="888075"/>
            <a:ext cx="12374357" cy="38629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Client 1 saved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 you want to add more clients? 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Client 2 saved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 you want to add more clients? 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A150#//#1234#//#Mohammed#//#079#//#5000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1802" name="object 3"/>
          <p:cNvSpPr txBox="1"/>
          <p:nvPr/>
        </p:nvSpPr>
        <p:spPr bwMode="auto">
          <a:xfrm>
            <a:off x="380997" y="888075"/>
            <a:ext cx="12363918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loop is more appropriate than recursion for repeated user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client is saved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can continue adding records until the user chooses to stop.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62014" name="object 3"/>
          <p:cNvSpPr txBox="1"/>
          <p:nvPr/>
        </p:nvSpPr>
        <p:spPr bwMode="auto">
          <a:xfrm>
            <a:off x="380997" y="888075"/>
            <a:ext cx="12366073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recursively call `AddNewClient()` to implement an indefinite input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Input-buffer handling is important when switching between numeric/character input and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validate the Y/N response rather than assuming every other character means "No".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149580" name="object 3"/>
          <p:cNvSpPr txBox="1"/>
          <p:nvPr/>
        </p:nvSpPr>
        <p:spPr bwMode="auto">
          <a:xfrm>
            <a:off x="380997" y="888075"/>
            <a:ext cx="12371118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`AddNewClients()`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controlled iteration for repeated data entry.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memory usage predictable.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many records to be entered in one session.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Single Client Addition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Adds only one record per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simpler but requires restarting the application for another record.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provide batch entry.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30300" name="object 3"/>
          <p:cNvSpPr txBox="1"/>
          <p:nvPr/>
        </p:nvSpPr>
        <p:spPr bwMode="auto">
          <a:xfrm>
            <a:off x="380997" y="888075"/>
            <a:ext cx="12384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a loop to support repeated client creation.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Reads and saves each client record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a user-controlled continuation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practical interactive data-ingestion flow.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17528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2026-09-28T12:43:33Z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