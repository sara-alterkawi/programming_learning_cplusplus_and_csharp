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1564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9993633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797474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6905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744511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754444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50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431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58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437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157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133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487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643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10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291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5042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834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544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982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671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642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7306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182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388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85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369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054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498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957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0996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3695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68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669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695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707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02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68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769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44517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877482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26963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14247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16106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90759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60834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60829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93714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86793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07512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5655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06958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814207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3878379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08029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776128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060018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6276270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22935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160020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13546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349274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3990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200222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953237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2594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57066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492525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218617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511327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13364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883844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20622787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Join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1387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4498107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171237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Join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989820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Delimited String Concatenation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combines multiple strings stored in a vector into one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custom delimiter is inserted between consecutive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041350" name="object 3"/>
          <p:cNvSpPr txBox="1"/>
          <p:nvPr/>
        </p:nvSpPr>
        <p:spPr bwMode="auto">
          <a:xfrm>
            <a:off x="380997" y="888075"/>
            <a:ext cx="1238263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Vector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iterates through every element of the input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token is added to the result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Delimiter Placement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delimiter is inserted between elements rather than being part of the original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reconstructs a single formatted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Result Construction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final result contains all vector elements in their original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represents the reverse direction of the tokenization performed by `SplitString()`.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684275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`JoinString(vector&lt;string&gt;, delimiter)`.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an empty result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Append each token and the required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Remove or avoid the final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joined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25309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Vector: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{"Sara", "Alterkawi"}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Delimiter: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", 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Sara,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034872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`JoinString()` is conceptually the inverse of `SplitString()`.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Delimiters can contain multiple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delimiter should normally appear only between elements, not after the final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658647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Empty vectors must be handled before attempting to remove a trailing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Delimiter length must be considered when removing a final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should preserve the original order of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441115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`JoinString()`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multiple strings into one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Inserts a chosen delimiter between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reconstruct text after vector-based processing.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`SplitString()`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one string into multiple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for delimiters to identify boundaries.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opposite direction of the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488769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a vector of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Combines the elements into one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Inserts a custom delimiter between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the inverse operation of string splitting.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77188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