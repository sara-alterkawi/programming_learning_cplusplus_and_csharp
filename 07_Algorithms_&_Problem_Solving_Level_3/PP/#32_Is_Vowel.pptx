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35935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476257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2780880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7976896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198081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086717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735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5573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357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395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7033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49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43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89545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674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509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7334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087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619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4484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418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946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704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36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50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309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553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42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7825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811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383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75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498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6456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0110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41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981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87567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7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79927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167045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791862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981216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1470419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6135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61314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260855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85329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880714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508408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4018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128454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5258355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5661417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588675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7525169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164678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3643595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520893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104316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859332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7920341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38076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973373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456032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2675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759298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204078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451855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0762839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50443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7925625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23580311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Is Vowel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3475970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554445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65611657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Is Vowel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364281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Atomic Vowel Validation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determines whether one character is a vowel.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returns `true` for `a`, `e`, `i`, `o`, or `u`, regardless of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314762" name="object 3"/>
          <p:cNvSpPr txBox="1"/>
          <p:nvPr/>
        </p:nvSpPr>
        <p:spPr bwMode="auto">
          <a:xfrm>
            <a:off x="380997" y="888075"/>
            <a:ext cx="123826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Case Normalization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input character can be converted to lowercase using `tolower()`.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avoids separately checking uppercase vowels.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Vowel Membership Check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normalized character is compared against the five vowel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comparisons are combined using logical 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Boolean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returns `true` when the character belongs to the vowel set.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Otherwise it returns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959787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one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Pass it to `IsVowel()`.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Normalize its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the vowel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boolean evaluation.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219416" name="object 3"/>
          <p:cNvSpPr txBox="1"/>
          <p:nvPr/>
        </p:nvSpPr>
        <p:spPr bwMode="auto">
          <a:xfrm>
            <a:off x="380997" y="888075"/>
            <a:ext cx="12374718" cy="38853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YES: Letter 'a' is Vowel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 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NO: Letter 'b' is NOT Vowel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938261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helper predicate can be reused by `CountVowels()` and `PrintVowels()`.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Returning `bool` makes the function convenient inside `if`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checks membership in a fixed character set.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139104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`cin &gt;&gt; ch` reads only one non-whitespace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Without case normalization, uppercase vowels must be checked separately.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should not be confused with checking whether a complete string contains a vowel.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333047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`IsVowel(char)`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Encapsulates vowel logic in one reusable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 boolean.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called from multiple string-processing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Inline Vowel Condition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Places all vowel comparisons directly inside another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Avoids a helper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become repetitive when multiple algorithms need the same test.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268117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Receives one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Normalizes its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Checks membership in the vowel set.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Returns a reusable boolean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4920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