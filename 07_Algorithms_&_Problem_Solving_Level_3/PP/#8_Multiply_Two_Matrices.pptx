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9530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728618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9588361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669084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849656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289985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328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3212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130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9696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930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0209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444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795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4092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597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7140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784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141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214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49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5289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2847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174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45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2315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351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3641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0576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435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1572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4397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2134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6600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4514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2984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425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8337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904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40511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525853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306710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997198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4273297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5759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137966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023457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21641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117706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0468410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1170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125826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2061258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7673507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787220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5557188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840691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5625846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045362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3248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524616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3036690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84881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633629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6572553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2408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496631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943217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608168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989044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58762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7746963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87644318" name="object 30"/>
          <p:cNvSpPr txBox="1"/>
          <p:nvPr/>
        </p:nvSpPr>
        <p:spPr bwMode="auto">
          <a:xfrm>
            <a:off x="0" y="1143000"/>
            <a:ext cx="1310186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Multiply Two Matrices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621838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5156767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72731201" name="object 30"/>
          <p:cNvSpPr txBox="1"/>
          <p:nvPr/>
        </p:nvSpPr>
        <p:spPr bwMode="auto">
          <a:xfrm flipH="0" flipV="0">
            <a:off x="106425" y="3084201"/>
            <a:ext cx="13270258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Multiply Two Matrices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561370" name="object 3"/>
          <p:cNvSpPr txBox="1"/>
          <p:nvPr/>
        </p:nvSpPr>
        <p:spPr bwMode="auto">
          <a:xfrm>
            <a:off x="380997" y="888075"/>
            <a:ext cx="1236751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Matrix Multiplication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creates two 3×3 random matrices, multiplies them together, and stores the product in a third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122817" name="object 3"/>
          <p:cNvSpPr txBox="1"/>
          <p:nvPr/>
        </p:nvSpPr>
        <p:spPr bwMode="auto">
          <a:xfrm>
            <a:off x="380997" y="888075"/>
            <a:ext cx="1238263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Mathematical Product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Formula: Result[i][j] = sum over k of (Mat1[i][k] * Mat2[k][j]). Requires triple nested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720638" name="object 3"/>
          <p:cNvSpPr txBox="1"/>
          <p:nvPr/>
        </p:nvSpPr>
        <p:spPr bwMode="auto">
          <a:xfrm>
            <a:off x="380997" y="888075"/>
            <a:ext cx="1238874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FillMatrixWithRandomNumber() using range 1 to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PrintMatrix() using setw(3).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Implement multiplyMatrices() with triple nested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Execute multiplication in main() and print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9196" name="object 3"/>
          <p:cNvSpPr txBox="1"/>
          <p:nvPr/>
        </p:nvSpPr>
        <p:spPr bwMode="auto">
          <a:xfrm>
            <a:off x="380997" y="888075"/>
            <a:ext cx="12372199" cy="8655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FillMatrixWithRandomNumber() using range 1 to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PrintMatrix() using setw(3).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Implement multiplyMatrices() with triple nested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Execute multiplication in main() and print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💡 Example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08  07  07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01  06  10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10  01  09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Matrix2: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04  05  06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04  05  08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06  08  01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32  35  42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04  30  80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60  08  09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922649" name="object 3"/>
          <p:cNvSpPr txBox="1"/>
          <p:nvPr/>
        </p:nvSpPr>
        <p:spPr bwMode="auto">
          <a:xfrm>
            <a:off x="380997" y="888075"/>
            <a:ext cx="12362481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Seed random generator with srand(time(0)).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042032" name="object 3"/>
          <p:cNvSpPr txBox="1"/>
          <p:nvPr/>
        </p:nvSpPr>
        <p:spPr bwMode="auto">
          <a:xfrm>
            <a:off x="380997" y="888075"/>
            <a:ext cx="12364995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Matrix multiplication requires the inner dimensions to match (for 3×3 matrices, dimensions are always compatible).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Triple nested loops increase time complexity to O(N^3).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Uninitialized result matrix elements must be set to 0 before accumulation.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Large element values can cause integer overflow during multiplication and accumulation.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882698" name="object 3"/>
          <p:cNvSpPr txBox="1"/>
          <p:nvPr/>
        </p:nvSpPr>
        <p:spPr bwMode="auto">
          <a:xfrm>
            <a:off x="380997" y="888075"/>
            <a:ext cx="1236968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`multiplyMatrices()`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Multiplies two matrices using triple nested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Computes the dot product of rows and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the result in a new 3×3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`ElementWiseMultiplication()`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Multiplies corresponding elements directly (`Mat1[i][j] * Mat2[i][j]`).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double nested loops instead of triple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Hadamard product rather than matrix multiplication.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614578" name="object 3"/>
          <p:cNvSpPr txBox="1"/>
          <p:nvPr/>
        </p:nvSpPr>
        <p:spPr bwMode="auto">
          <a:xfrm>
            <a:off x="380997" y="888075"/>
            <a:ext cx="1238407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Implements canonical matrix multiplication using a classic triple-nested iteration loop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Computes dot products between rows of the first matrix and columns of the second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Stores product calculations securely inside a newly initialized target result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86192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345</cp:revision>
  <dcterms:created xsi:type="dcterms:W3CDTF">2025-12-09T17:44:59Z</dcterms:created>
  <dcterms:modified xsi:type="dcterms:W3CDTF">2026-09-28T08:17:19Z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