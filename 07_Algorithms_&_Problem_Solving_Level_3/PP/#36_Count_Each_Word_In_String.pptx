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08187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2611172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4675719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1175282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5919352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5303015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297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8991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0829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560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0784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614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407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5106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325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162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857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3521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1538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6859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765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04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526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678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75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39646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4502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351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2625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4259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8914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65061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278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8380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83159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7205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03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7340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0433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35039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535405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632836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95743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7455342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88463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3581199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752968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322078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986340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7548005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34534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989887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6693111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2362252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139567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7358035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52318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9292459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2084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397614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332552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8584318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09361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089590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1590951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0253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707350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058726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728026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7074315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41339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3878612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477154448" name="object 30"/>
          <p:cNvSpPr txBox="1"/>
          <p:nvPr/>
        </p:nvSpPr>
        <p:spPr bwMode="auto">
          <a:xfrm>
            <a:off x="0" y="1143000"/>
            <a:ext cx="1310294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 Each Words in String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9307317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0419329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06447449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 Each Words in String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151094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Word Count Calculation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determines how many words exist in a sentence.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can reuse `SplitString()` to convert the sentence into tokens and count them.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25207" name="object 3"/>
          <p:cNvSpPr txBox="1"/>
          <p:nvPr/>
        </p:nvSpPr>
        <p:spPr bwMode="auto">
          <a:xfrm>
            <a:off x="380997" y="888075"/>
            <a:ext cx="1238263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Tokenization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input string is split using a space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resulting token represents one word when empty tokens are excluded.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Vector Size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number of tokens is obtained using `vTokens.size()`.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value becomes the word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Reusable Abstraction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function does not need to implement tokenization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reuses the previously created `SplitString()` utility.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715294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complete sentence.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Call `SplitString()` using `" "` as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Store the returned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Obtain the vector size.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Display the word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086259" name="object 3"/>
          <p:cNvSpPr txBox="1"/>
          <p:nvPr/>
        </p:nvSpPr>
        <p:spPr bwMode="auto">
          <a:xfrm>
            <a:off x="380997" y="888075"/>
            <a:ext cx="12372918" cy="3131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number of words in your string is: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60221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Correct handling of multiple spaces depends on whether `SplitString()` ignores empty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Leading and trailing spaces should be handled consistently.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empty string should normally produce a word count of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025587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Counting vector elements is correct only when the tokenization function produces valid word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Multiple consecutive delimiters can create empty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Punctuation remains attached to tokens unless it is explicitly processed.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116787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`CountWords()` via `SplitString()`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Reuses an existing tokenization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 a clean and modular design.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vector storage for the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Character-State Word Count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Scans the string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use O(1) additional 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careful handling of transitions between spaces and words.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220619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Converts a sentence into word tokens.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Uses vector size as the word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function reuse and abstraction.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Shows how tokenization can support higher-level string operations.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46321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2026-09-28T12:04:07Z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