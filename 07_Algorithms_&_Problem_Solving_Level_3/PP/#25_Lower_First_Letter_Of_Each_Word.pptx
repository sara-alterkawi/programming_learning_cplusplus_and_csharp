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2509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57654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784521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69086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840302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358885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467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0398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037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75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93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659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013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61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132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180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879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31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813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799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97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90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6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748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932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83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043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7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424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55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4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050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70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89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775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6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606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322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890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082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600655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58859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3600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7598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5553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160481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39907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13040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93060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71991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0483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5736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934867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547901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77630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907238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42016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5118077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81906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549649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483969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60217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46464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023284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918694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731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8653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25024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99558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734853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69802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14281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14520131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Lower First Letter of Each Word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688175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796527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2524783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Lower First Letter of Each Word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039014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Word-Initial Lowercase Transformation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converts the first letter of every word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remaining characters retain their existing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302865" name="object 3"/>
          <p:cNvSpPr txBox="1"/>
          <p:nvPr/>
        </p:nvSpPr>
        <p:spPr bwMode="auto">
          <a:xfrm>
            <a:off x="380997" y="888075"/>
            <a:ext cx="1238263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 Boundary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identifies the beginning of each word by checking the beginning of the string or a preceding whitespace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Lowercase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detected first letter is passed to `tolower()`.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Only the target character is modified.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Remaining Character Preservation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Characters that are not word initials are left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makes the function different from converting the entire string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073365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text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Detect each word start.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Apply `tolower()` to the first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Preserve all remaining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the modified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379744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902350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operation changes only word-initial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rest of each word keeps its original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can be useful when transforming text into certain programming-style formats.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560667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this function with `LowerAllString()`.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Punctuation and symbols may affect how a word boundary is detected.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`tolower()` carefully with character types from `&lt;cctype&gt;`.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39856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`LowerFirstLetterOfEachWord()`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only the first character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the case of remaining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targeted lowercase transformation.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`LowerAllString()`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every applicable character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the entire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preserve existing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30501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Detects the beginning of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only the leading character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the remaining character casing.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selective string transformation.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913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