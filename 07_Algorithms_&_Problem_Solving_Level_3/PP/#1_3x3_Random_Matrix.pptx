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5051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1163951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031032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04076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245346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790701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602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1137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056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067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8006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741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22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0906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124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023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7750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419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5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8525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814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878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720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882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936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95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1203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3405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18063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85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912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0186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339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143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952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273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758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591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9591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20323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06262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046992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597451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26694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80330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589243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906852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94941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35247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97029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3273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553027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7417771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53101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855339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2192758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641352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6666024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369533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141493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617554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228064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38887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274756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9104308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5756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882370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371271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543276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6558010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21813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4527573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53937068" name="object 30"/>
          <p:cNvSpPr txBox="1"/>
          <p:nvPr/>
        </p:nvSpPr>
        <p:spPr bwMode="auto">
          <a:xfrm>
            <a:off x="0" y="1143000"/>
            <a:ext cx="1310006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3x3 Random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4285201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5392398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78042030" name="object 30"/>
          <p:cNvSpPr txBox="1"/>
          <p:nvPr/>
        </p:nvSpPr>
        <p:spPr bwMode="auto">
          <a:xfrm flipH="0" flipV="0">
            <a:off x="106425" y="3084201"/>
            <a:ext cx="13268463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3x3 Random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37760" name="object 3"/>
          <p:cNvSpPr txBox="1"/>
          <p:nvPr/>
        </p:nvSpPr>
        <p:spPr bwMode="auto">
          <a:xfrm>
            <a:off x="380997" y="888075"/>
            <a:ext cx="1236715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3x3 Random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goal is to create a 3x3 matrix and fill it with random numbers between 1 and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matrix is then displayed on the screen in a formatted 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540609" name="object 3"/>
          <p:cNvSpPr txBox="1"/>
          <p:nvPr/>
        </p:nvSpPr>
        <p:spPr bwMode="auto">
          <a:xfrm>
            <a:off x="380997" y="888075"/>
            <a:ext cx="12381912" cy="6353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2D `vector`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We use a two-dimensional `vector` to store the matrix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`rand()`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`rand()` generates pseudo-random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`srand(time(0))`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`srand(time(0))` changes the random sequence based on the current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helps produce different sequences when the program is run at different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`rand() % 100 + 1`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`% 100` produces a value from 0 to 99.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Adding 1 changes the range to 1 through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`setw(3)`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`setw(3)` from `&lt;iomanip&gt;` formats the output by reserving a width of 3 characters for each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16880" name="object 3"/>
          <p:cNvSpPr txBox="1"/>
          <p:nvPr/>
        </p:nvSpPr>
        <p:spPr bwMode="auto">
          <a:xfrm>
            <a:off x="380997" y="888075"/>
            <a:ext cx="12385152" cy="70697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vector&lt;vector&lt;int&gt;&gt; matrix(3, vector&lt;int&gt;(3));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Creates a 2D vector containing 3 rows and 3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Generate random numbers: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Inside `FillMatrixWithRandomNumber()`, initialize the random number generator: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srand(time(0));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Fill each element with a random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rand() % 100 + 1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Inside `PrintMatrix()`, use nested loops to print the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 `setw(3)` from `&lt;iomanip&gt;` to align the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Call the functions from `main()`: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FillMatrixWithRandomNumber(matrix, 3, 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PrintMatrix(matrix, 3, 3);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First fill the matrix with random numbers, then print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813769" name="object 3"/>
          <p:cNvSpPr txBox="1"/>
          <p:nvPr/>
        </p:nvSpPr>
        <p:spPr bwMode="auto">
          <a:xfrm>
            <a:off x="380997" y="888075"/>
            <a:ext cx="12372199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is a 3x3 random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16  13  24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45  51  19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30   3 100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Each time the program runs, the matrix can contain different random values between 1 and 100.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301284" name="object 3"/>
          <p:cNvSpPr txBox="1"/>
          <p:nvPr/>
        </p:nvSpPr>
        <p:spPr bwMode="auto">
          <a:xfrm>
            <a:off x="380997" y="888075"/>
            <a:ext cx="1236248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`srand(time(0))` should normally be called once at the beginning of the program, not every time a random number is generated.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`rand()` generates pseudo-random numbers, not truly random numbers.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030498" name="object 3"/>
          <p:cNvSpPr txBox="1"/>
          <p:nvPr/>
        </p:nvSpPr>
        <p:spPr bwMode="auto">
          <a:xfrm>
            <a:off x="380997" y="888075"/>
            <a:ext cx="12364635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Calling `srand(time(0))` repeatedly in a short period can produce the same sequence because `time(0)` may have the same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modern C++, `&lt;random&gt;` with engines such as `std::mt19937` is generally preferred over `rand()` and `srand()` for better control and randomness quality.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364972" name="object 3"/>
          <p:cNvSpPr txBox="1"/>
          <p:nvPr/>
        </p:nvSpPr>
        <p:spPr bwMode="auto">
          <a:xfrm>
            <a:off x="380997" y="888075"/>
            <a:ext cx="1236968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`rand()` + `srand()`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Simple and commonly used in beginner exercises.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Easy to understand.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`srand(time(0))` to change the sequence between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Older C-style approach.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`&lt;random&gt;`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Modern C++ random-number facilities.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better control over random engines and distributions.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Generally preferred in modern C++ programs.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914383" name="object 3"/>
          <p:cNvSpPr txBox="1"/>
          <p:nvPr/>
        </p:nvSpPr>
        <p:spPr bwMode="auto">
          <a:xfrm>
            <a:off x="380997" y="888075"/>
            <a:ext cx="1238371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Create a 3x3 matrix using `vector&lt;vector&lt;int&gt;&gt;`.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`rand()` to generate pseudo-random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`rand() % 100 + 1` to generate values from 1 to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`srand(time(0))` to initialize the random sequence.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nested loops to fill and print the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`setw(3)` from `&lt;iomanip&gt;` to format the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1433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339</cp:revision>
  <dcterms:created xsi:type="dcterms:W3CDTF">2025-12-09T17:44:59Z</dcterms:created>
  <dcterms:modified xsi:type="dcterms:W3CDTF">2026-09-28T06:51:02Z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