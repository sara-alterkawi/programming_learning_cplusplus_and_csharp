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05841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429094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718389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25261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029098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291366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273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7800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389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574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0168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9198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9637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0334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8236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22491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242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050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7427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7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561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19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597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578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30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24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01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3064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4383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526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3990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86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952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8703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163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813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4198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979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58617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695228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88608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59226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0588580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15204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252277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42627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61356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56273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014843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2512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959818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5242935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3946268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53011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092890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718770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2368907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940239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543240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688485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024217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4835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370790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194729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1845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19418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068252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27513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3506106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65641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4881634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18183462" name="object 30"/>
          <p:cNvSpPr txBox="1"/>
          <p:nvPr/>
        </p:nvSpPr>
        <p:spPr bwMode="auto">
          <a:xfrm>
            <a:off x="0" y="1143000"/>
            <a:ext cx="1310258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696975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9356158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73325074" name="object 30"/>
          <p:cNvSpPr txBox="1"/>
          <p:nvPr/>
        </p:nvSpPr>
        <p:spPr bwMode="auto">
          <a:xfrm flipH="0" flipV="0">
            <a:off x="106425" y="3084201"/>
            <a:ext cx="1327241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147168" name="object 3"/>
          <p:cNvSpPr txBox="1"/>
          <p:nvPr/>
        </p:nvSpPr>
        <p:spPr bwMode="auto">
          <a:xfrm>
            <a:off x="380997" y="888075"/>
            <a:ext cx="1236715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Matrix Summation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populates a 3×3 matrix with random numbers and calculates the sum of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668924" name="object 3"/>
          <p:cNvSpPr txBox="1"/>
          <p:nvPr/>
        </p:nvSpPr>
        <p:spPr bwMode="auto">
          <a:xfrm>
            <a:off x="380997" y="888075"/>
            <a:ext cx="1238191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Global Accumulation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Iterates over every row and column, adding matrix[i][j] to a total sum variable.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260368" name="object 3"/>
          <p:cNvSpPr txBox="1"/>
          <p:nvPr/>
        </p:nvSpPr>
        <p:spPr bwMode="auto">
          <a:xfrm>
            <a:off x="380997" y="888075"/>
            <a:ext cx="12388030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3×3 matrix and fill with random numbers (1 to 10).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Display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Compute total sum using SumMatrix().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sum result in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157231" name="object 3"/>
          <p:cNvSpPr txBox="1"/>
          <p:nvPr/>
        </p:nvSpPr>
        <p:spPr bwMode="auto">
          <a:xfrm>
            <a:off x="380997" y="888075"/>
            <a:ext cx="12372199" cy="38629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04  08  06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03  10  07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08  08  10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Sum of Matrix: 64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349585" name="object 3"/>
          <p:cNvSpPr txBox="1"/>
          <p:nvPr/>
        </p:nvSpPr>
        <p:spPr bwMode="auto">
          <a:xfrm>
            <a:off x="380997" y="888075"/>
            <a:ext cx="12362481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Ensure accumulator variable is initialized to zero.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90492" name="object 3"/>
          <p:cNvSpPr txBox="1"/>
          <p:nvPr/>
        </p:nvSpPr>
        <p:spPr bwMode="auto">
          <a:xfrm>
            <a:off x="380997" y="888075"/>
            <a:ext cx="12364635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accumulator variable `sum` must be initialized to `0` before looping.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Summing very large matrices or large numbers can exceed `int` data type limits.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Matrix dimensions must match the loop bounds to prevent accessing out-of-bounds memory.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378457" name="object 3"/>
          <p:cNvSpPr txBox="1"/>
          <p:nvPr/>
        </p:nvSpPr>
        <p:spPr bwMode="auto">
          <a:xfrm>
            <a:off x="380997" y="888075"/>
            <a:ext cx="1236968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`SumMatrix()`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Accumulates every single element across all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double nested loops to visit all N×M cells.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single global scalar sum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`PrintRowSums()`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Resets accumulator per row and outputs separate sums.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N row totals rather than a single total.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intermediate row aggregates.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039382" name="object 3"/>
          <p:cNvSpPr txBox="1"/>
          <p:nvPr/>
        </p:nvSpPr>
        <p:spPr bwMode="auto">
          <a:xfrm>
            <a:off x="380997" y="888075"/>
            <a:ext cx="1238371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Scans all elements inside a 2D matrix through standard double nested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Accumulates every element's numerical value into a single running total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Reduces 2D matrix data into a single scalar value representing the total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1639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347</cp:revision>
  <dcterms:created xsi:type="dcterms:W3CDTF">2025-12-09T17:44:59Z</dcterms:created>
  <dcterms:modified xsi:type="dcterms:W3CDTF">2026-09-28T08:32:29Z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