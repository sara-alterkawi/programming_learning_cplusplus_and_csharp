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267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439254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3436725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436311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7431861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039762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50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6644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993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773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0401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074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990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4258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057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125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9817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246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379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2130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495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1542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550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8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459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9371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0135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692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9328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08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4903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08152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291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665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4342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57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075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7282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952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27930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638280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03201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31995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253904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44345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282176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486229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536466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45695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731345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8949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271126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9860388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6691601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184685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489788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043724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2579907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622177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056390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703541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677176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23961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178345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1434219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0080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539788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908632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117351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506634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11280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4115128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85596940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 Identity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049766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4106849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78085439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 Identity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103999" name="object 3"/>
          <p:cNvSpPr txBox="1"/>
          <p:nvPr/>
        </p:nvSpPr>
        <p:spPr bwMode="auto">
          <a:xfrm>
            <a:off x="380997" y="888075"/>
            <a:ext cx="1236715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Identity Matrix Identification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checks whether a square matrix is an Identity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identity matrix has `1` on every main diagonal position and `0` at every other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097616" name="object 3"/>
          <p:cNvSpPr txBox="1"/>
          <p:nvPr/>
        </p:nvSpPr>
        <p:spPr bwMode="auto">
          <a:xfrm>
            <a:off x="380997" y="888075"/>
            <a:ext cx="12381912" cy="6345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Main Diagonal Validation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positions where `i == j`, the value must be exactly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These positions form the main diagonal.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Off-Diagonal Validation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positions where `i != j`, the value must be exactly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non-diagonal element must therefore be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Mathematical Property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identity matrix acts as the multiplicative identity in matrix multiplication.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a compatible matrix `A`, multiplying by an identity matrix leaves `A`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Early Failure Detection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any diagonal or off-diagonal element violates the required condition, the function can immediately return `false`.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269345" name="object 3"/>
          <p:cNvSpPr txBox="1"/>
          <p:nvPr/>
        </p:nvSpPr>
        <p:spPr bwMode="auto">
          <a:xfrm>
            <a:off x="380997" y="888075"/>
            <a:ext cx="1238803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`PrintMatrix()`.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`IsIdentityMatrix()`.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Verify that the matrix is square.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diagonal elements for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Check off-diagonal elements for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Display YES or NO.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294797" name="object 3"/>
          <p:cNvSpPr txBox="1"/>
          <p:nvPr/>
        </p:nvSpPr>
        <p:spPr bwMode="auto">
          <a:xfrm>
            <a:off x="380997" y="888075"/>
            <a:ext cx="12372199" cy="2765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 = { {1,0,0}, {0,1,0}, {0,0,1}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YES: Matrix is identity.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567138" name="object 3"/>
          <p:cNvSpPr txBox="1"/>
          <p:nvPr/>
        </p:nvSpPr>
        <p:spPr bwMode="auto">
          <a:xfrm>
            <a:off x="380997" y="888075"/>
            <a:ext cx="1236248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Identity matrices are square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3×3 identity matrix contains three `1`s and six `0`s.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identity matrix is also a scalar matrix with scalar value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identity matrix is also a diagonal matrix.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728684" name="object 3"/>
          <p:cNvSpPr txBox="1"/>
          <p:nvPr/>
        </p:nvSpPr>
        <p:spPr bwMode="auto">
          <a:xfrm>
            <a:off x="380997" y="888075"/>
            <a:ext cx="12364635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Checking only the diagonal elements is not sufficient.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matrix with `1`s on the diagonal but non-zero off-diagonal elements is not an identity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matrix must have equal numbers of rows and columns.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039308" name="object 3"/>
          <p:cNvSpPr txBox="1"/>
          <p:nvPr/>
        </p:nvSpPr>
        <p:spPr bwMode="auto">
          <a:xfrm>
            <a:off x="380997" y="888075"/>
            <a:ext cx="1236968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`IsIdentityMatrix()`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diagonal elements to equal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every off-diagonal element to equal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the special multiplicative identity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`IsScalarMatrix()`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equal diagonal elements but allows any common scalar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all off-diagonal elements to equal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Identity matrix is a special case where the scalar value is `1`.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297331" name="object 3"/>
          <p:cNvSpPr txBox="1"/>
          <p:nvPr/>
        </p:nvSpPr>
        <p:spPr bwMode="auto">
          <a:xfrm>
            <a:off x="380997" y="888075"/>
            <a:ext cx="1238371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Verifies whether a matrix follows the mathematical identity matrix definition.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Checks every main diagonal position for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Checks every off-diagonal position for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the special role of the identity matrix in matrix multiplication.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49300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347</cp:revision>
  <dcterms:created xsi:type="dcterms:W3CDTF">2025-12-09T17:44:59Z</dcterms:created>
  <dcterms:modified xsi:type="dcterms:W3CDTF">2026-09-28T09:38:04Z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