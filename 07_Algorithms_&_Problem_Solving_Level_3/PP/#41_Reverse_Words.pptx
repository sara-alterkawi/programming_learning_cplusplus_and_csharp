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55526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117381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22043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7618350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4413952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4499300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3765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5425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78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4439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17394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0240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7122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732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9668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836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1264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9963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943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5807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320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46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0740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9882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92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26532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5923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7968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3818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460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812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8887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62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5075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3169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6566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4062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01675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386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84828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777101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98818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919601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4651904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26545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004939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462757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336889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682088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684399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819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850009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7034330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7909375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396169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1886715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160091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94406972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918894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794679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325674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4844678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73701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972951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878254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88464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258874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09890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976235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1117627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52138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3250552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04339383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Reverse Words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0775347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7765348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27165594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Reverse Words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510576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Word Order Reversal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reverses the order of words in a sentence while keeping the characters inside each word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 example, `"Hello World"` becomes `"World Hello"`.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2800" name="object 3"/>
          <p:cNvSpPr txBox="1"/>
          <p:nvPr/>
        </p:nvSpPr>
        <p:spPr bwMode="auto">
          <a:xfrm>
            <a:off x="380997" y="888075"/>
            <a:ext cx="12382632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Tokenization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sentence is first divided into individual words using `SplitString()`.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converts the problem from character manipulation into vector element manipulation.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Reverse Traversal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vector is processed from the last word toward the first.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original spelling of each word remains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Sentence Reconstruction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reversed tokens are joined using spaces.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new sentence is produced in reverse word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26654" name="object 3"/>
          <p:cNvSpPr txBox="1"/>
          <p:nvPr/>
        </p:nvSpPr>
        <p:spPr bwMode="auto">
          <a:xfrm>
            <a:off x="380997" y="888075"/>
            <a:ext cx="12396309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sentence.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Split it into a vector of words.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Start from the last vector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Traverse toward the first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Append each word to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Insert spaces between words.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Display the reversed sentence.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070932" name="object 3"/>
          <p:cNvSpPr txBox="1"/>
          <p:nvPr/>
        </p:nvSpPr>
        <p:spPr bwMode="auto">
          <a:xfrm>
            <a:off x="380997" y="888075"/>
            <a:ext cx="12372918" cy="3131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Alterkawi Sara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629269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Reversing words is different from reversing all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`std::reverse()` can reverse vector elements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`JoinString()` can be reused to reconstruct the final sentence.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76555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vector reversal with string character reversal.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Unsigned `size()` values require care when looping backward to avoid underflow.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Multiple spaces may be normalized depending on how `SplitString()` handles empty tokens.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683578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`ReverseWordsInString()`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Reverses word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Keeps characters inside each word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tokenization and reassembly.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`ReverseString()`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Reverses every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Also reverses the characters inside each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Produces a completely different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279626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Splits a sentence into individual words.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Traverses the words in reverse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Preserves each word's internal spelling.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Reconstructs a new sentence with reversed word positions.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0060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2026-09-28T12:18:58Z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