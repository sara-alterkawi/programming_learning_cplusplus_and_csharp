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0774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795864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164364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555958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030234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900154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961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8977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81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015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838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666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255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284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56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65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7771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372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757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520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556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35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0970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65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7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727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1183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708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33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774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834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153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52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263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341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818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092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71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293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13278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898029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71126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198124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846878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1436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57834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11393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6315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4834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31053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1886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10944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596773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2048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89996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83509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33883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7262215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728007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92433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92148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957146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45379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79870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092502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769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82401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40051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767738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370108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89104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1118789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25054386" name="object 30"/>
          <p:cNvSpPr txBox="1"/>
          <p:nvPr/>
        </p:nvSpPr>
        <p:spPr bwMode="auto">
          <a:xfrm>
            <a:off x="0" y="1143000"/>
            <a:ext cx="1310078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Column in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4066965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6449415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93143835" name="object 30"/>
          <p:cNvSpPr txBox="1"/>
          <p:nvPr/>
        </p:nvSpPr>
        <p:spPr bwMode="auto">
          <a:xfrm flipH="0" flipV="0">
            <a:off x="106425" y="3084201"/>
            <a:ext cx="1326918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Each Column in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734595" name="object 3"/>
          <p:cNvSpPr txBox="1"/>
          <p:nvPr/>
        </p:nvSpPr>
        <p:spPr bwMode="auto">
          <a:xfrm>
            <a:off x="380997" y="888075"/>
            <a:ext cx="1236715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Sum Each Column in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creates a 3×3 matrix of random numbers, then calculates and prints the sum of each column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005525" name="object 3"/>
          <p:cNvSpPr txBox="1"/>
          <p:nvPr/>
        </p:nvSpPr>
        <p:spPr bwMode="auto">
          <a:xfrm>
            <a:off x="380997" y="888075"/>
            <a:ext cx="1238191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matrix consists of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Columns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access each column, we reverse the loop order: keep the column `j` fixed and move through all rows using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Calculating Column Sum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each column, we add all elements from that column and then print its sum.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578206" name="object 3"/>
          <p:cNvSpPr txBox="1"/>
          <p:nvPr/>
        </p:nvSpPr>
        <p:spPr bwMode="auto">
          <a:xfrm>
            <a:off x="380997" y="888075"/>
            <a:ext cx="1238803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3×3 matrix using `vector&lt;vector&lt;int&gt;&gt;`.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matrix with random numbers using `FillMatrixWithRandomNumber`.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original matrix using `PrintMatrix`.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and print the sum of each column using `PrintColSums`.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701347" name="object 3"/>
          <p:cNvSpPr txBox="1"/>
          <p:nvPr/>
        </p:nvSpPr>
        <p:spPr bwMode="auto">
          <a:xfrm>
            <a:off x="380997" y="888075"/>
            <a:ext cx="12372199" cy="459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random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5   46   87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1   12    2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87   2   68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following are the sum of each Col in the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Col 1 Sum = 93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Col 2 Sum =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Col 3 Sum = 157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726542" name="object 3"/>
          <p:cNvSpPr txBox="1"/>
          <p:nvPr/>
        </p:nvSpPr>
        <p:spPr bwMode="auto">
          <a:xfrm>
            <a:off x="380997" y="888075"/>
            <a:ext cx="12362481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column sums, the column index `j` is fixed while the row index `i`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`matrix[0][1]`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`matrix[1][1]`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`matrix[2][1]`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These elements all belong to Column 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753080" name="object 3"/>
          <p:cNvSpPr txBox="1"/>
          <p:nvPr/>
        </p:nvSpPr>
        <p:spPr bwMode="auto">
          <a:xfrm>
            <a:off x="380997" y="888075"/>
            <a:ext cx="12364635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loop order used for row sums with the loop order used for column sums.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030143" name="object 3"/>
          <p:cNvSpPr txBox="1"/>
          <p:nvPr/>
        </p:nvSpPr>
        <p:spPr bwMode="auto">
          <a:xfrm>
            <a:off x="380997" y="888075"/>
            <a:ext cx="1236968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Sum Each Row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Outer loop uses row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Inner loop uses column `j`.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Moves horizontally across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one sum for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Sum Each Column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Outer loop uses column `j`.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Inner loop uses row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Moves vertically through each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one sum for each column.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504784" name="object 3"/>
          <p:cNvSpPr txBox="1"/>
          <p:nvPr/>
        </p:nvSpPr>
        <p:spPr bwMode="auto">
          <a:xfrm>
            <a:off x="380997" y="888075"/>
            <a:ext cx="1238371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2D matrix contains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 calculate row sums, fix `i` and change `j`.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 calculate column sums, fix `j` and change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Column elements are added vertically.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loops allow us to calculate each column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37207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341</cp:revision>
  <dcterms:created xsi:type="dcterms:W3CDTF">2025-12-09T17:44:59Z</dcterms:created>
  <dcterms:modified xsi:type="dcterms:W3CDTF">2026-09-28T07:05:21Z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