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99429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521886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5801495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1845688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37278482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8584282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3200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35659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823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8544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97402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1499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71859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40973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27876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24194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74626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1682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77001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7770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636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18366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47184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90492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60360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93875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4310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3185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30117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81357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72371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5833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5833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6387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59254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97062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461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08696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57885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5063462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60830590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1018104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2586586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4460891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937231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4882909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4255827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0864158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3744283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1015724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992385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5716712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2380998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46346002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7520299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01482241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132834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609519881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7137127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7018663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460475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3473175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120966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8668210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8957797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029803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1062443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65309999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5882356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61597791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480506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83181202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26616513" name="object 30"/>
          <p:cNvSpPr txBox="1"/>
          <p:nvPr/>
        </p:nvSpPr>
        <p:spPr bwMode="auto">
          <a:xfrm>
            <a:off x="0" y="1143000"/>
            <a:ext cx="13102947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Upper Lower All Letters of String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63371176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742511905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244320189" name="object 30"/>
          <p:cNvSpPr txBox="1"/>
          <p:nvPr/>
        </p:nvSpPr>
        <p:spPr bwMode="auto">
          <a:xfrm flipH="0" flipV="0">
            <a:off x="106425" y="3084201"/>
            <a:ext cx="1327277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Upper Lower All Letters of String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523044" name="object 3"/>
          <p:cNvSpPr txBox="1"/>
          <p:nvPr/>
        </p:nvSpPr>
        <p:spPr bwMode="auto">
          <a:xfrm>
            <a:off x="380997" y="888075"/>
            <a:ext cx="12367870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Complete String Case Conversion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provides functions for converting every applicable character in a string to uppercase or lowercase.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These operations are useful for normalization and case-insensitive text processing.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3258234" name="object 3"/>
          <p:cNvSpPr txBox="1"/>
          <p:nvPr/>
        </p:nvSpPr>
        <p:spPr bwMode="auto">
          <a:xfrm>
            <a:off x="380997" y="888075"/>
            <a:ext cx="12382632" cy="52260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Uppercase Transformation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`UpperAllString()` traverses the entire string and applies `toupper()` to each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Lowercase letters are converted to uppercase.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Lowercase Transformation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`LowerAllString()` traverses the entire string and applies `tolower()` to each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Uppercase letters are converted to lowercase.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Character Preservation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Numbers, spaces, and punctuation generally remain unchanged because they have no uppercase or lowercase form in the basic character classification used here.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099750" name="object 3"/>
          <p:cNvSpPr txBox="1"/>
          <p:nvPr/>
        </p:nvSpPr>
        <p:spPr bwMode="auto">
          <a:xfrm>
            <a:off x="380997" y="888075"/>
            <a:ext cx="12396309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Define `UpperAllString()`.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Define `LowerAllString()`.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Read a complete string using `getline()`.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Apply both transformations.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Print the resulting strings.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3571905" name="object 3"/>
          <p:cNvSpPr txBox="1"/>
          <p:nvPr/>
        </p:nvSpPr>
        <p:spPr bwMode="auto">
          <a:xfrm>
            <a:off x="380997" y="888075"/>
            <a:ext cx="12372918" cy="42286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Input: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Sara Alterkawi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String after Upper: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SARA ALTERKAWI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String after Lower: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sara alterkawi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6888186" name="object 3"/>
          <p:cNvSpPr txBox="1"/>
          <p:nvPr/>
        </p:nvSpPr>
        <p:spPr bwMode="auto">
          <a:xfrm>
            <a:off x="380997" y="888075"/>
            <a:ext cx="12363559" cy="27806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functions can modify the original string or return a transformed copy.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Case normalization is commonly used before case-insensitive comparisons.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Basic `&lt;cctype&gt;` functions are primarily character-based and do not provide full Unicode case conversion.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890578" name="object 3"/>
          <p:cNvSpPr txBox="1"/>
          <p:nvPr/>
        </p:nvSpPr>
        <p:spPr bwMode="auto">
          <a:xfrm>
            <a:off x="380997" y="888075"/>
            <a:ext cx="12365714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`toupper()` and `tolower()` return an `int`, so character handling should be performed correctly.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complete string must be traversed to transform every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Passing by reference is required when the function is intended to modify the caller's string directly.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486205" name="object 3"/>
          <p:cNvSpPr txBox="1"/>
          <p:nvPr/>
        </p:nvSpPr>
        <p:spPr bwMode="auto">
          <a:xfrm>
            <a:off x="380997" y="888075"/>
            <a:ext cx="12370759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`UpperAllString()`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Converts applicable letters to uppercase.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Processes the complete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Leaves non-letter characters unchanged.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`LowerAllString()`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Converts applicable letters to lowercase.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Processes the complete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Leaves non-letter characters unchanged.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063811" name="object 3"/>
          <p:cNvSpPr txBox="1"/>
          <p:nvPr/>
        </p:nvSpPr>
        <p:spPr bwMode="auto">
          <a:xfrm>
            <a:off x="380997" y="888075"/>
            <a:ext cx="1238443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Traverses every character in a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Provides complete uppercase conversion.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Provides complete lowercase conversion.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Demonstrates reusable case-normalization utilities.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872849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348</cp:revision>
  <dcterms:created xsi:type="dcterms:W3CDTF">2025-12-09T17:44:59Z</dcterms:created>
  <dcterms:modified xsi:type="dcterms:W3CDTF">2026-09-28T11:13:32Z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