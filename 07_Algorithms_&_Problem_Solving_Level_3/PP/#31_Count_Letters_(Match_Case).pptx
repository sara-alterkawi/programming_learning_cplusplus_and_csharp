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65577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5785978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4977196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9739101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1282792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4265663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2648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827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264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1153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59955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66373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230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54614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392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439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73109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9376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9503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52864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7346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806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724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80128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28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6013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975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396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0473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1742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4243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2248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845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4972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47031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164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0134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21339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69339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86228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277500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693261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114062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625511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50077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7768050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646785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572295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068852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8722632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4573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9233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1387222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2584420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290550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9816328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110497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4911658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8079980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287990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004148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9240945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70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803727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889335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29726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077818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292111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02919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1517310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04576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5647784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144194412" name="object 30"/>
          <p:cNvSpPr txBox="1"/>
          <p:nvPr/>
        </p:nvSpPr>
        <p:spPr bwMode="auto">
          <a:xfrm>
            <a:off x="0" y="1143000"/>
            <a:ext cx="1310258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of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8438023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7071125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550663195" name="object 30"/>
          <p:cNvSpPr txBox="1"/>
          <p:nvPr/>
        </p:nvSpPr>
        <p:spPr bwMode="auto">
          <a:xfrm flipH="0" flipV="0">
            <a:off x="106425" y="3084201"/>
            <a:ext cx="1327241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of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502965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Target Letter Frequency Counter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counts occurrences of a selected character in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can perform both case-sensitive and case-insensitive counting.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089300" name="object 3"/>
          <p:cNvSpPr txBox="1"/>
          <p:nvPr/>
        </p:nvSpPr>
        <p:spPr bwMode="auto">
          <a:xfrm>
            <a:off x="380997" y="888075"/>
            <a:ext cx="12382632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Case-Sensitive Matching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program compares each character directly with the target.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 example, `'m'` matches `'m'` but not `'M'`.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Case-Insensitive Matching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Both the current character and target character are normalized to the same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allows `'m'` and `'M'` to be treated as the same letter.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Independent Counters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One counter records exact-case matches.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Another records matches regardless of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612817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complete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target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Perform a case-sensitive scan.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Perform a case-insensitive scan.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Display both counts.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803593" name="object 3"/>
          <p:cNvSpPr txBox="1"/>
          <p:nvPr/>
        </p:nvSpPr>
        <p:spPr bwMode="auto">
          <a:xfrm>
            <a:off x="380997" y="888075"/>
            <a:ext cx="12372918" cy="34971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String: 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Letter: 'a'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Letter 'a' Count =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Letter 'm' Or 'M' Count = 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941905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Case-insensitive comparison can be implemented by converting both values using `tolower()`.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Passing the string as `const string&amp;` avoids an unnecessary copy.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target character itself should also be normalized in case-insensitive mode.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0042828" name="object 3"/>
          <p:cNvSpPr txBox="1"/>
          <p:nvPr/>
        </p:nvSpPr>
        <p:spPr bwMode="auto">
          <a:xfrm>
            <a:off x="380997" y="888075"/>
            <a:ext cx="1236571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Mixing `cin &gt;&gt;` and `getline()` may require handling the remaining newline in the input buffer.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Direct comparison is case-sensitive.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Character conversion should be performed consistently on both the target and the string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514948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Case-Insensitive Count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Treats uppercase and lowercase forms as equivalent.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Normalizes both characters before comparison.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Counts the total frequency independent of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Case-Sensitive Count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exact character equality.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Distinguishes `'a'` from `'A'`.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Is appropriate when letter case carries meaning.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151201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Searches a string for a selected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Supports exact case-sensitive matching.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Supports case-insensitive matching.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how character normalization changes search behavior.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33172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2026-09-28T11:27:27Z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