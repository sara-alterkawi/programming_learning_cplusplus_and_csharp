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54365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782598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0339604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1885162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08856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463734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261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0522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093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139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4663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5625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9368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26844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300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2164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3559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732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6244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960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5172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8337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9316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4170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218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8086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0822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384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6663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486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086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3757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360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893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6462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359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410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7772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883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86444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202467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810461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833276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169885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9698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8569159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346807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819599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491779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8987834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91480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58172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366447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9051667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91946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0678824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604650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3861111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278903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347918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297077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9389892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9240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582627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3000773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4616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641699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425750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650556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9207595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18662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4005535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52792304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 Each Word in String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181704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678075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44243690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 Each Word in String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02172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Manual String Tokenization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separates a sentence into individual words and prints each word on a separate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demonstrates manual tokenization using `find()`, `substr()`, and `erase()`.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654132" name="object 3"/>
          <p:cNvSpPr txBox="1"/>
          <p:nvPr/>
        </p:nvSpPr>
        <p:spPr bwMode="auto">
          <a:xfrm>
            <a:off x="380997" y="888075"/>
            <a:ext cx="12382632" cy="5621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Delimiter Search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`str.find(" ")` locates the next space separating two words.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returned position identifies where the current word ends.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Substring Extraction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`str.substr(0, pos)` extracts the characters before the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extracted substring represents one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Source String Modification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After processing a word, `str.erase(0, pos + 1)` removes it and its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remaining string is processed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Final Word Handling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no delimiter remains, the remaining string is the final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That last word must also be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724113" name="object 3"/>
          <p:cNvSpPr txBox="1"/>
          <p:nvPr/>
        </p:nvSpPr>
        <p:spPr bwMode="auto">
          <a:xfrm>
            <a:off x="380997" y="888075"/>
            <a:ext cx="12396309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complete sentence using `getline()`.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Search for the next 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Extract the word before the 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the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Erase the processed portion.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Continue until the remaining string contains the final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final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091218" name="object 3"/>
          <p:cNvSpPr txBox="1"/>
          <p:nvPr/>
        </p:nvSpPr>
        <p:spPr bwMode="auto">
          <a:xfrm>
            <a:off x="380997" y="888075"/>
            <a:ext cx="12372918" cy="42286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Sara Omar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Words in string: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Omar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916125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a manual implementation of basic tokenization.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Punctuation remains attached to words unless it is explicitly removed.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`stringstream` can provide a shorter solution for whitespace-based tokenization.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811542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`cin &gt;&gt; str` reads only one word.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Multiple consecutive spaces require additional handling if empty tokens must be avoided.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final word must not be forgotten after the last delimiter is processed.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124115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`stringstream`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Automatically extracts whitespace-separated words.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Handles multiple whitespace characters conveniently.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Usually produces simpler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`find()` + `substr()` + `erase()`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Gives explicit control over the tokenization process.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Helps demonstrate how string manipulation works internally.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adapted for custom parsing logic.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959330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Finds word boundaries using spaces.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Extracts words using `substr()`.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Removes processed sections using `erase()`.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manual sentence tokenization.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0788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2026-09-28T11:52:33Z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