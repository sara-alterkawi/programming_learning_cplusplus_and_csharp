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5300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89091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396688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71756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541764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441204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22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3899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854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889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950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22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106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3017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4708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059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149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06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630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880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483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308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6329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46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820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463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42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8718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50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694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713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0296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08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781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729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43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601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309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779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49760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410097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076225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66608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62863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55599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13680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60243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76109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9275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139388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5337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612064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5900015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0760316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858863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513421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4368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534959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8898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45072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779783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626263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19885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071944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152294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0675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73157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000202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291643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186978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0948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5853055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89250568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 All Letters Case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156609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9625195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6715837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 All Letters Case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08380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Full String Case Inversion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reverses the case of every alphabetic character in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reuses `InvertLetterCase()` to perform the transformation character by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865128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Complete String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character in the input string is visited.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 character position is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Helper Function Reuse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character is passed to `InvertLetterCase()`.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returned character replaces the original character at that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Structural Preservation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Spaces, digits, and punctuation remain in their original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Only the alphabetic case is 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30056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input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Traverse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`InvertLetterCase()` for each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the returned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inverted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10151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953070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demonstrates code reuse because it builds directly on the helper from Problem #27.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operation is reversible: applying the same transformation twice restores the original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String length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85743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helper function must return the converted character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must remain within valid string indices.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Basic `&lt;cctype&gt;` functions do not provide complete Unicode case handling for all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119426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`InvertAllStringLettersCase()`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Toggles each letter individually.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the original positions of spaces and symbols.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the single-character helper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`UpperAllString()` / `LowerAllString()`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Force all applicable letters to one specific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 not preserve the original upper/lower distinction.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Are not reversible without storing the original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75121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the entire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Reuses `InvertLetterCase()` for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Changes lowercase letters to uppercase and vice versa.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string structure and non-alphabetic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1203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