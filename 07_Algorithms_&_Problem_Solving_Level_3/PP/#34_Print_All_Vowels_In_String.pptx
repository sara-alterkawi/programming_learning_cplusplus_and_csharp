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9162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965401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3744429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862154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461915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3674495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703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2329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13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437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8050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946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131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2547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106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332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170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859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345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5802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900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69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3669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576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199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32027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9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54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66465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232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985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6886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663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767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926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194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428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476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616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83704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697181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614305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473071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91324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6255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455892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51067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012720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9429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850681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4484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615447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7820725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5034178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115650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2326392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195458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5564240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563832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124789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403817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202900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78349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347380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6564947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1114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708110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532808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1903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789996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89052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6573662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55397907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 All Vowels in String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2040209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379272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43218816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 All Vowels in String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444046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Vowel Character Extraction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scans a text string and prints every vowel it encounters.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vowels are displayed in the same order in which they appear in the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514810" name="object 3"/>
          <p:cNvSpPr txBox="1"/>
          <p:nvPr/>
        </p:nvSpPr>
        <p:spPr bwMode="auto">
          <a:xfrm>
            <a:off x="380997" y="888075"/>
            <a:ext cx="123826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Character Traversal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character in the string is inspected sequentially.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guarantees that no vowel occurrence is skipped.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Predicate Filtering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character is passed to `IsVowel()`.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Only characters for which the predicate returns `true` are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Ordered Output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Matching vowels are printed immediately.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Their original order is therefore preserved.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126597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complete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Traverse every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Call `IsVowel()`.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each character that is identified as a vowel.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803250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Vowels in string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e 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870868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can preserve the original letter case.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can also normalize all printed vowels to lowercase if desired.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a filtering operation rather than a counting operation.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625635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`getline()` when the input contains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Output formatting should separate vowels clearly.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Empty strings simply produce no vowel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574296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`PrintVowels()`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Outputs the actual vowel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Preserves their occurrence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extraction and display.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`CountVowels()`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number of vowels.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need to output individual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frequency calculation.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611256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a complete input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`IsVowel()` as a filtering predicate.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Prints every vowel occurrence.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Preserves the original sequence of vowel appearances.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90941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