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45825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8089841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3926265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1238820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3631478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4153368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35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1015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964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174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963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1656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5419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2156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4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5705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3322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4383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1922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6699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300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7705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7699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6066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6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2902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4203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576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2965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47646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003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07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365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44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174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559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218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2049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329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94101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886377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625901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16142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8040956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38693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2981652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438909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64148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300792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8313316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8055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289014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0001378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4725684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312843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3611732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475813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489308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66183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582884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211678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6711473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88571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092226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5245349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309162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288290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0026028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40097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8809510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01379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8940408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76302796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Invert Character Case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398881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32796094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61835550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Invert Character Case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6104965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Single Character Case Toggle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switches one character from uppercase to lowercase or from lowercase to uppercase.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Non-alphabetic characters remain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32652" name="object 3"/>
          <p:cNvSpPr txBox="1"/>
          <p:nvPr/>
        </p:nvSpPr>
        <p:spPr bwMode="auto">
          <a:xfrm>
            <a:off x="380997" y="888075"/>
            <a:ext cx="12382632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Case Detection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`isupper()` is used to determine whether the character is uppercase.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program can also explicitly check `islower()` when a stricter implementation is desired.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Conditional Conversion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Uppercase characters are converted using `tolower()`.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Lowercase characters are converted using `toupper()`.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Character Return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converted character is returned to the caller.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function can then be reused by larger string-processing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073384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Determine its current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Convert it to the opposite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Return and display the resulting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3864088" name="object 3"/>
          <p:cNvSpPr txBox="1"/>
          <p:nvPr/>
        </p:nvSpPr>
        <p:spPr bwMode="auto">
          <a:xfrm>
            <a:off x="380997" y="888075"/>
            <a:ext cx="12372918" cy="38704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Input: 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Input: 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877220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Digits and punctuation are unaffected by `toupper()` and `tolower()`.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is a reusable helper for full-string case inversion.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`cin &gt;&gt; ch` skips whitespace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562595" name="object 3"/>
          <p:cNvSpPr txBox="1"/>
          <p:nvPr/>
        </p:nvSpPr>
        <p:spPr bwMode="auto">
          <a:xfrm>
            <a:off x="380997" y="888075"/>
            <a:ext cx="12365714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Checking only `isupper()` means non-uppercase characters enter the alternative branch; this is safe for typical ASCII letters but explicit `islower()` checking can make the intention clearer.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Character classification functions from `&lt;cctype&gt;` require appropriate character handling.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return type should match the expected character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779054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`InvertLetterCase()`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Changes uppercase to lowercase and lowercase to uppercase.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conditional logic based on the current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Performs a bidirectional transformation.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`toupper()` / `tolower()`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Forces a character toward one specific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automatically switch based on the original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one-directional case conversion.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853445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Inspects the case of one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Converts uppercase letters to lowercase.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Converts lowercase letters to uppercase.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Leaves non-alphabetic characters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68922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2026-09-28T11:16:44Z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