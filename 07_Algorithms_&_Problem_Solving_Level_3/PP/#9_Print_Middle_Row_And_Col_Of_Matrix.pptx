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6161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6246576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7078927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199685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3094357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1435419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380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40285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709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310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1497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488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500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305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45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445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58126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073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0039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5106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105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12634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09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4609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65917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2926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9408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27739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334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814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3918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86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662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0104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230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047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81200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8855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8733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740995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299045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994586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7198857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80222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326356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55960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229575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369491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240830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3744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187518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9942690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3080101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93408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3686343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885831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4603809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413012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494607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613759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9005909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44544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383888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5155870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510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406554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888099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530216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39723513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21289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3010185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803614931" name="object 30"/>
          <p:cNvSpPr txBox="1"/>
          <p:nvPr/>
        </p:nvSpPr>
        <p:spPr bwMode="auto">
          <a:xfrm>
            <a:off x="0" y="1143000"/>
            <a:ext cx="1310222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 Middle Row and Middle Column of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9977061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6629007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04670669" name="object 30"/>
          <p:cNvSpPr txBox="1"/>
          <p:nvPr/>
        </p:nvSpPr>
        <p:spPr bwMode="auto">
          <a:xfrm flipH="0" flipV="0">
            <a:off x="106425" y="3084201"/>
            <a:ext cx="13271337" cy="245082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 Middle Row and Middle Column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112527" name="object 3"/>
          <p:cNvSpPr txBox="1"/>
          <p:nvPr/>
        </p:nvSpPr>
        <p:spPr bwMode="auto">
          <a:xfrm>
            <a:off x="380997" y="888075"/>
            <a:ext cx="1236715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Middle Row &amp; Column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generates a 3×3 matrix of random numbers and extracts/displays its middle row and middle column.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018748" name="object 3"/>
          <p:cNvSpPr txBox="1"/>
          <p:nvPr/>
        </p:nvSpPr>
        <p:spPr bwMode="auto">
          <a:xfrm>
            <a:off x="380997" y="888075"/>
            <a:ext cx="12381912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Index Calculation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 odd dimension N, middle index is N / 2 (e.g., index 1 for N=3).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547304" name="object 3"/>
          <p:cNvSpPr txBox="1"/>
          <p:nvPr/>
        </p:nvSpPr>
        <p:spPr bwMode="auto">
          <a:xfrm>
            <a:off x="380997" y="888075"/>
            <a:ext cx="12388030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Populate 3×3 matrix with random values (1 to 10).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Print full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Extract and print row at index `rows / 2` with PrintMiddleRow().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Extract and print column at index `cols / 2` with PrintMiddleColumn().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250633" name="object 3"/>
          <p:cNvSpPr txBox="1"/>
          <p:nvPr/>
        </p:nvSpPr>
        <p:spPr bwMode="auto">
          <a:xfrm>
            <a:off x="380997" y="888075"/>
            <a:ext cx="12372199" cy="49601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Matrix1: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01  10  07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10  03  02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06  03  09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Middle Row: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10  03  02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Middle Column: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10  03  03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835771" name="object 3"/>
          <p:cNvSpPr txBox="1"/>
          <p:nvPr/>
        </p:nvSpPr>
        <p:spPr bwMode="auto">
          <a:xfrm>
            <a:off x="380997" y="888075"/>
            <a:ext cx="12362481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Adjust index calculation logic if handling even-sized matrices.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742642" name="object 3"/>
          <p:cNvSpPr txBox="1"/>
          <p:nvPr/>
        </p:nvSpPr>
        <p:spPr bwMode="auto">
          <a:xfrm>
            <a:off x="380997" y="888075"/>
            <a:ext cx="12364635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Matrix dimensions must be odd to have a single exact center row or column.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Using hardcoded index `1` instead of `rows / 2` breaks flexibility for larger matrices.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Out-of-bounds errors occur if row/col calculations exceed matrix dimensions.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38738" name="object 3"/>
          <p:cNvSpPr txBox="1"/>
          <p:nvPr/>
        </p:nvSpPr>
        <p:spPr bwMode="auto">
          <a:xfrm>
            <a:off x="380997" y="888075"/>
            <a:ext cx="12369681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`PrintMiddleRow()`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Accesses matrix elements along a fixed row index (`matrix[middleRow][j]`).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Traverses horizontally across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Outputs elements in a single horizontal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`PrintMiddleColumn()`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Accesses matrix elements along a fixed column index (`matrix[i][middleCol]`).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Traverses vertically across rows.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Outputs elements vertically or separated by tabs.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770813" name="object 3"/>
          <p:cNvSpPr txBox="1"/>
          <p:nvPr/>
        </p:nvSpPr>
        <p:spPr bwMode="auto">
          <a:xfrm>
            <a:off x="380997" y="888075"/>
            <a:ext cx="12383712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Calculates the middle coordinate index for odd-dimension matrices using integer division (`dimension / 2`).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Isolates and outputs the horizontal vector representing the center 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Extracts and outputs the vertical vector representing the center column independently.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29400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345</cp:revision>
  <dcterms:created xsi:type="dcterms:W3CDTF">2025-12-09T17:44:59Z</dcterms:created>
  <dcterms:modified xsi:type="dcterms:W3CDTF">2026-09-28T08:24:18Z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