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6281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685017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416280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2945056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2287499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646336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2809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102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771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771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868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172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696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732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594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9836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36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812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239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473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0684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0302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081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6753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9158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297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265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777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631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355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66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24665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06759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917523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43062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1300577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1049789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70773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50180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57600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34648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64576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6856850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7192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358344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836341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3300360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171854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965402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690526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0697872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337873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322734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313148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93070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22752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86767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833313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5930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11271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194308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108483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755987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7790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5469863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50926063" name="object 30"/>
          <p:cNvSpPr txBox="1"/>
          <p:nvPr/>
        </p:nvSpPr>
        <p:spPr bwMode="auto">
          <a:xfrm>
            <a:off x="0" y="1143000"/>
            <a:ext cx="131011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3x3 Ordered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9588646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3831955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83819809" name="object 30"/>
          <p:cNvSpPr txBox="1"/>
          <p:nvPr/>
        </p:nvSpPr>
        <p:spPr bwMode="auto">
          <a:xfrm flipH="0" flipV="0">
            <a:off x="106425" y="3084201"/>
            <a:ext cx="1326954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3x3 Ordered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357032" name="object 3"/>
          <p:cNvSpPr txBox="1"/>
          <p:nvPr/>
        </p:nvSpPr>
        <p:spPr bwMode="auto">
          <a:xfrm>
            <a:off x="380997" y="888075"/>
            <a:ext cx="12367511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3x3 Ordered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fills a 3×3 matrix with ordered numbers from 1 to 9, then prints the matrix in a formatted way.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672106" name="object 3"/>
          <p:cNvSpPr txBox="1"/>
          <p:nvPr/>
        </p:nvSpPr>
        <p:spPr bwMode="auto">
          <a:xfrm>
            <a:off x="380997" y="888075"/>
            <a:ext cx="12382272" cy="48527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Ordered Numbers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program uses a counter that starts at 1 and increases by 1 each time an element is filled.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elements are filled row by row, from left to right and from top to bottom.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Two-Dimensional Matrix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matrix is two-dimensional and consists of rows and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setw()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setw() from &lt;iomanip&gt; is used to format the numbers when displaying the matrix.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445034" name="object 3"/>
          <p:cNvSpPr txBox="1"/>
          <p:nvPr/>
        </p:nvSpPr>
        <p:spPr bwMode="auto">
          <a:xfrm>
            <a:off x="380997" y="888075"/>
            <a:ext cx="1238838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FillMatrixWithOrderedNumber() to fill the matrix with sequential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PrintMatrix() to print the matrix in a formatted table.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In main(), create a 3×3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 FillMatrixWithOrderedNumber(matrix, 3, 3).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PrintMatrix(matrix, 3, 3).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648023" name="object 3"/>
          <p:cNvSpPr txBox="1"/>
          <p:nvPr/>
        </p:nvSpPr>
        <p:spPr bwMode="auto">
          <a:xfrm>
            <a:off x="380997" y="888075"/>
            <a:ext cx="12372558" cy="38629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 following is a 3x3 ordered matrix: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1   2   3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4   5   6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7   8   9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matrix is filled with consecutive numbers from 1 to 9.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72997" name="object 3"/>
          <p:cNvSpPr txBox="1"/>
          <p:nvPr/>
        </p:nvSpPr>
        <p:spPr bwMode="auto">
          <a:xfrm>
            <a:off x="380997" y="888075"/>
            <a:ext cx="1236284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of rows and columns can be changed by using user input with cin.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num is used to keep track of the sequential numbers being added to the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 random number generation is needed because the values are created in a fixed sequential order.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55047" name="object 3"/>
          <p:cNvSpPr txBox="1"/>
          <p:nvPr/>
        </p:nvSpPr>
        <p:spPr bwMode="auto">
          <a:xfrm>
            <a:off x="380997" y="888075"/>
            <a:ext cx="1238407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Populates a 3×3 2D vector sequentially with incrementing integers from 1 through 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Utilizes nested loops to write entries systematically row-by-row and left-to-right.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Formats tabular screen output consistently using standard `std::setw` formatting manipulators.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825756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343</cp:revision>
  <dcterms:created xsi:type="dcterms:W3CDTF">2025-12-09T17:44:59Z</dcterms:created>
  <dcterms:modified xsi:type="dcterms:W3CDTF">2026-09-28T08:05:12Z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