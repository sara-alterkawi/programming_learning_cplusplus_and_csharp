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5832123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653915245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04103730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744823124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2053647538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80761921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1647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377148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09124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14713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905422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35977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5821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340225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7762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7185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94368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92740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00935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862389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336700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75607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78796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173600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11032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806346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458384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63868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860950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20123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90169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555690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1992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1221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26208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38699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03513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016950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96493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747668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27066254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89937500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18723250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495070202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9170034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88799420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49098752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83848645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40061094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16508460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258041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85380954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700243906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569167646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8745155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917558333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05533844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941333810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14820907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16513746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74298558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932103813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1698922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59881366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477175054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220678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28007046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23806513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61154692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01050434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2181018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574664123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583608199" name="object 30"/>
          <p:cNvSpPr txBox="1"/>
          <p:nvPr/>
        </p:nvSpPr>
        <p:spPr bwMode="auto">
          <a:xfrm>
            <a:off x="0" y="1143000"/>
            <a:ext cx="13102947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3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Min Max Number in Matrix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51716961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852892669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594734251" name="object 30"/>
          <p:cNvSpPr txBox="1"/>
          <p:nvPr/>
        </p:nvSpPr>
        <p:spPr bwMode="auto">
          <a:xfrm flipH="0" flipV="0">
            <a:off x="106425" y="3084201"/>
            <a:ext cx="13272777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3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Min Max Number in Matrix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0192126" name="object 3"/>
          <p:cNvSpPr txBox="1"/>
          <p:nvPr/>
        </p:nvSpPr>
        <p:spPr bwMode="auto">
          <a:xfrm>
            <a:off x="380997" y="888075"/>
            <a:ext cx="12367870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Extremum Search in 2D Arrays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Program scans a matrix to find its smallest and largest elements.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 minimum and maximum are determined by comparing every matrix value against the current boundary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8611823" name="object 3"/>
          <p:cNvSpPr txBox="1"/>
          <p:nvPr/>
        </p:nvSpPr>
        <p:spPr bwMode="auto">
          <a:xfrm>
            <a:off x="380997" y="888075"/>
            <a:ext cx="12382632" cy="486774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Baseline Initialization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Both `min` and `max` are initialized using `matrix[0][0]`.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This avoids making assumptions about the possible numeric range.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Minimum Tracking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Whenever a value smaller than the current `min` is found, `min` is updated.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Maximum Tracking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Whenever a value larger than the current `max` is found, `max` is updated.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Complete Traversal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Every cell must be inspected to guarantee that the true minimum and maximum have been found.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7577341" name="object 3"/>
          <p:cNvSpPr txBox="1"/>
          <p:nvPr/>
        </p:nvSpPr>
        <p:spPr bwMode="auto">
          <a:xfrm>
            <a:off x="380997" y="888075"/>
            <a:ext cx="12396309" cy="3382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Fill the matrix.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Initialize `min` and `max` with `matrix[0][0]`.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Traverse every row and column.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Update `min` when a smaller value appears.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Update `max` when a larger value appears.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Display both results.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8115780" name="object 3"/>
          <p:cNvSpPr txBox="1"/>
          <p:nvPr/>
        </p:nvSpPr>
        <p:spPr bwMode="auto">
          <a:xfrm>
            <a:off x="380997" y="888075"/>
            <a:ext cx="12372918" cy="422867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Matrix1: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77   5  12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22  20   1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1   0   9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Minimum Number is: 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Max Number is: 77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5906600" name="object 3"/>
          <p:cNvSpPr txBox="1"/>
          <p:nvPr/>
        </p:nvSpPr>
        <p:spPr bwMode="auto">
          <a:xfrm>
            <a:off x="380997" y="888075"/>
            <a:ext cx="12363559" cy="27806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algorithm works with positive and negative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Initializing from the first element makes the algorithm independent of the matrix value range.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Time complexity is O(N×M).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4971352" name="object 3"/>
          <p:cNvSpPr txBox="1"/>
          <p:nvPr/>
        </p:nvSpPr>
        <p:spPr bwMode="auto">
          <a:xfrm>
            <a:off x="380997" y="888075"/>
            <a:ext cx="12365714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Do not initialize `min` to `0` because a matrix containing only positive values would produce an incorrect result.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Do not initialize `max` to `0` when negative values are possible.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matrix must contain at least one element before accessing `matrix[0][0]`.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4654338" name="object 3"/>
          <p:cNvSpPr txBox="1"/>
          <p:nvPr/>
        </p:nvSpPr>
        <p:spPr bwMode="auto">
          <a:xfrm>
            <a:off x="380997" y="888075"/>
            <a:ext cx="12370759" cy="46468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`MinNumberInMatrix()`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Tracks the smallest element.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Updates the minimum whenever a smaller value is encountered.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Requires a complete matrix scan.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`MaxNumberInMatrix()`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Tracks the largest element.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Updates the maximum whenever a larger value is encountered.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Requires a complete matrix scan.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9048367" name="object 3"/>
          <p:cNvSpPr txBox="1"/>
          <p:nvPr/>
        </p:nvSpPr>
        <p:spPr bwMode="auto">
          <a:xfrm>
            <a:off x="380997" y="888075"/>
            <a:ext cx="12384432" cy="2635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Initializes boundary values from the first matrix element.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Traverses all matrix positions.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Dynamically updates minimum and maximum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Finds the true extrema without assuming a numeric range.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2694161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348</cp:revision>
  <dcterms:created xsi:type="dcterms:W3CDTF">2025-12-09T17:44:59Z</dcterms:created>
  <dcterms:modified xsi:type="dcterms:W3CDTF">2026-09-28T10:00:26Z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