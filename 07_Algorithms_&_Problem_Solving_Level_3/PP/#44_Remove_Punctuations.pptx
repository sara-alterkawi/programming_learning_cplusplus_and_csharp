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9606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431865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2319500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0388738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5030585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20621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9598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77312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789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576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3025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0693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0791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35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315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83962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3067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0502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8148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452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14519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5833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77602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67573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7264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69986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4713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1572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97912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3171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58065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4113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0352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119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1007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214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6813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7407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8073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43913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11288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449515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796684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7924855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50754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2676688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642464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601408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125150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5418869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9308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1880931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3993248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734200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17298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3857492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01237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9137778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0562983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961845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1878006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2787295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83313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568657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1410244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13607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590893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951528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131611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4358948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31436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76415775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913261600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Remove Punctuations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0400332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4358354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6466572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Remove Punctuations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312781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Punctuation Filtering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removes punctuation characters from a text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preserves letters, digits, and whitespace while filtering characters classified as punctuation.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207292" name="object 3"/>
          <p:cNvSpPr txBox="1"/>
          <p:nvPr/>
        </p:nvSpPr>
        <p:spPr bwMode="auto">
          <a:xfrm>
            <a:off x="380997" y="888075"/>
            <a:ext cx="12382632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Character Classification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character is tested using `std::ispunct()` from `&lt;cctype&gt;`.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Punctuation characters return a non-zero result from the classification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Filtering Logic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a character is not punctuation, it is copied into the result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Punctuation characters are simply skipped.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Result Construction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new string is built from the characters that pass the filter.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relative order of the remaining characters is preserved.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745103" name="object 3"/>
          <p:cNvSpPr txBox="1"/>
          <p:nvPr/>
        </p:nvSpPr>
        <p:spPr bwMode="auto">
          <a:xfrm>
            <a:off x="380997" y="888075"/>
            <a:ext cx="12396309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complete input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an empty result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Traverse every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Check each character with `ispunct()`.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Append only non-punctuation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Print the cleaned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83606" name="object 3"/>
          <p:cNvSpPr txBox="1"/>
          <p:nvPr/>
        </p:nvSpPr>
        <p:spPr bwMode="auto">
          <a:xfrm>
            <a:off x="380997" y="888075"/>
            <a:ext cx="12372918" cy="31313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Welcome to Sweden, it's a nice country!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Welcome to Sweden its a nice country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4689985" name="object 3"/>
          <p:cNvSpPr txBox="1"/>
          <p:nvPr/>
        </p:nvSpPr>
        <p:spPr bwMode="auto">
          <a:xfrm>
            <a:off x="380997" y="888075"/>
            <a:ext cx="12363559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`ispunct()` can identify punctuation such as commas, periods, quotation marks, and similar symbols.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Spaces are not punctuation, so they remain in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Removing punctuation can change the meaning or structure of natural-language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5243190" name="object 3"/>
          <p:cNvSpPr txBox="1"/>
          <p:nvPr/>
        </p:nvSpPr>
        <p:spPr bwMode="auto">
          <a:xfrm>
            <a:off x="380997" y="888075"/>
            <a:ext cx="12365714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Removing an apostrophe changes `"it's"` into `"its"`.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`&lt;cctype&gt;` must be included when using `std::ispunct()`.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Character classification should be handled correctly when `char` may be signed.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1735031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`RemovePunctuationsFromString()`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Removes punctuation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Preserves letters, digits, and whitespace.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for certain normalization tasks.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`RemoveSpacesFromString()`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Targets whitespace instead of punctuation.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Preserves punctuation marks.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Produces a different type of normalized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27349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Traverses every character in the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Uses `std::ispunct()` to identify punctuation.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Filters punctuation into a new result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Preserves the order of all non-punctuation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13403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2026-09-28T12:29:29Z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