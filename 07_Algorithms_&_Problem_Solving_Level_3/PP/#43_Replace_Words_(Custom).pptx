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7851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16213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11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541714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495428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833740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277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7981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14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049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3303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27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379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264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295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6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2821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684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968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929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41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431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508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811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355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53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46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473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313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7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34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53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9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17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966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868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113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14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424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4577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504219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84333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50463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95721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42964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87732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0264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03192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68227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22962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1364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996163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2502142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245671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853097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622862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625206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026635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01237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9952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390283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944454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7363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3661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459780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6783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40082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77416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036705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029970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32650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5807756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17133883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Replace Words Custom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06550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8831015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2370442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Replace Words Custom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557934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Token-Based Custom Word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replaces target words by splitting a sentence into tokens and modifying matching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approach provides greater control over whole-word and case-sensitive matching.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033313" name="object 3"/>
          <p:cNvSpPr txBox="1"/>
          <p:nvPr/>
        </p:nvSpPr>
        <p:spPr bwMode="auto">
          <a:xfrm>
            <a:off x="380997" y="888075"/>
            <a:ext cx="12382632" cy="5980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Sentence Tokenization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sentence is passed to `SplitString()`.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word becomes an independent vector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 Comparison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token is compared with the target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Case-sensitive or case-insensitive behavior can be selected by normalizing the strings before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matching token is found, it is replaced directly inside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replacement text can preserve its own desired casing.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Sentence Reconstruction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all matching tokens are modified, `JoinString()` combines the vector back into a complete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206297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sentence, target word, and replacement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Split the sentence into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token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each token with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Replace matching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Join the modified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the final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649624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Welcome to Sweden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Target: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Sweden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Replace: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Syria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Welcome to Syria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5178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Token-based replacement avoids many accidental substring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Case-insensitive comparison can be performed using `LowerAllString()`.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replacement word itself does not need to be converted to lowercase when only comparison normalization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189227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Punctuation attached to a token can prevent an exact match, such as `"Jordan,"` versus `"Jordan"`.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Splitting only on spaces does not fully understand punctuation or advanced language word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Rejoining must use the correct delimiter to reconstruct the sentence properly.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19764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Custom Token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complete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support case-sensitive and case-insensitive matching.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more control over replacement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`find()` / `replace()`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substrings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simpler for general text replacement.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accidentally replace partial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0494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Splits sentences into individual word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Compares tokens using custom matching rules.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Replaces matching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Reconstructs the sentence using `JoinString()`.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01377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