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192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93773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649803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565487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47015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230246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516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1600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114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857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462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191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705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448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798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079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952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74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6278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19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229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141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409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298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57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666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774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543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26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631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023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552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79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8530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940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468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209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89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8983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4037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37812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843087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0046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07539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13017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0563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9968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79275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74572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4013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6899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0270686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18766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45380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799702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9479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2783794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50134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221757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857228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44105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6258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880320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89312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2034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54530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618111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67897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133310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86863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541963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6302278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First Letter of Each Word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275655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639863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3141841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First Letter of Each Word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739485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Initial Letter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reads a complete sentence and extracts the first letter of every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Word starts are detected by identifying the beginning of the string or a position following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51393" name="object 3"/>
          <p:cNvSpPr txBox="1"/>
          <p:nvPr/>
        </p:nvSpPr>
        <p:spPr bwMode="auto">
          <a:xfrm>
            <a:off x="380997" y="888075"/>
            <a:ext cx="12382632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Full String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`getline()` is used so that the complete sentence, including spaces, can be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 Boundary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character is considered the beginning of a word when it is at index `0` or follows a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more robust implementation can use `isspace()` to recognize different whitespace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word boundary is detected, the current character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character casing can be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066264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sentence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Traverse the string character by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Detect the beginning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first character of each detected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653245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81642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state-based approach can handle multiple consecutive spaces more reliably.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method can be extended to create acronyms.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Word-boundary logic can be adapted for tabs and other whitespace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46330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 str` reads only the first word, so it is unsuitable for complete sentences.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Directly accessing `str[0]` requires checking that the string is not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Multiple spaces can produce incorrect detections if every space is treated as a guaranteed word boundary.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656110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State-Based Parsing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Tracks whether the program is currently inside a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multiple consecutive whitespace characters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creating temporary word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Split-Based Parsing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Splits the sentence into separate word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Takes the first character from every token.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additional vector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58442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Reads complete text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Detects word boundaries during character traversal.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Extracts the leading character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a foundation for acronym and token-processing algorithms.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012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