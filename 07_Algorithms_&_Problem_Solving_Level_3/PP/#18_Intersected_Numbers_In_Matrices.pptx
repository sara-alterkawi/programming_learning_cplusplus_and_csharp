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4080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72695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29783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48223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530971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400603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811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8951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2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236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729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040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523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083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52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04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3121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168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852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0422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401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9427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510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9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5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66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617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357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284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03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250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1646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20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618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907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0481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338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878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31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35578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57626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639698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40769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66083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01396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26830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87998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975768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764317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34260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1426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041955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844438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8671464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23239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291390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37298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1047764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150227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33020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72682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44242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83827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89185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736120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21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54246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571702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044524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535845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634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3678660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06796663" name="object 30"/>
          <p:cNvSpPr txBox="1"/>
          <p:nvPr/>
        </p:nvSpPr>
        <p:spPr bwMode="auto">
          <a:xfrm>
            <a:off x="0" y="1143000"/>
            <a:ext cx="1310294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Intersected Numbers in Matrices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8143591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2016008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0830518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Intersected Numbers in Matrices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91475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Cross-Matrix Intersection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identifies values from Matrix1 that also exist somewhere inside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demonstrates a simple set-like intersection operation using matrix traversal and membership searching.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664858" name="object 3"/>
          <p:cNvSpPr txBox="1"/>
          <p:nvPr/>
        </p:nvSpPr>
        <p:spPr bwMode="auto">
          <a:xfrm>
            <a:off x="380997" y="888075"/>
            <a:ext cx="12382632" cy="5599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Matrix1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element of Matrix1 is selected one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selected value becomes the search target for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Cross-Matrix Membership Check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`IsNumberInMatrix()` is used to determine whether the selected value exists in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matching value is printed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Duplicate Behavior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same value appears multiple times in Matrix1, it can be printed multiple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Therefore, this implementation behaves more like a multiset-style traversal than a strict mathematical set intersection.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08362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or initialize two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both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every element of Matrix1.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Search for each value inside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value when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501153" name="object 3"/>
          <p:cNvSpPr txBox="1"/>
          <p:nvPr/>
        </p:nvSpPr>
        <p:spPr bwMode="auto">
          <a:xfrm>
            <a:off x="380997" y="888075"/>
            <a:ext cx="12372918" cy="5691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77   5  12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22  20   1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1   0   9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Matrix2: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5  80  90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22  77   1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10   8  33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Intersected Numbers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77  5  22  1  1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124412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Duplicate values from Matrix1 are preserved in the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Matrix1 contains `1` twice and Matrix2 contains `1` once, this implementation can still print `1` twice.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naive approach performs repeated searches and is therefore less efficient for large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593081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output is not necessarily a unique mathematical set intersection.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Time complexity can become O((R1×C1) × (R2×C2)) with a linear search for every Matrix1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unique intersection values are required, an additional duplicate-tracking mechanism is 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282639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`PrintIntersectedNumbers()`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whether each Matrix1 value exists in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repeated occurrences from Matrix1.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 to implement using `IsNumberInMatrix()`.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`PrintUniqueIntersectedNumbers()`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Prevents the same value from being printed repeatedly.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Better represents mathematical set intersection.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additional tracking of already-printed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73859" name="object 3"/>
          <p:cNvSpPr txBox="1"/>
          <p:nvPr/>
        </p:nvSpPr>
        <p:spPr bwMode="auto">
          <a:xfrm>
            <a:off x="380997" y="888075"/>
            <a:ext cx="1238443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Matrix1 and searches each value inside Matrix2.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Prints values that occur in both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reuse of a boolean search helper.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Highlights the difference between repeated-value intersection and unique set intersection.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19964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2026-09-28T09:57:23Z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