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2360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90523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726197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27438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2256509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40754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290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67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494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541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1601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095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88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7320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343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18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7142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0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8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941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337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04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8870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92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794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434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85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898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6026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698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613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461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715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64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7133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26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374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157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251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0955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80143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11674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47028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87374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39627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404048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60412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316450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69809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42670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2870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950090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2433370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045445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38334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446207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42319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0430310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9295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558055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234308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308019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9375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142134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329799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0319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87231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078291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3498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286044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33402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6156520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64206404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Update Client by Account 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268455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08185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466081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Update Client by Account 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660756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Key-Based Record Update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locates an existing client using its Account Number and modifies selected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updated collection is then written back to the file so the changes become persistent.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595494" name="object 3"/>
          <p:cNvSpPr txBox="1"/>
          <p:nvPr/>
        </p:nvSpPr>
        <p:spPr bwMode="auto">
          <a:xfrm>
            <a:off x="380997" y="888075"/>
            <a:ext cx="12382632" cy="85703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Record Lookup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client is located using its unique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Account Number acts as the stable key used to identify the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User Confirmation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can display the existing record and ask the user to confirm the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prevents accidental modification of stored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Reference-Based Modification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matching `sClient` object is modified directly through a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Fields such as `PinCode`, `Name`, `Phone`, and `AccountBalance` can be replaced with new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Persistent File Update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modification, the complete client vector is saved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Rewriting the file ensures that the updated values remain available after the program terminates.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Primary Key Preservation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`AccountNumber` remains unchanged because it is the identifier used to locate the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Updating ordinary attributes should not unintentionally change the record's identity.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988642" name="object 3"/>
          <p:cNvSpPr txBox="1"/>
          <p:nvPr/>
        </p:nvSpPr>
        <p:spPr bwMode="auto">
          <a:xfrm>
            <a:off x="380997" y="888075"/>
            <a:ext cx="12396309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Load all clients from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Account Number to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Search for the matching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Confirm that the user wants to update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Modify the selected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Preserve the original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Save the complete vector back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a successful update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546272" name="object 3"/>
          <p:cNvSpPr txBox="1"/>
          <p:nvPr/>
        </p:nvSpPr>
        <p:spPr bwMode="auto">
          <a:xfrm>
            <a:off x="380997" y="888075"/>
            <a:ext cx="12372918" cy="49601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Enter Account Number to Update: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Client Found!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Enter New Details: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Mohammed Updated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Balance: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7500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Client Updated Successfully!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890547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Account Number functions as the record's identifying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vector must be modified before saving the new data to disk.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serialization logic used when adding clients can be reused when rewriting updated records.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421952" name="object 3"/>
          <p:cNvSpPr txBox="1"/>
          <p:nvPr/>
        </p:nvSpPr>
        <p:spPr bwMode="auto">
          <a:xfrm>
            <a:off x="380997" y="888075"/>
            <a:ext cx="12365714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a reference such as `for (sClient&amp; C : vClients)` when modifying vector elements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accidentally modify a local copy such as `for (sClient C : vClients)`.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Changing the Account Number can break the relationship between the lookup key and the stored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Updating the in-memory vector without saving it back to the file does not make the change persistent.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369414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`UpdateClientByAccountNumber()`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Locates an existing record using its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selected fields while preserving the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Rewrites the updated collection to persistent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`DeleteClientByAccountNumber()`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Locates a record using its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or marks the record for deletion.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Rewrites the file without the deleted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180763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Searches for a client using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Updates the selected fields through a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the identifying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Saves the modified records back to persistent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48062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