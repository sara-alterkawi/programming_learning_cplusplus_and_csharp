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130095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13695506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5338011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69391417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51859839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89931352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84870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23025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05343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50060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78822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08627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70073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40834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50012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86841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850539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97806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95344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32086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13028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06468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32784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03421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66016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36319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83962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72680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890741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28936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12841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0311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65269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32115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208656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21539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3670222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18905835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289318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6761258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118842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6652739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74110019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6798298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2540197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2888383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0424843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523618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04785433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18051312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351286278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20539607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0016114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05088183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621264573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41056080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89831654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7600994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03690477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863032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57543792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50287975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172343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6363190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87322386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30638018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67332745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8947295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437307472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112831912" name="object 30"/>
          <p:cNvSpPr txBox="1"/>
          <p:nvPr/>
        </p:nvSpPr>
        <p:spPr bwMode="auto">
          <a:xfrm>
            <a:off x="0" y="1143000"/>
            <a:ext cx="13101507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3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Transpose Matrix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36061565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788004616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547511333" name="object 30"/>
          <p:cNvSpPr txBox="1"/>
          <p:nvPr/>
        </p:nvSpPr>
        <p:spPr bwMode="auto">
          <a:xfrm flipH="0" flipV="0">
            <a:off x="106425" y="3084201"/>
            <a:ext cx="13269899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3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Transpose Matrix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5648059" name="object 3"/>
          <p:cNvSpPr txBox="1"/>
          <p:nvPr/>
        </p:nvSpPr>
        <p:spPr bwMode="auto">
          <a:xfrm>
            <a:off x="380997" y="888075"/>
            <a:ext cx="12367511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Transpose Matrix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Program creates a 3×3 ordered matrix and performs a transpose operation (swapping rows with columns).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8971024" name="object 3"/>
          <p:cNvSpPr txBox="1"/>
          <p:nvPr/>
        </p:nvSpPr>
        <p:spPr bwMode="auto">
          <a:xfrm>
            <a:off x="380997" y="888075"/>
            <a:ext cx="12382272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Matrix Transposition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Swaps indices so element at row `i` and column `j` moves to row `j` and column `i`.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6243046" name="object 3"/>
          <p:cNvSpPr txBox="1"/>
          <p:nvPr/>
        </p:nvSpPr>
        <p:spPr bwMode="auto">
          <a:xfrm>
            <a:off x="380997" y="888075"/>
            <a:ext cx="12388389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Create a 3×3 matrix.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Fill matrix with ordered numbers from 1 to 9.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Print original matrix via PrintMatrix().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Perform transposition in TransposeMatrix().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Display transposed matrix via PrintTransposedMatrix().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4354329" name="object 3"/>
          <p:cNvSpPr txBox="1"/>
          <p:nvPr/>
        </p:nvSpPr>
        <p:spPr bwMode="auto">
          <a:xfrm>
            <a:off x="380997" y="888075"/>
            <a:ext cx="12372558" cy="53259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 following is a 3x3 ordered matrix: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1   2   3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4   5   6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7   8   9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 following is the transposed matrix: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1   4   7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2   5   8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3   6   9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Rows become columns, and columns become rows.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0280588" name="object 3"/>
          <p:cNvSpPr txBox="1"/>
          <p:nvPr/>
        </p:nvSpPr>
        <p:spPr bwMode="auto">
          <a:xfrm>
            <a:off x="380997" y="888075"/>
            <a:ext cx="12362481" cy="44645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 the transpose operation, the element at `[i][j]` becomes `[j][i]` in the transposed matrix.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Example: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Original: `matrix[1][0] = 4`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Transposed: `transposed[0][1] = 4`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`TransposeMatrix()` creates a new matrix named `transposed`, so the original `matrix` is not modified.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`PrintTransposedMatrix()` can print the transposed values directly without changing the original matrix.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7457192" name="object 3"/>
          <p:cNvSpPr txBox="1"/>
          <p:nvPr/>
        </p:nvSpPr>
        <p:spPr bwMode="auto">
          <a:xfrm>
            <a:off x="380997" y="888075"/>
            <a:ext cx="12369681" cy="668904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Original Matrix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Rows remain rows.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Columns remain columns.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1   2   3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4   5   6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7   8   9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Transposed Matrix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Rows become columns.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Columns become rows.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1   4   7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2   5   8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3   6   9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031426" name="object 3"/>
          <p:cNvSpPr txBox="1"/>
          <p:nvPr/>
        </p:nvSpPr>
        <p:spPr bwMode="auto">
          <a:xfrm>
            <a:off x="380997" y="888075"/>
            <a:ext cx="12384072" cy="3359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Performs classic matrix transposition by interchanging row indices with column indices (`matrix[i][j]` to `transposed[j][i]`).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Creates a separate transformed matrix structure while keeping the source matrix intact.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Demonstrates fundamental matrix manipulation essential for advanced linear algebra and graphics algorithms.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6544817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344</cp:revision>
  <dcterms:created xsi:type="dcterms:W3CDTF">2025-12-09T17:44:59Z</dcterms:created>
  <dcterms:modified xsi:type="dcterms:W3CDTF">2026-09-28T08:06:49Z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