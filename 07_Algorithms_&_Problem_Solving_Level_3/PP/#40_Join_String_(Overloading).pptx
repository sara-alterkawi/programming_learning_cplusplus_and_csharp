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830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45819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83977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316939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11924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386010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787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930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518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452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5959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267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8938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724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8604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178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4189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137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730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7930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163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479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3822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890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202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982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4345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998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0568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703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923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5887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5286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01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1333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908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353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519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508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4353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365179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012119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3438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57107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5449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261923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92673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50394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650643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086053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737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94797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0866585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0816706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271601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75200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83140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1647872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26885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441698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572398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940286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61315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521832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64581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3148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309452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171246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950830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384873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135535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974999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77643963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Join String Overloading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7019860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5976689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72043410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Join String Overloading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14116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 Overloading for String Joining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provides multiple `JoinString()` functions that accept different container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C++ selects the appropriate overload at compile time based on the arguments supplied.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339117" name="object 3"/>
          <p:cNvSpPr txBox="1"/>
          <p:nvPr/>
        </p:nvSpPr>
        <p:spPr bwMode="auto">
          <a:xfrm>
            <a:off x="380997" y="888075"/>
            <a:ext cx="1238263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Vector Overload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vector version receives a `vector&lt;string&gt;` and can determine the number of elements using `.size()`.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suitable for dynamic collections.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Array Overload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array version receives a C-style `string[]` and an explicit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function needs the length because a raw array parameter does not retain its original array-size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Compile-Time Resolution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functions can have the same name because their parameter lists differ.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compiler selects the matching function signature during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957015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Implement `JoinString(vector&lt;string&gt;&amp;, delim)`.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Implement `JoinString(string arr[], int length, delim)`.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vector using `.size()`.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Traverse the array using the supplied `length`.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Join the elements using the delimiter.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Test both overloads.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1096396" name="object 3"/>
          <p:cNvSpPr txBox="1"/>
          <p:nvPr/>
        </p:nvSpPr>
        <p:spPr bwMode="auto">
          <a:xfrm>
            <a:off x="380997" y="888075"/>
            <a:ext cx="12372918" cy="34971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Vector Join: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Sara,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Join: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Sara,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016625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compile-time polymorphism, also known as static polymorphism.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Function overloading depends on differences in parameter lists.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 type alone cannot be used to distinguish overloaded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9960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raw C-style array passed to a function normally decays to a pointer.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`sizeof(arr)` inside the receiving function does not provide the original array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Array boundaries must remain within the explicitly supplied `length`.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580255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Vector Overload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`vector&lt;string&gt;`.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the number of elements with `.size()`.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naturally with dynamic STL containers.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Array Overload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 C-style `string[]`.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an explicit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older array-based interfaces.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450916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Demonstrates function overloading in C++.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Provides multiple implementations under the same function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Supports both vectors and C-style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Illustrates compile-time selection of overloaded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50850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2026-09-28T12:14:57Z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