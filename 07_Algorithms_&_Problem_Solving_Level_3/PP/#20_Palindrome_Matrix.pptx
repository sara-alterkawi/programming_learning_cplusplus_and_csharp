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14906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230208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809801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696746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190594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23591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88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933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8868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625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453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1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252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1020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472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618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2073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751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864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1239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58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61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6449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841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212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5206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306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992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7793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664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098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6147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580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46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162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072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568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1646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938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37792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597405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49777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27344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24978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04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837773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768767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52178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239435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780160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6614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057218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6630865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9594813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350240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671941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5245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198578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95523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750494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883666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974375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03870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869897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849265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4375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198841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588912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902431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495359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7427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7767683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31667169" name="object 30"/>
          <p:cNvSpPr txBox="1"/>
          <p:nvPr/>
        </p:nvSpPr>
        <p:spPr bwMode="auto">
          <a:xfrm>
            <a:off x="0" y="1143000"/>
            <a:ext cx="1310258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993778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4246519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54976555" name="object 30"/>
          <p:cNvSpPr txBox="1"/>
          <p:nvPr/>
        </p:nvSpPr>
        <p:spPr bwMode="auto">
          <a:xfrm flipH="0" flipV="0">
            <a:off x="106425" y="3084201"/>
            <a:ext cx="1327241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256984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Row-Based Palindrome Validation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checks whether every row of a matrix reads the same from left to right and right to left.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palindrome property is evaluated independently for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643313" name="object 3"/>
          <p:cNvSpPr txBox="1"/>
          <p:nvPr/>
        </p:nvSpPr>
        <p:spPr bwMode="auto">
          <a:xfrm>
            <a:off x="380997" y="888075"/>
            <a:ext cx="12382632" cy="5599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Mirrored Index Comparison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each row, the element at `matrix[i][j]` is compared with `matrix[i][cols - 1 - j]`.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These two positions represent mirrored locations around the center of the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Half-Row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Only the first half of each row needs to be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Comparing the complete row would repeat the same comparisons in reverse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Whole-Matrix Validation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row must satisfy the palindrome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One non-palindromic row is enough to make the entire matrix fail.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155133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`PrintMatrix()`.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`IsPalindromeMatrix()`.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mirrored elements until the middle of the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`false` when a mismatch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`true` if all rows are palindromes.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94344" name="object 3"/>
          <p:cNvSpPr txBox="1"/>
          <p:nvPr/>
        </p:nvSpPr>
        <p:spPr bwMode="auto">
          <a:xfrm>
            <a:off x="380997" y="888075"/>
            <a:ext cx="12372918" cy="38629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1  2  1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5  5  5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7  3  7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Yes — Matrix is Palindrome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542835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mirrored position is calculated using `cols - 1 - 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odd number of columns, the center element does not need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even number of columns, all elements are paired with a corresponding mirror.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929824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compare `matrix[i][j]` with `matrix[j][i]`; that checks a different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iterating through half the columns is sufficient.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One failed row means the complete matrix is not a palindrome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685428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`IsPalindromeMatrix()`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horizontal row symmetry.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Compares mirrored positions inside the same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`cols - 1 - j` to locate the opposite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`IsSymmetricMatrix()`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`matrix[i][j] == matrix[j][i]`.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Tests symmetry around the main diagonal.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a different mathematical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478828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Checks every matrix row for palindrome symmetry.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mirrored column indices to compare opposite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Reduces work by checking only half of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Returns true only when every row satisfies the palindrome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43849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2026-09-28T10:53:50Z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