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7131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5068966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552401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0459677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4934512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721737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4425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467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308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632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7212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5850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924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0411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73775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725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8829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31450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328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1625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616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37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8854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283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7524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713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201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9316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61787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088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552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23104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43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9660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40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5064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0407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8230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4450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5460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336397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216283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521346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005883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82268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3527066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186688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204871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59920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3323963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51403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653099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5651121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7542698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223481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5188706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2252587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7794892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612307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976294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746506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0758319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13324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174745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286653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8103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46030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399581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698364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9660139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58687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6690171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38151547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Check Scalar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8606422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0306870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18124527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Check Scalar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27151" name="object 3"/>
          <p:cNvSpPr txBox="1"/>
          <p:nvPr/>
        </p:nvSpPr>
        <p:spPr bwMode="auto">
          <a:xfrm>
            <a:off x="380997" y="888075"/>
            <a:ext cx="1236715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Scalar Matrix Verification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checks whether a square matrix is a Scalar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scalar matrix is a diagonal matrix in which all diagonal elements have the same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473782" name="object 3"/>
          <p:cNvSpPr txBox="1"/>
          <p:nvPr/>
        </p:nvSpPr>
        <p:spPr bwMode="auto">
          <a:xfrm>
            <a:off x="380997" y="888075"/>
            <a:ext cx="12381912" cy="5614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Reference Diagonal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first diagonal element `matrix[0][0]` is used as the reference scalar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Every other diagonal element must match this reference.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Diagonal Uniformity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program checks every position where `i == j`.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diagonal element must equal `matrix[0][0]`.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Off-Diagonal Validation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Every position where `i != j` must contain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guarantees that the matrix is diagonal as well as scalar.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Relationship to Identity Matrix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identity matrix is a scalar matrix whose common diagonal value is `1`.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347777" name="object 3"/>
          <p:cNvSpPr txBox="1"/>
          <p:nvPr/>
        </p:nvSpPr>
        <p:spPr bwMode="auto">
          <a:xfrm>
            <a:off x="380997" y="888075"/>
            <a:ext cx="12388030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Store `matrix[0][0]` in `FirstDiagElement`.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Traverse all matrix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If `i == j`, compare the value with `FirstDiagElement`.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`i != j`, verify that the value is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YES or NO.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026075" name="object 3"/>
          <p:cNvSpPr txBox="1"/>
          <p:nvPr/>
        </p:nvSpPr>
        <p:spPr bwMode="auto">
          <a:xfrm>
            <a:off x="380997" y="888075"/>
            <a:ext cx="12372199" cy="27656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matrix1 = { {9,0,0}, {0,9,0}, {0,0,9}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YES: Matrix is scalar.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759607" name="object 3"/>
          <p:cNvSpPr txBox="1"/>
          <p:nvPr/>
        </p:nvSpPr>
        <p:spPr bwMode="auto">
          <a:xfrm>
            <a:off x="380997" y="888075"/>
            <a:ext cx="1236248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Every scalar matrix is a diagonal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Not every diagonal matrix is a scalar matrix because diagonal values may differ.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scalar value can be any valid matrix element, including `0`.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042834" name="object 3"/>
          <p:cNvSpPr txBox="1"/>
          <p:nvPr/>
        </p:nvSpPr>
        <p:spPr bwMode="auto">
          <a:xfrm>
            <a:off x="380997" y="888075"/>
            <a:ext cx="12364635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first diagonal element must be stored correctly before comparing other diagonal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All off-diagonal elements must be exactly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Scalar matrices are square matrices, so row and column dimensions must match.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757790" name="object 3"/>
          <p:cNvSpPr txBox="1"/>
          <p:nvPr/>
        </p:nvSpPr>
        <p:spPr bwMode="auto">
          <a:xfrm>
            <a:off x="380997" y="888075"/>
            <a:ext cx="1236968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`IsScalarMatrix()`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all diagonal elements to have the same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all off-diagonal elements to be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any common diagonal scalar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`IsDiagonalMatrix()`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only off-diagonal elements to be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Allows different values on the main diagonal.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Includes scalar matrices as a special subset.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868057" name="object 3"/>
          <p:cNvSpPr txBox="1"/>
          <p:nvPr/>
        </p:nvSpPr>
        <p:spPr bwMode="auto">
          <a:xfrm>
            <a:off x="380997" y="888075"/>
            <a:ext cx="1238371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Uses the first diagonal element as the reference scalar.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Verifies equality among all diagonal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Confirms that all off-diagonal elements are zero.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the relationship between scalar, diagonal, and identity matrices.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27889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347</cp:revision>
  <dcterms:created xsi:type="dcterms:W3CDTF">2025-12-09T17:44:59Z</dcterms:created>
  <dcterms:modified xsi:type="dcterms:W3CDTF">2026-09-28T09:40:45Z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