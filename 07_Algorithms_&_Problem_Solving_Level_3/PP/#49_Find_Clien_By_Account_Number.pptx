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9932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4681929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915066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005043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922922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091639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737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5702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018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53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8109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225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63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334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70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913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8216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280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476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4936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91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931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7751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829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746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021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39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981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09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90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026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846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196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641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952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722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260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3263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719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46025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51939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61205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88182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25437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5029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333694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9130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89618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06536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6591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1706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108849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2779677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484455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263600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78170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857513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79572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581083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02879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814096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211190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847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213368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59031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6107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760376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540603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11550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8387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32384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1248208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19073405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Find Client by Account 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428044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202965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50765685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Find Client by Account 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654760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Key-Based Client Search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searches stored client records using `AccountNumber` as the lookup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matching record is found, its complete client data is returned through a reference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413685" name="object 3"/>
          <p:cNvSpPr txBox="1"/>
          <p:nvPr/>
        </p:nvSpPr>
        <p:spPr bwMode="auto">
          <a:xfrm>
            <a:off x="380997" y="888075"/>
            <a:ext cx="12382632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Data Loading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client file is loaded into a `vector&lt;sClient&gt;`.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separates file access from the actual search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Linear Search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vector is traversed from the first client to the last.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`AccountNumber` is compared with the requested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a match is found, the corresponding client structure is copied into the output reference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returns `true` to indicate success.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Not-Found Case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no account matches, the function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caller can then display an appropriate "Not Found"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422381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target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Load client records from the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each Account Number with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Copy the matching client into the output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Return `true` if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`false` otherwise.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280647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Searching for: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A150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Client Details: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Account Number: A150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Name: Mohammed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Phone: 079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Balance: 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067411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Account Number acts as the lookup key in this exercise.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linear search has O(N) worst-case time complexity for N clients.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records were indexed by account number, lookup could be significantly faster.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918467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output reference should only be used as a valid result when the function returns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Account-number comparison should follow a consistent case convention.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Searching the file repeatedly for every request can become inefficient for large datasets.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174571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`FindClientByAccountNumber()`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for one specific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a boolean success status.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the matching client through a reference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`PrintAllClients()`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Traverses every client.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all records regardless of the requested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perform targeted filtering.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034484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Loads client records into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Searches by unique Account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linear comparison to locate the target.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both a success status and the matching client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50314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