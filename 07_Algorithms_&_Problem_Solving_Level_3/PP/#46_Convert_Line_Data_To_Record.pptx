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43004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7581797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4390214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364470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4792742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2508671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5940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50070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49447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3106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920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270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1368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59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324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215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2381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253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619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9961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05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05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87245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378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8976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2607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841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09817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38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3065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44766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982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7707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55349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428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406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7645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998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55228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656025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998492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732285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836376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1758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30080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05943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83286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65925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659052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86663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830988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9509152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7037958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806166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9868776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786530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8929108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869299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719712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327338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7378161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37680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768162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0082438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38549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858063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148904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975354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527578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36590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8960960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27808728" name="object 30"/>
          <p:cNvSpPr txBox="1"/>
          <p:nvPr/>
        </p:nvSpPr>
        <p:spPr bwMode="auto">
          <a:xfrm>
            <a:off x="0" y="1143000"/>
            <a:ext cx="1310294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Convert Line Data to Record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6176764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136288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48623695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Convert Line Data to Record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152176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Text Record Deserialization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converts one delimited text line back into an `sClient`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process reconstructs structured data from its serialized text representation.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186586" name="object 3"/>
          <p:cNvSpPr txBox="1"/>
          <p:nvPr/>
        </p:nvSpPr>
        <p:spPr bwMode="auto">
          <a:xfrm>
            <a:off x="380997" y="888075"/>
            <a:ext cx="12382632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Token Splitting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stored line is passed to `SplitString()` using the same delimiter used during serialization.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token represents one field from the original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Field Mapping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vector positions are mapped to the corresponding structure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order must match the order used by `ConvertRecordToLine()`.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Numeric Conversion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balance field is converted from string to `double` using `stod()`.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Other fields that are already strings can be assigned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750640" name="object 3"/>
          <p:cNvSpPr txBox="1"/>
          <p:nvPr/>
        </p:nvSpPr>
        <p:spPr bwMode="auto">
          <a:xfrm>
            <a:off x="380997" y="888075"/>
            <a:ext cx="12396309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Receive the stored text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Split the line using `"#//#"`.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Assign `vector[0]` to `AccountNumber`.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Assign `vector[1]` to `PinCode`.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Assign `vector[2]` to `Name`.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Assign `vector[3]` to `Phone`.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Convert `vector[4]` using `stod()` and assign it to `AccountBalance`.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Return the reconstructed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441991" name="object 3"/>
          <p:cNvSpPr txBox="1"/>
          <p:nvPr/>
        </p:nvSpPr>
        <p:spPr bwMode="auto">
          <a:xfrm>
            <a:off x="380997" y="888075"/>
            <a:ext cx="12372918" cy="459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Line: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A150#//#1234#//#Ahmad#//#079#//#5000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Account Number: A150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Pin Code: 1234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Name: Ahmad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Phone: 079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Balance: 5000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012968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`SplitString()` and `ConvertRecordToLine()` must use the same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field order in the file is part of the record format.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`stod()` converts a valid numeric string into a floating-point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804007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Accessing a vector index that does not exist causes an out-of-range error.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`stod()` can throw an exception when the balance token is not a valid numeric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Missing or malformed fields should be validated before assigning them to the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931709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`ConvertLineToRecord()`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Performs deserialization.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text tokens into structured fields.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Restores numeric types where necessary.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`PrintClientRecord()`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an already reconstructed client.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parse or deserialize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Focuses on presentation rather than conversion.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532551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Splits a serialized client line into field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Maps tokens back to struct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Converts the balance from text to `double`.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Reconstructs the original structured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80163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