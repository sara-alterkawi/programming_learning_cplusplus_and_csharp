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09142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4122911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9954753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0281424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9729615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466675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435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382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3654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1744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272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3116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9100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4509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730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5568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0012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169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521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22872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021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323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4010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72443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2654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8808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7864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012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41813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9465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6801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42292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2088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1642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7709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52736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249325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514024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701428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27735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1634228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573752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393837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302695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441550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9199524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220805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89282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687686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2608895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8616859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722379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0072364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243045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07584886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595288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445107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4701229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1800212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56144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417988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3356792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830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54244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057493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140618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7157520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7560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92525383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423675476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Count Number in Matrix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5523387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9225772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70120900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Count Number in Matrix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10270" name="object 3"/>
          <p:cNvSpPr txBox="1"/>
          <p:nvPr/>
        </p:nvSpPr>
        <p:spPr bwMode="auto">
          <a:xfrm>
            <a:off x="380997" y="888075"/>
            <a:ext cx="12367152" cy="70922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Target Frequency Counter in 2D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calculates how many times a specified number appears inside a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result represents the frequency of that value within the entire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📖 Explanation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Complete Matrix Traversal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Nested loops visit every row and column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No cell can be skipped because the goal is to calculate the exact frequency.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Target Matching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element is compared with the requested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`matrix[i][j] == number`, the counter is incremented.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Accumulator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counter starts at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Every matching occurrence adds `1` to the final count.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451951" name="object 3"/>
          <p:cNvSpPr txBox="1"/>
          <p:nvPr/>
        </p:nvSpPr>
        <p:spPr bwMode="auto">
          <a:xfrm>
            <a:off x="380997" y="888075"/>
            <a:ext cx="12388030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`PrintMatrix()`.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Define `CountNumberInMatrix(matrix, rows, cols, number)`.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Read the target number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Traverse the complete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Increment the counter for every match.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Return and display the final count.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192990" name="object 3"/>
          <p:cNvSpPr txBox="1"/>
          <p:nvPr/>
        </p:nvSpPr>
        <p:spPr bwMode="auto">
          <a:xfrm>
            <a:off x="380997" y="888075"/>
            <a:ext cx="12372199" cy="27656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matrix1 = { {9,1,12}, {0,9,1}, {0,9,9} 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 9 count in matrix is 4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350689" name="object 3"/>
          <p:cNvSpPr txBox="1"/>
          <p:nvPr/>
        </p:nvSpPr>
        <p:spPr bwMode="auto">
          <a:xfrm>
            <a:off x="380997" y="888075"/>
            <a:ext cx="12362481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method works with positive numbers, negative numbers, and zero.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Exact counting requires visiting every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Time complexity is O(N×M) for an N×M matrix.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4505883" name="object 3"/>
          <p:cNvSpPr txBox="1"/>
          <p:nvPr/>
        </p:nvSpPr>
        <p:spPr bwMode="auto">
          <a:xfrm>
            <a:off x="380997" y="888075"/>
            <a:ext cx="12364635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counter must be initialized to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return immediately after finding one match because the remaining occurrences still need to be counted.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floating-point values, direct equality may be unreliable because of precision.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284469" name="object 3"/>
          <p:cNvSpPr txBox="1"/>
          <p:nvPr/>
        </p:nvSpPr>
        <p:spPr bwMode="auto">
          <a:xfrm>
            <a:off x="380997" y="888075"/>
            <a:ext cx="1236968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`CountNumberInMatrix()`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Searches the entire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Counts every matching occurrence.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an integer frequency.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`IsNumberInMatrix()`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Stops after finding the first match.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only `true` or `false`.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Is more appropriate when only existence matters.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70168" name="object 3"/>
          <p:cNvSpPr txBox="1"/>
          <p:nvPr/>
        </p:nvSpPr>
        <p:spPr bwMode="auto">
          <a:xfrm>
            <a:off x="380997" y="888075"/>
            <a:ext cx="1238371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Traverses every cell in a 2D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Compares each element with a target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Maintains an occurrence counter.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Returns the total frequency of the target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7861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347</cp:revision>
  <dcterms:created xsi:type="dcterms:W3CDTF">2025-12-09T17:44:59Z</dcterms:created>
  <dcterms:modified xsi:type="dcterms:W3CDTF">2026-09-28T09:43:44Z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