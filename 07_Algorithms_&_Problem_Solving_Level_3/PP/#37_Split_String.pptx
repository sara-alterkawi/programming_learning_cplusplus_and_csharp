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4408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987301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235480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65187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030530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054410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431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816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775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90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963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063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511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385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3217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959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786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07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995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00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015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436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382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677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162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8251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874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377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0326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048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127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7469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071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893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508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082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504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910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423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18443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938141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52005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14537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52758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45353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420437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656852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99092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63157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1962053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672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699433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1330660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917725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372394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396282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522115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776813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09854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128481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832884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393132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2196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722324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649573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8134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19782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05127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130598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35843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9352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7044645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39049535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Split 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75333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4393863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74702728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Split 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545888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Custom Delimiter String Splitting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divides a string into multiple tokens using a specified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extracted tokens are stored in a `vector&lt;string&gt;` for further processing.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190679" name="object 3"/>
          <p:cNvSpPr txBox="1"/>
          <p:nvPr/>
        </p:nvSpPr>
        <p:spPr bwMode="auto">
          <a:xfrm>
            <a:off x="380997" y="888075"/>
            <a:ext cx="12382632" cy="6353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Delimiter Search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`str.find(delim)` searches for the next occurrence of the chosen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delimiter can contain one or multiple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Token Extraction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`substr()` extracts the text located before the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extracted token is pushed into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Position Advancement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a token is extracted, the search position moves beyond the complete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important when the delimiter contains multiple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Final Token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no more delimiters are found, the remaining text is added as the final token.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Without this step, the last word would be lost.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012792" name="object 3"/>
          <p:cNvSpPr txBox="1"/>
          <p:nvPr/>
        </p:nvSpPr>
        <p:spPr bwMode="auto">
          <a:xfrm>
            <a:off x="380997" y="888075"/>
            <a:ext cx="12396309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`SplitString(str, delim)`.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Search for the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Extract the substring before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the token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Move to the next search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no delimiter remains.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Store the final remaining token.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45053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"Sara Alterkawi"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Delimiter: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 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Tokens: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1: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2: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825873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delimiter can be `" "`, `","`, `"#//#"`, or another custom sequence.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Empty tokens can be preserved or ignored depending on the implementation.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is useful for parsing structured text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200343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Forgetting to push the final remaining substring loses the last token.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`delim.length()` must be included when advancing the search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Consecutive delimiters can produce empty tokens unless explicitly filtered.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200469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Custom `SplitString()`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arbitrary delimiter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the result in `vector&lt;string&gt;`.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well with structured records such as `#//#`-separated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`stringstream`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Convenient for whitespace-based tokenization.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Automatically skips standard whitespace.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less direct for arbitrary multi-character delimiters.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083795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Searches for configurable delimiters.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Extracts each token using `substr()`.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Stores tokens inside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a reusable foundation for parsing text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49867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