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8563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633529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652084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59033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976011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431288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570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14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894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985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003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30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811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5029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09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278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1135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67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826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7123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53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323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191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129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823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279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228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444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829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36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864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117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614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35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284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0657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906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0890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401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7611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540021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92800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47897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91145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51764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20369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03807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99362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19646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116583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7982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899312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2539838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1225977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655638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496435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090298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8380900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604726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863670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938072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69283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63306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968504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63752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5034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59357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44523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284850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976589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16777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5276398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45007355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Trim Left Trim Right Trim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5589938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1117355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27266539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Trim Left Trim Right Trim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840982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Boundary Whitespace Removal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removes unwanted spaces from the left side, right side, or both sides of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Trimming is commonly used to clean input before validation or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686027" name="object 3"/>
          <p:cNvSpPr txBox="1"/>
          <p:nvPr/>
        </p:nvSpPr>
        <p:spPr bwMode="auto">
          <a:xfrm>
            <a:off x="380997" y="888075"/>
            <a:ext cx="12382632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`TrimLeft()`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Searches for the first character that is not a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string is then rebuilt beginning from that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`TrimRight()`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Searches backward for the last character that is not a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string is shortened so trailing spaces are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`Trim()`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Combines both operations to remove spaces from both boundaries.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Internal spaces between words are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Empty and All-Space Strings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string containing only spaces has no non-space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case must be handled before using the returned `npos`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164675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Implement `TrimLeft()`.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Implement `TrimRight()`.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Implement `Trim()` by combining the two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Test the functions with strings containing leading and trailing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102482" name="object 3"/>
          <p:cNvSpPr txBox="1"/>
          <p:nvPr/>
        </p:nvSpPr>
        <p:spPr bwMode="auto">
          <a:xfrm>
            <a:off x="380997" y="888075"/>
            <a:ext cx="12372918" cy="57067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   Sara Alterkawi   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Trim Left: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 Sara Alterkawi   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Trim Right: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   Sara Alterkawi"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Trim: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"Sara Alterkawi"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740836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`find_first_not_of()` and `find_last_not_of()` are useful for locating non-space boundaries.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Basic implementations that search only for `' '` do not automatically remove tabs or newlines.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`Trim()` should not remove meaningful spaces inside the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559666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`find_first_not_of()` can return `string::npos` when the string contains only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`substr()` boundaries must be calculated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all whitespace characters need to be handled, `isspace()` is more appropriate than checking only `' 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297942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`TrimLeft()` / `TrimRight()` / `Trim()`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 on removing whitespace from string boundaries.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 meaningful internal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 different levels of cleaning.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Character Removal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remove selected characters from anywhere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alter meaningful internal content.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different purpose from boundary trimming.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142666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Removes unwanted spaces from the beginning or end of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separate left and right trimming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Combines both operations through `Trim()`.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safe boundary-based string cleaning.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12729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