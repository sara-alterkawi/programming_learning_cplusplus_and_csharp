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59621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6337877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3960313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96095538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6100485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43753808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87487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25433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92530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79281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73419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001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35131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4487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5617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2035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41994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8615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02268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51450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803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57647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84398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35992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937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76302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8127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75587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21075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32146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70647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16907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83904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9802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98433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2457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0830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32600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15276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2576930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6495869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0166108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4034446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8046886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428804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733584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047471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176478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4812193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5601117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489220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6934316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51127866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287832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6442974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14920673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1293657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86146726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9713238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4089220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14530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73284161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72161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56945946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75483123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97592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7878115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21478912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42281791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23928752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6818750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421870874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972150180" name="object 30"/>
          <p:cNvSpPr txBox="1"/>
          <p:nvPr/>
        </p:nvSpPr>
        <p:spPr bwMode="auto">
          <a:xfrm>
            <a:off x="0" y="1143000"/>
            <a:ext cx="13102587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Sum of Matrix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91241935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899362747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634751887" name="object 30"/>
          <p:cNvSpPr txBox="1"/>
          <p:nvPr/>
        </p:nvSpPr>
        <p:spPr bwMode="auto">
          <a:xfrm flipH="0" flipV="0">
            <a:off x="106425" y="3084201"/>
            <a:ext cx="1327241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Sum of Matrix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2821977" name="object 3"/>
          <p:cNvSpPr txBox="1"/>
          <p:nvPr/>
        </p:nvSpPr>
        <p:spPr bwMode="auto">
          <a:xfrm>
            <a:off x="380997" y="888075"/>
            <a:ext cx="12367870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File-Based Record Deletion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deletes a client identified by Account Number from a text-based database.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Because variable-length text records cannot easily be deleted in place, the remaining records are written back to the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4647566" name="object 3"/>
          <p:cNvSpPr txBox="1"/>
          <p:nvPr/>
        </p:nvSpPr>
        <p:spPr bwMode="auto">
          <a:xfrm>
            <a:off x="380997" y="888075"/>
            <a:ext cx="12382632" cy="59875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Target Search and Confirmation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program first locates the client using its Account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user is asked to confirm the deletion before modifying persistent data.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Deletion Marking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`MarkForDelete` flag can be set on the matching in-memory record.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flag allows the saving process to skip that record during rewriting.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File Rewriting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file is opened in a mode that allows its previous content to be replaced.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All records except the marked record are serialized and written back.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Persistent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After rewriting, the deleted client no longer appears in the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operation therefore changes the persistent dataset, not just the in-memory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6621546" name="object 3"/>
          <p:cNvSpPr txBox="1"/>
          <p:nvPr/>
        </p:nvSpPr>
        <p:spPr bwMode="auto">
          <a:xfrm>
            <a:off x="380997" y="888075"/>
            <a:ext cx="12396309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Load all clients from the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Search for the target Account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Display the found client.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Ask the user to confirm deletion.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Mark or remove the selected record.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Rewrite the file using only remaining records.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Display a success message.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161970" name="object 3"/>
          <p:cNvSpPr txBox="1"/>
          <p:nvPr/>
        </p:nvSpPr>
        <p:spPr bwMode="auto">
          <a:xfrm>
            <a:off x="380997" y="888075"/>
            <a:ext cx="12372918" cy="34971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Enter Account Number to Delete: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A150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Are you sure you want to delete this client? 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Client Deleted Successfully!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5830842" name="object 3"/>
          <p:cNvSpPr txBox="1"/>
          <p:nvPr/>
        </p:nvSpPr>
        <p:spPr bwMode="auto">
          <a:xfrm>
            <a:off x="380997" y="888075"/>
            <a:ext cx="12363559" cy="27806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Rewriting is a common technique for deleting records from simple text-based databases.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original file contents are replaced by the filtered record set.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Confirmation helps prevent accidental permanent deletion.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9492257" name="object 3"/>
          <p:cNvSpPr txBox="1"/>
          <p:nvPr/>
        </p:nvSpPr>
        <p:spPr bwMode="auto">
          <a:xfrm>
            <a:off x="380997" y="888075"/>
            <a:ext cx="12365714" cy="3359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Once the file is rewritten, the deleted record is no longer present unless a backup exists.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Opening or saving the wrong filename can lead to unexpected data loss or an apparently empty database.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deletion process should operate on freshly loaded data to avoid overwriting newer changes with stale in-memory records.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0889663" name="object 3"/>
          <p:cNvSpPr txBox="1"/>
          <p:nvPr/>
        </p:nvSpPr>
        <p:spPr bwMode="auto">
          <a:xfrm>
            <a:off x="380997" y="888075"/>
            <a:ext cx="12370759" cy="46468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Mark-and-Rewrite Deletion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Marks the target record in memory.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Rewrites the file while skipping marked records.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Works naturally with variable-length text records.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Direct In-Place File Editing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Attempts to modify the existing file without rebuilding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Is difficult for variable-length text records.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Usually requires more complicated file manipulation.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2913584" name="object 3"/>
          <p:cNvSpPr txBox="1"/>
          <p:nvPr/>
        </p:nvSpPr>
        <p:spPr bwMode="auto">
          <a:xfrm>
            <a:off x="380997" y="888075"/>
            <a:ext cx="1238443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Finds the client using its Account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Requests explicit confirmation.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Marks or removes the selected record in memory.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Rewrites the file without the deleted record.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1168651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348</cp:revision>
  <dcterms:created xsi:type="dcterms:W3CDTF">2025-12-09T17:44:59Z</dcterms:created>
  <dcterms:modified xsi:type="dcterms:W3CDTF">2026-09-28T12:54:07Z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