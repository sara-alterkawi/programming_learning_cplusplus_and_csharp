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7675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431152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511227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106890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393939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5258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6533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206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42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883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8344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6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238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646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24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528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9183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731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345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3370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325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272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696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331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0020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070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883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29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891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752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1271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337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92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031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772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701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324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86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52780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81543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55567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706168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45712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39004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772986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493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251957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18923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03481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4457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573327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186432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3631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165528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55722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71958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58129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683345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225153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383926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78209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7130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90957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40651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9301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29165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174129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69658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873288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72976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1480944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00380908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Typical Matrices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764045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1324624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96116222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Typical Matrices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887" name="object 3"/>
          <p:cNvSpPr txBox="1"/>
          <p:nvPr/>
        </p:nvSpPr>
        <p:spPr bwMode="auto">
          <a:xfrm>
            <a:off x="380997" y="888075"/>
            <a:ext cx="1236715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Structural and Content Matrix Equality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checks whether two matrices contain exactly the same values at exactly the same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True matrix equality requires matching dimensions and matching corresponding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077013" name="object 3"/>
          <p:cNvSpPr txBox="1"/>
          <p:nvPr/>
        </p:nvSpPr>
        <p:spPr bwMode="auto">
          <a:xfrm>
            <a:off x="380997" y="888075"/>
            <a:ext cx="12381912" cy="5965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Element-by-Element Comparison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traverses both matrices using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`matrix1[i][j]` is compared directly with `matrix2[i][j]`.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Early Exit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As soon as one pair of corresponding elements differs, the function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 is no need to inspect the remaining elements after a mismatch has already been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Exact Equality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Unlike sum-based comparison, this method verifies the actual structure and contents of the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Two matrices are considered identical only when every corresponding element matches.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58612" name="object 3"/>
          <p:cNvSpPr txBox="1"/>
          <p:nvPr/>
        </p:nvSpPr>
        <p:spPr bwMode="auto">
          <a:xfrm>
            <a:off x="380997" y="888075"/>
            <a:ext cx="1238803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or initialize two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Display both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`AreMatricesIdentical()`.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corresponding elements using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`false` immediately when a mismatch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`true` if all elements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966402" name="object 3"/>
          <p:cNvSpPr txBox="1"/>
          <p:nvPr/>
        </p:nvSpPr>
        <p:spPr bwMode="auto">
          <a:xfrm>
            <a:off x="380997" y="888075"/>
            <a:ext cx="12372199" cy="53259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6  3  9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4  5  9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3  4  4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Matrix2: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8  9  6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6  8  6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9  3  5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No: matrices are NOT equal.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50121" name="object 3"/>
          <p:cNvSpPr txBox="1"/>
          <p:nvPr/>
        </p:nvSpPr>
        <p:spPr bwMode="auto">
          <a:xfrm>
            <a:off x="380997" y="888075"/>
            <a:ext cx="1236248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Early exit avoids unnecessary comparisons after the first mismatch.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matrices must have compatible dimensions before position-by-position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floating-point matrices, exact `==` comparison may be inappropriate because of precision errors.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68893" name="object 3"/>
          <p:cNvSpPr txBox="1"/>
          <p:nvPr/>
        </p:nvSpPr>
        <p:spPr bwMode="auto">
          <a:xfrm>
            <a:off x="380997" y="888075"/>
            <a:ext cx="12364635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identical matrices with matrices that merely have equal sums.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Returning `false` only after checking every element is less efficient than stopping at the first mismatch.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Floating-point equality may require an epsilon tolerance such as `abs(a - b) &lt; epsilon`.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701569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`AreMatricesIdentical()`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corresponding elements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immediately when a mismatch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exact content comparison when the dimensions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`AreMatricesEqual()` by Sum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only aggregate totals.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Cannot detect different element arrangements with equal sums.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Must calculate the complete sum before comparison.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67985" name="object 3"/>
          <p:cNvSpPr txBox="1"/>
          <p:nvPr/>
        </p:nvSpPr>
        <p:spPr bwMode="auto">
          <a:xfrm>
            <a:off x="380997" y="888075"/>
            <a:ext cx="1238371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two matrices position by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Verifies both value and position equality.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early return to avoid unnecessary 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a true element-based matrix equality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214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2026-09-28T09:34:14Z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