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0124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400360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424564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42681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243696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31647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313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625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6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100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6899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948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61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278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432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87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46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410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952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3122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71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779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59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438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383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35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17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643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8807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260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296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875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952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021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6738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89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6373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07518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02632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58091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695074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51674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49989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420065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91786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11983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86929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124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487004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5695138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028480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798833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762311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820930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9955985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54102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087758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048376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22469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75583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59286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78001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5477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21895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74915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0442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96561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8295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443372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92146493" name="object 30"/>
          <p:cNvSpPr txBox="1"/>
          <p:nvPr/>
        </p:nvSpPr>
        <p:spPr bwMode="auto">
          <a:xfrm>
            <a:off x="0" y="1143000"/>
            <a:ext cx="1310078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Column in Separate 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569344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9706948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62625330" name="object 30"/>
          <p:cNvSpPr txBox="1"/>
          <p:nvPr/>
        </p:nvSpPr>
        <p:spPr bwMode="auto">
          <a:xfrm flipH="0" flipV="0">
            <a:off x="106425" y="3084201"/>
            <a:ext cx="1326918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Column in Separate 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711387" name="object 3"/>
          <p:cNvSpPr txBox="1"/>
          <p:nvPr/>
        </p:nvSpPr>
        <p:spPr bwMode="auto">
          <a:xfrm>
            <a:off x="380997" y="888075"/>
            <a:ext cx="123671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Sum Each Column in Separate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creates a 3×3 matrix filled with random numbers, calculates the sum of each column, and stores the results in a separate `vector`.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matrix and the column sums are then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479" name="object 3"/>
          <p:cNvSpPr txBox="1"/>
          <p:nvPr/>
        </p:nvSpPr>
        <p:spPr bwMode="auto">
          <a:xfrm>
            <a:off x="380997" y="888075"/>
            <a:ext cx="12381912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Columns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Columns represent elements arranged vertically from top to bottom.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`colSums`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calculate the sum of each column by moving through all rows inside each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result is stored in the corresponding position of `colSums`.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Storing Results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Storing the sums in a separate vector makes the results available for later operations, such as calculating column averages.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133891" name="object 3"/>
          <p:cNvSpPr txBox="1"/>
          <p:nvPr/>
        </p:nvSpPr>
        <p:spPr bwMode="auto">
          <a:xfrm>
            <a:off x="380997" y="888075"/>
            <a:ext cx="12388030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3×3 matrix using `vector&lt;vector&lt;int&gt;&gt;`.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matrix with random numbers between 1 and 100 using `FillMatrixWithRandomNumber()`.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matrix using `PrintMatrix()`.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column sums inside `ColSums()` and store them in a `vector&lt;int&gt;`.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column sums using `PrintColSums()`.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329161" name="object 3"/>
          <p:cNvSpPr txBox="1"/>
          <p:nvPr/>
        </p:nvSpPr>
        <p:spPr bwMode="auto">
          <a:xfrm>
            <a:off x="380997" y="888075"/>
            <a:ext cx="12372199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random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5   46   87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1   12    2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87   2   68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following are the sum of each Col in the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Col 1 Sum = 93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Col 2 Sum =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Col 3 Sum = 157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907613" name="object 3"/>
          <p:cNvSpPr txBox="1"/>
          <p:nvPr/>
        </p:nvSpPr>
        <p:spPr bwMode="auto">
          <a:xfrm>
            <a:off x="380997" y="888075"/>
            <a:ext cx="12362481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`srand(time(0))` makes the random sequence different between program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`vector&lt;int&gt; colSums(columns, 0);` creates a vector with the same number of elements as the number of columns and initializes them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order is important: the outer loop uses column `j`, while the inner loop uses row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column sum is stored at the corresponding index: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`colSums[j] = sum;`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735964" name="object 3"/>
          <p:cNvSpPr txBox="1"/>
          <p:nvPr/>
        </p:nvSpPr>
        <p:spPr bwMode="auto">
          <a:xfrm>
            <a:off x="380997" y="888075"/>
            <a:ext cx="1236968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Problem #03 - Sum Each Row in Separate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row sums in `rowSums`.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element represents the sum of one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sum horizontally.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row index `i` for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Problem #05 - Sum Each Column in Separate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column sums in `colSums`.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element represents the sum of one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sum vertically.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column index `j` for storage.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223202" name="object 3"/>
          <p:cNvSpPr txBox="1"/>
          <p:nvPr/>
        </p:nvSpPr>
        <p:spPr bwMode="auto">
          <a:xfrm>
            <a:off x="380997" y="888075"/>
            <a:ext cx="1238407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 the sum of each column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the results in a separate `colSums`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outer loop uses column `j`.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inner loop uses row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`colSums[j]` stores the sum of Column `j`.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Storing the results separately makes them easier to reuse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8796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341</cp:revision>
  <dcterms:created xsi:type="dcterms:W3CDTF">2025-12-09T17:44:59Z</dcterms:created>
  <dcterms:modified xsi:type="dcterms:W3CDTF">2026-09-28T07:07:44Z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