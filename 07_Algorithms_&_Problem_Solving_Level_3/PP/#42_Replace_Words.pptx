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6208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4396464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65397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4431141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890431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039141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421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8524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59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04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4286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15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81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507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0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81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17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40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640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0845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17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101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572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876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304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8001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718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4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967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5521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4388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537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362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907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57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398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7695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66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35413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370476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352761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06721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692961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60824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9565536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53986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863792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480441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6237047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815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249683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7546898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0815926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950494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896615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391840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4858086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7071733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786048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884375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5875904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365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07114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339815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6473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724508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099643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748162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839839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04279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9113559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60881248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Replace Words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702056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6163616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24454872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Replace Words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742091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Substring-Based Word Replacement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searches a sentence for occurrences of a target string and replaces them with another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implementation uses standard `find()` and `replace()` operations.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628841" name="object 3"/>
          <p:cNvSpPr txBox="1"/>
          <p:nvPr/>
        </p:nvSpPr>
        <p:spPr bwMode="auto">
          <a:xfrm>
            <a:off x="380997" y="888075"/>
            <a:ext cx="12382632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Target Search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`str.find(target)` searches for the next occurrence of the target.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returned position identifies where replacement should occur.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String Replacement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`str.replace(pos, target.length(), replacement)` removes the target substring and inserts the replacement.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original string is modified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Repeated Replacement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loop continues searching until no additional occurrence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allows all matching occurrences to be replaced.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991756" name="object 3"/>
          <p:cNvSpPr txBox="1"/>
          <p:nvPr/>
        </p:nvSpPr>
        <p:spPr bwMode="auto">
          <a:xfrm>
            <a:off x="380997" y="888075"/>
            <a:ext cx="123963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original sentence.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target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replacement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Search for the target.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Replace the matching substring.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Continue until no target remains.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Display the modified sentence.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147717" name="object 3"/>
          <p:cNvSpPr txBox="1"/>
          <p:nvPr/>
        </p:nvSpPr>
        <p:spPr bwMode="auto">
          <a:xfrm>
            <a:off x="380997" y="888075"/>
            <a:ext cx="12372918" cy="459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Welcome to Sweden, Sweden is nice.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Target: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Sweden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Replace: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Syria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Welcome to Syria, Syria is nice.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71170" name="object 3"/>
          <p:cNvSpPr txBox="1"/>
          <p:nvPr/>
        </p:nvSpPr>
        <p:spPr bwMode="auto">
          <a:xfrm>
            <a:off x="380997" y="888075"/>
            <a:ext cx="12363559" cy="3146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`find()` performs case-sensitive matching by default.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approach searches substrings rather than necessarily recognizing complete word boundaries.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technique can be adapted for replacing phrases as well as individual words.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692451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Searching for `"Cat"` can also match `"Caterpillar"` because the operation is substring-based.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Case differences prevent a match unless case-insensitive logic is added.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Search position handling must be designed carefully when replacement text contains the target.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325072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`ReplaceWord()` with `find()` / `replace()`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Simple standard-library implementation.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directly on the original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replace arbitrary substrings.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`ReplaceWordCustom()` with Tokenization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on separate word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enforce whole-word matching.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more control over case and punctuation handling.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592460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Searches strings using `find()`.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Replaces matching substrings using `replace()`.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Can process multiple occurrences.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direct modification of string content.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10897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