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28408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155192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8119572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3534102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2241832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4747847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16485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0198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439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6818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8975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066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36910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10977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1679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00033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925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30921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46293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3130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3719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4288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33818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72906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7145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4526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386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29505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87132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3031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45117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52763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11688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42950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3902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1897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151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61172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7245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15805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5589674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3189091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4484256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9400550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2731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7072867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135456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999320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0382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2619124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827447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394666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7456994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8693740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028228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6574074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2863255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55412021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1934982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276001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349128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2824752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334414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122743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9541779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38681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411393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2660085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3698608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5278423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09584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67829985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94561312" name="object 30"/>
          <p:cNvSpPr txBox="1"/>
          <p:nvPr/>
        </p:nvSpPr>
        <p:spPr bwMode="auto">
          <a:xfrm>
            <a:off x="0" y="1143000"/>
            <a:ext cx="1310294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Convert Record to Line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1889604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42596386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888676862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Convert Record to Line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9325371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Struct Serialization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converts an `sClient` structure into one delimited text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process is called serialization because structured data is transformed into a storable text representation.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4294791" name="object 3"/>
          <p:cNvSpPr txBox="1"/>
          <p:nvPr/>
        </p:nvSpPr>
        <p:spPr bwMode="auto">
          <a:xfrm>
            <a:off x="380997" y="888075"/>
            <a:ext cx="12382632" cy="5987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Struct Field Access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function reads fields such as `AccountNumber`, `PinCode`, `Name`, `Phone`, and `AccountBalance`.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field is prepared for insertion into the output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Type Conversion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Numeric values such as `AccountBalance` must be converted into strings.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`to_string()` can perform this conversion automatically.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Delimiter-Based Formatting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Fields are concatenated using a separator such as `"#//#"`.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delimiter allows the record to be separated again later.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File Storage Preparation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resulting string can be written directly as one line in a text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same delimiter must be used when deserializing the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413871" name="object 3"/>
          <p:cNvSpPr txBox="1"/>
          <p:nvPr/>
        </p:nvSpPr>
        <p:spPr bwMode="auto">
          <a:xfrm>
            <a:off x="380997" y="888075"/>
            <a:ext cx="12396309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the `sClient`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Create or receive a client record.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Read each struct field.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Convert numeric fields to strings.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Concatenate fields using `#//#`.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Return the resulting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395681" name="object 3"/>
          <p:cNvSpPr txBox="1"/>
          <p:nvPr/>
        </p:nvSpPr>
        <p:spPr bwMode="auto">
          <a:xfrm>
            <a:off x="380997" y="888075"/>
            <a:ext cx="12372918" cy="459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Client Record: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Acc: A150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PIN: 1234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Name: Ahmad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Phone: 079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Balance: 5000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A150#//#1234#//#Ahmad#//#079#//#5000.000000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3122019" name="object 3"/>
          <p:cNvSpPr txBox="1"/>
          <p:nvPr/>
        </p:nvSpPr>
        <p:spPr bwMode="auto">
          <a:xfrm>
            <a:off x="380997" y="888075"/>
            <a:ext cx="12363559" cy="2414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Serialization allows structured memory data to be stored in a simple text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`to_string(double)` may produce trailing zeros such as `5000.000000`.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chosen delimiter becomes part of the file format and must remain consistent.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2589345" name="object 3"/>
          <p:cNvSpPr txBox="1"/>
          <p:nvPr/>
        </p:nvSpPr>
        <p:spPr bwMode="auto">
          <a:xfrm>
            <a:off x="380997" y="888075"/>
            <a:ext cx="12365714" cy="3359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delimiter should not naturally appear inside data fields unless escaping or another encoding strategy is implemented.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Incorrect field ordering can cause the deserialization function to reconstruct the wrong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Numeric formatting may need custom handling if a specific number of decimal places is required.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576256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`ConvertClientDataToLine()`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Converts a struct into a delimited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Performs serialization.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Prepares data for text-file storage.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`ConvertLineToRecord()`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Converts a delimited string back into a struct.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Performs deserialization.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Restores structured data from stored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682109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Reads structured client fields.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Converts non-string fields into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Joins all fields using a consistent delimiter.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Produces a single serialized line suitable for file storage.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79855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2026-09-28T12:32:36Z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