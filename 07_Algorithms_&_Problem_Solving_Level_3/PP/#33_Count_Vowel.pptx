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7272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059332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13387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653732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952590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40267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545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173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712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111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55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609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061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099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344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160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228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425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4259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036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744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746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4563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371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641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813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857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78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377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382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39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508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7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857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71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752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7126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157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515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06158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81291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683868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75695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51775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7452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79081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08089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20497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19936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84156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4538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650000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8882932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254360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37944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50192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9382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1819782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513901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80861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94407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317127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0076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2316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2925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184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63939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86685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22948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85894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68479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1338415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26931213" name="object 30"/>
          <p:cNvSpPr txBox="1"/>
          <p:nvPr/>
        </p:nvSpPr>
        <p:spPr bwMode="auto">
          <a:xfrm>
            <a:off x="0" y="1143000"/>
            <a:ext cx="131025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251571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4903719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79319689" name="object 30"/>
          <p:cNvSpPr txBox="1"/>
          <p:nvPr/>
        </p:nvSpPr>
        <p:spPr bwMode="auto">
          <a:xfrm flipH="0" flipV="0">
            <a:off x="106425" y="3084201"/>
            <a:ext cx="132724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43090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Vowel Frequency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counts how many vowels appear in a complete text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standard English vowel set used here is `a`, `e`, `i`, `o`, and `u`.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032678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Vowel Predicate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`IsVowel()` is used as a reusable helper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determines whether a character belongs to the vowel set.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examines every character in the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character is passed to the vowel-checking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Frequency Accumulation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counter starts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increases whenever a vowel is detected.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558435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`IsVowel(char)`.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complete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`IsVowel()` for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Increment the counter for every vowel.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597153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of vowels is: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231187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helper can normalize character case before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counts occurrences, not distinct vowel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vowel appearing several times is counted several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774955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 str` reads only the first word and therefore should not be used when processing complete sentences.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Consonants, spaces, digits, and punctuation must not increase the vowel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forget to handle uppercase vowels if the input may contain capital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72046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`CountVowels()`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the total number of vowels.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numerical frequency.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Traverses the complete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`PrintVowels()`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the actual vowel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their occurrence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primarily calculate a frequency.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66728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Scans a complete string for vowel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Reuses `IsVowel()` as a boolean predicate.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Counts every vowel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reusable filtering and counting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89264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